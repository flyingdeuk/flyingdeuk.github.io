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6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326" r:id="rId119"/>
    <p:sldId id="327" r:id="rId120"/>
    <p:sldId id="331" r:id="rId121"/>
    <p:sldId id="332" r:id="rId122"/>
    <p:sldId id="359" r:id="rId123"/>
    <p:sldId id="360" r:id="rId124"/>
    <p:sldId id="361" r:id="rId125"/>
    <p:sldId id="362" r:id="rId126"/>
    <p:sldId id="397" r:id="rId127"/>
    <p:sldId id="398" r:id="rId128"/>
    <p:sldId id="374" r:id="rId129"/>
    <p:sldId id="375" r:id="rId130"/>
    <p:sldId id="338" r:id="rId131"/>
    <p:sldId id="376" r:id="rId132"/>
    <p:sldId id="339" r:id="rId133"/>
    <p:sldId id="380" r:id="rId134"/>
    <p:sldId id="381" r:id="rId135"/>
    <p:sldId id="389" r:id="rId136"/>
    <p:sldId id="390" r:id="rId137"/>
    <p:sldId id="385" r:id="rId138"/>
    <p:sldId id="363" r:id="rId139"/>
    <p:sldId id="364" r:id="rId140"/>
    <p:sldId id="418" r:id="rId141"/>
    <p:sldId id="365" r:id="rId142"/>
    <p:sldId id="366" r:id="rId143"/>
    <p:sldId id="384" r:id="rId144"/>
    <p:sldId id="283" r:id="rId145"/>
    <p:sldId id="284" r:id="rId146"/>
    <p:sldId id="286" r:id="rId147"/>
    <p:sldId id="287" r:id="rId148"/>
    <p:sldId id="288" r:id="rId149"/>
    <p:sldId id="289" r:id="rId150"/>
    <p:sldId id="290" r:id="rId151"/>
    <p:sldId id="291" r:id="rId152"/>
    <p:sldId id="302" r:id="rId153"/>
    <p:sldId id="303" r:id="rId154"/>
    <p:sldId id="281" r:id="rId155"/>
  </p:sldIdLst>
  <p:sldSz cx="2328863" cy="5572125"/>
  <p:notesSz cx="6858000" cy="9144000"/>
  <p:embeddedFontLst>
    <p:embeddedFont>
      <p:font typeface="Cambria Math" panose="02040503050406030204" pitchFamily="18" charset="0"/>
      <p:regular r:id="rId157"/>
    </p:embeddedFont>
    <p:embeddedFont>
      <p:font typeface="Helvetica Neue" panose="02000503000000020004" pitchFamily="2" charset="0"/>
      <p:regular r:id="rId158"/>
      <p:bold r:id="rId159"/>
      <p:italic r:id="rId160"/>
      <p:boldItalic r:id="rId161"/>
    </p:embeddedFont>
    <p:embeddedFont>
      <p:font typeface="Lato" panose="020F0502020204030203" pitchFamily="34" charset="0"/>
      <p:regular r:id="rId162"/>
      <p:bold r:id="rId163"/>
      <p:italic r:id="rId164"/>
      <p:boldItalic r:id="rId1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6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704"/>
    <p:restoredTop sz="94578"/>
  </p:normalViewPr>
  <p:slideViewPr>
    <p:cSldViewPr snapToGrid="0" showGuides="1">
      <p:cViewPr>
        <p:scale>
          <a:sx n="187" d="100"/>
          <a:sy n="187" d="100"/>
        </p:scale>
        <p:origin x="1208" y="-400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font" Target="fonts/font3.fntdata"/><Relationship Id="rId170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4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font" Target="fonts/font5.fntdata"/><Relationship Id="rId166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font" Target="fonts/font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7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8.fntdata"/><Relationship Id="rId16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9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37.xml"/><Relationship Id="rId13" Type="http://schemas.openxmlformats.org/officeDocument/2006/relationships/slide" Target="slide148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3.xml"/><Relationship Id="rId5" Type="http://schemas.openxmlformats.org/officeDocument/2006/relationships/slide" Target="slide7.xml"/><Relationship Id="rId10" Type="http://schemas.openxmlformats.org/officeDocument/2006/relationships/slide" Target="slide141.xml"/><Relationship Id="rId4" Type="http://schemas.openxmlformats.org/officeDocument/2006/relationships/slide" Target="slide5.xml"/><Relationship Id="rId9" Type="http://schemas.openxmlformats.org/officeDocument/2006/relationships/slide" Target="slide138.xml"/><Relationship Id="rId14" Type="http://schemas.openxmlformats.org/officeDocument/2006/relationships/slide" Target="slide15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0" Type="http://schemas.openxmlformats.org/officeDocument/2006/relationships/slide" Target="slide80.xml"/><Relationship Id="rId29" Type="http://schemas.openxmlformats.org/officeDocument/2006/relationships/slide" Target="slide95.xml"/><Relationship Id="rId41" Type="http://schemas.openxmlformats.org/officeDocument/2006/relationships/slide" Target="slide11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3.xml"/><Relationship Id="rId13" Type="http://schemas.openxmlformats.org/officeDocument/2006/relationships/slide" Target="slide128.xml"/><Relationship Id="rId18" Type="http://schemas.openxmlformats.org/officeDocument/2006/relationships/slide" Target="slide132.xml"/><Relationship Id="rId3" Type="http://schemas.openxmlformats.org/officeDocument/2006/relationships/slide" Target="slide118.xml"/><Relationship Id="rId7" Type="http://schemas.openxmlformats.org/officeDocument/2006/relationships/slide" Target="slide122.xml"/><Relationship Id="rId12" Type="http://schemas.openxmlformats.org/officeDocument/2006/relationships/slide" Target="slide127.xml"/><Relationship Id="rId17" Type="http://schemas.openxmlformats.org/officeDocument/2006/relationships/slide" Target="slide130.xml"/><Relationship Id="rId2" Type="http://schemas.openxmlformats.org/officeDocument/2006/relationships/notesSlide" Target="../notesSlides/notesSlide9.xml"/><Relationship Id="rId16" Type="http://schemas.openxmlformats.org/officeDocument/2006/relationships/slide" Target="slide134.xml"/><Relationship Id="rId20" Type="http://schemas.openxmlformats.org/officeDocument/2006/relationships/slide" Target="slide13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1.xml"/><Relationship Id="rId11" Type="http://schemas.openxmlformats.org/officeDocument/2006/relationships/slide" Target="slide126.xml"/><Relationship Id="rId5" Type="http://schemas.openxmlformats.org/officeDocument/2006/relationships/slide" Target="slide120.xml"/><Relationship Id="rId15" Type="http://schemas.openxmlformats.org/officeDocument/2006/relationships/slide" Target="slide133.xml"/><Relationship Id="rId10" Type="http://schemas.openxmlformats.org/officeDocument/2006/relationships/slide" Target="slide125.xml"/><Relationship Id="rId19" Type="http://schemas.openxmlformats.org/officeDocument/2006/relationships/slide" Target="slide135.xml"/><Relationship Id="rId4" Type="http://schemas.openxmlformats.org/officeDocument/2006/relationships/slide" Target="slide119.xml"/><Relationship Id="rId9" Type="http://schemas.openxmlformats.org/officeDocument/2006/relationships/slide" Target="slide124.xml"/><Relationship Id="rId14" Type="http://schemas.openxmlformats.org/officeDocument/2006/relationships/slide" Target="slide1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2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2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51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0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5.jpeg"/><Relationship Id="rId4" Type="http://schemas.openxmlformats.org/officeDocument/2006/relationships/hyperlink" Target="https://flyingdeuk.github.io/posts/RKSI-ICN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0.jpeg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slide" Target="slide146.xml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6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441865" y="638556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24.10.29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860322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Centera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843306757"/>
              </p:ext>
            </p:extLst>
          </p:nvPr>
        </p:nvGraphicFramePr>
        <p:xfrm>
          <a:off x="98101" y="37355"/>
          <a:ext cx="1874000" cy="5394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24984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610496162"/>
              </p:ext>
            </p:extLst>
          </p:nvPr>
        </p:nvGraphicFramePr>
        <p:xfrm>
          <a:off x="66044" y="2884010"/>
          <a:ext cx="1878761" cy="262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96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0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캐피털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>
                          <a:solidFill>
                            <a:srgbClr val="00B050"/>
                          </a:solidFill>
                        </a:rPr>
                        <a:t>차오양촨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신정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641484967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0862395"/>
              </p:ext>
            </p:extLst>
          </p:nvPr>
        </p:nvGraphicFramePr>
        <p:xfrm>
          <a:off x="4410" y="3667475"/>
          <a:ext cx="2305886" cy="1841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(PAVGA 13000ft)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500721597"/>
              </p:ext>
            </p:extLst>
          </p:nvPr>
        </p:nvGraphicFramePr>
        <p:xfrm>
          <a:off x="4410" y="3667475"/>
          <a:ext cx="2305886" cy="1841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(PAVGA 13000ft)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12012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63068174"/>
              </p:ext>
            </p:extLst>
          </p:nvPr>
        </p:nvGraphicFramePr>
        <p:xfrm>
          <a:off x="4472" y="3705686"/>
          <a:ext cx="2331400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(AVBIK R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014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-</a:t>
                      </a:r>
                      <a:r>
                        <a:rPr lang="ko-KR" altLang="en-US" sz="800" b="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LAROP R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159</a:t>
                      </a:r>
                      <a:r>
                        <a:rPr lang="ko-KR" altLang="en-US" sz="800" b="0" dirty="0">
                          <a:solidFill>
                            <a:srgbClr val="FFC000"/>
                          </a:solidFill>
                        </a:rPr>
                        <a:t> 동쪽 금지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AVBIK R014, LAROP R159, R183 (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58221617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589077160"/>
              </p:ext>
            </p:extLst>
          </p:nvPr>
        </p:nvGraphicFramePr>
        <p:xfrm>
          <a:off x="4472" y="3700083"/>
          <a:ext cx="2351640" cy="1904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9963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72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1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3722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540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Tx RTE - STAR - APP Chart Many SPD Restrictions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xxR</a:t>
                      </a:r>
                      <a:r>
                        <a:rPr lang="en-US" sz="800" dirty="0"/>
                        <a:t> Dash Line for B737, APU BAN off Procedure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74449695"/>
              </p:ext>
            </p:extLst>
          </p:nvPr>
        </p:nvGraphicFramePr>
        <p:xfrm>
          <a:off x="4472" y="3705689"/>
          <a:ext cx="2333879" cy="189790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682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xYA</a:t>
                      </a:r>
                      <a:r>
                        <a:rPr lang="en-US" sz="800" b="1" dirty="0"/>
                        <a:t>/ZA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TJ919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0946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01311078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en-US" altLang="ko-Kore-KR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algn="ctr"/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0990018"/>
              </p:ext>
            </p:extLst>
          </p:nvPr>
        </p:nvGraphicFramePr>
        <p:xfrm>
          <a:off x="15324" y="3815434"/>
          <a:ext cx="2311025" cy="1757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 (L/D </a:t>
                      </a:r>
                      <a:r>
                        <a:rPr lang="en-US" sz="800" dirty="0" err="1"/>
                        <a:t>Wt</a:t>
                      </a:r>
                      <a:r>
                        <a:rPr lang="en-US" sz="800" dirty="0"/>
                        <a:t> Limit, no VOR at A/P)</a:t>
                      </a:r>
                      <a:endParaRPr lang="en-US" sz="800" b="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Check 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776807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4147047"/>
              </p:ext>
            </p:extLst>
          </p:nvPr>
        </p:nvGraphicFramePr>
        <p:xfrm>
          <a:off x="-12" y="7167"/>
          <a:ext cx="2328875" cy="646984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lang="en-US" altLang="ko-Kore-KR" sz="10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(Go Around Climb Gradient)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with Flap 30/40 BY EFB-OPT</a:t>
                      </a:r>
                      <a:endParaRPr lang="en-US" altLang="ko-Kore-KR" sz="900" b="1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30 &lt; Flap 30 No Bleed L/D &lt; Flap 15 L/D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612523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2668927497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 BROADBAND s/w --------------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 BROADBAND s/w ----------------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1551552987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 BROADBAND s/w --------------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 BROADBAND s/w ---------------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1551552987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 BROADBAND s/w --------------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 BROADBAND s/w ---------------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44567</TotalTime>
  <Words>31704</Words>
  <Application>Microsoft Macintosh PowerPoint</Application>
  <PresentationFormat>사용자 지정</PresentationFormat>
  <Paragraphs>8551</Paragraphs>
  <Slides>154</Slides>
  <Notes>152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154</vt:i4>
      </vt:variant>
    </vt:vector>
  </HeadingPairs>
  <TitlesOfParts>
    <vt:vector size="163" baseType="lpstr">
      <vt:lpstr>Arial</vt:lpstr>
      <vt:lpstr>Helvetica Neue</vt:lpstr>
      <vt:lpstr>Calibri</vt:lpstr>
      <vt:lpstr>Cambria Math</vt:lpstr>
      <vt:lpstr>Britannic Bold</vt:lpstr>
      <vt:lpstr>Lato</vt:lpstr>
      <vt:lpstr>Wingdings</vt:lpstr>
      <vt:lpstr>Gulim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347</cp:revision>
  <dcterms:created xsi:type="dcterms:W3CDTF">2022-05-17T08:00:10Z</dcterms:created>
  <dcterms:modified xsi:type="dcterms:W3CDTF">2024-10-29T08:02:40Z</dcterms:modified>
</cp:coreProperties>
</file>