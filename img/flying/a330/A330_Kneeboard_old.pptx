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78" r:id="rId1"/>
  </p:sldMasterIdLst>
  <p:notesMasterIdLst>
    <p:notesMasterId r:id="rId134"/>
  </p:notesMasterIdLst>
  <p:sldIdLst>
    <p:sldId id="292" r:id="rId2"/>
    <p:sldId id="345" r:id="rId3"/>
    <p:sldId id="349" r:id="rId4"/>
    <p:sldId id="367" r:id="rId5"/>
    <p:sldId id="346" r:id="rId6"/>
    <p:sldId id="350" r:id="rId7"/>
    <p:sldId id="347" r:id="rId8"/>
    <p:sldId id="351" r:id="rId9"/>
    <p:sldId id="348" r:id="rId10"/>
    <p:sldId id="282" r:id="rId11"/>
    <p:sldId id="431" r:id="rId12"/>
    <p:sldId id="432" r:id="rId13"/>
    <p:sldId id="467" r:id="rId14"/>
    <p:sldId id="468" r:id="rId15"/>
    <p:sldId id="257" r:id="rId16"/>
    <p:sldId id="258" r:id="rId17"/>
    <p:sldId id="259" r:id="rId18"/>
    <p:sldId id="260" r:id="rId19"/>
    <p:sldId id="267" r:id="rId20"/>
    <p:sldId id="268" r:id="rId21"/>
    <p:sldId id="355" r:id="rId22"/>
    <p:sldId id="356" r:id="rId23"/>
    <p:sldId id="440" r:id="rId24"/>
    <p:sldId id="455" r:id="rId25"/>
    <p:sldId id="441" r:id="rId26"/>
    <p:sldId id="273" r:id="rId27"/>
    <p:sldId id="274" r:id="rId28"/>
    <p:sldId id="275" r:id="rId29"/>
    <p:sldId id="276" r:id="rId30"/>
    <p:sldId id="279" r:id="rId31"/>
    <p:sldId id="456" r:id="rId32"/>
    <p:sldId id="280" r:id="rId33"/>
    <p:sldId id="340" r:id="rId34"/>
    <p:sldId id="341" r:id="rId35"/>
    <p:sldId id="295" r:id="rId36"/>
    <p:sldId id="296" r:id="rId37"/>
    <p:sldId id="277" r:id="rId38"/>
    <p:sldId id="278" r:id="rId39"/>
    <p:sldId id="377" r:id="rId40"/>
    <p:sldId id="379" r:id="rId41"/>
    <p:sldId id="308" r:id="rId42"/>
    <p:sldId id="451" r:id="rId43"/>
    <p:sldId id="309" r:id="rId44"/>
    <p:sldId id="457" r:id="rId45"/>
    <p:sldId id="458" r:id="rId46"/>
    <p:sldId id="459" r:id="rId47"/>
    <p:sldId id="463" r:id="rId48"/>
    <p:sldId id="464" r:id="rId49"/>
    <p:sldId id="465" r:id="rId50"/>
    <p:sldId id="342" r:id="rId51"/>
    <p:sldId id="466" r:id="rId52"/>
    <p:sldId id="344" r:id="rId53"/>
    <p:sldId id="386" r:id="rId54"/>
    <p:sldId id="475" r:id="rId55"/>
    <p:sldId id="388" r:id="rId56"/>
    <p:sldId id="483" r:id="rId57"/>
    <p:sldId id="484" r:id="rId58"/>
    <p:sldId id="485" r:id="rId59"/>
    <p:sldId id="486" r:id="rId60"/>
    <p:sldId id="487" r:id="rId61"/>
    <p:sldId id="488" r:id="rId62"/>
    <p:sldId id="389" r:id="rId63"/>
    <p:sldId id="390" r:id="rId64"/>
    <p:sldId id="442" r:id="rId65"/>
    <p:sldId id="443" r:id="rId66"/>
    <p:sldId id="447" r:id="rId67"/>
    <p:sldId id="448" r:id="rId68"/>
    <p:sldId id="449" r:id="rId69"/>
    <p:sldId id="479" r:id="rId70"/>
    <p:sldId id="450" r:id="rId71"/>
    <p:sldId id="452" r:id="rId72"/>
    <p:sldId id="453" r:id="rId73"/>
    <p:sldId id="460" r:id="rId74"/>
    <p:sldId id="462" r:id="rId75"/>
    <p:sldId id="461" r:id="rId76"/>
    <p:sldId id="476" r:id="rId77"/>
    <p:sldId id="478" r:id="rId78"/>
    <p:sldId id="359" r:id="rId79"/>
    <p:sldId id="360" r:id="rId80"/>
    <p:sldId id="374" r:id="rId81"/>
    <p:sldId id="375" r:id="rId82"/>
    <p:sldId id="480" r:id="rId83"/>
    <p:sldId id="482" r:id="rId84"/>
    <p:sldId id="481" r:id="rId85"/>
    <p:sldId id="489" r:id="rId86"/>
    <p:sldId id="490" r:id="rId87"/>
    <p:sldId id="491" r:id="rId88"/>
    <p:sldId id="492" r:id="rId89"/>
    <p:sldId id="326" r:id="rId90"/>
    <p:sldId id="327" r:id="rId91"/>
    <p:sldId id="498" r:id="rId92"/>
    <p:sldId id="499" r:id="rId93"/>
    <p:sldId id="500" r:id="rId94"/>
    <p:sldId id="436" r:id="rId95"/>
    <p:sldId id="376" r:id="rId96"/>
    <p:sldId id="434" r:id="rId97"/>
    <p:sldId id="437" r:id="rId98"/>
    <p:sldId id="439" r:id="rId99"/>
    <p:sldId id="438" r:id="rId100"/>
    <p:sldId id="444" r:id="rId101"/>
    <p:sldId id="445" r:id="rId102"/>
    <p:sldId id="446" r:id="rId103"/>
    <p:sldId id="469" r:id="rId104"/>
    <p:sldId id="470" r:id="rId105"/>
    <p:sldId id="471" r:id="rId106"/>
    <p:sldId id="472" r:id="rId107"/>
    <p:sldId id="473" r:id="rId108"/>
    <p:sldId id="474" r:id="rId109"/>
    <p:sldId id="493" r:id="rId110"/>
    <p:sldId id="496" r:id="rId111"/>
    <p:sldId id="494" r:id="rId112"/>
    <p:sldId id="495" r:id="rId113"/>
    <p:sldId id="422" r:id="rId114"/>
    <p:sldId id="385" r:id="rId115"/>
    <p:sldId id="497" r:id="rId116"/>
    <p:sldId id="365" r:id="rId117"/>
    <p:sldId id="366" r:id="rId118"/>
    <p:sldId id="423" r:id="rId119"/>
    <p:sldId id="384" r:id="rId120"/>
    <p:sldId id="283" r:id="rId121"/>
    <p:sldId id="286" r:id="rId122"/>
    <p:sldId id="428" r:id="rId123"/>
    <p:sldId id="288" r:id="rId124"/>
    <p:sldId id="289" r:id="rId125"/>
    <p:sldId id="290" r:id="rId126"/>
    <p:sldId id="424" r:id="rId127"/>
    <p:sldId id="302" r:id="rId128"/>
    <p:sldId id="303" r:id="rId129"/>
    <p:sldId id="426" r:id="rId130"/>
    <p:sldId id="427" r:id="rId131"/>
    <p:sldId id="430" r:id="rId132"/>
    <p:sldId id="281" r:id="rId133"/>
  </p:sldIdLst>
  <p:sldSz cx="2328863" cy="5572125"/>
  <p:notesSz cx="6858000" cy="9144000"/>
  <p:embeddedFontLst>
    <p:embeddedFont>
      <p:font typeface="맑은 고딕" panose="020B0503020000020004" pitchFamily="34" charset="-127"/>
      <p:regular r:id="rId135"/>
      <p:bold r:id="rId136"/>
    </p:embeddedFont>
    <p:embeddedFont>
      <p:font typeface="Cambria Math" panose="02040503050406030204" pitchFamily="18" charset="0"/>
      <p:regular r:id="rId137"/>
    </p:embeddedFont>
    <p:embeddedFont>
      <p:font typeface="Century Gothic" panose="020B0502020202020204" pitchFamily="34" charset="0"/>
      <p:regular r:id="rId138"/>
      <p:bold r:id="rId139"/>
      <p:italic r:id="rId140"/>
      <p:boldItalic r:id="rId141"/>
    </p:embeddedFont>
    <p:embeddedFont>
      <p:font typeface="Helvetica Neue" panose="02000503000000020004" pitchFamily="2" charset="0"/>
      <p:regular r:id="rId142"/>
      <p:bold r:id="rId143"/>
      <p:italic r:id="rId144"/>
      <p:boldItalic r:id="rId145"/>
    </p:embeddedFont>
    <p:embeddedFont>
      <p:font typeface="Lato" panose="020F0502020204030203" pitchFamily="34" charset="0"/>
      <p:regular r:id="rId146"/>
      <p:bold r:id="rId147"/>
      <p:italic r:id="rId148"/>
      <p:boldItalic r:id="rId14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55" userDrawn="1">
          <p15:clr>
            <a:srgbClr val="A4A3A4"/>
          </p15:clr>
        </p15:guide>
        <p15:guide id="2" pos="733"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4" roundtripDataSignature="AMtx7mhbwbpmZl6Umln1q/ckcX3dt/NVN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47F5"/>
    <a:srgbClr val="F28943"/>
    <a:srgbClr val="FCFC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521BE36-7E6F-4EC9-8D66-1CF97A6895EC}">
  <a:tblStyle styleId="{A521BE36-7E6F-4EC9-8D66-1CF97A6895E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테마 스타일 1 - 강조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테마 스타일 1 - 강조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테마 스타일 1 - 강조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밝은 스타일 2 - 강조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500"/>
    <p:restoredTop sz="96966"/>
  </p:normalViewPr>
  <p:slideViewPr>
    <p:cSldViewPr snapToGrid="0" showGuides="1">
      <p:cViewPr>
        <p:scale>
          <a:sx n="257" d="100"/>
          <a:sy n="257" d="100"/>
        </p:scale>
        <p:origin x="2352" y="-2856"/>
      </p:cViewPr>
      <p:guideLst>
        <p:guide orient="horz" pos="1755"/>
        <p:guide pos="733"/>
      </p:guideLst>
    </p:cSldViewPr>
  </p:slideViewPr>
  <p:notesTextViewPr>
    <p:cViewPr>
      <p:scale>
        <a:sx n="1" d="1"/>
        <a:sy n="1" d="1"/>
      </p:scale>
      <p:origin x="0" y="0"/>
    </p:cViewPr>
  </p:notesTextViewPr>
  <p:sorterViewPr>
    <p:cViewPr>
      <p:scale>
        <a:sx n="60" d="100"/>
        <a:sy n="6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4.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15.fntdata"/><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notesMaster" Target="notesMasters/notesMaster1.xml"/><Relationship Id="rId139" Type="http://schemas.openxmlformats.org/officeDocument/2006/relationships/font" Target="fonts/font5.fntdata"/><Relationship Id="rId80" Type="http://schemas.openxmlformats.org/officeDocument/2006/relationships/slide" Target="slides/slide79.xml"/><Relationship Id="rId85" Type="http://schemas.openxmlformats.org/officeDocument/2006/relationships/slide" Target="slides/slide84.xml"/><Relationship Id="rId176"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6.fntdata"/><Relationship Id="rId145"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font" Target="fonts/font1.fntdata"/><Relationship Id="rId177"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7.fntdata"/><Relationship Id="rId146" Type="http://schemas.openxmlformats.org/officeDocument/2006/relationships/font" Target="fonts/font1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font" Target="fonts/font2.fntdata"/><Relationship Id="rId178"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8.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74" Type="http://customschemas.google.com/relationships/presentationmetadata" Target="meta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font" Target="fonts/font9.fntdata"/><Relationship Id="rId148"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75"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10.fntdata"/><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ko-KR" dirty="0"/>
              <a:t>Kneeboard</a:t>
            </a:r>
          </a:p>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264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err="1"/>
              <a:t>Dometic</a:t>
            </a:r>
            <a:endParaRPr dirty="0"/>
          </a:p>
        </p:txBody>
      </p:sp>
      <p:sp>
        <p:nvSpPr>
          <p:cNvPr id="86" name="Google Shape;86;p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661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Domestic PA</a:t>
            </a:r>
            <a:endParaRPr dirty="0"/>
          </a:p>
        </p:txBody>
      </p:sp>
      <p:sp>
        <p:nvSpPr>
          <p:cNvPr id="368" name="Google Shape;368;p2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3173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2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09227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5203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2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8737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2670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2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9826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67892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2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09588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FC383736-9033-9ABD-4FD0-EF9180E5FD05}"/>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695C2200-5ADC-D2E6-BD2E-79C18F79984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a:extLst>
              <a:ext uri="{FF2B5EF4-FFF2-40B4-BE49-F238E27FC236}">
                <a16:creationId xmlns:a16="http://schemas.microsoft.com/office/drawing/2014/main" id="{C8097CB5-7E83-64A2-113C-56A2C9730546}"/>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18624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a:extLst>
            <a:ext uri="{FF2B5EF4-FFF2-40B4-BE49-F238E27FC236}">
              <a16:creationId xmlns:a16="http://schemas.microsoft.com/office/drawing/2014/main" id="{3644B428-5B08-E846-31BF-7487117F1FE4}"/>
            </a:ext>
          </a:extLst>
        </p:cNvPr>
        <p:cNvGrpSpPr/>
        <p:nvPr/>
      </p:nvGrpSpPr>
      <p:grpSpPr>
        <a:xfrm>
          <a:off x="0" y="0"/>
          <a:ext cx="0" cy="0"/>
          <a:chOff x="0" y="0"/>
          <a:chExt cx="0" cy="0"/>
        </a:xfrm>
      </p:grpSpPr>
      <p:sp>
        <p:nvSpPr>
          <p:cNvPr id="367" name="Google Shape;367;p27:notes">
            <a:extLst>
              <a:ext uri="{FF2B5EF4-FFF2-40B4-BE49-F238E27FC236}">
                <a16:creationId xmlns:a16="http://schemas.microsoft.com/office/drawing/2014/main" id="{A607621B-0A3A-E1ED-9BFF-A6A2ED89973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27:notes">
            <a:extLst>
              <a:ext uri="{FF2B5EF4-FFF2-40B4-BE49-F238E27FC236}">
                <a16:creationId xmlns:a16="http://schemas.microsoft.com/office/drawing/2014/main" id="{138460F2-063D-FD07-5CAB-2535C79F5797}"/>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44012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26775FA1-1320-E035-38FA-8371813223DC}"/>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F676C17A-2843-0C49-F801-6E0A0E1A5D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a:extLst>
              <a:ext uri="{FF2B5EF4-FFF2-40B4-BE49-F238E27FC236}">
                <a16:creationId xmlns:a16="http://schemas.microsoft.com/office/drawing/2014/main" id="{897BC005-844D-3873-D24C-5DDE07B38D1F}"/>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879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a:extLst>
            <a:ext uri="{FF2B5EF4-FFF2-40B4-BE49-F238E27FC236}">
              <a16:creationId xmlns:a16="http://schemas.microsoft.com/office/drawing/2014/main" id="{C7713DDB-27B1-04F2-6E21-AD5C79BC6C19}"/>
            </a:ext>
          </a:extLst>
        </p:cNvPr>
        <p:cNvGrpSpPr/>
        <p:nvPr/>
      </p:nvGrpSpPr>
      <p:grpSpPr>
        <a:xfrm>
          <a:off x="0" y="0"/>
          <a:ext cx="0" cy="0"/>
          <a:chOff x="0" y="0"/>
          <a:chExt cx="0" cy="0"/>
        </a:xfrm>
      </p:grpSpPr>
      <p:sp>
        <p:nvSpPr>
          <p:cNvPr id="367" name="Google Shape;367;p27:notes">
            <a:extLst>
              <a:ext uri="{FF2B5EF4-FFF2-40B4-BE49-F238E27FC236}">
                <a16:creationId xmlns:a16="http://schemas.microsoft.com/office/drawing/2014/main" id="{4622DEBC-D4AF-9D8A-C262-D83DE8C785C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27:notes">
            <a:extLst>
              <a:ext uri="{FF2B5EF4-FFF2-40B4-BE49-F238E27FC236}">
                <a16:creationId xmlns:a16="http://schemas.microsoft.com/office/drawing/2014/main" id="{62D33C27-83CF-115D-4709-C82E5012E576}"/>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19632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4: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5: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2: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16: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59193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1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82032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a:extLst>
            <a:ext uri="{FF2B5EF4-FFF2-40B4-BE49-F238E27FC236}">
              <a16:creationId xmlns:a16="http://schemas.microsoft.com/office/drawing/2014/main" id="{2F7C6055-6CCA-5D07-3F1A-48655EDAF990}"/>
            </a:ext>
          </a:extLst>
        </p:cNvPr>
        <p:cNvGrpSpPr/>
        <p:nvPr/>
      </p:nvGrpSpPr>
      <p:grpSpPr>
        <a:xfrm>
          <a:off x="0" y="0"/>
          <a:ext cx="0" cy="0"/>
          <a:chOff x="0" y="0"/>
          <a:chExt cx="0" cy="0"/>
        </a:xfrm>
      </p:grpSpPr>
      <p:sp>
        <p:nvSpPr>
          <p:cNvPr id="341" name="Google Shape;341;p24:notes">
            <a:extLst>
              <a:ext uri="{FF2B5EF4-FFF2-40B4-BE49-F238E27FC236}">
                <a16:creationId xmlns:a16="http://schemas.microsoft.com/office/drawing/2014/main" id="{60B899BC-F42D-700F-C96E-32F720BB04F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24:notes">
            <a:extLst>
              <a:ext uri="{FF2B5EF4-FFF2-40B4-BE49-F238E27FC236}">
                <a16:creationId xmlns:a16="http://schemas.microsoft.com/office/drawing/2014/main" id="{E5CF3DB6-BBFC-5925-CB37-0A26303FA3D5}"/>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15070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703DEA4D-955E-D840-C9B3-46F6BF3930A1}"/>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C9FB4E5F-835F-80DD-FB3E-7FE41C554A0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4:notes">
            <a:extLst>
              <a:ext uri="{FF2B5EF4-FFF2-40B4-BE49-F238E27FC236}">
                <a16:creationId xmlns:a16="http://schemas.microsoft.com/office/drawing/2014/main" id="{9AC3424C-A714-9FFF-3F5F-B96964706131}"/>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86517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a:extLst>
            <a:ext uri="{FF2B5EF4-FFF2-40B4-BE49-F238E27FC236}">
              <a16:creationId xmlns:a16="http://schemas.microsoft.com/office/drawing/2014/main" id="{B367041A-B601-F1A8-01C5-DF86C55A44EF}"/>
            </a:ext>
          </a:extLst>
        </p:cNvPr>
        <p:cNvGrpSpPr/>
        <p:nvPr/>
      </p:nvGrpSpPr>
      <p:grpSpPr>
        <a:xfrm>
          <a:off x="0" y="0"/>
          <a:ext cx="0" cy="0"/>
          <a:chOff x="0" y="0"/>
          <a:chExt cx="0" cy="0"/>
        </a:xfrm>
      </p:grpSpPr>
      <p:sp>
        <p:nvSpPr>
          <p:cNvPr id="350" name="Google Shape;350;p25:notes">
            <a:extLst>
              <a:ext uri="{FF2B5EF4-FFF2-40B4-BE49-F238E27FC236}">
                <a16:creationId xmlns:a16="http://schemas.microsoft.com/office/drawing/2014/main" id="{1208DAF8-8971-2493-F7B9-C1FF4293FC5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25:notes">
            <a:extLst>
              <a:ext uri="{FF2B5EF4-FFF2-40B4-BE49-F238E27FC236}">
                <a16:creationId xmlns:a16="http://schemas.microsoft.com/office/drawing/2014/main" id="{D41D7F66-D483-E729-670A-C0EE3171449D}"/>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3364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19: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2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2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24: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DCAD9C56-A927-F97B-00A1-D558E0F2D59B}"/>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0C2FFFB8-52C6-11DB-B143-A30E9E3A2CC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4:notes">
            <a:extLst>
              <a:ext uri="{FF2B5EF4-FFF2-40B4-BE49-F238E27FC236}">
                <a16:creationId xmlns:a16="http://schemas.microsoft.com/office/drawing/2014/main" id="{5A09A23E-C4E3-E9D5-08A0-06D2848B1C81}"/>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21922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25: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16: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11046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1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5262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24084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19: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25595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22: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2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13204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80318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8500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39789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5221A22E-A846-0CD0-7ACE-17F2FF46E1B9}"/>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CE43679A-CC0C-F7CC-59F5-F05F5D20885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06297C63-2E00-9D2E-5F71-5500D5379372}"/>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6851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392FE5BC-8962-F657-11B1-5DD2D6EFCF48}"/>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0493363A-0373-2A42-9D72-B3DD81232AE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103A678A-D99C-9D39-AFE4-54581F701F37}"/>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58779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F67D4974-F13A-099F-BD03-E02C1785CE9F}"/>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F217BFC9-402A-6001-C345-C99D57A552C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60800C15-6134-8514-936C-95AD6F0976EA}"/>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68078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DB6704C9-DB15-B2DD-8763-E73F06ECAF91}"/>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8F7B7C85-C808-6110-5AB8-E18346C1DAC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BDF4A0D8-92B2-DDAE-5221-A24508136D03}"/>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53533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39084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5054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322743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982605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11FF93BF-508E-CF4F-5AC7-31AD1900C591}"/>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D02F6920-F028-A8AA-7695-A4ACD3B7E21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FDC43B7B-4A30-8C0E-1A19-EC744F1D5286}"/>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56016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E75664AE-AD5F-BE4A-CC07-E504D1507518}"/>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F6A6417D-B2BB-90C9-1C10-1DD6227DC75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305CC4E3-0F65-A4A4-587E-79FB8ED5F47A}"/>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61615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E0AB9BBD-47B2-C548-F51D-4243F985FFA2}"/>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F9A27EE0-30EF-6FF2-9960-E674EEDE056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7575E27F-48A6-8255-53E9-44DF6F7F03CC}"/>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44341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E1A6927A-89ED-B2E5-8B9E-96A15CF8C98F}"/>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782C6369-4A45-CC4F-5E6A-89E8F303850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E4613D65-A925-7DBC-7E52-11FCEC235EE2}"/>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56170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441391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36857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16410146-84A2-54BE-E90D-BA7C68582BEA}"/>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259D1A6A-FCC0-EE86-1C75-286AB1EF4F5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A025D45E-9D63-ADCA-6BE3-7A2222318096}"/>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56177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A5B9D37A-155B-D10C-C40A-A8867E7FA3E6}"/>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F582DA9C-4DD1-66E5-1DB8-331A7A888D5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845C3392-1637-F2B1-77C5-2471A17B440D}"/>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18401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39A6B97E-4383-B087-9B75-53E1150B7237}"/>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7F8DFBA9-99E6-19A2-5D69-8C9E2C65EA6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E7E4B7E2-2886-3400-CEA8-CD24E220DD27}"/>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7302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5E8C189D-7391-FF79-3E9E-5A3E32B32F4F}"/>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5B22071B-B7F3-65D6-6976-ADE17BAA26A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667B5779-ECD6-F58F-A846-0E4EC28A5C99}"/>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064102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67132D47-2A3A-DD1A-B752-E4B413BB8683}"/>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FB1DA832-4C0A-8973-97DD-D90FA1D140F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AD708A03-9008-2107-683F-F43841A1017E}"/>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781738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DB48859F-215A-8DA0-8FFF-1DC433DD207F}"/>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4E8FC1CE-EFD9-97A3-05B4-26E31541518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822D1950-5E66-148A-8A3D-25DAAC0CEC31}"/>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728097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E64ABAFA-958B-CC54-4440-24B5BB3857F3}"/>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4578F5C7-5F89-1B63-B350-37EB66FDA40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01B0CE6A-93D2-BFFC-4C07-98E8C70E629A}"/>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157956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20BE90A9-6AF1-D3D4-7DD5-3D7E5C9FE843}"/>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8F0B5738-F899-39B0-5F55-0BB17B01E58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24ECF57C-D9A0-5368-B8CB-72E0240DA658}"/>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750748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628F7987-A104-9E95-1CB2-2FC94F37957E}"/>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2AAEF965-15C5-5E43-2BF7-C70C3FC2064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344228A9-D99D-1E6B-4DEA-ADDD688144FA}"/>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571991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F4CA0078-9F91-0E18-6676-B6152F72572F}"/>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5E26590E-B883-CC87-7471-1F5C736A706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006F02B3-F144-B62E-BEEF-B753EEED1FA0}"/>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103669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CDC468B5-5BC6-CDB6-FBD0-69FDB6D18C55}"/>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DA42E90B-1992-058D-35CD-78EF1C38C59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A02D88B8-12C0-B903-D2F7-757AC147A909}"/>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753108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73ADF9E0-8A03-79AB-3AED-DC7CE29C9512}"/>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9C3E7A42-08D2-1B41-7D49-BF7F4807DB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2ED49BFC-BEB8-4553-5085-5908EA33976F}"/>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994276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433580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5349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925406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253552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FD4D4FBC-D175-DEDD-EF94-25F749F8E46F}"/>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A40AE2BB-00EC-1BCC-FA83-AF2888DFE7C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1D6F032D-B7D9-9A22-D3A5-8890A41ECE07}"/>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351567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466C6E54-8713-771C-6D7C-E093CE43711D}"/>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A75E8BF7-74DD-8A48-71B9-94FAF1C56EC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EDFC59E8-B103-4E2C-3E45-50972C62BB56}"/>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263488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F3A05C23-C04D-095A-7BD0-7F686EF6DB5A}"/>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F6CF72FC-CD0E-9D4F-8070-48FF2B948D6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EFE1C4BF-6721-F604-6FFC-51CDE1415C2F}"/>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322876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5D6D2006-D2CB-6D12-D3FC-17526D5D5584}"/>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A40846F7-1786-72D3-7E3A-6256A60E957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26C590D3-F071-6353-539D-773F927160F6}"/>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88213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4F39ABDB-F67B-937E-DB92-03C331365DB9}"/>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B58690F7-C671-2913-E422-71B0F8CCED0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82AAF833-F310-CAE7-B040-11F57202564A}"/>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152607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9BF61BA2-E665-3B0C-CDF9-47143FD0996A}"/>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995A1E52-FCC0-C746-12FD-8BA4D063A26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C7D008BA-1199-EEA5-680D-E9E989DBC7A7}"/>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594156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523544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795562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C1239806-CA7A-FFDB-75D4-8B601FD323BB}"/>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C14AF8F7-5750-22EE-3CD5-238BEC44717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511A32BB-4F17-416C-DE7D-761FBCE35EEF}"/>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985336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D9179DF0-75EF-90A4-8B9B-661CC0400600}"/>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AB78E4C9-4BF6-BFD5-4406-1AB9006A093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5C81D79C-9F97-D7F0-D926-2CAF80AC3BCE}"/>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02859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a:extLst>
            <a:ext uri="{FF2B5EF4-FFF2-40B4-BE49-F238E27FC236}">
              <a16:creationId xmlns:a16="http://schemas.microsoft.com/office/drawing/2014/main" id="{6000375B-81E6-EE92-411A-368B68168737}"/>
            </a:ext>
          </a:extLst>
        </p:cNvPr>
        <p:cNvGrpSpPr/>
        <p:nvPr/>
      </p:nvGrpSpPr>
      <p:grpSpPr>
        <a:xfrm>
          <a:off x="0" y="0"/>
          <a:ext cx="0" cy="0"/>
          <a:chOff x="0" y="0"/>
          <a:chExt cx="0" cy="0"/>
        </a:xfrm>
      </p:grpSpPr>
      <p:sp>
        <p:nvSpPr>
          <p:cNvPr id="314" name="Google Shape;314;p21:notes">
            <a:extLst>
              <a:ext uri="{FF2B5EF4-FFF2-40B4-BE49-F238E27FC236}">
                <a16:creationId xmlns:a16="http://schemas.microsoft.com/office/drawing/2014/main" id="{5CF24E58-448A-F15C-6091-CA11F5D97D8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21:notes">
            <a:extLst>
              <a:ext uri="{FF2B5EF4-FFF2-40B4-BE49-F238E27FC236}">
                <a16:creationId xmlns:a16="http://schemas.microsoft.com/office/drawing/2014/main" id="{2FCEEF60-68F2-6607-F276-D439AA183346}"/>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039616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61040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a:extLst>
            <a:ext uri="{FF2B5EF4-FFF2-40B4-BE49-F238E27FC236}">
              <a16:creationId xmlns:a16="http://schemas.microsoft.com/office/drawing/2014/main" id="{5733E810-264F-AC9D-ED17-1ABA3F777A46}"/>
            </a:ext>
          </a:extLst>
        </p:cNvPr>
        <p:cNvGrpSpPr/>
        <p:nvPr/>
      </p:nvGrpSpPr>
      <p:grpSpPr>
        <a:xfrm>
          <a:off x="0" y="0"/>
          <a:ext cx="0" cy="0"/>
          <a:chOff x="0" y="0"/>
          <a:chExt cx="0" cy="0"/>
        </a:xfrm>
      </p:grpSpPr>
      <p:sp>
        <p:nvSpPr>
          <p:cNvPr id="305" name="Google Shape;305;p20:notes">
            <a:extLst>
              <a:ext uri="{FF2B5EF4-FFF2-40B4-BE49-F238E27FC236}">
                <a16:creationId xmlns:a16="http://schemas.microsoft.com/office/drawing/2014/main" id="{DAD2CBF0-76BD-50C7-F256-4A974FF4D76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20:notes">
            <a:extLst>
              <a:ext uri="{FF2B5EF4-FFF2-40B4-BE49-F238E27FC236}">
                <a16:creationId xmlns:a16="http://schemas.microsoft.com/office/drawing/2014/main" id="{9C26DF00-82AF-7A8C-4A18-DD63D5E9791A}"/>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702613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16DE37CA-8AC1-17FB-A638-4FF567AB9448}"/>
            </a:ext>
          </a:extLst>
        </p:cNvPr>
        <p:cNvGrpSpPr/>
        <p:nvPr/>
      </p:nvGrpSpPr>
      <p:grpSpPr>
        <a:xfrm>
          <a:off x="0" y="0"/>
          <a:ext cx="0" cy="0"/>
          <a:chOff x="0" y="0"/>
          <a:chExt cx="0" cy="0"/>
        </a:xfrm>
      </p:grpSpPr>
      <p:sp>
        <p:nvSpPr>
          <p:cNvPr id="269" name="Google Shape;269;p16:notes">
            <a:extLst>
              <a:ext uri="{FF2B5EF4-FFF2-40B4-BE49-F238E27FC236}">
                <a16:creationId xmlns:a16="http://schemas.microsoft.com/office/drawing/2014/main" id="{C87A87FC-EF5E-9F2C-9BFA-97880CFC329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16:notes">
            <a:extLst>
              <a:ext uri="{FF2B5EF4-FFF2-40B4-BE49-F238E27FC236}">
                <a16:creationId xmlns:a16="http://schemas.microsoft.com/office/drawing/2014/main" id="{AFC79A4D-92D2-2D01-5BFB-D8B58AF6254C}"/>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636625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DAF888BF-6846-2E27-88FD-7E8127C6736D}"/>
            </a:ext>
          </a:extLst>
        </p:cNvPr>
        <p:cNvGrpSpPr/>
        <p:nvPr/>
      </p:nvGrpSpPr>
      <p:grpSpPr>
        <a:xfrm>
          <a:off x="0" y="0"/>
          <a:ext cx="0" cy="0"/>
          <a:chOff x="0" y="0"/>
          <a:chExt cx="0" cy="0"/>
        </a:xfrm>
      </p:grpSpPr>
      <p:sp>
        <p:nvSpPr>
          <p:cNvPr id="399" name="Google Shape;399;p31:notes">
            <a:extLst>
              <a:ext uri="{FF2B5EF4-FFF2-40B4-BE49-F238E27FC236}">
                <a16:creationId xmlns:a16="http://schemas.microsoft.com/office/drawing/2014/main" id="{D0DD9375-B6E4-B08B-2B6C-1DC37EA8F86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a:extLst>
              <a:ext uri="{FF2B5EF4-FFF2-40B4-BE49-F238E27FC236}">
                <a16:creationId xmlns:a16="http://schemas.microsoft.com/office/drawing/2014/main" id="{3C5205FB-8BD9-DC20-3141-89B749D8FAE2}"/>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471526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a:extLst>
            <a:ext uri="{FF2B5EF4-FFF2-40B4-BE49-F238E27FC236}">
              <a16:creationId xmlns:a16="http://schemas.microsoft.com/office/drawing/2014/main" id="{9790B6A3-682A-82AC-8646-758EC827286E}"/>
            </a:ext>
          </a:extLst>
        </p:cNvPr>
        <p:cNvGrpSpPr/>
        <p:nvPr/>
      </p:nvGrpSpPr>
      <p:grpSpPr>
        <a:xfrm>
          <a:off x="0" y="0"/>
          <a:ext cx="0" cy="0"/>
          <a:chOff x="0" y="0"/>
          <a:chExt cx="0" cy="0"/>
        </a:xfrm>
      </p:grpSpPr>
      <p:sp>
        <p:nvSpPr>
          <p:cNvPr id="278" name="Google Shape;278;p17:notes">
            <a:extLst>
              <a:ext uri="{FF2B5EF4-FFF2-40B4-BE49-F238E27FC236}">
                <a16:creationId xmlns:a16="http://schemas.microsoft.com/office/drawing/2014/main" id="{BE2C1734-FB74-E1C9-6953-2406D5A5D3B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17:notes">
            <a:extLst>
              <a:ext uri="{FF2B5EF4-FFF2-40B4-BE49-F238E27FC236}">
                <a16:creationId xmlns:a16="http://schemas.microsoft.com/office/drawing/2014/main" id="{9147765C-699E-C969-E95E-CC9A83756C97}"/>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493664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8CB74AB3-E823-2734-2378-D71FD1C1ACC2}"/>
            </a:ext>
          </a:extLst>
        </p:cNvPr>
        <p:cNvGrpSpPr/>
        <p:nvPr/>
      </p:nvGrpSpPr>
      <p:grpSpPr>
        <a:xfrm>
          <a:off x="0" y="0"/>
          <a:ext cx="0" cy="0"/>
          <a:chOff x="0" y="0"/>
          <a:chExt cx="0" cy="0"/>
        </a:xfrm>
      </p:grpSpPr>
      <p:sp>
        <p:nvSpPr>
          <p:cNvPr id="269" name="Google Shape;269;p16:notes">
            <a:extLst>
              <a:ext uri="{FF2B5EF4-FFF2-40B4-BE49-F238E27FC236}">
                <a16:creationId xmlns:a16="http://schemas.microsoft.com/office/drawing/2014/main" id="{C78DE496-F4CA-6678-CDFC-95CA9C34F43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16:notes">
            <a:extLst>
              <a:ext uri="{FF2B5EF4-FFF2-40B4-BE49-F238E27FC236}">
                <a16:creationId xmlns:a16="http://schemas.microsoft.com/office/drawing/2014/main" id="{0DBD1B00-F36D-AC67-99BE-4F3EC8B77123}"/>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821686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36655735-CDEB-85AF-6FC8-98C25F0899D9}"/>
            </a:ext>
          </a:extLst>
        </p:cNvPr>
        <p:cNvGrpSpPr/>
        <p:nvPr/>
      </p:nvGrpSpPr>
      <p:grpSpPr>
        <a:xfrm>
          <a:off x="0" y="0"/>
          <a:ext cx="0" cy="0"/>
          <a:chOff x="0" y="0"/>
          <a:chExt cx="0" cy="0"/>
        </a:xfrm>
      </p:grpSpPr>
      <p:sp>
        <p:nvSpPr>
          <p:cNvPr id="399" name="Google Shape;399;p31:notes">
            <a:extLst>
              <a:ext uri="{FF2B5EF4-FFF2-40B4-BE49-F238E27FC236}">
                <a16:creationId xmlns:a16="http://schemas.microsoft.com/office/drawing/2014/main" id="{FAB4BC62-9DFC-E1F1-6ADC-860695B9EF6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a:extLst>
              <a:ext uri="{FF2B5EF4-FFF2-40B4-BE49-F238E27FC236}">
                <a16:creationId xmlns:a16="http://schemas.microsoft.com/office/drawing/2014/main" id="{A1B0A9EE-5F29-D66C-7B38-FF7A39919E11}"/>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094333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a:extLst>
            <a:ext uri="{FF2B5EF4-FFF2-40B4-BE49-F238E27FC236}">
              <a16:creationId xmlns:a16="http://schemas.microsoft.com/office/drawing/2014/main" id="{F00FDCD6-DEF5-7969-FD80-BDA72F03D8C7}"/>
            </a:ext>
          </a:extLst>
        </p:cNvPr>
        <p:cNvGrpSpPr/>
        <p:nvPr/>
      </p:nvGrpSpPr>
      <p:grpSpPr>
        <a:xfrm>
          <a:off x="0" y="0"/>
          <a:ext cx="0" cy="0"/>
          <a:chOff x="0" y="0"/>
          <a:chExt cx="0" cy="0"/>
        </a:xfrm>
      </p:grpSpPr>
      <p:sp>
        <p:nvSpPr>
          <p:cNvPr id="278" name="Google Shape;278;p17:notes">
            <a:extLst>
              <a:ext uri="{FF2B5EF4-FFF2-40B4-BE49-F238E27FC236}">
                <a16:creationId xmlns:a16="http://schemas.microsoft.com/office/drawing/2014/main" id="{92BE7503-AB91-3F6A-7267-861434AEA38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17:notes">
            <a:extLst>
              <a:ext uri="{FF2B5EF4-FFF2-40B4-BE49-F238E27FC236}">
                <a16:creationId xmlns:a16="http://schemas.microsoft.com/office/drawing/2014/main" id="{E9E466EA-C3F9-0882-C4F1-103A19B6AA55}"/>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960227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E85F4C01-B0AF-7285-3799-8E155A51CD2B}"/>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04541C7C-6017-A663-E8D1-2A06EE03F34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9C474937-B94E-6434-6DC3-A64FB92F9781}"/>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229513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19656100-CCF3-B540-8D98-DE6C3FA10D9D}"/>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AAFCE595-4D98-F31A-D878-8B8451A7983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7DA8CE28-2E52-3632-54DD-A8D72B0C32BF}"/>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51642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7C1CA010-E5B5-E314-C6A2-5C6C7B7D1268}"/>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6BD57082-3CFA-9D0E-F304-D046497FEE0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841C43C7-EFFA-43C4-EE37-75C4DD77EE4F}"/>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115078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0E6D7B58-AC25-EA0D-7540-0E7EEE65F57D}"/>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9B30B6C6-087C-B850-831D-9C9B02E84DF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2BB6E4EC-9EA8-08C8-7615-E1A65F0A55C0}"/>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013230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B4EDF986-54BB-FD60-11B3-51600D4CE0A7}"/>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BDA09911-C2EE-FB13-14DE-CA42E2B27B3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D1D4853A-C05F-2C04-CF71-0DA6E4E791DA}"/>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285785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64F84F33-E9A7-59ED-B23E-2EE6B81522EE}"/>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7E6CFA1F-3252-ACF2-7DF1-C346FDC5DC5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4:notes">
            <a:extLst>
              <a:ext uri="{FF2B5EF4-FFF2-40B4-BE49-F238E27FC236}">
                <a16:creationId xmlns:a16="http://schemas.microsoft.com/office/drawing/2014/main" id="{7A0ED6C4-B8C0-0F72-FF68-312FD3C8FEAB}"/>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01307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C3414617-3170-9DC0-DB91-D0B46B0FE4B3}"/>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C581A382-F3C2-5EB6-F83D-D15651D0A8C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EA7835AC-9DFF-202B-F7DD-804F3A1ECEA9}"/>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049178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dirty="0"/>
          </a:p>
        </p:txBody>
      </p:sp>
      <p:sp>
        <p:nvSpPr>
          <p:cNvPr id="4" name="슬라이드 번호 개체 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113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074691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377673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07039A4B-7B84-1C07-26D4-E8BA20A5BE34}"/>
            </a:ext>
          </a:extLst>
        </p:cNvPr>
        <p:cNvGrpSpPr/>
        <p:nvPr/>
      </p:nvGrpSpPr>
      <p:grpSpPr>
        <a:xfrm>
          <a:off x="0" y="0"/>
          <a:ext cx="0" cy="0"/>
          <a:chOff x="0" y="0"/>
          <a:chExt cx="0" cy="0"/>
        </a:xfrm>
      </p:grpSpPr>
      <p:sp>
        <p:nvSpPr>
          <p:cNvPr id="399" name="Google Shape;399;p31:notes">
            <a:extLst>
              <a:ext uri="{FF2B5EF4-FFF2-40B4-BE49-F238E27FC236}">
                <a16:creationId xmlns:a16="http://schemas.microsoft.com/office/drawing/2014/main" id="{A4023981-F605-2BDA-6E2F-EA729D00855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a:extLst>
              <a:ext uri="{FF2B5EF4-FFF2-40B4-BE49-F238E27FC236}">
                <a16:creationId xmlns:a16="http://schemas.microsoft.com/office/drawing/2014/main" id="{2CDD515D-09D2-C183-5427-296067781CB3}"/>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44770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963361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163048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2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119518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2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a:extLst>
            <a:ext uri="{FF2B5EF4-FFF2-40B4-BE49-F238E27FC236}">
              <a16:creationId xmlns:a16="http://schemas.microsoft.com/office/drawing/2014/main" id="{13315279-8C29-024D-4A81-AEF1EF432607}"/>
            </a:ext>
          </a:extLst>
        </p:cNvPr>
        <p:cNvGrpSpPr/>
        <p:nvPr/>
      </p:nvGrpSpPr>
      <p:grpSpPr>
        <a:xfrm>
          <a:off x="0" y="0"/>
          <a:ext cx="0" cy="0"/>
          <a:chOff x="0" y="0"/>
          <a:chExt cx="0" cy="0"/>
        </a:xfrm>
      </p:grpSpPr>
      <p:sp>
        <p:nvSpPr>
          <p:cNvPr id="399" name="Google Shape;399;p31:notes">
            <a:extLst>
              <a:ext uri="{FF2B5EF4-FFF2-40B4-BE49-F238E27FC236}">
                <a16:creationId xmlns:a16="http://schemas.microsoft.com/office/drawing/2014/main" id="{793F5A28-AAB8-6E5A-9808-D4940C829DB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a:extLst>
              <a:ext uri="{FF2B5EF4-FFF2-40B4-BE49-F238E27FC236}">
                <a16:creationId xmlns:a16="http://schemas.microsoft.com/office/drawing/2014/main" id="{4A8C7E7C-9B5E-0CD5-E474-564FAACE2016}"/>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408701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2" name="Google Shape;412;p3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34: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35: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a:extLst>
            <a:ext uri="{FF2B5EF4-FFF2-40B4-BE49-F238E27FC236}">
              <a16:creationId xmlns:a16="http://schemas.microsoft.com/office/drawing/2014/main" id="{B0633215-9475-5E5A-E5F6-5C8B42322BCD}"/>
            </a:ext>
          </a:extLst>
        </p:cNvPr>
        <p:cNvGrpSpPr/>
        <p:nvPr/>
      </p:nvGrpSpPr>
      <p:grpSpPr>
        <a:xfrm>
          <a:off x="0" y="0"/>
          <a:ext cx="0" cy="0"/>
          <a:chOff x="0" y="0"/>
          <a:chExt cx="0" cy="0"/>
        </a:xfrm>
      </p:grpSpPr>
      <p:sp>
        <p:nvSpPr>
          <p:cNvPr id="417" name="Google Shape;417;p34:notes">
            <a:extLst>
              <a:ext uri="{FF2B5EF4-FFF2-40B4-BE49-F238E27FC236}">
                <a16:creationId xmlns:a16="http://schemas.microsoft.com/office/drawing/2014/main" id="{065A1C4F-930B-E622-60E5-598B0DE9A64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34:notes">
            <a:extLst>
              <a:ext uri="{FF2B5EF4-FFF2-40B4-BE49-F238E27FC236}">
                <a16:creationId xmlns:a16="http://schemas.microsoft.com/office/drawing/2014/main" id="{5E918B6A-0126-21A5-43ED-AC9E74291BD9}"/>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98820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4: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8126148"/>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4: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1429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D9B9AB15-AFA2-F7AE-AB89-FCAEE78180CC}"/>
            </a:ext>
          </a:extLst>
        </p:cNvPr>
        <p:cNvGrpSpPr/>
        <p:nvPr/>
      </p:nvGrpSpPr>
      <p:grpSpPr>
        <a:xfrm>
          <a:off x="0" y="0"/>
          <a:ext cx="0" cy="0"/>
          <a:chOff x="0" y="0"/>
          <a:chExt cx="0" cy="0"/>
        </a:xfrm>
      </p:grpSpPr>
      <p:sp>
        <p:nvSpPr>
          <p:cNvPr id="427" name="Google Shape;427;p35:notes">
            <a:extLst>
              <a:ext uri="{FF2B5EF4-FFF2-40B4-BE49-F238E27FC236}">
                <a16:creationId xmlns:a16="http://schemas.microsoft.com/office/drawing/2014/main" id="{734E2ADB-6A39-9CBC-E4E1-18BAE5B4FB1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35:notes">
            <a:extLst>
              <a:ext uri="{FF2B5EF4-FFF2-40B4-BE49-F238E27FC236}">
                <a16:creationId xmlns:a16="http://schemas.microsoft.com/office/drawing/2014/main" id="{F0BCED07-41ED-4A54-AF5E-411795BA3473}"/>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656816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ED4CC4D0-4F5A-BE17-32D0-F29D839B2B1A}"/>
            </a:ext>
          </a:extLst>
        </p:cNvPr>
        <p:cNvGrpSpPr/>
        <p:nvPr/>
      </p:nvGrpSpPr>
      <p:grpSpPr>
        <a:xfrm>
          <a:off x="0" y="0"/>
          <a:ext cx="0" cy="0"/>
          <a:chOff x="0" y="0"/>
          <a:chExt cx="0" cy="0"/>
        </a:xfrm>
      </p:grpSpPr>
      <p:sp>
        <p:nvSpPr>
          <p:cNvPr id="427" name="Google Shape;427;p35:notes">
            <a:extLst>
              <a:ext uri="{FF2B5EF4-FFF2-40B4-BE49-F238E27FC236}">
                <a16:creationId xmlns:a16="http://schemas.microsoft.com/office/drawing/2014/main" id="{A5D12BE3-A4A4-77B9-E0D6-4EF909AE993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35:notes">
            <a:extLst>
              <a:ext uri="{FF2B5EF4-FFF2-40B4-BE49-F238E27FC236}">
                <a16:creationId xmlns:a16="http://schemas.microsoft.com/office/drawing/2014/main" id="{4F21E88D-F490-C3F1-A372-10857F60FEBA}"/>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937387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a:extLst>
            <a:ext uri="{FF2B5EF4-FFF2-40B4-BE49-F238E27FC236}">
              <a16:creationId xmlns:a16="http://schemas.microsoft.com/office/drawing/2014/main" id="{07C1FBFE-E083-5D9A-2F7F-4F4450FB3872}"/>
            </a:ext>
          </a:extLst>
        </p:cNvPr>
        <p:cNvGrpSpPr/>
        <p:nvPr/>
      </p:nvGrpSpPr>
      <p:grpSpPr>
        <a:xfrm>
          <a:off x="0" y="0"/>
          <a:ext cx="0" cy="0"/>
          <a:chOff x="0" y="0"/>
          <a:chExt cx="0" cy="0"/>
        </a:xfrm>
      </p:grpSpPr>
      <p:sp>
        <p:nvSpPr>
          <p:cNvPr id="427" name="Google Shape;427;p35:notes">
            <a:extLst>
              <a:ext uri="{FF2B5EF4-FFF2-40B4-BE49-F238E27FC236}">
                <a16:creationId xmlns:a16="http://schemas.microsoft.com/office/drawing/2014/main" id="{A6A6B525-73C3-DC8E-472D-62503859065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35:notes">
            <a:extLst>
              <a:ext uri="{FF2B5EF4-FFF2-40B4-BE49-F238E27FC236}">
                <a16:creationId xmlns:a16="http://schemas.microsoft.com/office/drawing/2014/main" id="{F6A1E9E0-5A3E-5EBA-BAD8-801BDFB7039B}"/>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9322627"/>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6: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132</a:t>
            </a:fld>
            <a:endParaRPr/>
          </a:p>
        </p:txBody>
      </p:sp>
    </p:spTree>
    <p:extLst>
      <p:ext uri="{BB962C8B-B14F-4D97-AF65-F5344CB8AC3E}">
        <p14:creationId xmlns:p14="http://schemas.microsoft.com/office/powerpoint/2010/main" val="2402202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208669" y="484266"/>
            <a:ext cx="1912832" cy="2611360"/>
          </a:xfrm>
        </p:spPr>
        <p:txBody>
          <a:bodyPr anchor="b">
            <a:normAutofit/>
          </a:bodyPr>
          <a:lstStyle>
            <a:lvl1pPr algn="ctr">
              <a:defRPr sz="1019">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ko-KR" altLang="en-US"/>
              <a:t>마스터 제목 스타일 편집</a:t>
            </a:r>
            <a:endParaRPr lang="en-US" dirty="0"/>
          </a:p>
        </p:txBody>
      </p:sp>
      <p:sp>
        <p:nvSpPr>
          <p:cNvPr id="3" name="Subtitle 2"/>
          <p:cNvSpPr>
            <a:spLocks noGrp="1"/>
          </p:cNvSpPr>
          <p:nvPr>
            <p:ph type="subTitle" idx="1"/>
          </p:nvPr>
        </p:nvSpPr>
        <p:spPr>
          <a:xfrm>
            <a:off x="208669" y="3157538"/>
            <a:ext cx="1912832" cy="1803025"/>
          </a:xfrm>
        </p:spPr>
        <p:txBody>
          <a:bodyPr anchor="t">
            <a:normAutofit/>
          </a:bodyPr>
          <a:lstStyle>
            <a:lvl1pPr marL="0" indent="0" algn="ctr">
              <a:buNone/>
              <a:defRPr sz="458">
                <a:gradFill flip="none" rotWithShape="1">
                  <a:gsLst>
                    <a:gs pos="0">
                      <a:schemeClr val="tx1"/>
                    </a:gs>
                    <a:gs pos="100000">
                      <a:schemeClr val="tx1">
                        <a:lumMod val="75000"/>
                      </a:schemeClr>
                    </a:gs>
                  </a:gsLst>
                  <a:lin ang="0" scaled="1"/>
                  <a:tileRect/>
                </a:gradFill>
              </a:defRPr>
            </a:lvl1pPr>
            <a:lvl2pPr marL="116449" indent="0" algn="ctr">
              <a:buNone/>
              <a:defRPr>
                <a:solidFill>
                  <a:schemeClr val="tx1">
                    <a:tint val="75000"/>
                  </a:schemeClr>
                </a:solidFill>
              </a:defRPr>
            </a:lvl2pPr>
            <a:lvl3pPr marL="232898" indent="0" algn="ctr">
              <a:buNone/>
              <a:defRPr>
                <a:solidFill>
                  <a:schemeClr val="tx1">
                    <a:tint val="75000"/>
                  </a:schemeClr>
                </a:solidFill>
              </a:defRPr>
            </a:lvl3pPr>
            <a:lvl4pPr marL="349347" indent="0" algn="ctr">
              <a:buNone/>
              <a:defRPr>
                <a:solidFill>
                  <a:schemeClr val="tx1">
                    <a:tint val="75000"/>
                  </a:schemeClr>
                </a:solidFill>
              </a:defRPr>
            </a:lvl4pPr>
            <a:lvl5pPr marL="465795" indent="0" algn="ctr">
              <a:buNone/>
              <a:defRPr>
                <a:solidFill>
                  <a:schemeClr val="tx1">
                    <a:tint val="75000"/>
                  </a:schemeClr>
                </a:solidFill>
              </a:defRPr>
            </a:lvl5pPr>
            <a:lvl6pPr marL="582244" indent="0" algn="ctr">
              <a:buNone/>
              <a:defRPr>
                <a:solidFill>
                  <a:schemeClr val="tx1">
                    <a:tint val="75000"/>
                  </a:schemeClr>
                </a:solidFill>
              </a:defRPr>
            </a:lvl6pPr>
            <a:lvl7pPr marL="698693" indent="0" algn="ctr">
              <a:buNone/>
              <a:defRPr>
                <a:solidFill>
                  <a:schemeClr val="tx1">
                    <a:tint val="75000"/>
                  </a:schemeClr>
                </a:solidFill>
              </a:defRPr>
            </a:lvl7pPr>
            <a:lvl8pPr marL="815142" indent="0" algn="ctr">
              <a:buNone/>
              <a:defRPr>
                <a:solidFill>
                  <a:schemeClr val="tx1">
                    <a:tint val="75000"/>
                  </a:schemeClr>
                </a:solidFill>
              </a:defRPr>
            </a:lvl8pPr>
            <a:lvl9pPr marL="931591" indent="0" algn="ctr">
              <a:buNone/>
              <a:defRPr>
                <a:solidFill>
                  <a:schemeClr val="tx1">
                    <a:tint val="75000"/>
                  </a:schemeClr>
                </a:solidFill>
              </a:defRPr>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82011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nchor="ct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30921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208669" y="2657443"/>
            <a:ext cx="1912832" cy="1481435"/>
          </a:xfrm>
        </p:spPr>
        <p:txBody>
          <a:bodyPr anchor="b">
            <a:normAutofit/>
          </a:bodyPr>
          <a:lstStyle>
            <a:lvl1pPr algn="r">
              <a:defRPr sz="713" b="0" cap="all"/>
            </a:lvl1pPr>
          </a:lstStyle>
          <a:p>
            <a:r>
              <a:rPr lang="ko-KR" altLang="en-US"/>
              <a:t>마스터 제목 스타일 편집</a:t>
            </a:r>
            <a:endParaRPr lang="en-US" dirty="0"/>
          </a:p>
        </p:txBody>
      </p:sp>
      <p:sp>
        <p:nvSpPr>
          <p:cNvPr id="3" name="Text Placeholder 2"/>
          <p:cNvSpPr>
            <a:spLocks noGrp="1"/>
          </p:cNvSpPr>
          <p:nvPr>
            <p:ph type="body" idx="1"/>
          </p:nvPr>
        </p:nvSpPr>
        <p:spPr>
          <a:xfrm>
            <a:off x="208669" y="4146846"/>
            <a:ext cx="1912832" cy="811078"/>
          </a:xfrm>
        </p:spPr>
        <p:txBody>
          <a:bodyPr anchor="t">
            <a:normAutofit/>
          </a:bodyPr>
          <a:lstStyle>
            <a:lvl1pPr marL="0" indent="0" algn="r">
              <a:buNone/>
              <a:defRPr sz="458">
                <a:gradFill flip="none" rotWithShape="1">
                  <a:gsLst>
                    <a:gs pos="0">
                      <a:schemeClr val="tx1"/>
                    </a:gs>
                    <a:gs pos="100000">
                      <a:schemeClr val="tx1">
                        <a:lumMod val="75000"/>
                      </a:schemeClr>
                    </a:gs>
                  </a:gsLst>
                  <a:lin ang="5400000" scaled="0"/>
                  <a:tileRect/>
                </a:gradFill>
              </a:defRPr>
            </a:lvl1pPr>
            <a:lvl2pPr marL="116449" indent="0">
              <a:buNone/>
              <a:defRPr sz="458">
                <a:solidFill>
                  <a:schemeClr val="tx1">
                    <a:tint val="75000"/>
                  </a:schemeClr>
                </a:solidFill>
              </a:defRPr>
            </a:lvl2pPr>
            <a:lvl3pPr marL="232898" indent="0">
              <a:buNone/>
              <a:defRPr sz="408">
                <a:solidFill>
                  <a:schemeClr val="tx1">
                    <a:tint val="75000"/>
                  </a:schemeClr>
                </a:solidFill>
              </a:defRPr>
            </a:lvl3pPr>
            <a:lvl4pPr marL="349347" indent="0">
              <a:buNone/>
              <a:defRPr sz="357">
                <a:solidFill>
                  <a:schemeClr val="tx1">
                    <a:tint val="75000"/>
                  </a:schemeClr>
                </a:solidFill>
              </a:defRPr>
            </a:lvl4pPr>
            <a:lvl5pPr marL="465795" indent="0">
              <a:buNone/>
              <a:defRPr sz="357">
                <a:solidFill>
                  <a:schemeClr val="tx1">
                    <a:tint val="75000"/>
                  </a:schemeClr>
                </a:solidFill>
              </a:defRPr>
            </a:lvl5pPr>
            <a:lvl6pPr marL="582244" indent="0">
              <a:buNone/>
              <a:defRPr sz="357">
                <a:solidFill>
                  <a:schemeClr val="tx1">
                    <a:tint val="75000"/>
                  </a:schemeClr>
                </a:solidFill>
              </a:defRPr>
            </a:lvl6pPr>
            <a:lvl7pPr marL="698693" indent="0">
              <a:buNone/>
              <a:defRPr sz="357">
                <a:solidFill>
                  <a:schemeClr val="tx1">
                    <a:tint val="75000"/>
                  </a:schemeClr>
                </a:solidFill>
              </a:defRPr>
            </a:lvl7pPr>
            <a:lvl8pPr marL="815142" indent="0">
              <a:buNone/>
              <a:defRPr sz="357">
                <a:solidFill>
                  <a:schemeClr val="tx1">
                    <a:tint val="75000"/>
                  </a:schemeClr>
                </a:solidFill>
              </a:defRPr>
            </a:lvl8pPr>
            <a:lvl9pPr marL="931591" indent="0">
              <a:buNone/>
              <a:defRPr sz="35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87926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208423" y="1674480"/>
            <a:ext cx="938542" cy="3275456"/>
          </a:xfrm>
        </p:spPr>
        <p:txBody>
          <a:bodyPr>
            <a:normAutofit/>
          </a:bodyPr>
          <a:lstStyle>
            <a:lvl1pPr>
              <a:defRPr sz="408"/>
            </a:lvl1pPr>
            <a:lvl2pPr>
              <a:defRPr sz="357"/>
            </a:lvl2pPr>
            <a:lvl3pPr>
              <a:defRPr sz="306"/>
            </a:lvl3pPr>
            <a:lvl4pPr>
              <a:defRPr sz="280"/>
            </a:lvl4pPr>
            <a:lvl5pPr>
              <a:defRPr sz="280"/>
            </a:lvl5pPr>
            <a:lvl6pPr>
              <a:defRPr sz="280"/>
            </a:lvl6pPr>
            <a:lvl7pPr>
              <a:defRPr sz="280"/>
            </a:lvl7pPr>
            <a:lvl8pPr>
              <a:defRPr sz="280"/>
            </a:lvl8pPr>
            <a:lvl9pPr>
              <a:defRPr sz="28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1181898" y="1674479"/>
            <a:ext cx="939603" cy="3275456"/>
          </a:xfrm>
        </p:spPr>
        <p:txBody>
          <a:bodyPr>
            <a:normAutofit/>
          </a:bodyPr>
          <a:lstStyle>
            <a:lvl1pPr>
              <a:defRPr sz="408"/>
            </a:lvl1pPr>
            <a:lvl2pPr>
              <a:defRPr sz="357"/>
            </a:lvl2pPr>
            <a:lvl3pPr>
              <a:defRPr sz="306"/>
            </a:lvl3pPr>
            <a:lvl4pPr>
              <a:defRPr sz="280"/>
            </a:lvl4pPr>
            <a:lvl5pPr>
              <a:defRPr sz="280"/>
            </a:lvl5pPr>
            <a:lvl6pPr>
              <a:defRPr sz="280"/>
            </a:lvl6pPr>
            <a:lvl7pPr>
              <a:defRPr sz="280"/>
            </a:lvl7pPr>
            <a:lvl8pPr>
              <a:defRPr sz="280"/>
            </a:lvl8pPr>
            <a:lvl9pPr>
              <a:defRPr sz="28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endParaRPr lang="ko-Kore-KR" altLang="en-US"/>
          </a:p>
        </p:txBody>
      </p:sp>
      <p:sp>
        <p:nvSpPr>
          <p:cNvPr id="6" name="Footer Placeholder 5"/>
          <p:cNvSpPr>
            <a:spLocks noGrp="1"/>
          </p:cNvSpPr>
          <p:nvPr>
            <p:ph type="ftr" sz="quarter" idx="11"/>
          </p:nvPr>
        </p:nvSpPr>
        <p:spPr/>
        <p:txBody>
          <a:bodyPr/>
          <a:lstStyle/>
          <a:p>
            <a:endParaRPr lang="ko-Kore-KR" alt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56696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ko-KR" altLang="en-US"/>
              <a:t>마스터 제목 스타일 편집</a:t>
            </a:r>
            <a:endParaRPr lang="en-US" dirty="0"/>
          </a:p>
        </p:txBody>
      </p:sp>
      <p:sp>
        <p:nvSpPr>
          <p:cNvPr id="3" name="Text Placeholder 2"/>
          <p:cNvSpPr>
            <a:spLocks noGrp="1"/>
          </p:cNvSpPr>
          <p:nvPr>
            <p:ph type="body" idx="1"/>
          </p:nvPr>
        </p:nvSpPr>
        <p:spPr>
          <a:xfrm>
            <a:off x="281763" y="1674480"/>
            <a:ext cx="865202" cy="596047"/>
          </a:xfrm>
        </p:spPr>
        <p:txBody>
          <a:bodyPr anchor="b">
            <a:noAutofit/>
          </a:bodyPr>
          <a:lstStyle>
            <a:lvl1pPr marL="0" indent="0">
              <a:buNone/>
              <a:defRPr sz="560" b="0"/>
            </a:lvl1pPr>
            <a:lvl2pPr marL="116449" indent="0">
              <a:buNone/>
              <a:defRPr sz="509" b="1"/>
            </a:lvl2pPr>
            <a:lvl3pPr marL="232898" indent="0">
              <a:buNone/>
              <a:defRPr sz="458" b="1"/>
            </a:lvl3pPr>
            <a:lvl4pPr marL="349347" indent="0">
              <a:buNone/>
              <a:defRPr sz="408" b="1"/>
            </a:lvl4pPr>
            <a:lvl5pPr marL="465795" indent="0">
              <a:buNone/>
              <a:defRPr sz="408" b="1"/>
            </a:lvl5pPr>
            <a:lvl6pPr marL="582244" indent="0">
              <a:buNone/>
              <a:defRPr sz="408" b="1"/>
            </a:lvl6pPr>
            <a:lvl7pPr marL="698693" indent="0">
              <a:buNone/>
              <a:defRPr sz="408" b="1"/>
            </a:lvl7pPr>
            <a:lvl8pPr marL="815142" indent="0">
              <a:buNone/>
              <a:defRPr sz="408" b="1"/>
            </a:lvl8pPr>
            <a:lvl9pPr marL="931591" indent="0">
              <a:buNone/>
              <a:defRPr sz="408"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208423" y="2263647"/>
            <a:ext cx="938542" cy="2694277"/>
          </a:xfrm>
        </p:spPr>
        <p:txBody>
          <a:bodyPr anchor="t">
            <a:normAutofit/>
          </a:bodyPr>
          <a:lstStyle>
            <a:lvl1pPr>
              <a:defRPr sz="408"/>
            </a:lvl1pPr>
            <a:lvl2pPr>
              <a:defRPr sz="357"/>
            </a:lvl2pPr>
            <a:lvl3pPr>
              <a:defRPr sz="306"/>
            </a:lvl3pPr>
            <a:lvl4pPr>
              <a:defRPr sz="280"/>
            </a:lvl4pPr>
            <a:lvl5pPr>
              <a:defRPr sz="280"/>
            </a:lvl5pPr>
            <a:lvl6pPr>
              <a:defRPr sz="280"/>
            </a:lvl6pPr>
            <a:lvl7pPr>
              <a:defRPr sz="280"/>
            </a:lvl7pPr>
            <a:lvl8pPr>
              <a:defRPr sz="280"/>
            </a:lvl8pPr>
            <a:lvl9pPr>
              <a:defRPr sz="28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1250554" y="1674480"/>
            <a:ext cx="870947" cy="589167"/>
          </a:xfrm>
        </p:spPr>
        <p:txBody>
          <a:bodyPr anchor="b">
            <a:noAutofit/>
          </a:bodyPr>
          <a:lstStyle>
            <a:lvl1pPr marL="0" indent="0">
              <a:buNone/>
              <a:defRPr sz="560" b="0"/>
            </a:lvl1pPr>
            <a:lvl2pPr marL="116449" indent="0">
              <a:buNone/>
              <a:defRPr sz="509" b="1"/>
            </a:lvl2pPr>
            <a:lvl3pPr marL="232898" indent="0">
              <a:buNone/>
              <a:defRPr sz="458" b="1"/>
            </a:lvl3pPr>
            <a:lvl4pPr marL="349347" indent="0">
              <a:buNone/>
              <a:defRPr sz="408" b="1"/>
            </a:lvl4pPr>
            <a:lvl5pPr marL="465795" indent="0">
              <a:buNone/>
              <a:defRPr sz="408" b="1"/>
            </a:lvl5pPr>
            <a:lvl6pPr marL="582244" indent="0">
              <a:buNone/>
              <a:defRPr sz="408" b="1"/>
            </a:lvl6pPr>
            <a:lvl7pPr marL="698693" indent="0">
              <a:buNone/>
              <a:defRPr sz="408" b="1"/>
            </a:lvl7pPr>
            <a:lvl8pPr marL="815142" indent="0">
              <a:buNone/>
              <a:defRPr sz="408" b="1"/>
            </a:lvl8pPr>
            <a:lvl9pPr marL="931591" indent="0">
              <a:buNone/>
              <a:defRPr sz="408"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1178991" y="2263647"/>
            <a:ext cx="942731" cy="2694277"/>
          </a:xfrm>
        </p:spPr>
        <p:txBody>
          <a:bodyPr anchor="t">
            <a:normAutofit/>
          </a:bodyPr>
          <a:lstStyle>
            <a:lvl1pPr>
              <a:defRPr sz="408"/>
            </a:lvl1pPr>
            <a:lvl2pPr>
              <a:defRPr sz="357"/>
            </a:lvl2pPr>
            <a:lvl3pPr>
              <a:defRPr sz="306"/>
            </a:lvl3pPr>
            <a:lvl4pPr>
              <a:defRPr sz="280"/>
            </a:lvl4pPr>
            <a:lvl5pPr>
              <a:defRPr sz="280"/>
            </a:lvl5pPr>
            <a:lvl6pPr>
              <a:defRPr sz="280"/>
            </a:lvl6pPr>
            <a:lvl7pPr>
              <a:defRPr sz="280"/>
            </a:lvl7pPr>
            <a:lvl8pPr>
              <a:defRPr sz="280"/>
            </a:lvl8pPr>
            <a:lvl9pPr>
              <a:defRPr sz="28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endParaRPr lang="ko-Kore-KR" altLang="en-US"/>
          </a:p>
        </p:txBody>
      </p:sp>
      <p:sp>
        <p:nvSpPr>
          <p:cNvPr id="8" name="Footer Placeholder 7"/>
          <p:cNvSpPr>
            <a:spLocks noGrp="1"/>
          </p:cNvSpPr>
          <p:nvPr>
            <p:ph type="ftr" sz="quarter" idx="11"/>
          </p:nvPr>
        </p:nvSpPr>
        <p:spPr/>
        <p:txBody>
          <a:bodyPr/>
          <a:lstStyle/>
          <a:p>
            <a:endParaRPr lang="ko-Kore-KR" alt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2193917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662"/>
            </a:lvl1p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endParaRPr lang="ko-Kore-KR" altLang="en-US"/>
          </a:p>
        </p:txBody>
      </p:sp>
      <p:sp>
        <p:nvSpPr>
          <p:cNvPr id="4" name="Footer Placeholder 3"/>
          <p:cNvSpPr>
            <a:spLocks noGrp="1"/>
          </p:cNvSpPr>
          <p:nvPr>
            <p:ph type="ftr" sz="quarter" idx="11"/>
          </p:nvPr>
        </p:nvSpPr>
        <p:spPr/>
        <p:txBody>
          <a:bodyPr/>
          <a:lstStyle/>
          <a:p>
            <a:endParaRPr lang="ko-Kore-KR" alt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31322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ko-Kore-KR" altLang="en-US"/>
          </a:p>
        </p:txBody>
      </p:sp>
      <p:sp>
        <p:nvSpPr>
          <p:cNvPr id="3" name="Footer Placeholder 2"/>
          <p:cNvSpPr>
            <a:spLocks noGrp="1"/>
          </p:cNvSpPr>
          <p:nvPr>
            <p:ph type="ftr" sz="quarter" idx="11"/>
          </p:nvPr>
        </p:nvSpPr>
        <p:spPr/>
        <p:txBody>
          <a:bodyPr/>
          <a:lstStyle/>
          <a:p>
            <a:endParaRPr lang="ko-Kore-KR" alt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13688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208423" y="1425879"/>
            <a:ext cx="695176" cy="1114425"/>
          </a:xfrm>
        </p:spPr>
        <p:txBody>
          <a:bodyPr anchor="b">
            <a:normAutofit/>
          </a:bodyPr>
          <a:lstStyle>
            <a:lvl1pPr algn="l">
              <a:defRPr sz="560" b="0"/>
            </a:lvl1pPr>
          </a:lstStyle>
          <a:p>
            <a:r>
              <a:rPr lang="ko-KR" altLang="en-US"/>
              <a:t>마스터 제목 스타일 편집</a:t>
            </a:r>
            <a:endParaRPr lang="en-US" dirty="0"/>
          </a:p>
        </p:txBody>
      </p:sp>
      <p:sp>
        <p:nvSpPr>
          <p:cNvPr id="3" name="Content Placeholder 2"/>
          <p:cNvSpPr>
            <a:spLocks noGrp="1"/>
          </p:cNvSpPr>
          <p:nvPr>
            <p:ph idx="1"/>
          </p:nvPr>
        </p:nvSpPr>
        <p:spPr>
          <a:xfrm>
            <a:off x="975162" y="484265"/>
            <a:ext cx="1146340" cy="4473658"/>
          </a:xfrm>
        </p:spPr>
        <p:txBody>
          <a:bodyPr anchor="ctr">
            <a:normAutofit/>
          </a:bodyPr>
          <a:lstStyle>
            <a:lvl1pPr>
              <a:defRPr sz="458"/>
            </a:lvl1pPr>
            <a:lvl2pPr>
              <a:defRPr sz="408"/>
            </a:lvl2pPr>
            <a:lvl3pPr>
              <a:defRPr sz="357"/>
            </a:lvl3pPr>
            <a:lvl4pPr>
              <a:defRPr sz="306"/>
            </a:lvl4pPr>
            <a:lvl5pPr>
              <a:defRPr sz="280"/>
            </a:lvl5pPr>
            <a:lvl6pPr>
              <a:defRPr sz="280"/>
            </a:lvl6pPr>
            <a:lvl7pPr>
              <a:defRPr sz="280"/>
            </a:lvl7pPr>
            <a:lvl8pPr>
              <a:defRPr sz="280"/>
            </a:lvl8pPr>
            <a:lvl9pPr>
              <a:defRPr sz="28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208423" y="2540304"/>
            <a:ext cx="695176" cy="1485900"/>
          </a:xfrm>
        </p:spPr>
        <p:txBody>
          <a:bodyPr>
            <a:normAutofit/>
          </a:bodyPr>
          <a:lstStyle>
            <a:lvl1pPr marL="0" indent="0">
              <a:buNone/>
              <a:defRPr sz="408"/>
            </a:lvl1pPr>
            <a:lvl2pPr marL="116449" indent="0">
              <a:buNone/>
              <a:defRPr sz="306"/>
            </a:lvl2pPr>
            <a:lvl3pPr marL="232898" indent="0">
              <a:buNone/>
              <a:defRPr sz="255"/>
            </a:lvl3pPr>
            <a:lvl4pPr marL="349347" indent="0">
              <a:buNone/>
              <a:defRPr sz="229"/>
            </a:lvl4pPr>
            <a:lvl5pPr marL="465795" indent="0">
              <a:buNone/>
              <a:defRPr sz="229"/>
            </a:lvl5pPr>
            <a:lvl6pPr marL="582244" indent="0">
              <a:buNone/>
              <a:defRPr sz="229"/>
            </a:lvl6pPr>
            <a:lvl7pPr marL="698693" indent="0">
              <a:buNone/>
              <a:defRPr sz="229"/>
            </a:lvl7pPr>
            <a:lvl8pPr marL="815142" indent="0">
              <a:buNone/>
              <a:defRPr sz="229"/>
            </a:lvl8pPr>
            <a:lvl9pPr marL="931591" indent="0">
              <a:buNone/>
              <a:defRPr sz="229"/>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endParaRPr lang="ko-Kore-KR" altLang="en-US"/>
          </a:p>
        </p:txBody>
      </p:sp>
      <p:sp>
        <p:nvSpPr>
          <p:cNvPr id="6" name="Footer Placeholder 5"/>
          <p:cNvSpPr>
            <a:spLocks noGrp="1"/>
          </p:cNvSpPr>
          <p:nvPr>
            <p:ph type="ftr" sz="quarter" idx="11"/>
          </p:nvPr>
        </p:nvSpPr>
        <p:spPr/>
        <p:txBody>
          <a:bodyPr/>
          <a:lstStyle/>
          <a:p>
            <a:endParaRPr lang="ko-Kore-KR" alt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28161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208423" y="1542344"/>
            <a:ext cx="1126688" cy="1114425"/>
          </a:xfrm>
        </p:spPr>
        <p:txBody>
          <a:bodyPr anchor="b">
            <a:normAutofit/>
          </a:bodyPr>
          <a:lstStyle>
            <a:lvl1pPr algn="l">
              <a:defRPr sz="611" b="0"/>
            </a:lvl1pPr>
          </a:lstStyle>
          <a:p>
            <a:r>
              <a:rPr lang="ko-KR" altLang="en-US"/>
              <a:t>마스터 제목 스타일 편집</a:t>
            </a:r>
            <a:endParaRPr lang="en-US" dirty="0"/>
          </a:p>
        </p:txBody>
      </p:sp>
      <p:sp>
        <p:nvSpPr>
          <p:cNvPr id="14" name="Picture Placeholder 2"/>
          <p:cNvSpPr>
            <a:spLocks noGrp="1" noChangeAspect="1"/>
          </p:cNvSpPr>
          <p:nvPr>
            <p:ph type="pic" idx="1"/>
          </p:nvPr>
        </p:nvSpPr>
        <p:spPr>
          <a:xfrm>
            <a:off x="1404714" y="-14859"/>
            <a:ext cx="636735" cy="5609273"/>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408"/>
            </a:lvl1pPr>
            <a:lvl2pPr marL="116449" indent="0">
              <a:buNone/>
              <a:defRPr sz="408"/>
            </a:lvl2pPr>
            <a:lvl3pPr marL="232898" indent="0">
              <a:buNone/>
              <a:defRPr sz="408"/>
            </a:lvl3pPr>
            <a:lvl4pPr marL="349347" indent="0">
              <a:buNone/>
              <a:defRPr sz="408"/>
            </a:lvl4pPr>
            <a:lvl5pPr marL="465795" indent="0">
              <a:buNone/>
              <a:defRPr sz="408"/>
            </a:lvl5pPr>
            <a:lvl6pPr marL="582244" indent="0">
              <a:buNone/>
              <a:defRPr sz="408"/>
            </a:lvl6pPr>
            <a:lvl7pPr marL="698693" indent="0">
              <a:buNone/>
              <a:defRPr sz="408"/>
            </a:lvl7pPr>
            <a:lvl8pPr marL="815142" indent="0">
              <a:buNone/>
              <a:defRPr sz="408"/>
            </a:lvl8pPr>
            <a:lvl9pPr marL="931591" indent="0">
              <a:buNone/>
              <a:defRPr sz="408"/>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208161" y="2656769"/>
            <a:ext cx="1126688" cy="1485900"/>
          </a:xfrm>
        </p:spPr>
        <p:txBody>
          <a:bodyPr>
            <a:normAutofit/>
          </a:bodyPr>
          <a:lstStyle>
            <a:lvl1pPr marL="0" indent="0">
              <a:buNone/>
              <a:defRPr sz="408"/>
            </a:lvl1pPr>
            <a:lvl2pPr marL="116449" indent="0">
              <a:buNone/>
              <a:defRPr sz="306"/>
            </a:lvl2pPr>
            <a:lvl3pPr marL="232898" indent="0">
              <a:buNone/>
              <a:defRPr sz="255"/>
            </a:lvl3pPr>
            <a:lvl4pPr marL="349347" indent="0">
              <a:buNone/>
              <a:defRPr sz="229"/>
            </a:lvl4pPr>
            <a:lvl5pPr marL="465795" indent="0">
              <a:buNone/>
              <a:defRPr sz="229"/>
            </a:lvl5pPr>
            <a:lvl6pPr marL="582244" indent="0">
              <a:buNone/>
              <a:defRPr sz="229"/>
            </a:lvl6pPr>
            <a:lvl7pPr marL="698693" indent="0">
              <a:buNone/>
              <a:defRPr sz="229"/>
            </a:lvl7pPr>
            <a:lvl8pPr marL="815142" indent="0">
              <a:buNone/>
              <a:defRPr sz="229"/>
            </a:lvl8pPr>
            <a:lvl9pPr marL="931591" indent="0">
              <a:buNone/>
              <a:defRPr sz="229"/>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1152117" y="5022342"/>
            <a:ext cx="182994" cy="296664"/>
          </a:xfrm>
        </p:spPr>
        <p:txBody>
          <a:bodyPr/>
          <a:lstStyle/>
          <a:p>
            <a:endParaRPr lang="ko-Kore-KR" altLang="en-US"/>
          </a:p>
        </p:txBody>
      </p:sp>
      <p:sp>
        <p:nvSpPr>
          <p:cNvPr id="6" name="Footer Placeholder 5"/>
          <p:cNvSpPr>
            <a:spLocks noGrp="1"/>
          </p:cNvSpPr>
          <p:nvPr>
            <p:ph type="ftr" sz="quarter" idx="11"/>
          </p:nvPr>
        </p:nvSpPr>
        <p:spPr>
          <a:xfrm>
            <a:off x="208423" y="5022342"/>
            <a:ext cx="943694" cy="296664"/>
          </a:xfrm>
        </p:spPr>
        <p:txBody>
          <a:bodyPr/>
          <a:lstStyle/>
          <a:p>
            <a:endParaRPr lang="ko-Kore-KR" altLang="en-US"/>
          </a:p>
        </p:txBody>
      </p:sp>
      <p:sp>
        <p:nvSpPr>
          <p:cNvPr id="7" name="Slide Number Placeholder 6"/>
          <p:cNvSpPr>
            <a:spLocks noGrp="1"/>
          </p:cNvSpPr>
          <p:nvPr>
            <p:ph type="sldNum" sz="quarter" idx="12"/>
          </p:nvPr>
        </p:nvSpPr>
        <p:spPr>
          <a:xfrm>
            <a:off x="2043680" y="5022342"/>
            <a:ext cx="77727" cy="267516"/>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2470326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캡션 있는 파노라마 그림">
    <p:spTree>
      <p:nvGrpSpPr>
        <p:cNvPr id="1" name=""/>
        <p:cNvGrpSpPr/>
        <p:nvPr/>
      </p:nvGrpSpPr>
      <p:grpSpPr>
        <a:xfrm>
          <a:off x="0" y="0"/>
          <a:ext cx="0" cy="0"/>
          <a:chOff x="0" y="0"/>
          <a:chExt cx="0" cy="0"/>
        </a:xfrm>
      </p:grpSpPr>
      <p:sp>
        <p:nvSpPr>
          <p:cNvPr id="2" name="Title 1"/>
          <p:cNvSpPr>
            <a:spLocks noGrp="1"/>
          </p:cNvSpPr>
          <p:nvPr>
            <p:ph type="title"/>
          </p:nvPr>
        </p:nvSpPr>
        <p:spPr>
          <a:xfrm>
            <a:off x="233721" y="3556707"/>
            <a:ext cx="1888001" cy="737348"/>
          </a:xfrm>
        </p:spPr>
        <p:txBody>
          <a:bodyPr anchor="b">
            <a:normAutofit/>
          </a:bodyPr>
          <a:lstStyle>
            <a:lvl1pPr algn="l">
              <a:defRPr sz="509" b="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33721" y="809403"/>
            <a:ext cx="1859583" cy="2422165"/>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408"/>
            </a:lvl1pPr>
            <a:lvl2pPr marL="116449" indent="0">
              <a:buNone/>
              <a:defRPr sz="408"/>
            </a:lvl2pPr>
            <a:lvl3pPr marL="232898" indent="0">
              <a:buNone/>
              <a:defRPr sz="408"/>
            </a:lvl3pPr>
            <a:lvl4pPr marL="349347" indent="0">
              <a:buNone/>
              <a:defRPr sz="408"/>
            </a:lvl4pPr>
            <a:lvl5pPr marL="465795" indent="0">
              <a:buNone/>
              <a:defRPr sz="408"/>
            </a:lvl5pPr>
            <a:lvl6pPr marL="582244" indent="0">
              <a:buNone/>
              <a:defRPr sz="408"/>
            </a:lvl6pPr>
            <a:lvl7pPr marL="698693" indent="0">
              <a:buNone/>
              <a:defRPr sz="408"/>
            </a:lvl7pPr>
            <a:lvl8pPr marL="815142" indent="0">
              <a:buNone/>
              <a:defRPr sz="408"/>
            </a:lvl8pPr>
            <a:lvl9pPr marL="931591" indent="0">
              <a:buNone/>
              <a:defRPr sz="408"/>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233721" y="4294055"/>
            <a:ext cx="1888001" cy="663869"/>
          </a:xfrm>
        </p:spPr>
        <p:txBody>
          <a:bodyPr>
            <a:normAutofit/>
          </a:bodyPr>
          <a:lstStyle>
            <a:lvl1pPr marL="0" indent="0">
              <a:buNone/>
              <a:defRPr sz="357"/>
            </a:lvl1pPr>
            <a:lvl2pPr marL="116449" indent="0">
              <a:buNone/>
              <a:defRPr sz="306"/>
            </a:lvl2pPr>
            <a:lvl3pPr marL="232898" indent="0">
              <a:buNone/>
              <a:defRPr sz="255"/>
            </a:lvl3pPr>
            <a:lvl4pPr marL="349347" indent="0">
              <a:buNone/>
              <a:defRPr sz="229"/>
            </a:lvl4pPr>
            <a:lvl5pPr marL="465795" indent="0">
              <a:buNone/>
              <a:defRPr sz="229"/>
            </a:lvl5pPr>
            <a:lvl6pPr marL="582244" indent="0">
              <a:buNone/>
              <a:defRPr sz="229"/>
            </a:lvl6pPr>
            <a:lvl7pPr marL="698693" indent="0">
              <a:buNone/>
              <a:defRPr sz="229"/>
            </a:lvl7pPr>
            <a:lvl8pPr marL="815142" indent="0">
              <a:buNone/>
              <a:defRPr sz="229"/>
            </a:lvl8pPr>
            <a:lvl9pPr marL="931591" indent="0">
              <a:buNone/>
              <a:defRPr sz="229"/>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endParaRPr lang="ko-Kore-KR" altLang="en-US"/>
          </a:p>
        </p:txBody>
      </p:sp>
      <p:sp>
        <p:nvSpPr>
          <p:cNvPr id="6" name="Footer Placeholder 5"/>
          <p:cNvSpPr>
            <a:spLocks noGrp="1"/>
          </p:cNvSpPr>
          <p:nvPr>
            <p:ph type="ftr" sz="quarter" idx="11"/>
          </p:nvPr>
        </p:nvSpPr>
        <p:spPr>
          <a:xfrm>
            <a:off x="233721" y="5022342"/>
            <a:ext cx="1359338" cy="296664"/>
          </a:xfrm>
        </p:spPr>
        <p:txBody>
          <a:bodyPr/>
          <a:lstStyle/>
          <a:p>
            <a:endParaRPr lang="ko-Kore-KR" alt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6063889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제목 및 캡션">
    <p:spTree>
      <p:nvGrpSpPr>
        <p:cNvPr id="1" name=""/>
        <p:cNvGrpSpPr/>
        <p:nvPr/>
      </p:nvGrpSpPr>
      <p:grpSpPr>
        <a:xfrm>
          <a:off x="0" y="0"/>
          <a:ext cx="0" cy="0"/>
          <a:chOff x="0" y="0"/>
          <a:chExt cx="0" cy="0"/>
        </a:xfrm>
      </p:grpSpPr>
      <p:sp>
        <p:nvSpPr>
          <p:cNvPr id="2" name="Title 1"/>
          <p:cNvSpPr>
            <a:spLocks noGrp="1"/>
          </p:cNvSpPr>
          <p:nvPr>
            <p:ph type="title"/>
          </p:nvPr>
        </p:nvSpPr>
        <p:spPr>
          <a:xfrm>
            <a:off x="208423" y="484265"/>
            <a:ext cx="1913079" cy="2549448"/>
          </a:xfrm>
        </p:spPr>
        <p:txBody>
          <a:bodyPr anchor="ctr">
            <a:normAutofit/>
          </a:bodyPr>
          <a:lstStyle>
            <a:lvl1pPr algn="l">
              <a:defRPr sz="713" b="0" cap="all"/>
            </a:lvl1pPr>
          </a:lstStyle>
          <a:p>
            <a:r>
              <a:rPr lang="ko-KR" altLang="en-US"/>
              <a:t>마스터 제목 스타일 편집</a:t>
            </a:r>
            <a:endParaRPr lang="en-US" dirty="0"/>
          </a:p>
        </p:txBody>
      </p:sp>
      <p:sp>
        <p:nvSpPr>
          <p:cNvPr id="3" name="Text Placeholder 2"/>
          <p:cNvSpPr>
            <a:spLocks noGrp="1"/>
          </p:cNvSpPr>
          <p:nvPr>
            <p:ph type="body" idx="1"/>
          </p:nvPr>
        </p:nvSpPr>
        <p:spPr>
          <a:xfrm>
            <a:off x="208423" y="3529013"/>
            <a:ext cx="1913079" cy="1428911"/>
          </a:xfrm>
        </p:spPr>
        <p:txBody>
          <a:bodyPr anchor="ctr">
            <a:normAutofit/>
          </a:bodyPr>
          <a:lstStyle>
            <a:lvl1pPr marL="0" indent="0" algn="l">
              <a:buNone/>
              <a:defRPr sz="458">
                <a:gradFill flip="none" rotWithShape="1">
                  <a:gsLst>
                    <a:gs pos="0">
                      <a:schemeClr val="tx1"/>
                    </a:gs>
                    <a:gs pos="100000">
                      <a:schemeClr val="tx1">
                        <a:lumMod val="75000"/>
                      </a:schemeClr>
                    </a:gs>
                  </a:gsLst>
                  <a:lin ang="5400000" scaled="0"/>
                  <a:tileRect/>
                </a:gradFill>
              </a:defRPr>
            </a:lvl1pPr>
            <a:lvl2pPr marL="116449" indent="0">
              <a:buNone/>
              <a:defRPr sz="458">
                <a:solidFill>
                  <a:schemeClr val="tx1">
                    <a:tint val="75000"/>
                  </a:schemeClr>
                </a:solidFill>
              </a:defRPr>
            </a:lvl2pPr>
            <a:lvl3pPr marL="232898" indent="0">
              <a:buNone/>
              <a:defRPr sz="408">
                <a:solidFill>
                  <a:schemeClr val="tx1">
                    <a:tint val="75000"/>
                  </a:schemeClr>
                </a:solidFill>
              </a:defRPr>
            </a:lvl3pPr>
            <a:lvl4pPr marL="349347" indent="0">
              <a:buNone/>
              <a:defRPr sz="357">
                <a:solidFill>
                  <a:schemeClr val="tx1">
                    <a:tint val="75000"/>
                  </a:schemeClr>
                </a:solidFill>
              </a:defRPr>
            </a:lvl4pPr>
            <a:lvl5pPr marL="465795" indent="0">
              <a:buNone/>
              <a:defRPr sz="357">
                <a:solidFill>
                  <a:schemeClr val="tx1">
                    <a:tint val="75000"/>
                  </a:schemeClr>
                </a:solidFill>
              </a:defRPr>
            </a:lvl5pPr>
            <a:lvl6pPr marL="582244" indent="0">
              <a:buNone/>
              <a:defRPr sz="357">
                <a:solidFill>
                  <a:schemeClr val="tx1">
                    <a:tint val="75000"/>
                  </a:schemeClr>
                </a:solidFill>
              </a:defRPr>
            </a:lvl6pPr>
            <a:lvl7pPr marL="698693" indent="0">
              <a:buNone/>
              <a:defRPr sz="357">
                <a:solidFill>
                  <a:schemeClr val="tx1">
                    <a:tint val="75000"/>
                  </a:schemeClr>
                </a:solidFill>
              </a:defRPr>
            </a:lvl7pPr>
            <a:lvl8pPr marL="815142" indent="0">
              <a:buNone/>
              <a:defRPr sz="357">
                <a:solidFill>
                  <a:schemeClr val="tx1">
                    <a:tint val="75000"/>
                  </a:schemeClr>
                </a:solidFill>
              </a:defRPr>
            </a:lvl8pPr>
            <a:lvl9pPr marL="931591" indent="0">
              <a:buNone/>
              <a:defRPr sz="35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8635327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캡션 있는 인용문">
    <p:spTree>
      <p:nvGrpSpPr>
        <p:cNvPr id="1" name=""/>
        <p:cNvGrpSpPr/>
        <p:nvPr/>
      </p:nvGrpSpPr>
      <p:grpSpPr>
        <a:xfrm>
          <a:off x="0" y="0"/>
          <a:ext cx="0" cy="0"/>
          <a:chOff x="0" y="0"/>
          <a:chExt cx="0" cy="0"/>
        </a:xfrm>
      </p:grpSpPr>
      <p:sp>
        <p:nvSpPr>
          <p:cNvPr id="14" name="TextBox 13"/>
          <p:cNvSpPr txBox="1"/>
          <p:nvPr/>
        </p:nvSpPr>
        <p:spPr>
          <a:xfrm>
            <a:off x="148692" y="698974"/>
            <a:ext cx="116473" cy="475131"/>
          </a:xfrm>
          <a:prstGeom prst="rect">
            <a:avLst/>
          </a:prstGeom>
        </p:spPr>
        <p:txBody>
          <a:bodyPr vert="horz" lIns="23289" tIns="11644" rIns="23289" bIns="1164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2038" dirty="0">
                <a:solidFill>
                  <a:schemeClr val="accent1"/>
                </a:solidFill>
              </a:rPr>
              <a:t>“</a:t>
            </a:r>
          </a:p>
        </p:txBody>
      </p:sp>
      <p:sp>
        <p:nvSpPr>
          <p:cNvPr id="15" name="TextBox 14"/>
          <p:cNvSpPr txBox="1"/>
          <p:nvPr/>
        </p:nvSpPr>
        <p:spPr>
          <a:xfrm>
            <a:off x="2009185" y="2426062"/>
            <a:ext cx="116473" cy="475131"/>
          </a:xfrm>
          <a:prstGeom prst="rect">
            <a:avLst/>
          </a:prstGeom>
        </p:spPr>
        <p:txBody>
          <a:bodyPr vert="horz" lIns="23289" tIns="11644" rIns="23289" bIns="1164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2038" dirty="0">
                <a:solidFill>
                  <a:schemeClr val="accent1"/>
                </a:solidFill>
              </a:rPr>
              <a:t>”</a:t>
            </a:r>
          </a:p>
        </p:txBody>
      </p:sp>
      <p:sp>
        <p:nvSpPr>
          <p:cNvPr id="2" name="Title 1"/>
          <p:cNvSpPr>
            <a:spLocks noGrp="1"/>
          </p:cNvSpPr>
          <p:nvPr>
            <p:ph type="title"/>
          </p:nvPr>
        </p:nvSpPr>
        <p:spPr>
          <a:xfrm>
            <a:off x="276322" y="484265"/>
            <a:ext cx="1776220" cy="2473314"/>
          </a:xfrm>
        </p:spPr>
        <p:txBody>
          <a:bodyPr anchor="ctr">
            <a:normAutofit/>
          </a:bodyPr>
          <a:lstStyle>
            <a:lvl1pPr algn="l">
              <a:defRPr sz="713" b="0" cap="all">
                <a:gradFill flip="none" rotWithShape="1">
                  <a:gsLst>
                    <a:gs pos="0">
                      <a:schemeClr val="tx1"/>
                    </a:gs>
                    <a:gs pos="100000">
                      <a:schemeClr val="tx1">
                        <a:lumMod val="75000"/>
                      </a:schemeClr>
                    </a:gs>
                  </a:gsLst>
                  <a:lin ang="5400000" scaled="0"/>
                  <a:tileRect/>
                </a:gradFill>
              </a:defRPr>
            </a:lvl1pPr>
          </a:lstStyle>
          <a:p>
            <a:r>
              <a:rPr lang="ko-KR" altLang="en-US"/>
              <a:t>마스터 제목 스타일 편집</a:t>
            </a:r>
            <a:endParaRPr lang="en-US" dirty="0"/>
          </a:p>
        </p:txBody>
      </p:sp>
      <p:sp>
        <p:nvSpPr>
          <p:cNvPr id="10" name="Text Placeholder 9"/>
          <p:cNvSpPr>
            <a:spLocks noGrp="1"/>
          </p:cNvSpPr>
          <p:nvPr>
            <p:ph type="body" sz="quarter" idx="13"/>
          </p:nvPr>
        </p:nvSpPr>
        <p:spPr>
          <a:xfrm>
            <a:off x="319999" y="2966117"/>
            <a:ext cx="1688866" cy="309563"/>
          </a:xfrm>
        </p:spPr>
        <p:txBody>
          <a:bodyPr anchor="ctr">
            <a:normAutofit/>
          </a:bodyPr>
          <a:lstStyle>
            <a:lvl1pPr marL="0" indent="0">
              <a:buFontTx/>
              <a:buNone/>
              <a:defRPr sz="357"/>
            </a:lvl1pPr>
            <a:lvl2pPr marL="116449" indent="0">
              <a:buFontTx/>
              <a:buNone/>
              <a:defRPr/>
            </a:lvl2pPr>
            <a:lvl3pPr marL="232898" indent="0">
              <a:buFontTx/>
              <a:buNone/>
              <a:defRPr/>
            </a:lvl3pPr>
            <a:lvl4pPr marL="349347" indent="0">
              <a:buFontTx/>
              <a:buNone/>
              <a:defRPr/>
            </a:lvl4pPr>
            <a:lvl5pPr marL="465795" indent="0">
              <a:buFontTx/>
              <a:buNone/>
              <a:defRPr/>
            </a:lvl5pPr>
          </a:lstStyle>
          <a:p>
            <a:pPr lvl="0"/>
            <a:r>
              <a:rPr lang="ko-KR" altLang="en-US"/>
              <a:t>마스터 텍스트 스타일을 편집하려면 클릭</a:t>
            </a:r>
          </a:p>
        </p:txBody>
      </p:sp>
      <p:sp>
        <p:nvSpPr>
          <p:cNvPr id="3" name="Text Placeholder 2"/>
          <p:cNvSpPr>
            <a:spLocks noGrp="1"/>
          </p:cNvSpPr>
          <p:nvPr>
            <p:ph type="body" idx="1"/>
          </p:nvPr>
        </p:nvSpPr>
        <p:spPr>
          <a:xfrm>
            <a:off x="208423" y="3770980"/>
            <a:ext cx="1913079" cy="1176338"/>
          </a:xfrm>
        </p:spPr>
        <p:txBody>
          <a:bodyPr anchor="ctr">
            <a:normAutofit/>
          </a:bodyPr>
          <a:lstStyle>
            <a:lvl1pPr marL="0" indent="0" algn="l">
              <a:buNone/>
              <a:defRPr sz="458">
                <a:gradFill flip="none" rotWithShape="1">
                  <a:gsLst>
                    <a:gs pos="0">
                      <a:schemeClr val="tx1"/>
                    </a:gs>
                    <a:gs pos="100000">
                      <a:schemeClr val="tx1">
                        <a:lumMod val="75000"/>
                      </a:schemeClr>
                    </a:gs>
                  </a:gsLst>
                  <a:lin ang="0" scaled="1"/>
                  <a:tileRect/>
                </a:gradFill>
              </a:defRPr>
            </a:lvl1pPr>
            <a:lvl2pPr marL="116449" indent="0">
              <a:buNone/>
              <a:defRPr sz="458">
                <a:solidFill>
                  <a:schemeClr val="tx1">
                    <a:tint val="75000"/>
                  </a:schemeClr>
                </a:solidFill>
              </a:defRPr>
            </a:lvl2pPr>
            <a:lvl3pPr marL="232898" indent="0">
              <a:buNone/>
              <a:defRPr sz="408">
                <a:solidFill>
                  <a:schemeClr val="tx1">
                    <a:tint val="75000"/>
                  </a:schemeClr>
                </a:solidFill>
              </a:defRPr>
            </a:lvl3pPr>
            <a:lvl4pPr marL="349347" indent="0">
              <a:buNone/>
              <a:defRPr sz="357">
                <a:solidFill>
                  <a:schemeClr val="tx1">
                    <a:tint val="75000"/>
                  </a:schemeClr>
                </a:solidFill>
              </a:defRPr>
            </a:lvl4pPr>
            <a:lvl5pPr marL="465795" indent="0">
              <a:buNone/>
              <a:defRPr sz="357">
                <a:solidFill>
                  <a:schemeClr val="tx1">
                    <a:tint val="75000"/>
                  </a:schemeClr>
                </a:solidFill>
              </a:defRPr>
            </a:lvl5pPr>
            <a:lvl6pPr marL="582244" indent="0">
              <a:buNone/>
              <a:defRPr sz="357">
                <a:solidFill>
                  <a:schemeClr val="tx1">
                    <a:tint val="75000"/>
                  </a:schemeClr>
                </a:solidFill>
              </a:defRPr>
            </a:lvl6pPr>
            <a:lvl7pPr marL="698693" indent="0">
              <a:buNone/>
              <a:defRPr sz="357">
                <a:solidFill>
                  <a:schemeClr val="tx1">
                    <a:tint val="75000"/>
                  </a:schemeClr>
                </a:solidFill>
              </a:defRPr>
            </a:lvl7pPr>
            <a:lvl8pPr marL="815142" indent="0">
              <a:buNone/>
              <a:defRPr sz="357">
                <a:solidFill>
                  <a:schemeClr val="tx1">
                    <a:tint val="75000"/>
                  </a:schemeClr>
                </a:solidFill>
              </a:defRPr>
            </a:lvl8pPr>
            <a:lvl9pPr marL="931591" indent="0">
              <a:buNone/>
              <a:defRPr sz="35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6568024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명함">
    <p:spTree>
      <p:nvGrpSpPr>
        <p:cNvPr id="1" name=""/>
        <p:cNvGrpSpPr/>
        <p:nvPr/>
      </p:nvGrpSpPr>
      <p:grpSpPr>
        <a:xfrm>
          <a:off x="0" y="0"/>
          <a:ext cx="0" cy="0"/>
          <a:chOff x="0" y="0"/>
          <a:chExt cx="0" cy="0"/>
        </a:xfrm>
      </p:grpSpPr>
      <p:sp>
        <p:nvSpPr>
          <p:cNvPr id="2" name="Title 1"/>
          <p:cNvSpPr>
            <a:spLocks noGrp="1"/>
          </p:cNvSpPr>
          <p:nvPr>
            <p:ph type="title"/>
          </p:nvPr>
        </p:nvSpPr>
        <p:spPr>
          <a:xfrm>
            <a:off x="208423" y="2927897"/>
            <a:ext cx="1913299" cy="1193400"/>
          </a:xfrm>
        </p:spPr>
        <p:txBody>
          <a:bodyPr anchor="b">
            <a:normAutofit/>
          </a:bodyPr>
          <a:lstStyle>
            <a:lvl1pPr algn="l">
              <a:defRPr sz="713" b="0" cap="all"/>
            </a:lvl1pPr>
          </a:lstStyle>
          <a:p>
            <a:r>
              <a:rPr lang="ko-KR" altLang="en-US"/>
              <a:t>마스터 제목 스타일 편집</a:t>
            </a:r>
            <a:endParaRPr lang="en-US" dirty="0"/>
          </a:p>
        </p:txBody>
      </p:sp>
      <p:sp>
        <p:nvSpPr>
          <p:cNvPr id="3" name="Text Placeholder 2"/>
          <p:cNvSpPr>
            <a:spLocks noGrp="1"/>
          </p:cNvSpPr>
          <p:nvPr>
            <p:ph type="body" idx="1"/>
          </p:nvPr>
        </p:nvSpPr>
        <p:spPr>
          <a:xfrm>
            <a:off x="209103" y="4121298"/>
            <a:ext cx="1913299" cy="836626"/>
          </a:xfrm>
        </p:spPr>
        <p:txBody>
          <a:bodyPr anchor="t">
            <a:normAutofit/>
          </a:bodyPr>
          <a:lstStyle>
            <a:lvl1pPr marL="0" indent="0" algn="l">
              <a:buNone/>
              <a:defRPr sz="458">
                <a:gradFill flip="none" rotWithShape="1">
                  <a:gsLst>
                    <a:gs pos="0">
                      <a:schemeClr val="tx1"/>
                    </a:gs>
                    <a:gs pos="100000">
                      <a:schemeClr val="tx1">
                        <a:lumMod val="75000"/>
                      </a:schemeClr>
                    </a:gs>
                  </a:gsLst>
                  <a:lin ang="5400000" scaled="0"/>
                  <a:tileRect/>
                </a:gradFill>
              </a:defRPr>
            </a:lvl1pPr>
            <a:lvl2pPr marL="116449" indent="0">
              <a:buNone/>
              <a:defRPr sz="458">
                <a:solidFill>
                  <a:schemeClr val="tx1">
                    <a:tint val="75000"/>
                  </a:schemeClr>
                </a:solidFill>
              </a:defRPr>
            </a:lvl2pPr>
            <a:lvl3pPr marL="232898" indent="0">
              <a:buNone/>
              <a:defRPr sz="408">
                <a:solidFill>
                  <a:schemeClr val="tx1">
                    <a:tint val="75000"/>
                  </a:schemeClr>
                </a:solidFill>
              </a:defRPr>
            </a:lvl3pPr>
            <a:lvl4pPr marL="349347" indent="0">
              <a:buNone/>
              <a:defRPr sz="357">
                <a:solidFill>
                  <a:schemeClr val="tx1">
                    <a:tint val="75000"/>
                  </a:schemeClr>
                </a:solidFill>
              </a:defRPr>
            </a:lvl4pPr>
            <a:lvl5pPr marL="465795" indent="0">
              <a:buNone/>
              <a:defRPr sz="357">
                <a:solidFill>
                  <a:schemeClr val="tx1">
                    <a:tint val="75000"/>
                  </a:schemeClr>
                </a:solidFill>
              </a:defRPr>
            </a:lvl5pPr>
            <a:lvl6pPr marL="582244" indent="0">
              <a:buNone/>
              <a:defRPr sz="357">
                <a:solidFill>
                  <a:schemeClr val="tx1">
                    <a:tint val="75000"/>
                  </a:schemeClr>
                </a:solidFill>
              </a:defRPr>
            </a:lvl6pPr>
            <a:lvl7pPr marL="698693" indent="0">
              <a:buNone/>
              <a:defRPr sz="357">
                <a:solidFill>
                  <a:schemeClr val="tx1">
                    <a:tint val="75000"/>
                  </a:schemeClr>
                </a:solidFill>
              </a:defRPr>
            </a:lvl7pPr>
            <a:lvl8pPr marL="815142" indent="0">
              <a:buNone/>
              <a:defRPr sz="357">
                <a:solidFill>
                  <a:schemeClr val="tx1">
                    <a:tint val="75000"/>
                  </a:schemeClr>
                </a:solidFill>
              </a:defRPr>
            </a:lvl8pPr>
            <a:lvl9pPr marL="931591" indent="0">
              <a:buNone/>
              <a:defRPr sz="35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6821430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인용문 있는 명함">
    <p:spTree>
      <p:nvGrpSpPr>
        <p:cNvPr id="1" name=""/>
        <p:cNvGrpSpPr/>
        <p:nvPr/>
      </p:nvGrpSpPr>
      <p:grpSpPr>
        <a:xfrm>
          <a:off x="0" y="0"/>
          <a:ext cx="0" cy="0"/>
          <a:chOff x="0" y="0"/>
          <a:chExt cx="0" cy="0"/>
        </a:xfrm>
      </p:grpSpPr>
      <p:sp>
        <p:nvSpPr>
          <p:cNvPr id="13" name="TextBox 12"/>
          <p:cNvSpPr txBox="1"/>
          <p:nvPr/>
        </p:nvSpPr>
        <p:spPr>
          <a:xfrm>
            <a:off x="148692" y="612504"/>
            <a:ext cx="116473" cy="475131"/>
          </a:xfrm>
          <a:prstGeom prst="rect">
            <a:avLst/>
          </a:prstGeom>
        </p:spPr>
        <p:txBody>
          <a:bodyPr vert="horz" lIns="23289" tIns="11644" rIns="23289" bIns="1164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2038" dirty="0">
                <a:solidFill>
                  <a:schemeClr val="accent1"/>
                </a:solidFill>
              </a:rPr>
              <a:t>“</a:t>
            </a:r>
          </a:p>
        </p:txBody>
      </p:sp>
      <p:sp>
        <p:nvSpPr>
          <p:cNvPr id="16" name="TextBox 15"/>
          <p:cNvSpPr txBox="1"/>
          <p:nvPr/>
        </p:nvSpPr>
        <p:spPr>
          <a:xfrm>
            <a:off x="2008863" y="2339592"/>
            <a:ext cx="116473" cy="475131"/>
          </a:xfrm>
          <a:prstGeom prst="rect">
            <a:avLst/>
          </a:prstGeom>
        </p:spPr>
        <p:txBody>
          <a:bodyPr vert="horz" lIns="23289" tIns="11644" rIns="23289" bIns="1164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2038" dirty="0">
                <a:solidFill>
                  <a:schemeClr val="accent1"/>
                </a:solidFill>
              </a:rPr>
              <a:t>”</a:t>
            </a:r>
          </a:p>
        </p:txBody>
      </p:sp>
      <p:sp>
        <p:nvSpPr>
          <p:cNvPr id="2" name="Title 1"/>
          <p:cNvSpPr>
            <a:spLocks noGrp="1"/>
          </p:cNvSpPr>
          <p:nvPr>
            <p:ph type="title"/>
          </p:nvPr>
        </p:nvSpPr>
        <p:spPr>
          <a:xfrm>
            <a:off x="276322" y="484265"/>
            <a:ext cx="1776220" cy="2311050"/>
          </a:xfrm>
        </p:spPr>
        <p:txBody>
          <a:bodyPr anchor="ctr">
            <a:normAutofit/>
          </a:bodyPr>
          <a:lstStyle>
            <a:lvl1pPr algn="l">
              <a:defRPr sz="713" b="0" cap="all">
                <a:gradFill flip="none" rotWithShape="1">
                  <a:gsLst>
                    <a:gs pos="0">
                      <a:schemeClr val="tx1"/>
                    </a:gs>
                    <a:gs pos="100000">
                      <a:schemeClr val="tx1">
                        <a:lumMod val="75000"/>
                      </a:schemeClr>
                    </a:gs>
                  </a:gsLst>
                  <a:lin ang="5400000" scaled="0"/>
                  <a:tileRect/>
                </a:gradFill>
              </a:defRPr>
            </a:lvl1pPr>
          </a:lstStyle>
          <a:p>
            <a:r>
              <a:rPr lang="ko-KR" altLang="en-US"/>
              <a:t>마스터 제목 스타일 편집</a:t>
            </a:r>
            <a:endParaRPr lang="en-US" dirty="0"/>
          </a:p>
        </p:txBody>
      </p:sp>
      <p:sp>
        <p:nvSpPr>
          <p:cNvPr id="10" name="Text Placeholder 9"/>
          <p:cNvSpPr>
            <a:spLocks noGrp="1"/>
          </p:cNvSpPr>
          <p:nvPr>
            <p:ph type="body" sz="quarter" idx="13"/>
          </p:nvPr>
        </p:nvSpPr>
        <p:spPr>
          <a:xfrm>
            <a:off x="208423" y="3157538"/>
            <a:ext cx="1913299" cy="856100"/>
          </a:xfrm>
        </p:spPr>
        <p:txBody>
          <a:bodyPr vert="horz" lIns="91440" tIns="45720" rIns="91440" bIns="45720" rtlCol="0" anchor="b">
            <a:normAutofit/>
          </a:bodyPr>
          <a:lstStyle>
            <a:lvl1pPr>
              <a:buNone/>
              <a:defRPr lang="en-US" sz="509" b="0" cap="all" dirty="0">
                <a:ln w="3175" cmpd="sng">
                  <a:noFill/>
                </a:ln>
                <a:gradFill flip="none" rotWithShape="1">
                  <a:gsLst>
                    <a:gs pos="0">
                      <a:schemeClr val="tx1"/>
                    </a:gs>
                    <a:gs pos="100000">
                      <a:schemeClr val="tx1">
                        <a:lumMod val="75000"/>
                      </a:schemeClr>
                    </a:gs>
                  </a:gsLst>
                  <a:lin ang="0" scaled="1"/>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ko-KR" altLang="en-US"/>
              <a:t>마스터 텍스트 스타일을 편집하려면 클릭</a:t>
            </a:r>
          </a:p>
        </p:txBody>
      </p:sp>
      <p:sp>
        <p:nvSpPr>
          <p:cNvPr id="3" name="Text Placeholder 2"/>
          <p:cNvSpPr>
            <a:spLocks noGrp="1"/>
          </p:cNvSpPr>
          <p:nvPr>
            <p:ph type="body" idx="1"/>
          </p:nvPr>
        </p:nvSpPr>
        <p:spPr>
          <a:xfrm>
            <a:off x="208423" y="4013638"/>
            <a:ext cx="1913299" cy="944286"/>
          </a:xfrm>
        </p:spPr>
        <p:txBody>
          <a:bodyPr anchor="t">
            <a:normAutofit/>
          </a:bodyPr>
          <a:lstStyle>
            <a:lvl1pPr marL="0" indent="0" algn="l">
              <a:buNone/>
              <a:defRPr sz="408">
                <a:gradFill flip="none" rotWithShape="1">
                  <a:gsLst>
                    <a:gs pos="0">
                      <a:schemeClr val="tx1"/>
                    </a:gs>
                    <a:gs pos="100000">
                      <a:schemeClr val="tx1">
                        <a:lumMod val="75000"/>
                      </a:schemeClr>
                    </a:gs>
                  </a:gsLst>
                  <a:lin ang="5400000" scaled="0"/>
                  <a:tileRect/>
                </a:gradFill>
              </a:defRPr>
            </a:lvl1pPr>
            <a:lvl2pPr marL="116449" indent="0">
              <a:buNone/>
              <a:defRPr sz="408">
                <a:solidFill>
                  <a:schemeClr val="tx1">
                    <a:tint val="75000"/>
                  </a:schemeClr>
                </a:solidFill>
              </a:defRPr>
            </a:lvl2pPr>
            <a:lvl3pPr marL="232898" indent="0">
              <a:buNone/>
              <a:defRPr sz="408">
                <a:solidFill>
                  <a:schemeClr val="tx1">
                    <a:tint val="75000"/>
                  </a:schemeClr>
                </a:solidFill>
              </a:defRPr>
            </a:lvl3pPr>
            <a:lvl4pPr marL="349347" indent="0">
              <a:buNone/>
              <a:defRPr sz="357">
                <a:solidFill>
                  <a:schemeClr val="tx1">
                    <a:tint val="75000"/>
                  </a:schemeClr>
                </a:solidFill>
              </a:defRPr>
            </a:lvl4pPr>
            <a:lvl5pPr marL="465795" indent="0">
              <a:buNone/>
              <a:defRPr sz="357">
                <a:solidFill>
                  <a:schemeClr val="tx1">
                    <a:tint val="75000"/>
                  </a:schemeClr>
                </a:solidFill>
              </a:defRPr>
            </a:lvl5pPr>
            <a:lvl6pPr marL="582244" indent="0">
              <a:buNone/>
              <a:defRPr sz="357">
                <a:solidFill>
                  <a:schemeClr val="tx1">
                    <a:tint val="75000"/>
                  </a:schemeClr>
                </a:solidFill>
              </a:defRPr>
            </a:lvl6pPr>
            <a:lvl7pPr marL="698693" indent="0">
              <a:buNone/>
              <a:defRPr sz="357">
                <a:solidFill>
                  <a:schemeClr val="tx1">
                    <a:tint val="75000"/>
                  </a:schemeClr>
                </a:solidFill>
              </a:defRPr>
            </a:lvl7pPr>
            <a:lvl8pPr marL="815142" indent="0">
              <a:buNone/>
              <a:defRPr sz="357">
                <a:solidFill>
                  <a:schemeClr val="tx1">
                    <a:tint val="75000"/>
                  </a:schemeClr>
                </a:solidFill>
              </a:defRPr>
            </a:lvl8pPr>
            <a:lvl9pPr marL="931591" indent="0">
              <a:buNone/>
              <a:defRPr sz="35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2864333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참 또는 거짓">
    <p:spTree>
      <p:nvGrpSpPr>
        <p:cNvPr id="1" name=""/>
        <p:cNvGrpSpPr/>
        <p:nvPr/>
      </p:nvGrpSpPr>
      <p:grpSpPr>
        <a:xfrm>
          <a:off x="0" y="0"/>
          <a:ext cx="0" cy="0"/>
          <a:chOff x="0" y="0"/>
          <a:chExt cx="0" cy="0"/>
        </a:xfrm>
      </p:grpSpPr>
      <p:sp>
        <p:nvSpPr>
          <p:cNvPr id="2" name="Title 1"/>
          <p:cNvSpPr>
            <a:spLocks noGrp="1"/>
          </p:cNvSpPr>
          <p:nvPr>
            <p:ph type="title"/>
          </p:nvPr>
        </p:nvSpPr>
        <p:spPr>
          <a:xfrm>
            <a:off x="208423" y="484265"/>
            <a:ext cx="1913079" cy="2239886"/>
          </a:xfrm>
        </p:spPr>
        <p:txBody>
          <a:bodyPr vert="horz" lIns="91440" tIns="45720" rIns="91440" bIns="45720" rtlCol="0" anchor="ctr">
            <a:normAutofit/>
          </a:bodyPr>
          <a:lstStyle>
            <a:lvl1pPr>
              <a:defRPr lang="en-US" sz="713" b="0" dirty="0"/>
            </a:lvl1pPr>
          </a:lstStyle>
          <a:p>
            <a:pPr marL="0" lvl="0"/>
            <a:r>
              <a:rPr lang="ko-KR" altLang="en-US"/>
              <a:t>마스터 제목 스타일 편집</a:t>
            </a:r>
            <a:endParaRPr lang="en-US" dirty="0"/>
          </a:p>
        </p:txBody>
      </p:sp>
      <p:sp>
        <p:nvSpPr>
          <p:cNvPr id="10" name="Text Placeholder 9"/>
          <p:cNvSpPr>
            <a:spLocks noGrp="1"/>
          </p:cNvSpPr>
          <p:nvPr>
            <p:ph type="body" sz="quarter" idx="13"/>
          </p:nvPr>
        </p:nvSpPr>
        <p:spPr>
          <a:xfrm>
            <a:off x="208423" y="2992390"/>
            <a:ext cx="1913079" cy="852542"/>
          </a:xfrm>
        </p:spPr>
        <p:txBody>
          <a:bodyPr vert="horz" lIns="91440" tIns="45720" rIns="91440" bIns="45720" rtlCol="0" anchor="b">
            <a:normAutofit/>
          </a:bodyPr>
          <a:lstStyle>
            <a:lvl1pPr>
              <a:buNone/>
              <a:defRPr lang="en-US" sz="611"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ko-KR" altLang="en-US"/>
              <a:t>마스터 텍스트 스타일을 편집하려면 클릭</a:t>
            </a:r>
          </a:p>
        </p:txBody>
      </p:sp>
      <p:sp>
        <p:nvSpPr>
          <p:cNvPr id="3" name="Text Placeholder 2"/>
          <p:cNvSpPr>
            <a:spLocks noGrp="1"/>
          </p:cNvSpPr>
          <p:nvPr>
            <p:ph type="body" idx="1"/>
          </p:nvPr>
        </p:nvSpPr>
        <p:spPr>
          <a:xfrm>
            <a:off x="208423" y="3844932"/>
            <a:ext cx="1913078" cy="1112992"/>
          </a:xfrm>
        </p:spPr>
        <p:txBody>
          <a:bodyPr anchor="t">
            <a:normAutofit/>
          </a:bodyPr>
          <a:lstStyle>
            <a:lvl1pPr marL="0" indent="0" algn="l">
              <a:buNone/>
              <a:defRPr sz="408">
                <a:gradFill flip="none" rotWithShape="1">
                  <a:gsLst>
                    <a:gs pos="0">
                      <a:schemeClr val="tx1"/>
                    </a:gs>
                    <a:gs pos="100000">
                      <a:schemeClr val="tx1">
                        <a:lumMod val="75000"/>
                      </a:schemeClr>
                    </a:gs>
                  </a:gsLst>
                  <a:lin ang="5400000" scaled="0"/>
                  <a:tileRect/>
                </a:gradFill>
              </a:defRPr>
            </a:lvl1pPr>
            <a:lvl2pPr marL="116449" indent="0">
              <a:buNone/>
              <a:defRPr sz="408">
                <a:solidFill>
                  <a:schemeClr val="tx1">
                    <a:tint val="75000"/>
                  </a:schemeClr>
                </a:solidFill>
              </a:defRPr>
            </a:lvl2pPr>
            <a:lvl3pPr marL="232898" indent="0">
              <a:buNone/>
              <a:defRPr sz="408">
                <a:solidFill>
                  <a:schemeClr val="tx1">
                    <a:tint val="75000"/>
                  </a:schemeClr>
                </a:solidFill>
              </a:defRPr>
            </a:lvl3pPr>
            <a:lvl4pPr marL="349347" indent="0">
              <a:buNone/>
              <a:defRPr sz="357">
                <a:solidFill>
                  <a:schemeClr val="tx1">
                    <a:tint val="75000"/>
                  </a:schemeClr>
                </a:solidFill>
              </a:defRPr>
            </a:lvl4pPr>
            <a:lvl5pPr marL="465795" indent="0">
              <a:buNone/>
              <a:defRPr sz="357">
                <a:solidFill>
                  <a:schemeClr val="tx1">
                    <a:tint val="75000"/>
                  </a:schemeClr>
                </a:solidFill>
              </a:defRPr>
            </a:lvl5pPr>
            <a:lvl6pPr marL="582244" indent="0">
              <a:buNone/>
              <a:defRPr sz="357">
                <a:solidFill>
                  <a:schemeClr val="tx1">
                    <a:tint val="75000"/>
                  </a:schemeClr>
                </a:solidFill>
              </a:defRPr>
            </a:lvl6pPr>
            <a:lvl7pPr marL="698693" indent="0">
              <a:buNone/>
              <a:defRPr sz="357">
                <a:solidFill>
                  <a:schemeClr val="tx1">
                    <a:tint val="75000"/>
                  </a:schemeClr>
                </a:solidFill>
              </a:defRPr>
            </a:lvl7pPr>
            <a:lvl8pPr marL="815142" indent="0">
              <a:buNone/>
              <a:defRPr sz="357">
                <a:solidFill>
                  <a:schemeClr val="tx1">
                    <a:tint val="75000"/>
                  </a:schemeClr>
                </a:solidFill>
              </a:defRPr>
            </a:lvl8pPr>
            <a:lvl9pPr marL="931591" indent="0">
              <a:buNone/>
              <a:defRPr sz="35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0403594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7" name="Title 1"/>
          <p:cNvSpPr>
            <a:spLocks noGrp="1"/>
          </p:cNvSpPr>
          <p:nvPr>
            <p:ph type="title"/>
          </p:nvPr>
        </p:nvSpPr>
        <p:spPr>
          <a:xfrm>
            <a:off x="208423" y="484265"/>
            <a:ext cx="1913079" cy="1066390"/>
          </a:xfr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ncho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296368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668638" y="484265"/>
            <a:ext cx="452863" cy="4473659"/>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208423" y="484265"/>
            <a:ext cx="1432398" cy="4473659"/>
          </a:xfrm>
        </p:spPr>
        <p:txBody>
          <a:bodyPr vert="eaVert" ancho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75734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423" y="484265"/>
            <a:ext cx="1913079" cy="1066390"/>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208423" y="1674480"/>
            <a:ext cx="1913078" cy="3283444"/>
          </a:xfrm>
          <a:prstGeom prst="rect">
            <a:avLst/>
          </a:prstGeom>
        </p:spPr>
        <p:txBody>
          <a:bodyPr vert="horz" lIns="91440" tIns="45720" rIns="91440" bIns="45720" rtlCol="0" anchor="ctr">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1668639" y="5019837"/>
            <a:ext cx="327901" cy="296664"/>
          </a:xfrm>
          <a:prstGeom prst="rect">
            <a:avLst/>
          </a:prstGeom>
        </p:spPr>
        <p:txBody>
          <a:bodyPr vert="horz" lIns="91440" tIns="45720" rIns="91440" bIns="45720" rtlCol="0" anchor="ctr"/>
          <a:lstStyle>
            <a:lvl1pPr algn="r">
              <a:defRPr sz="204"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ko-Kore-KR" altLang="en-US"/>
          </a:p>
        </p:txBody>
      </p:sp>
      <p:sp>
        <p:nvSpPr>
          <p:cNvPr id="5" name="Footer Placeholder 4"/>
          <p:cNvSpPr>
            <a:spLocks noGrp="1"/>
          </p:cNvSpPr>
          <p:nvPr>
            <p:ph type="ftr" sz="quarter" idx="3"/>
          </p:nvPr>
        </p:nvSpPr>
        <p:spPr>
          <a:xfrm>
            <a:off x="208423" y="5019837"/>
            <a:ext cx="1432398" cy="296664"/>
          </a:xfrm>
          <a:prstGeom prst="rect">
            <a:avLst/>
          </a:prstGeom>
        </p:spPr>
        <p:txBody>
          <a:bodyPr vert="horz" lIns="91440" tIns="45720" rIns="91440" bIns="45720" rtlCol="0" anchor="ctr"/>
          <a:lstStyle>
            <a:lvl1pPr algn="l">
              <a:defRPr sz="204"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ko-Kore-KR" altLang="en-US"/>
          </a:p>
        </p:txBody>
      </p:sp>
      <p:sp>
        <p:nvSpPr>
          <p:cNvPr id="6" name="Slide Number Placeholder 5"/>
          <p:cNvSpPr>
            <a:spLocks noGrp="1"/>
          </p:cNvSpPr>
          <p:nvPr>
            <p:ph type="sldNum" sz="quarter" idx="4"/>
          </p:nvPr>
        </p:nvSpPr>
        <p:spPr>
          <a:xfrm>
            <a:off x="2016413" y="5019837"/>
            <a:ext cx="105309" cy="296664"/>
          </a:xfrm>
          <a:prstGeom prst="rect">
            <a:avLst/>
          </a:prstGeom>
        </p:spPr>
        <p:txBody>
          <a:bodyPr vert="horz" lIns="91440" tIns="45720" rIns="91440" bIns="45720" rtlCol="0" anchor="ctr"/>
          <a:lstStyle>
            <a:lvl1pPr algn="r">
              <a:defRPr sz="204" b="1" i="0">
                <a:solidFill>
                  <a:schemeClr val="tx1">
                    <a:lumMod val="75000"/>
                  </a:schemeClr>
                </a:solidFill>
                <a:effectLst>
                  <a:outerShdw blurRad="50800" dist="38100" dir="2700000" algn="tl" rotWithShape="0">
                    <a:srgbClr val="000000">
                      <a:alpha val="43000"/>
                    </a:srgbClr>
                  </a:outerShdw>
                </a:effectLst>
                <a:latin typeface="+mn-lt"/>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40670511"/>
      </p:ext>
    </p:extLst>
  </p:cSld>
  <p:clrMap bg1="dk1" tx1="lt1" bg2="dk2" tx2="lt2" accent1="accent1" accent2="accent2" accent3="accent3" accent4="accent4" accent5="accent5" accent6="accent6" hlink="hlink" folHlink="folHlink"/>
  <p:sldLayoutIdLst>
    <p:sldLayoutId id="2147483979" r:id="rId1"/>
    <p:sldLayoutId id="2147483980" r:id="rId2"/>
    <p:sldLayoutId id="2147483981" r:id="rId3"/>
    <p:sldLayoutId id="2147483982" r:id="rId4"/>
    <p:sldLayoutId id="2147483983" r:id="rId5"/>
    <p:sldLayoutId id="2147483984" r:id="rId6"/>
    <p:sldLayoutId id="2147483985" r:id="rId7"/>
    <p:sldLayoutId id="2147483986" r:id="rId8"/>
    <p:sldLayoutId id="2147483987" r:id="rId9"/>
    <p:sldLayoutId id="2147483988" r:id="rId10"/>
    <p:sldLayoutId id="2147483989" r:id="rId11"/>
    <p:sldLayoutId id="2147483990" r:id="rId12"/>
    <p:sldLayoutId id="2147483991" r:id="rId13"/>
    <p:sldLayoutId id="2147483992" r:id="rId14"/>
    <p:sldLayoutId id="2147483993" r:id="rId15"/>
    <p:sldLayoutId id="2147483994" r:id="rId16"/>
    <p:sldLayoutId id="2147483995" r:id="rId17"/>
  </p:sldLayoutIdLst>
  <p:hf sldNum="0" hdr="0" ftr="0" dt="0"/>
  <p:txStyles>
    <p:titleStyle>
      <a:lvl1pPr algn="l" defTabSz="116449" rtl="0" eaLnBrk="1" latinLnBrk="0" hangingPunct="1">
        <a:spcBef>
          <a:spcPct val="0"/>
        </a:spcBef>
        <a:buNone/>
        <a:defRPr sz="713" kern="1200" cap="all">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72781" indent="-72781" algn="l" defTabSz="116449" rtl="0" eaLnBrk="1" latinLnBrk="0" hangingPunct="1">
        <a:spcBef>
          <a:spcPct val="20000"/>
        </a:spcBef>
        <a:spcAft>
          <a:spcPts val="153"/>
        </a:spcAft>
        <a:buClr>
          <a:schemeClr val="tx1"/>
        </a:buClr>
        <a:buSzPct val="130000"/>
        <a:buFont typeface="Arial"/>
        <a:buChar char="•"/>
        <a:defRPr sz="458"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189229" indent="-72781" algn="l" defTabSz="116449" rtl="0" eaLnBrk="1" latinLnBrk="0" hangingPunct="1">
        <a:spcBef>
          <a:spcPct val="20000"/>
        </a:spcBef>
        <a:spcAft>
          <a:spcPts val="153"/>
        </a:spcAft>
        <a:buClr>
          <a:schemeClr val="tx1"/>
        </a:buClr>
        <a:buSzPct val="130000"/>
        <a:buFont typeface="Arial"/>
        <a:buChar char="•"/>
        <a:defRPr sz="408"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305678" indent="-72781" algn="l" defTabSz="116449" rtl="0" eaLnBrk="1" latinLnBrk="0" hangingPunct="1">
        <a:spcBef>
          <a:spcPct val="20000"/>
        </a:spcBef>
        <a:spcAft>
          <a:spcPts val="153"/>
        </a:spcAft>
        <a:buClr>
          <a:schemeClr val="tx1"/>
        </a:buClr>
        <a:buSzPct val="130000"/>
        <a:buFont typeface="Arial"/>
        <a:buChar char="•"/>
        <a:defRPr sz="357"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393015" indent="-43668" algn="l" defTabSz="116449" rtl="0" eaLnBrk="1" latinLnBrk="0" hangingPunct="1">
        <a:spcBef>
          <a:spcPct val="20000"/>
        </a:spcBef>
        <a:spcAft>
          <a:spcPts val="153"/>
        </a:spcAft>
        <a:buClr>
          <a:schemeClr val="tx1"/>
        </a:buClr>
        <a:buSzPct val="130000"/>
        <a:buFont typeface="Arial"/>
        <a:buChar char="•"/>
        <a:defRPr sz="357"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509464" indent="-43668" algn="l" defTabSz="116449" rtl="0" eaLnBrk="1" latinLnBrk="0" hangingPunct="1">
        <a:spcBef>
          <a:spcPct val="20000"/>
        </a:spcBef>
        <a:spcAft>
          <a:spcPts val="153"/>
        </a:spcAft>
        <a:buClr>
          <a:schemeClr val="tx1"/>
        </a:buClr>
        <a:buSzPct val="130000"/>
        <a:buFont typeface="Arial"/>
        <a:buChar char="•"/>
        <a:defRPr sz="306"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640469" indent="-58224" algn="l" defTabSz="116449" rtl="0" eaLnBrk="1" latinLnBrk="0" hangingPunct="1">
        <a:spcBef>
          <a:spcPct val="20000"/>
        </a:spcBef>
        <a:spcAft>
          <a:spcPts val="153"/>
        </a:spcAft>
        <a:buClr>
          <a:schemeClr val="tx1"/>
        </a:buClr>
        <a:buSzPct val="130000"/>
        <a:buFont typeface="Arial"/>
        <a:buChar char="•"/>
        <a:defRPr sz="28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756917" indent="-58224" algn="l" defTabSz="116449" rtl="0" eaLnBrk="1" latinLnBrk="0" hangingPunct="1">
        <a:spcBef>
          <a:spcPct val="20000"/>
        </a:spcBef>
        <a:spcAft>
          <a:spcPts val="153"/>
        </a:spcAft>
        <a:buClr>
          <a:schemeClr val="tx1"/>
        </a:buClr>
        <a:buSzPct val="130000"/>
        <a:buFont typeface="Arial"/>
        <a:buChar char="•"/>
        <a:defRPr sz="28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873366" indent="-58224" algn="l" defTabSz="116449" rtl="0" eaLnBrk="1" latinLnBrk="0" hangingPunct="1">
        <a:spcBef>
          <a:spcPct val="20000"/>
        </a:spcBef>
        <a:spcAft>
          <a:spcPts val="153"/>
        </a:spcAft>
        <a:buClr>
          <a:schemeClr val="tx1"/>
        </a:buClr>
        <a:buSzPct val="130000"/>
        <a:buFont typeface="Arial"/>
        <a:buChar char="•"/>
        <a:defRPr sz="28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989815" indent="-58224" algn="l" defTabSz="116449" rtl="0" eaLnBrk="1" latinLnBrk="0" hangingPunct="1">
        <a:spcBef>
          <a:spcPct val="20000"/>
        </a:spcBef>
        <a:spcAft>
          <a:spcPts val="153"/>
        </a:spcAft>
        <a:buClr>
          <a:schemeClr val="tx1"/>
        </a:buClr>
        <a:buSzPct val="100000"/>
        <a:buFont typeface="Arial"/>
        <a:buChar char="•"/>
        <a:defRPr sz="28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116449" rtl="0" eaLnBrk="1" latinLnBrk="0" hangingPunct="1">
        <a:defRPr sz="458" kern="1200">
          <a:solidFill>
            <a:schemeClr val="tx1"/>
          </a:solidFill>
          <a:latin typeface="+mn-lt"/>
          <a:ea typeface="+mn-ea"/>
          <a:cs typeface="+mn-cs"/>
        </a:defRPr>
      </a:lvl1pPr>
      <a:lvl2pPr marL="116449" algn="l" defTabSz="116449" rtl="0" eaLnBrk="1" latinLnBrk="0" hangingPunct="1">
        <a:defRPr sz="458" kern="1200">
          <a:solidFill>
            <a:schemeClr val="tx1"/>
          </a:solidFill>
          <a:latin typeface="+mn-lt"/>
          <a:ea typeface="+mn-ea"/>
          <a:cs typeface="+mn-cs"/>
        </a:defRPr>
      </a:lvl2pPr>
      <a:lvl3pPr marL="232898" algn="l" defTabSz="116449" rtl="0" eaLnBrk="1" latinLnBrk="0" hangingPunct="1">
        <a:defRPr sz="458" kern="1200">
          <a:solidFill>
            <a:schemeClr val="tx1"/>
          </a:solidFill>
          <a:latin typeface="+mn-lt"/>
          <a:ea typeface="+mn-ea"/>
          <a:cs typeface="+mn-cs"/>
        </a:defRPr>
      </a:lvl3pPr>
      <a:lvl4pPr marL="349347" algn="l" defTabSz="116449" rtl="0" eaLnBrk="1" latinLnBrk="0" hangingPunct="1">
        <a:defRPr sz="458" kern="1200">
          <a:solidFill>
            <a:schemeClr val="tx1"/>
          </a:solidFill>
          <a:latin typeface="+mn-lt"/>
          <a:ea typeface="+mn-ea"/>
          <a:cs typeface="+mn-cs"/>
        </a:defRPr>
      </a:lvl4pPr>
      <a:lvl5pPr marL="465795" algn="l" defTabSz="116449" rtl="0" eaLnBrk="1" latinLnBrk="0" hangingPunct="1">
        <a:defRPr sz="458" kern="1200">
          <a:solidFill>
            <a:schemeClr val="tx1"/>
          </a:solidFill>
          <a:latin typeface="+mn-lt"/>
          <a:ea typeface="+mn-ea"/>
          <a:cs typeface="+mn-cs"/>
        </a:defRPr>
      </a:lvl5pPr>
      <a:lvl6pPr marL="582244" algn="l" defTabSz="116449" rtl="0" eaLnBrk="1" latinLnBrk="0" hangingPunct="1">
        <a:defRPr sz="458" kern="1200">
          <a:solidFill>
            <a:schemeClr val="tx1"/>
          </a:solidFill>
          <a:latin typeface="+mn-lt"/>
          <a:ea typeface="+mn-ea"/>
          <a:cs typeface="+mn-cs"/>
        </a:defRPr>
      </a:lvl6pPr>
      <a:lvl7pPr marL="698693" algn="l" defTabSz="116449" rtl="0" eaLnBrk="1" latinLnBrk="0" hangingPunct="1">
        <a:defRPr sz="458" kern="1200">
          <a:solidFill>
            <a:schemeClr val="tx1"/>
          </a:solidFill>
          <a:latin typeface="+mn-lt"/>
          <a:ea typeface="+mn-ea"/>
          <a:cs typeface="+mn-cs"/>
        </a:defRPr>
      </a:lvl7pPr>
      <a:lvl8pPr marL="815142" algn="l" defTabSz="116449" rtl="0" eaLnBrk="1" latinLnBrk="0" hangingPunct="1">
        <a:defRPr sz="458" kern="1200">
          <a:solidFill>
            <a:schemeClr val="tx1"/>
          </a:solidFill>
          <a:latin typeface="+mn-lt"/>
          <a:ea typeface="+mn-ea"/>
          <a:cs typeface="+mn-cs"/>
        </a:defRPr>
      </a:lvl8pPr>
      <a:lvl9pPr marL="931591" algn="l" defTabSz="116449" rtl="0" eaLnBrk="1" latinLnBrk="0" hangingPunct="1">
        <a:defRPr sz="4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13.xml"/><Relationship Id="rId13" Type="http://schemas.openxmlformats.org/officeDocument/2006/relationships/slide" Target="slide115.xml"/><Relationship Id="rId18" Type="http://schemas.openxmlformats.org/officeDocument/2006/relationships/slide" Target="slide123.xml"/><Relationship Id="rId3" Type="http://schemas.openxmlformats.org/officeDocument/2006/relationships/slide" Target="slide2.xml"/><Relationship Id="rId21" Type="http://schemas.openxmlformats.org/officeDocument/2006/relationships/slide" Target="slide130.xml"/><Relationship Id="rId7" Type="http://schemas.openxmlformats.org/officeDocument/2006/relationships/slide" Target="slide11.xml"/><Relationship Id="rId12" Type="http://schemas.openxmlformats.org/officeDocument/2006/relationships/slide" Target="slide114.xml"/><Relationship Id="rId17" Type="http://schemas.openxmlformats.org/officeDocument/2006/relationships/slide" Target="slide121.xml"/><Relationship Id="rId2" Type="http://schemas.openxmlformats.org/officeDocument/2006/relationships/notesSlide" Target="../notesSlides/notesSlide1.xml"/><Relationship Id="rId16" Type="http://schemas.openxmlformats.org/officeDocument/2006/relationships/slide" Target="slide119.xml"/><Relationship Id="rId20" Type="http://schemas.openxmlformats.org/officeDocument/2006/relationships/slide" Target="slide129.xml"/><Relationship Id="rId1" Type="http://schemas.openxmlformats.org/officeDocument/2006/relationships/slideLayout" Target="../slideLayouts/slideLayout1.xml"/><Relationship Id="rId6" Type="http://schemas.openxmlformats.org/officeDocument/2006/relationships/slide" Target="slide9.xml"/><Relationship Id="rId11" Type="http://schemas.openxmlformats.org/officeDocument/2006/relationships/slide" Target="slide113.xml"/><Relationship Id="rId5" Type="http://schemas.openxmlformats.org/officeDocument/2006/relationships/slide" Target="slide7.xml"/><Relationship Id="rId15" Type="http://schemas.openxmlformats.org/officeDocument/2006/relationships/slide" Target="slide117.xml"/><Relationship Id="rId10" Type="http://schemas.openxmlformats.org/officeDocument/2006/relationships/hyperlink" Target="https://flyingdeuk.github.io/posts/A330-kneeboard/" TargetMode="External"/><Relationship Id="rId19" Type="http://schemas.openxmlformats.org/officeDocument/2006/relationships/slide" Target="slide125.xml"/><Relationship Id="rId4" Type="http://schemas.openxmlformats.org/officeDocument/2006/relationships/slide" Target="slide5.xml"/><Relationship Id="rId9" Type="http://schemas.openxmlformats.org/officeDocument/2006/relationships/hyperlink" Target="https://flyingdeuk.github.io/posts/B737-kneeboard/" TargetMode="External"/><Relationship Id="rId14" Type="http://schemas.openxmlformats.org/officeDocument/2006/relationships/slide" Target="slide116.xml"/></Relationships>
</file>

<file path=ppt/slides/_rels/slide2.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slide" Target="slide15.xml"/><Relationship Id="rId7" Type="http://schemas.openxmlformats.org/officeDocument/2006/relationships/slide" Target="slide19.xml"/><Relationship Id="rId12"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slide" Target="slide18.xml"/><Relationship Id="rId11" Type="http://schemas.openxmlformats.org/officeDocument/2006/relationships/image" Target="../media/image2.png"/><Relationship Id="rId5" Type="http://schemas.openxmlformats.org/officeDocument/2006/relationships/slide" Target="slide17.xml"/><Relationship Id="rId10" Type="http://schemas.openxmlformats.org/officeDocument/2006/relationships/slide" Target="slide22.xml"/><Relationship Id="rId4" Type="http://schemas.openxmlformats.org/officeDocument/2006/relationships/slide" Target="slide16.xml"/><Relationship Id="rId9" Type="http://schemas.openxmlformats.org/officeDocument/2006/relationships/slide" Target="slide21.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8" Type="http://schemas.openxmlformats.org/officeDocument/2006/relationships/slide" Target="slide29.xml"/><Relationship Id="rId13" Type="http://schemas.openxmlformats.org/officeDocument/2006/relationships/slide" Target="slide35.xml"/><Relationship Id="rId18" Type="http://schemas.openxmlformats.org/officeDocument/2006/relationships/image" Target="../media/image3.svg"/><Relationship Id="rId3" Type="http://schemas.openxmlformats.org/officeDocument/2006/relationships/slide" Target="slide23.xml"/><Relationship Id="rId7" Type="http://schemas.openxmlformats.org/officeDocument/2006/relationships/slide" Target="slide28.xml"/><Relationship Id="rId12" Type="http://schemas.openxmlformats.org/officeDocument/2006/relationships/slide" Target="slide34.xml"/><Relationship Id="rId17" Type="http://schemas.openxmlformats.org/officeDocument/2006/relationships/image" Target="../media/image2.png"/><Relationship Id="rId2" Type="http://schemas.openxmlformats.org/officeDocument/2006/relationships/notesSlide" Target="../notesSlides/notesSlide5.xml"/><Relationship Id="rId16" Type="http://schemas.openxmlformats.org/officeDocument/2006/relationships/slide" Target="slide38.xml"/><Relationship Id="rId1" Type="http://schemas.openxmlformats.org/officeDocument/2006/relationships/slideLayout" Target="../slideLayouts/slideLayout1.xml"/><Relationship Id="rId6" Type="http://schemas.openxmlformats.org/officeDocument/2006/relationships/slide" Target="slide27.xml"/><Relationship Id="rId11" Type="http://schemas.openxmlformats.org/officeDocument/2006/relationships/slide" Target="slide33.xml"/><Relationship Id="rId5" Type="http://schemas.openxmlformats.org/officeDocument/2006/relationships/slide" Target="slide26.xml"/><Relationship Id="rId15" Type="http://schemas.openxmlformats.org/officeDocument/2006/relationships/slide" Target="slide37.xml"/><Relationship Id="rId10" Type="http://schemas.openxmlformats.org/officeDocument/2006/relationships/slide" Target="slide32.xml"/><Relationship Id="rId4" Type="http://schemas.openxmlformats.org/officeDocument/2006/relationships/slide" Target="slide25.xml"/><Relationship Id="rId9" Type="http://schemas.openxmlformats.org/officeDocument/2006/relationships/slide" Target="slide30.xml"/><Relationship Id="rId14" Type="http://schemas.openxmlformats.org/officeDocument/2006/relationships/slide" Target="slide3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8" Type="http://schemas.openxmlformats.org/officeDocument/2006/relationships/slide" Target="slide46.xml"/><Relationship Id="rId13" Type="http://schemas.openxmlformats.org/officeDocument/2006/relationships/slide" Target="slide53.xml"/><Relationship Id="rId18" Type="http://schemas.openxmlformats.org/officeDocument/2006/relationships/slide" Target="slide61.xml"/><Relationship Id="rId3" Type="http://schemas.openxmlformats.org/officeDocument/2006/relationships/slide" Target="slide39.xml"/><Relationship Id="rId7" Type="http://schemas.openxmlformats.org/officeDocument/2006/relationships/slide" Target="slide44.xml"/><Relationship Id="rId12" Type="http://schemas.openxmlformats.org/officeDocument/2006/relationships/slide" Target="slide52.xml"/><Relationship Id="rId17" Type="http://schemas.openxmlformats.org/officeDocument/2006/relationships/slide" Target="slide59.xml"/><Relationship Id="rId2" Type="http://schemas.openxmlformats.org/officeDocument/2006/relationships/notesSlide" Target="../notesSlides/notesSlide7.xml"/><Relationship Id="rId16" Type="http://schemas.openxmlformats.org/officeDocument/2006/relationships/slide" Target="slide58.xml"/><Relationship Id="rId20" Type="http://schemas.openxmlformats.org/officeDocument/2006/relationships/image" Target="../media/image3.svg"/><Relationship Id="rId1" Type="http://schemas.openxmlformats.org/officeDocument/2006/relationships/slideLayout" Target="../slideLayouts/slideLayout1.xml"/><Relationship Id="rId6" Type="http://schemas.openxmlformats.org/officeDocument/2006/relationships/slide" Target="slide43.xml"/><Relationship Id="rId11" Type="http://schemas.openxmlformats.org/officeDocument/2006/relationships/slide" Target="slide50.xml"/><Relationship Id="rId5" Type="http://schemas.openxmlformats.org/officeDocument/2006/relationships/slide" Target="slide41.xml"/><Relationship Id="rId15" Type="http://schemas.openxmlformats.org/officeDocument/2006/relationships/slide" Target="slide56.xml"/><Relationship Id="rId10" Type="http://schemas.openxmlformats.org/officeDocument/2006/relationships/slide" Target="slide49.xml"/><Relationship Id="rId19" Type="http://schemas.openxmlformats.org/officeDocument/2006/relationships/image" Target="../media/image2.png"/><Relationship Id="rId4" Type="http://schemas.openxmlformats.org/officeDocument/2006/relationships/slide" Target="slide40.xml"/><Relationship Id="rId9" Type="http://schemas.openxmlformats.org/officeDocument/2006/relationships/slide" Target="slide47.xml"/><Relationship Id="rId14" Type="http://schemas.openxmlformats.org/officeDocument/2006/relationships/slide" Target="slide55.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8" Type="http://schemas.openxmlformats.org/officeDocument/2006/relationships/slide" Target="slide67.xml"/><Relationship Id="rId13" Type="http://schemas.openxmlformats.org/officeDocument/2006/relationships/slide" Target="slide73.xml"/><Relationship Id="rId18" Type="http://schemas.openxmlformats.org/officeDocument/2006/relationships/slide" Target="slide79.xml"/><Relationship Id="rId26" Type="http://schemas.openxmlformats.org/officeDocument/2006/relationships/slide" Target="slide88.xml"/><Relationship Id="rId3" Type="http://schemas.openxmlformats.org/officeDocument/2006/relationships/slide" Target="slide62.xml"/><Relationship Id="rId21" Type="http://schemas.openxmlformats.org/officeDocument/2006/relationships/slide" Target="slide82.xml"/><Relationship Id="rId7" Type="http://schemas.openxmlformats.org/officeDocument/2006/relationships/slide" Target="slide66.xml"/><Relationship Id="rId12" Type="http://schemas.openxmlformats.org/officeDocument/2006/relationships/slide" Target="slide72.xml"/><Relationship Id="rId17" Type="http://schemas.openxmlformats.org/officeDocument/2006/relationships/slide" Target="slide78.xml"/><Relationship Id="rId25" Type="http://schemas.openxmlformats.org/officeDocument/2006/relationships/slide" Target="slide87.xml"/><Relationship Id="rId2" Type="http://schemas.openxmlformats.org/officeDocument/2006/relationships/notesSlide" Target="../notesSlides/notesSlide9.xml"/><Relationship Id="rId16" Type="http://schemas.openxmlformats.org/officeDocument/2006/relationships/slide" Target="slide77.xml"/><Relationship Id="rId20" Type="http://schemas.openxmlformats.org/officeDocument/2006/relationships/slide" Target="slide81.xml"/><Relationship Id="rId29" Type="http://schemas.openxmlformats.org/officeDocument/2006/relationships/slide" Target="slide91.xml"/><Relationship Id="rId1" Type="http://schemas.openxmlformats.org/officeDocument/2006/relationships/slideLayout" Target="../slideLayouts/slideLayout1.xml"/><Relationship Id="rId6" Type="http://schemas.openxmlformats.org/officeDocument/2006/relationships/slide" Target="slide65.xml"/><Relationship Id="rId11" Type="http://schemas.openxmlformats.org/officeDocument/2006/relationships/slide" Target="slide71.xml"/><Relationship Id="rId24" Type="http://schemas.openxmlformats.org/officeDocument/2006/relationships/slide" Target="slide86.xml"/><Relationship Id="rId32" Type="http://schemas.openxmlformats.org/officeDocument/2006/relationships/image" Target="../media/image3.svg"/><Relationship Id="rId5" Type="http://schemas.openxmlformats.org/officeDocument/2006/relationships/slide" Target="slide64.xml"/><Relationship Id="rId15" Type="http://schemas.openxmlformats.org/officeDocument/2006/relationships/slide" Target="slide76.xml"/><Relationship Id="rId23" Type="http://schemas.openxmlformats.org/officeDocument/2006/relationships/slide" Target="slide85.xml"/><Relationship Id="rId28" Type="http://schemas.openxmlformats.org/officeDocument/2006/relationships/slide" Target="slide90.xml"/><Relationship Id="rId10" Type="http://schemas.openxmlformats.org/officeDocument/2006/relationships/slide" Target="slide70.xml"/><Relationship Id="rId19" Type="http://schemas.openxmlformats.org/officeDocument/2006/relationships/slide" Target="slide80.xml"/><Relationship Id="rId31" Type="http://schemas.openxmlformats.org/officeDocument/2006/relationships/image" Target="../media/image2.png"/><Relationship Id="rId4" Type="http://schemas.openxmlformats.org/officeDocument/2006/relationships/slide" Target="slide63.xml"/><Relationship Id="rId9" Type="http://schemas.openxmlformats.org/officeDocument/2006/relationships/slide" Target="slide68.xml"/><Relationship Id="rId14" Type="http://schemas.openxmlformats.org/officeDocument/2006/relationships/slide" Target="slide75.xml"/><Relationship Id="rId22" Type="http://schemas.openxmlformats.org/officeDocument/2006/relationships/slide" Target="slide84.xml"/><Relationship Id="rId27" Type="http://schemas.openxmlformats.org/officeDocument/2006/relationships/slide" Target="slide89.xml"/><Relationship Id="rId30" Type="http://schemas.openxmlformats.org/officeDocument/2006/relationships/slide" Target="slide93.xml"/></Relationships>
</file>

<file path=ppt/slides/_rels/slide10.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slide" Target="slide102.xml"/><Relationship Id="rId3" Type="http://schemas.openxmlformats.org/officeDocument/2006/relationships/slide" Target="slide94.xml"/><Relationship Id="rId7" Type="http://schemas.openxmlformats.org/officeDocument/2006/relationships/slide" Target="slide100.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slide" Target="slide99.xml"/><Relationship Id="rId5" Type="http://schemas.openxmlformats.org/officeDocument/2006/relationships/slide" Target="slide97.xml"/><Relationship Id="rId10" Type="http://schemas.openxmlformats.org/officeDocument/2006/relationships/image" Target="../media/image3.svg"/><Relationship Id="rId4" Type="http://schemas.openxmlformats.org/officeDocument/2006/relationships/slide" Target="slide96.xml"/><Relationship Id="rId9"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slide" Target="slide112.xml"/><Relationship Id="rId3" Type="http://schemas.openxmlformats.org/officeDocument/2006/relationships/slide" Target="slide103.xml"/><Relationship Id="rId7" Type="http://schemas.openxmlformats.org/officeDocument/2006/relationships/slide" Target="slide109.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slide" Target="slide108.xml"/><Relationship Id="rId5" Type="http://schemas.openxmlformats.org/officeDocument/2006/relationships/slide" Target="slide106.xml"/><Relationship Id="rId10" Type="http://schemas.openxmlformats.org/officeDocument/2006/relationships/image" Target="../media/image3.svg"/><Relationship Id="rId4" Type="http://schemas.openxmlformats.org/officeDocument/2006/relationships/slide" Target="slide105.xml"/><Relationship Id="rId9"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flyingdeuk.github.io/posts/RKSS-GMP/" TargetMode="External"/><Relationship Id="rId7" Type="http://schemas.openxmlformats.org/officeDocument/2006/relationships/slide" Target="slide3.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hyperlink" Target="https://flyingdeuk.github.io/posts/RKPC-CJU/" TargetMode="External"/><Relationship Id="rId9" Type="http://schemas.openxmlformats.org/officeDocument/2006/relationships/image" Target="../media/image3.svg"/></Relationships>
</file>

<file path=ppt/slides/_rels/slide1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flyingdeuk.github.io/posts/RKPC-CJU/" TargetMode="External"/><Relationship Id="rId7" Type="http://schemas.openxmlformats.org/officeDocument/2006/relationships/slide" Target="slide3.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hyperlink" Target="https://flyingdeuk.github.io/posts/RKSS-GMP/" TargetMode="External"/><Relationship Id="rId9" Type="http://schemas.openxmlformats.org/officeDocument/2006/relationships/image" Target="../media/image3.svg"/></Relationships>
</file>

<file path=ppt/slides/_rels/slide17.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image" Target="../media/image5.jpg"/><Relationship Id="rId7"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flyingdeuk.github.io/posts/RKPK-PUS/" TargetMode="External"/><Relationship Id="rId5" Type="http://schemas.openxmlformats.org/officeDocument/2006/relationships/hyperlink" Target="https://flyingdeuk.github.io/posts/RKSS-GMP/" TargetMode="External"/><Relationship Id="rId10" Type="http://schemas.openxmlformats.org/officeDocument/2006/relationships/image" Target="../media/image3.svg"/><Relationship Id="rId4" Type="http://schemas.openxmlformats.org/officeDocument/2006/relationships/slide" Target="slide127.xml"/><Relationship Id="rId9"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flyingdeuk.github.io/posts/RKPK-PUS/" TargetMode="External"/><Relationship Id="rId7" Type="http://schemas.openxmlformats.org/officeDocument/2006/relationships/slide" Target="slide3.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8.jpg"/><Relationship Id="rId4" Type="http://schemas.openxmlformats.org/officeDocument/2006/relationships/hyperlink" Target="https://flyingdeuk.github.io/posts/RKSS-GMP/" TargetMode="External"/><Relationship Id="rId9" Type="http://schemas.openxmlformats.org/officeDocument/2006/relationships/image" Target="../media/image3.svg"/></Relationships>
</file>

<file path=ppt/slides/_rels/slide1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flyingdeuk.github.io/posts/RKPC-CJU/" TargetMode="External"/><Relationship Id="rId7" Type="http://schemas.openxmlformats.org/officeDocument/2006/relationships/slide" Target="slide3.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slide" Target="slide127.xml"/><Relationship Id="rId5" Type="http://schemas.openxmlformats.org/officeDocument/2006/relationships/image" Target="../media/image9.jpg"/><Relationship Id="rId4" Type="http://schemas.openxmlformats.org/officeDocument/2006/relationships/hyperlink" Target="https://flyingdeuk.github.io/posts/RKPK-PUS/" TargetMode="External"/><Relationship Id="rId9" Type="http://schemas.openxmlformats.org/officeDocument/2006/relationships/image" Target="../media/image3.svg"/></Relationships>
</file>

<file path=ppt/slides/_rels/slide20.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RKPK-PUS/" TargetMode="External"/><Relationship Id="rId7"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image" Target="../media/image10.jpg"/><Relationship Id="rId4" Type="http://schemas.openxmlformats.org/officeDocument/2006/relationships/hyperlink" Target="https://flyingdeuk.github.io/posts/RKPC-CJU/"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slide" Target="slide127.xml"/><Relationship Id="rId7"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hyperlink" Target="https://flyingdeuk.github.io/posts/RKPK-PUS/" TargetMode="External"/><Relationship Id="rId4" Type="http://schemas.openxmlformats.org/officeDocument/2006/relationships/hyperlink" Target="https://flyingdeuk.github.io/posts/RKSI-ICN/"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RKPK-PUS/" TargetMode="External"/><Relationship Id="rId7"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flyingdeuk.github.io/posts/RKSS-GMP/" TargetMode="External"/><Relationship Id="rId7"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slide" Target="slide6.xml"/><Relationship Id="rId4" Type="http://schemas.openxmlformats.org/officeDocument/2006/relationships/hyperlink" Target="https://flyingdeuk.github.io/posts/RJTT-HND/" TargetMode="External"/><Relationship Id="rId9" Type="http://schemas.openxmlformats.org/officeDocument/2006/relationships/image" Target="../media/image3.sv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RJTT-HND/" TargetMode="External"/><Relationship Id="rId7"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slide" Target="slide3.xml"/><Relationship Id="rId4" Type="http://schemas.openxmlformats.org/officeDocument/2006/relationships/hyperlink" Target="https://flyingdeuk.github.io/posts/RKSS-GMP/" TargetMode="External"/><Relationship Id="rId9" Type="http://schemas.openxmlformats.org/officeDocument/2006/relationships/image" Target="../media/image13.jpeg"/></Relationships>
</file>

<file path=ppt/slides/_rels/slide26.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6.xml"/><Relationship Id="rId4" Type="http://schemas.openxmlformats.org/officeDocument/2006/relationships/hyperlink" Target="https://flyingdeuk.github.io/posts/RJBB-KIX/"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flyingdeuk.github.io/posts/RJBB-KIX/" TargetMode="External"/><Relationship Id="rId7" Type="http://schemas.openxmlformats.org/officeDocument/2006/relationships/image" Target="../media/image3.sv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6.xml"/><Relationship Id="rId4" Type="http://schemas.openxmlformats.org/officeDocument/2006/relationships/hyperlink" Target="https://flyingdeuk.github.io/posts/RJAA-NRT/"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flyingdeuk.github.io/posts/RJAA-NRT/" TargetMode="External"/><Relationship Id="rId7" Type="http://schemas.openxmlformats.org/officeDocument/2006/relationships/image" Target="../media/image3.sv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6.xml"/><Relationship Id="rId4" Type="http://schemas.openxmlformats.org/officeDocument/2006/relationships/hyperlink" Target="https://flyingdeuk.github.io/posts/RJTT-HND/"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hyperlink" Target="https://flyingdeuk.github.io/posts/RJTT-HND/" TargetMode="External"/><Relationship Id="rId7" Type="http://schemas.openxmlformats.org/officeDocument/2006/relationships/image" Target="../media/image3.sv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6.xml"/><Relationship Id="rId4" Type="http://schemas.openxmlformats.org/officeDocument/2006/relationships/hyperlink" Target="https://flyingdeuk.github.io/posts/RJFF-FUK/" TargetMode="External"/></Relationships>
</file>

<file path=ppt/slides/_rels/slide34.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RJFF-FUK/" TargetMode="External"/><Relationship Id="rId7"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6.xml"/><Relationship Id="rId4" Type="http://schemas.openxmlformats.org/officeDocument/2006/relationships/hyperlink" Target="https://flyingdeuk.github.io/posts/RJGG-NGO/"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flyingdeuk.github.io/posts/RJGG-NGO/" TargetMode="External"/><Relationship Id="rId7" Type="http://schemas.openxmlformats.org/officeDocument/2006/relationships/image" Target="../media/image3.sv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6.xml"/><Relationship Id="rId4" Type="http://schemas.openxmlformats.org/officeDocument/2006/relationships/hyperlink" Target="https://flyingdeuk.github.io/posts/RJCC-CTS/"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flyingdeuk.github.io/posts/RJCC-CTS/" TargetMode="External"/><Relationship Id="rId7" Type="http://schemas.openxmlformats.org/officeDocument/2006/relationships/image" Target="../media/image3.sv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8.xml"/><Relationship Id="rId4" Type="http://schemas.openxmlformats.org/officeDocument/2006/relationships/hyperlink" Target="https://flyingdeuk.github.io/posts/VHHH-HKG/" TargetMode="External"/></Relationships>
</file>

<file path=ppt/slides/_rels/slide40.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VHHH-HKG/" TargetMode="External"/><Relationship Id="rId7"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8.xml"/><Relationship Id="rId4" Type="http://schemas.openxmlformats.org/officeDocument/2006/relationships/hyperlink" Target="https://flyingdeuk.github.io/posts/ZBAA-PEK/"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ZBAA-PEK/" TargetMode="External"/><Relationship Id="rId7"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image" Target="../media/image16.jpeg"/><Relationship Id="rId4" Type="http://schemas.openxmlformats.org/officeDocument/2006/relationships/hyperlink" Target="https://flyingdeuk.github.io/posts/RKSI-ICN/"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8.xml"/><Relationship Id="rId4" Type="http://schemas.openxmlformats.org/officeDocument/2006/relationships/hyperlink" Target="https://flyingdeuk.github.io/posts/ZHHH-WUH/"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flyingdeuk.github.io/posts/ZHHH-WUH/" TargetMode="External"/><Relationship Id="rId7" Type="http://schemas.openxmlformats.org/officeDocument/2006/relationships/image" Target="../media/image3.sv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8.xml"/><Relationship Id="rId4" Type="http://schemas.openxmlformats.org/officeDocument/2006/relationships/hyperlink" Target="https://flyingdeuk.github.io/posts/ZGGG-CAN/"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ZGGG-CAN/" TargetMode="External"/><Relationship Id="rId7"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8.xml"/><Relationship Id="rId4" Type="http://schemas.openxmlformats.org/officeDocument/2006/relationships/hyperlink" Target="https://flyingdeuk.github.io/posts/ZLXY-XIY/"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flyingdeuk.github.io/posts/ZLXY-XIY/" TargetMode="External"/><Relationship Id="rId7" Type="http://schemas.openxmlformats.org/officeDocument/2006/relationships/image" Target="../media/image3.sv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8.xml"/><Relationship Id="rId4" Type="http://schemas.openxmlformats.org/officeDocument/2006/relationships/hyperlink" Target="https://flyingdeuk.github.io/posts/ZBTJ-TSN/"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flyingdeuk.github.io/posts/ZBTJ-TSN/" TargetMode="External"/><Relationship Id="rId7" Type="http://schemas.openxmlformats.org/officeDocument/2006/relationships/image" Target="../media/image3.sv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8.xml"/><Relationship Id="rId4" Type="http://schemas.openxmlformats.org/officeDocument/2006/relationships/hyperlink" Target="https://flyingdeuk.github.io/posts/ZSQD-TAO/"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flyingdeuk.github.io/posts/ZSQD-TAO/" TargetMode="External"/><Relationship Id="rId7" Type="http://schemas.openxmlformats.org/officeDocument/2006/relationships/image" Target="../media/image3.sv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59.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8.xml"/><Relationship Id="rId4" Type="http://schemas.openxmlformats.org/officeDocument/2006/relationships/hyperlink" Target="https://flyingdeuk.github.io/posts/ZGSZ-SZX/"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hyperlink" Target="https://flyingdeuk.github.io/posts/ZGSZ-SZX/" TargetMode="External"/><Relationship Id="rId7" Type="http://schemas.openxmlformats.org/officeDocument/2006/relationships/image" Target="../media/image3.sv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62.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RKPK-PUS/" TargetMode="External"/><Relationship Id="rId7"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slide" Target="slide10.xml"/><Relationship Id="rId4" Type="http://schemas.openxmlformats.org/officeDocument/2006/relationships/hyperlink" Target="https://flyingdeuk.github.io/posts/VTBS-BKK/" TargetMode="External"/></Relationships>
</file>

<file path=ppt/slides/_rels/slide63.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VTBS-BKK/" TargetMode="External"/><Relationship Id="rId7"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slide" Target="slide127.xml"/><Relationship Id="rId5" Type="http://schemas.openxmlformats.org/officeDocument/2006/relationships/slide" Target="slide3.xml"/><Relationship Id="rId4" Type="http://schemas.openxmlformats.org/officeDocument/2006/relationships/hyperlink" Target="https://flyingdeuk.github.io/posts/RKPK-PUS/" TargetMode="External"/></Relationships>
</file>

<file path=ppt/slides/_rels/slide64.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0.xml"/><Relationship Id="rId4" Type="http://schemas.openxmlformats.org/officeDocument/2006/relationships/hyperlink" Target="https://flyingdeuk.github.io/posts/VTBS-BKK/" TargetMode="External"/></Relationships>
</file>

<file path=ppt/slides/_rels/slide65.xml.rels><?xml version="1.0" encoding="UTF-8" standalone="yes"?>
<Relationships xmlns="http://schemas.openxmlformats.org/package/2006/relationships"><Relationship Id="rId3" Type="http://schemas.openxmlformats.org/officeDocument/2006/relationships/hyperlink" Target="https://flyingdeuk.github.io/posts/VTBS-BKK/" TargetMode="External"/><Relationship Id="rId7" Type="http://schemas.openxmlformats.org/officeDocument/2006/relationships/image" Target="../media/image3.sv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66.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0.xml"/><Relationship Id="rId4" Type="http://schemas.openxmlformats.org/officeDocument/2006/relationships/hyperlink" Target="https://flyingdeuk.github.io/posts/WSSS-SIN/" TargetMode="External"/></Relationships>
</file>

<file path=ppt/slides/_rels/slide67.xml.rels><?xml version="1.0" encoding="UTF-8" standalone="yes"?>
<Relationships xmlns="http://schemas.openxmlformats.org/package/2006/relationships"><Relationship Id="rId3" Type="http://schemas.openxmlformats.org/officeDocument/2006/relationships/hyperlink" Target="https://flyingdeuk.github.io/posts/WSSS-SIN/" TargetMode="External"/><Relationship Id="rId7" Type="http://schemas.openxmlformats.org/officeDocument/2006/relationships/image" Target="../media/image3.sv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0.xml"/><Relationship Id="rId4" Type="http://schemas.openxmlformats.org/officeDocument/2006/relationships/hyperlink" Target="https://flyingdeuk.github.io/posts/VVDN-DAD/"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VVDN-DAD/" TargetMode="External"/><Relationship Id="rId7"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71.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0.xml"/><Relationship Id="rId4" Type="http://schemas.openxmlformats.org/officeDocument/2006/relationships/hyperlink" Target="https://flyingdeuk.github.io/posts/VVTS-SGN/" TargetMode="External"/></Relationships>
</file>

<file path=ppt/slides/_rels/slide72.xml.rels><?xml version="1.0" encoding="UTF-8" standalone="yes"?>
<Relationships xmlns="http://schemas.openxmlformats.org/package/2006/relationships"><Relationship Id="rId3" Type="http://schemas.openxmlformats.org/officeDocument/2006/relationships/hyperlink" Target="https://flyingdeuk.github.io/posts/VVTS-SGN/" TargetMode="External"/><Relationship Id="rId7" Type="http://schemas.openxmlformats.org/officeDocument/2006/relationships/image" Target="../media/image3.sv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73.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0.xml"/><Relationship Id="rId4" Type="http://schemas.openxmlformats.org/officeDocument/2006/relationships/hyperlink" Target="https://flyingdeuk.github.io/posts/VTCC-CNX/"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VTCC-CNX/" TargetMode="External"/><Relationship Id="rId7"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76.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0.xml"/><Relationship Id="rId4" Type="http://schemas.openxmlformats.org/officeDocument/2006/relationships/hyperlink" Target="https://flyingdeuk.github.io/posts/WADD-DPS/" TargetMode="External"/></Relationships>
</file>

<file path=ppt/slides/_rels/slide7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s://flyingdeuk.github.io/posts/WADD-DPS/" TargetMode="External"/><Relationship Id="rId7" Type="http://schemas.openxmlformats.org/officeDocument/2006/relationships/image" Target="../media/image3.svg"/><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78.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0.xml"/><Relationship Id="rId4" Type="http://schemas.openxmlformats.org/officeDocument/2006/relationships/hyperlink" Target="https://flyingdeuk.github.io/posts/VDTI-KTI/" TargetMode="External"/></Relationships>
</file>

<file path=ppt/slides/_rels/slide79.xml.rels><?xml version="1.0" encoding="UTF-8" standalone="yes"?>
<Relationships xmlns="http://schemas.openxmlformats.org/package/2006/relationships"><Relationship Id="rId3" Type="http://schemas.openxmlformats.org/officeDocument/2006/relationships/hyperlink" Target="https://flyingdeuk.github.io/posts/VDTI-KTI/" TargetMode="External"/><Relationship Id="rId7" Type="http://schemas.openxmlformats.org/officeDocument/2006/relationships/image" Target="../media/image3.svg"/><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8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0.xml"/><Relationship Id="rId4" Type="http://schemas.openxmlformats.org/officeDocument/2006/relationships/hyperlink" Target="https://flyingdeuk.github.io/posts/RCTP-TPE/" TargetMode="External"/></Relationships>
</file>

<file path=ppt/slides/_rels/slide81.xml.rels><?xml version="1.0" encoding="UTF-8" standalone="yes"?>
<Relationships xmlns="http://schemas.openxmlformats.org/package/2006/relationships"><Relationship Id="rId3" Type="http://schemas.openxmlformats.org/officeDocument/2006/relationships/hyperlink" Target="https://flyingdeuk.github.io/posts/RCTP-TPE/" TargetMode="External"/><Relationship Id="rId7" Type="http://schemas.openxmlformats.org/officeDocument/2006/relationships/image" Target="../media/image3.svg"/><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82.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0.xml"/><Relationship Id="rId4" Type="http://schemas.openxmlformats.org/officeDocument/2006/relationships/hyperlink" Target="https://flyingdeuk.github.io/posts/VYYY-RGN/"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https://flyingdeuk.github.io/posts/VYYY-RGN/" TargetMode="External"/><Relationship Id="rId7" Type="http://schemas.openxmlformats.org/officeDocument/2006/relationships/image" Target="../media/image3.svg"/><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85.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0.xml"/><Relationship Id="rId4" Type="http://schemas.openxmlformats.org/officeDocument/2006/relationships/hyperlink" Target="https://flyingdeuk.github.io/posts/VVPQ-PQC/" TargetMode="External"/></Relationships>
</file>

<file path=ppt/slides/_rels/slide86.xml.rels><?xml version="1.0" encoding="UTF-8" standalone="yes"?>
<Relationships xmlns="http://schemas.openxmlformats.org/package/2006/relationships"><Relationship Id="rId3" Type="http://schemas.openxmlformats.org/officeDocument/2006/relationships/hyperlink" Target="https://flyingdeuk.github.io/posts/VVPQ-PQC/" TargetMode="External"/><Relationship Id="rId7" Type="http://schemas.openxmlformats.org/officeDocument/2006/relationships/image" Target="../media/image3.svg"/><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87.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0.xml"/><Relationship Id="rId4" Type="http://schemas.openxmlformats.org/officeDocument/2006/relationships/hyperlink" Target="https://flyingdeuk.github.io/posts/WMKK-KUL/" TargetMode="External"/></Relationships>
</file>

<file path=ppt/slides/_rels/slide88.xml.rels><?xml version="1.0" encoding="UTF-8" standalone="yes"?>
<Relationships xmlns="http://schemas.openxmlformats.org/package/2006/relationships"><Relationship Id="rId3" Type="http://schemas.openxmlformats.org/officeDocument/2006/relationships/hyperlink" Target="https://flyingdeuk.github.io/posts/WMKK-KUL/" TargetMode="External"/><Relationship Id="rId7" Type="http://schemas.openxmlformats.org/officeDocument/2006/relationships/image" Target="../media/image3.svg"/><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89.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7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0.xml"/><Relationship Id="rId4" Type="http://schemas.openxmlformats.org/officeDocument/2006/relationships/hyperlink" Target="https://flyingdeuk.github.io/posts/VVCR-CXR/" TargetMode="External"/></Relationships>
</file>

<file path=ppt/slides/_rels/slide90.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VVCR-CXR/" TargetMode="External"/><Relationship Id="rId7"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image" Target="../media/image23.jpeg"/><Relationship Id="rId4" Type="http://schemas.openxmlformats.org/officeDocument/2006/relationships/hyperlink" Target="https://flyingdeuk.github.io/posts/RKSI-ICN/" TargetMode="External"/></Relationships>
</file>

<file path=ppt/slides/_rels/slide91.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8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0.xml"/><Relationship Id="rId4" Type="http://schemas.openxmlformats.org/officeDocument/2006/relationships/hyperlink" Target="https://flyingdeuk.github.io/posts/VVNB-HAN/"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hyperlink" Target="https://flyingdeuk.github.io/posts/VVNB-HAN/" TargetMode="External"/><Relationship Id="rId7" Type="http://schemas.openxmlformats.org/officeDocument/2006/relationships/image" Target="../media/image3.svg"/><Relationship Id="rId2" Type="http://schemas.openxmlformats.org/officeDocument/2006/relationships/notesSlide" Target="../notesSlides/notesSlide8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94.xml.rels><?xml version="1.0" encoding="UTF-8" standalone="yes"?>
<Relationships xmlns="http://schemas.openxmlformats.org/package/2006/relationships"><Relationship Id="rId3" Type="http://schemas.openxmlformats.org/officeDocument/2006/relationships/hyperlink" Target="https://flyingdeuk.github.io/posts/RJAA-NRT/" TargetMode="External"/><Relationship Id="rId7" Type="http://schemas.openxmlformats.org/officeDocument/2006/relationships/image" Target="../media/image3.svg"/><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2.xml"/><Relationship Id="rId4" Type="http://schemas.openxmlformats.org/officeDocument/2006/relationships/hyperlink" Target="https://flyingdeuk.github.io/posts/PHNL-HNL/" TargetMode="Externa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flyingdeuk.github.io/posts/PHNL-HNL/" TargetMode="External"/><Relationship Id="rId7" Type="http://schemas.openxmlformats.org/officeDocument/2006/relationships/image" Target="../media/image2.png"/><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image" Target="../media/image24.jpeg"/><Relationship Id="rId5" Type="http://schemas.openxmlformats.org/officeDocument/2006/relationships/slide" Target="slide6.xml"/><Relationship Id="rId4" Type="http://schemas.openxmlformats.org/officeDocument/2006/relationships/hyperlink" Target="https://flyingdeuk.github.io/posts/RJAA-NRT/" TargetMode="External"/></Relationships>
</file>

<file path=ppt/slides/_rels/slide97.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8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2.xml"/><Relationship Id="rId4" Type="http://schemas.openxmlformats.org/officeDocument/2006/relationships/hyperlink" Target="https://flyingdeuk.github.io/posts/YSSY-SYD/" TargetMode="Externa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hyperlink" Target="https://flyingdeuk.github.io/posts/YSSY-SYD" TargetMode="External"/><Relationship Id="rId7" Type="http://schemas.openxmlformats.org/officeDocument/2006/relationships/image" Target="../media/image3.svg"/><Relationship Id="rId2" Type="http://schemas.openxmlformats.org/officeDocument/2006/relationships/notesSlide" Target="../notesSlides/notesSlide8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100.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8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2.xml"/><Relationship Id="rId4" Type="http://schemas.openxmlformats.org/officeDocument/2006/relationships/hyperlink" Target="https://flyingdeuk.github.io/posts/YBBN-BNE/" TargetMode="Externa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hyperlink" Target="https://flyingdeuk.github.io/posts/YBBN-BNE" TargetMode="External"/><Relationship Id="rId7" Type="http://schemas.openxmlformats.org/officeDocument/2006/relationships/image" Target="../media/image3.svg"/><Relationship Id="rId2" Type="http://schemas.openxmlformats.org/officeDocument/2006/relationships/notesSlide" Target="../notesSlides/notesSlide9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103.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9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4.xml"/><Relationship Id="rId4" Type="http://schemas.openxmlformats.org/officeDocument/2006/relationships/hyperlink" Target="https://flyingdeuk.github.io/posts/ZMCK-UBN/" TargetMode="Externa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hyperlink" Target="https://flyingdeuk.github.io/posts/ZMCK-UBN/" TargetMode="External"/><Relationship Id="rId7" Type="http://schemas.openxmlformats.org/officeDocument/2006/relationships/image" Target="../media/image3.svg"/><Relationship Id="rId2" Type="http://schemas.openxmlformats.org/officeDocument/2006/relationships/notesSlide" Target="../notesSlides/notesSlide9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106.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9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4.xml"/><Relationship Id="rId4" Type="http://schemas.openxmlformats.org/officeDocument/2006/relationships/hyperlink" Target="https://flyingdeuk.github.io/posts/OMDB-DXB/"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hyperlink" Target="https://flyingdeuk.github.io/posts/OMDB-DXB/" TargetMode="External"/><Relationship Id="rId7" Type="http://schemas.openxmlformats.org/officeDocument/2006/relationships/image" Target="../media/image3.svg"/><Relationship Id="rId2" Type="http://schemas.openxmlformats.org/officeDocument/2006/relationships/notesSlide" Target="../notesSlides/notesSlide9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109.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3.svg"/><Relationship Id="rId2" Type="http://schemas.openxmlformats.org/officeDocument/2006/relationships/notesSlide" Target="../notesSlides/notesSlide9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14.xml"/><Relationship Id="rId4" Type="http://schemas.openxmlformats.org/officeDocument/2006/relationships/hyperlink" Target="https://flyingdeuk.github.io/posts/VNKT-KTM/" TargetMode="External"/></Relationships>
</file>

<file path=ppt/slides/_rels/slide1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hyperlink" Target="https://flyingdeuk.github.io/posts/VNKT-KTM/" TargetMode="External"/><Relationship Id="rId7" Type="http://schemas.openxmlformats.org/officeDocument/2006/relationships/image" Target="../media/image3.svg"/><Relationship Id="rId2" Type="http://schemas.openxmlformats.org/officeDocument/2006/relationships/notesSlide" Target="../notesSlides/notesSlide9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113.xml.rels><?xml version="1.0" encoding="UTF-8" standalone="yes"?>
<Relationships xmlns="http://schemas.openxmlformats.org/package/2006/relationships"><Relationship Id="rId8" Type="http://schemas.openxmlformats.org/officeDocument/2006/relationships/image" Target="../media/image32.jpg"/><Relationship Id="rId3" Type="http://schemas.openxmlformats.org/officeDocument/2006/relationships/image" Target="../media/image29.png"/><Relationship Id="rId7" Type="http://schemas.openxmlformats.org/officeDocument/2006/relationships/image" Target="../media/image31.jpg"/><Relationship Id="rId2" Type="http://schemas.openxmlformats.org/officeDocument/2006/relationships/notesSlide" Target="../notesSlides/notesSlide99.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30.png"/></Relationships>
</file>

<file path=ppt/slides/_rels/slide1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3.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4.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5.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6.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7.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23.xml.rels><?xml version="1.0" encoding="UTF-8" standalone="yes"?>
<Relationships xmlns="http://schemas.openxmlformats.org/package/2006/relationships"><Relationship Id="rId3" Type="http://schemas.openxmlformats.org/officeDocument/2006/relationships/slide" Target="slide121.xml"/><Relationship Id="rId2" Type="http://schemas.openxmlformats.org/officeDocument/2006/relationships/notesSlide" Target="../notesSlides/notesSlide108.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1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9.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12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10.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slide" Target="slide121.xml"/></Relationships>
</file>

<file path=ppt/slides/_rels/slide1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1.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127.xml.rels><?xml version="1.0" encoding="UTF-8" standalone="yes"?>
<Relationships xmlns="http://schemas.openxmlformats.org/package/2006/relationships"><Relationship Id="rId3" Type="http://schemas.openxmlformats.org/officeDocument/2006/relationships/image" Target="../media/image34.jpeg"/><Relationship Id="rId7" Type="http://schemas.openxmlformats.org/officeDocument/2006/relationships/image" Target="../media/image3.svg"/><Relationship Id="rId2" Type="http://schemas.openxmlformats.org/officeDocument/2006/relationships/notesSlide" Target="../notesSlides/notesSlide11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36.jpeg"/><Relationship Id="rId4" Type="http://schemas.openxmlformats.org/officeDocument/2006/relationships/image" Target="../media/image35.jpeg"/></Relationships>
</file>

<file path=ppt/slides/_rels/slide12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13.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1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4.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5.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6.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7.xml"/><Relationship Id="rId1" Type="http://schemas.openxmlformats.org/officeDocument/2006/relationships/slideLayout" Target="../slideLayouts/slideLayout2.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extLst>
              <p:ext uri="{D42A27DB-BD31-4B8C-83A1-F6EECF244321}">
                <p14:modId xmlns:p14="http://schemas.microsoft.com/office/powerpoint/2010/main" val="4214502570"/>
              </p:ext>
            </p:extLst>
          </p:nvPr>
        </p:nvGraphicFramePr>
        <p:xfrm>
          <a:off x="98101" y="1069487"/>
          <a:ext cx="2132650" cy="2395508"/>
        </p:xfrm>
        <a:graphic>
          <a:graphicData uri="http://schemas.openxmlformats.org/drawingml/2006/table">
            <a:tbl>
              <a:tblPr firstRow="1" bandRow="1">
                <a:noFill/>
                <a:tableStyleId>{A521BE36-7E6F-4EC9-8D66-1CF97A6895EC}</a:tableStyleId>
              </a:tblPr>
              <a:tblGrid>
                <a:gridCol w="2132650">
                  <a:extLst>
                    <a:ext uri="{9D8B030D-6E8A-4147-A177-3AD203B41FA5}">
                      <a16:colId xmlns:a16="http://schemas.microsoft.com/office/drawing/2014/main" val="20000"/>
                    </a:ext>
                  </a:extLst>
                </a:gridCol>
              </a:tblGrid>
              <a:tr h="397007">
                <a:tc>
                  <a:txBody>
                    <a:bodyPr/>
                    <a:lstStyle/>
                    <a:p>
                      <a:pPr marL="0" marR="0" lvl="0" indent="0" algn="ctr" rtl="0">
                        <a:spcBef>
                          <a:spcPts val="0"/>
                        </a:spcBef>
                        <a:spcAft>
                          <a:spcPts val="0"/>
                        </a:spcAft>
                        <a:buNone/>
                      </a:pPr>
                      <a:r>
                        <a:rPr lang="en-US" sz="2400" b="1" u="none" strike="noStrike" cap="none" dirty="0">
                          <a:solidFill>
                            <a:schemeClr val="tx1"/>
                          </a:solidFill>
                          <a:latin typeface="Calibri"/>
                          <a:cs typeface="Calibri"/>
                          <a:sym typeface="Calibri"/>
                          <a:hlinkClick r:id="rId3" action="ppaction://hlinksldjump">
                            <a:extLst>
                              <a:ext uri="{A12FA001-AC4F-418D-AE19-62706E023703}">
                                <ahyp:hlinkClr xmlns:ahyp="http://schemas.microsoft.com/office/drawing/2018/hyperlinkcolor" val="tx"/>
                              </a:ext>
                            </a:extLst>
                          </a:hlinkClick>
                        </a:rPr>
                        <a:t>Domestic</a:t>
                      </a:r>
                      <a:endParaRPr sz="2400" b="1" u="none" strike="noStrike" cap="none" dirty="0">
                        <a:solidFill>
                          <a:schemeClr val="tx1"/>
                        </a:solidFill>
                        <a:latin typeface="Calibri"/>
                        <a:cs typeface="Calibri"/>
                        <a:sym typeface="Calibri"/>
                      </a:endParaRPr>
                    </a:p>
                  </a:txBody>
                  <a:tcPr marL="0" marR="0" marT="0" marB="0" anchor="ctr"/>
                </a:tc>
                <a:extLst>
                  <a:ext uri="{0D108BD9-81ED-4DB2-BD59-A6C34878D82A}">
                    <a16:rowId xmlns:a16="http://schemas.microsoft.com/office/drawing/2014/main" val="10000"/>
                  </a:ext>
                </a:extLst>
              </a:tr>
              <a:tr h="397007">
                <a:tc>
                  <a:txBody>
                    <a:bodyPr/>
                    <a:lstStyle/>
                    <a:p>
                      <a:pPr marL="0" marR="0" lvl="0" indent="0" algn="ctr" rtl="0">
                        <a:spcBef>
                          <a:spcPts val="0"/>
                        </a:spcBef>
                        <a:spcAft>
                          <a:spcPts val="0"/>
                        </a:spcAft>
                        <a:buNone/>
                      </a:pPr>
                      <a:r>
                        <a:rPr lang="en-US" sz="2400" b="1" u="none" strike="noStrike" cap="none" dirty="0">
                          <a:solidFill>
                            <a:srgbClr val="0070C0"/>
                          </a:solidFill>
                          <a:latin typeface="Calibri"/>
                          <a:ea typeface="Calibri"/>
                          <a:cs typeface="Calibri"/>
                          <a:sym typeface="Calibri"/>
                          <a:hlinkClick r:id="rId4" action="ppaction://hlinksldjump">
                            <a:extLst>
                              <a:ext uri="{A12FA001-AC4F-418D-AE19-62706E023703}">
                                <ahyp:hlinkClr xmlns:ahyp="http://schemas.microsoft.com/office/drawing/2018/hyperlinkcolor" val="tx"/>
                              </a:ext>
                            </a:extLst>
                          </a:hlinkClick>
                        </a:rPr>
                        <a:t>Japan</a:t>
                      </a:r>
                      <a:endParaRPr sz="2400" b="1" u="none" strike="noStrike" cap="none" dirty="0">
                        <a:solidFill>
                          <a:srgbClr val="0070C0"/>
                        </a:solidFill>
                        <a:latin typeface="Calibri"/>
                        <a:cs typeface="Calibri"/>
                        <a:sym typeface="Calibri"/>
                      </a:endParaRPr>
                    </a:p>
                  </a:txBody>
                  <a:tcPr marL="0" marR="0" marT="0" marB="0" anchor="ctr"/>
                </a:tc>
                <a:extLst>
                  <a:ext uri="{0D108BD9-81ED-4DB2-BD59-A6C34878D82A}">
                    <a16:rowId xmlns:a16="http://schemas.microsoft.com/office/drawing/2014/main" val="10001"/>
                  </a:ext>
                </a:extLst>
              </a:tr>
              <a:tr h="397007">
                <a:tc>
                  <a:txBody>
                    <a:bodyPr/>
                    <a:lstStyle/>
                    <a:p>
                      <a:pPr marL="0" marR="0" lvl="0" indent="0" algn="ctr" rtl="0">
                        <a:spcBef>
                          <a:spcPts val="0"/>
                        </a:spcBef>
                        <a:spcAft>
                          <a:spcPts val="0"/>
                        </a:spcAft>
                        <a:buNone/>
                      </a:pPr>
                      <a:r>
                        <a:rPr lang="en-US" sz="2400" b="1" u="none" strike="noStrike" cap="none" dirty="0">
                          <a:solidFill>
                            <a:srgbClr val="00B050"/>
                          </a:solidFill>
                          <a:latin typeface="Calibri"/>
                          <a:ea typeface="Calibri"/>
                          <a:cs typeface="Calibri"/>
                          <a:sym typeface="Calibri"/>
                          <a:hlinkClick r:id="rId5" action="ppaction://hlinksldjump">
                            <a:extLst>
                              <a:ext uri="{A12FA001-AC4F-418D-AE19-62706E023703}">
                                <ahyp:hlinkClr xmlns:ahyp="http://schemas.microsoft.com/office/drawing/2018/hyperlinkcolor" val="tx"/>
                              </a:ext>
                            </a:extLst>
                          </a:hlinkClick>
                        </a:rPr>
                        <a:t>China</a:t>
                      </a:r>
                      <a:endParaRPr lang="en-US" altLang="ko-Kore-KR" sz="2400" b="1" u="none" strike="noStrike" cap="none" dirty="0">
                        <a:solidFill>
                          <a:srgbClr val="00B050"/>
                        </a:solidFill>
                        <a:latin typeface="Calibri"/>
                        <a:cs typeface="Calibri"/>
                        <a:sym typeface="Calibri"/>
                      </a:endParaRPr>
                    </a:p>
                  </a:txBody>
                  <a:tcPr marL="0" marR="0" marT="0" marB="0" anchor="ctr"/>
                </a:tc>
                <a:extLst>
                  <a:ext uri="{0D108BD9-81ED-4DB2-BD59-A6C34878D82A}">
                    <a16:rowId xmlns:a16="http://schemas.microsoft.com/office/drawing/2014/main" val="10002"/>
                  </a:ext>
                </a:extLst>
              </a:tr>
              <a:tr h="397007">
                <a:tc>
                  <a:txBody>
                    <a:bodyPr/>
                    <a:lstStyle/>
                    <a:p>
                      <a:pPr marL="0" marR="0" lvl="0" indent="0" algn="ctr" rtl="0">
                        <a:spcBef>
                          <a:spcPts val="0"/>
                        </a:spcBef>
                        <a:spcAft>
                          <a:spcPts val="0"/>
                        </a:spcAft>
                        <a:buNone/>
                      </a:pPr>
                      <a:r>
                        <a:rPr lang="en-US" sz="2400" b="1" u="none" strike="noStrike" cap="none" dirty="0">
                          <a:solidFill>
                            <a:srgbClr val="AA47F5"/>
                          </a:solidFill>
                          <a:latin typeface="Calibri"/>
                          <a:ea typeface="Calibri"/>
                          <a:cs typeface="Calibri"/>
                          <a:sym typeface="Calibri"/>
                          <a:hlinkClick r:id="rId6" action="ppaction://hlinksldjump">
                            <a:extLst>
                              <a:ext uri="{A12FA001-AC4F-418D-AE19-62706E023703}">
                                <ahyp:hlinkClr xmlns:ahyp="http://schemas.microsoft.com/office/drawing/2018/hyperlinkcolor" val="tx"/>
                              </a:ext>
                            </a:extLst>
                          </a:hlinkClick>
                        </a:rPr>
                        <a:t>SE Asia</a:t>
                      </a:r>
                      <a:endParaRPr lang="en-US" altLang="ko-Kore-KR" sz="2400" b="1" u="none" strike="noStrike" cap="none" dirty="0">
                        <a:solidFill>
                          <a:srgbClr val="AA47F5"/>
                        </a:solidFill>
                        <a:latin typeface="Calibri"/>
                        <a:cs typeface="Calibri"/>
                        <a:sym typeface="Calibri"/>
                      </a:endParaRPr>
                    </a:p>
                  </a:txBody>
                  <a:tcPr marL="0" marR="0" marT="0" marB="0" anchor="ctr"/>
                </a:tc>
                <a:extLst>
                  <a:ext uri="{0D108BD9-81ED-4DB2-BD59-A6C34878D82A}">
                    <a16:rowId xmlns:a16="http://schemas.microsoft.com/office/drawing/2014/main" val="10003"/>
                  </a:ext>
                </a:extLst>
              </a:tr>
              <a:tr h="403740">
                <a:tc>
                  <a:txBody>
                    <a:bodyPr/>
                    <a:lstStyle/>
                    <a:p>
                      <a:pPr marL="0" marR="0" lvl="0" indent="0" algn="ctr" rtl="0">
                        <a:spcBef>
                          <a:spcPts val="0"/>
                        </a:spcBef>
                        <a:spcAft>
                          <a:spcPts val="0"/>
                        </a:spcAft>
                        <a:buNone/>
                      </a:pPr>
                      <a:r>
                        <a:rPr lang="en-US" altLang="ko-Kore-KR" sz="2400" b="1" u="none" strike="noStrike" cap="none" dirty="0">
                          <a:solidFill>
                            <a:srgbClr val="FFC000"/>
                          </a:solidFill>
                          <a:latin typeface="Calibri"/>
                          <a:cs typeface="Calibri"/>
                          <a:sym typeface="Calibri"/>
                          <a:hlinkClick r:id="rId7" action="ppaction://hlinksldjump">
                            <a:extLst>
                              <a:ext uri="{A12FA001-AC4F-418D-AE19-62706E023703}">
                                <ahyp:hlinkClr xmlns:ahyp="http://schemas.microsoft.com/office/drawing/2018/hyperlinkcolor" val="tx"/>
                              </a:ext>
                            </a:extLst>
                          </a:hlinkClick>
                        </a:rPr>
                        <a:t>Oceania</a:t>
                      </a:r>
                      <a:endParaRPr lang="en-US" altLang="ko-Kore-KR" sz="2400" b="1" u="none" strike="noStrike" cap="none" dirty="0">
                        <a:solidFill>
                          <a:srgbClr val="FFC000"/>
                        </a:solidFill>
                        <a:latin typeface="Calibri"/>
                        <a:cs typeface="Calibri"/>
                        <a:sym typeface="Calibri"/>
                      </a:endParaRPr>
                    </a:p>
                  </a:txBody>
                  <a:tcPr marL="0" marR="0" marT="0" marB="0" anchor="ctr"/>
                </a:tc>
                <a:extLst>
                  <a:ext uri="{0D108BD9-81ED-4DB2-BD59-A6C34878D82A}">
                    <a16:rowId xmlns:a16="http://schemas.microsoft.com/office/drawing/2014/main" val="2949207752"/>
                  </a:ext>
                </a:extLst>
              </a:tr>
              <a:tr h="403740">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2000" b="1" u="none" strike="noStrike" cap="none" dirty="0">
                          <a:solidFill>
                            <a:srgbClr val="002060"/>
                          </a:solidFill>
                          <a:latin typeface="Calibri"/>
                          <a:cs typeface="Calibri"/>
                          <a:sym typeface="Calibri"/>
                          <a:hlinkClick r:id="rId8" action="ppaction://hlinksldjump">
                            <a:extLst>
                              <a:ext uri="{A12FA001-AC4F-418D-AE19-62706E023703}">
                                <ahyp:hlinkClr xmlns:ahyp="http://schemas.microsoft.com/office/drawing/2018/hyperlinkcolor" val="tx"/>
                              </a:ext>
                            </a:extLst>
                          </a:hlinkClick>
                        </a:rPr>
                        <a:t>Mongo, ME Asia</a:t>
                      </a:r>
                      <a:endParaRPr lang="en-US" altLang="ko-Kore-KR" sz="2000" b="1" u="none" strike="noStrike" cap="none" dirty="0">
                        <a:solidFill>
                          <a:srgbClr val="002060"/>
                        </a:solidFill>
                        <a:latin typeface="Calibri"/>
                        <a:cs typeface="Calibri"/>
                        <a:sym typeface="Calibri"/>
                      </a:endParaRPr>
                    </a:p>
                  </a:txBody>
                  <a:tcPr marL="0" marR="0" marT="0" marB="0" anchor="ctr"/>
                </a:tc>
                <a:extLst>
                  <a:ext uri="{0D108BD9-81ED-4DB2-BD59-A6C34878D82A}">
                    <a16:rowId xmlns:a16="http://schemas.microsoft.com/office/drawing/2014/main" val="2503510456"/>
                  </a:ext>
                </a:extLst>
              </a:tr>
            </a:tbl>
          </a:graphicData>
        </a:graphic>
      </p:graphicFrame>
      <p:sp>
        <p:nvSpPr>
          <p:cNvPr id="89" name="Google Shape;89;p1">
            <a:hlinkClick r:id="rId9"/>
          </p:cNvPr>
          <p:cNvSpPr/>
          <p:nvPr/>
        </p:nvSpPr>
        <p:spPr>
          <a:xfrm>
            <a:off x="11947" y="-38794"/>
            <a:ext cx="2332054" cy="861734"/>
          </a:xfrm>
          <a:prstGeom prst="rect">
            <a:avLst/>
          </a:prstGeom>
          <a:noFill/>
          <a:ln>
            <a:noFill/>
          </a:ln>
        </p:spPr>
        <p:txBody>
          <a:bodyPr spcFirstLastPara="1" wrap="square" lIns="36000" tIns="45700" rIns="36000" bIns="45700" anchor="ctr" anchorCtr="0">
            <a:spAutoFit/>
          </a:bodyPr>
          <a:lstStyle/>
          <a:p>
            <a:pPr marL="0" marR="0" lvl="0" indent="0" rtl="0">
              <a:spcBef>
                <a:spcPts val="0"/>
              </a:spcBef>
              <a:spcAft>
                <a:spcPts val="0"/>
              </a:spcAft>
              <a:buNone/>
            </a:pPr>
            <a:r>
              <a:rPr lang="en-US" b="1" i="0" u="none" strike="noStrike" dirty="0">
                <a:ln w="9525">
                  <a:solidFill>
                    <a:schemeClr val="bg1"/>
                  </a:solidFill>
                  <a:prstDash val="solid"/>
                </a:ln>
                <a:solidFill>
                  <a:schemeClr val="tx1"/>
                </a:solidFill>
                <a:effectLst>
                  <a:outerShdw blurRad="50800" dist="38100" algn="l" rotWithShape="0">
                    <a:prstClr val="black">
                      <a:alpha val="40000"/>
                    </a:prstClr>
                  </a:outerShdw>
                  <a:reflection blurRad="6350" stA="55000" endA="300" endPos="45500" dir="5400000" sy="-100000" algn="bl" rotWithShape="0"/>
                </a:effectLst>
                <a:latin typeface="+mj-lt"/>
                <a:ea typeface="Toppan Bunkyu Midashi Gothic Ex" panose="020B0900000000000000" pitchFamily="34" charset="-128"/>
                <a:cs typeface="Calibri"/>
                <a:sym typeface="Calibri"/>
                <a:hlinkClick r:id="rId10"/>
              </a:rPr>
              <a:t>A330</a:t>
            </a:r>
          </a:p>
          <a:p>
            <a:pPr marL="0" marR="0" lvl="0" indent="0" algn="ctr" rtl="0">
              <a:spcBef>
                <a:spcPts val="0"/>
              </a:spcBef>
              <a:spcAft>
                <a:spcPts val="0"/>
              </a:spcAft>
              <a:buNone/>
            </a:pPr>
            <a:r>
              <a:rPr lang="en-US" sz="3200" b="1" i="0" u="none" strike="noStrike" dirty="0">
                <a:ln w="9525">
                  <a:solidFill>
                    <a:schemeClr val="bg1"/>
                  </a:solidFill>
                  <a:prstDash val="solid"/>
                </a:ln>
                <a:solidFill>
                  <a:schemeClr val="tx1"/>
                </a:solidFill>
                <a:effectLst>
                  <a:outerShdw blurRad="50800" dist="38100" algn="l" rotWithShape="0">
                    <a:prstClr val="black">
                      <a:alpha val="40000"/>
                    </a:prstClr>
                  </a:outerShdw>
                  <a:reflection blurRad="6350" stA="55000" endA="300" endPos="45500" dir="5400000" sy="-100000" algn="bl" rotWithShape="0"/>
                </a:effectLst>
                <a:latin typeface="+mj-lt"/>
                <a:ea typeface="Toppan Bunkyu Midashi Gothic Ex" panose="020B0900000000000000" pitchFamily="34" charset="-128"/>
                <a:cs typeface="Calibri"/>
                <a:sym typeface="Calibri"/>
                <a:hlinkClick r:id="rId10"/>
              </a:rPr>
              <a:t>KneeBoard</a:t>
            </a:r>
            <a:endParaRPr sz="3200" b="1" i="0" u="none" strike="noStrike" dirty="0">
              <a:ln w="9525">
                <a:solidFill>
                  <a:schemeClr val="bg1"/>
                </a:solidFill>
                <a:prstDash val="solid"/>
              </a:ln>
              <a:solidFill>
                <a:schemeClr val="tx1"/>
              </a:solidFill>
              <a:effectLst>
                <a:outerShdw blurRad="50800" dist="38100" algn="l" rotWithShape="0">
                  <a:prstClr val="black">
                    <a:alpha val="40000"/>
                  </a:prstClr>
                </a:outerShdw>
                <a:reflection blurRad="6350" stA="55000" endA="300" endPos="45500" dir="5400000" sy="-100000" algn="bl" rotWithShape="0"/>
              </a:effectLst>
              <a:latin typeface="+mj-lt"/>
              <a:ea typeface="Toppan Bunkyu Midashi Gothic Ex" panose="020B0900000000000000" pitchFamily="34" charset="-128"/>
              <a:cs typeface="Calibri"/>
              <a:sym typeface="Calibri"/>
            </a:endParaRPr>
          </a:p>
        </p:txBody>
      </p:sp>
      <p:graphicFrame>
        <p:nvGraphicFramePr>
          <p:cNvPr id="90" name="Google Shape;90;p1"/>
          <p:cNvGraphicFramePr/>
          <p:nvPr>
            <p:extLst>
              <p:ext uri="{D42A27DB-BD31-4B8C-83A1-F6EECF244321}">
                <p14:modId xmlns:p14="http://schemas.microsoft.com/office/powerpoint/2010/main" val="3353982087"/>
              </p:ext>
            </p:extLst>
          </p:nvPr>
        </p:nvGraphicFramePr>
        <p:xfrm>
          <a:off x="147795" y="3531746"/>
          <a:ext cx="2030042" cy="1882638"/>
        </p:xfrm>
        <a:graphic>
          <a:graphicData uri="http://schemas.openxmlformats.org/drawingml/2006/table">
            <a:tbl>
              <a:tblPr firstRow="1" bandRow="1">
                <a:noFill/>
                <a:tableStyleId>{A521BE36-7E6F-4EC9-8D66-1CF97A6895EC}</a:tableStyleId>
              </a:tblPr>
              <a:tblGrid>
                <a:gridCol w="909721">
                  <a:extLst>
                    <a:ext uri="{9D8B030D-6E8A-4147-A177-3AD203B41FA5}">
                      <a16:colId xmlns:a16="http://schemas.microsoft.com/office/drawing/2014/main" val="20000"/>
                    </a:ext>
                  </a:extLst>
                </a:gridCol>
                <a:gridCol w="135583">
                  <a:extLst>
                    <a:ext uri="{9D8B030D-6E8A-4147-A177-3AD203B41FA5}">
                      <a16:colId xmlns:a16="http://schemas.microsoft.com/office/drawing/2014/main" val="976924426"/>
                    </a:ext>
                  </a:extLst>
                </a:gridCol>
                <a:gridCol w="984738">
                  <a:extLst>
                    <a:ext uri="{9D8B030D-6E8A-4147-A177-3AD203B41FA5}">
                      <a16:colId xmlns:a16="http://schemas.microsoft.com/office/drawing/2014/main" val="20001"/>
                    </a:ext>
                  </a:extLst>
                </a:gridCol>
              </a:tblGrid>
              <a:tr h="278213">
                <a:tc gridSpan="3">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1" u="none" strike="noStrike" cap="none" dirty="0">
                          <a:solidFill>
                            <a:schemeClr val="tx1"/>
                          </a:solidFill>
                          <a:latin typeface="Calibri"/>
                          <a:ea typeface="Calibri"/>
                          <a:cs typeface="Calibri"/>
                          <a:sym typeface="Calibri"/>
                          <a:hlinkClick r:id="rId11" action="ppaction://hlinksldjump">
                            <a:extLst>
                              <a:ext uri="{A12FA001-AC4F-418D-AE19-62706E023703}">
                                <ahyp:hlinkClr xmlns:ahyp="http://schemas.microsoft.com/office/drawing/2018/hyperlinkcolor" val="tx"/>
                              </a:ext>
                            </a:extLst>
                          </a:hlinkClick>
                        </a:rPr>
                        <a:t>Differences</a:t>
                      </a:r>
                      <a:endParaRPr lang="en-US" altLang="ko-Kore-KR" sz="1400" b="1" u="none" strike="noStrike" cap="none" dirty="0">
                        <a:solidFill>
                          <a:schemeClr val="tx1"/>
                        </a:solidFill>
                        <a:latin typeface="Calibri"/>
                        <a:ea typeface="Calibri"/>
                        <a:cs typeface="Calibri"/>
                        <a:sym typeface="Calibri"/>
                      </a:endParaRPr>
                    </a:p>
                  </a:txBody>
                  <a:tcPr marL="91450" marR="91450" marT="0" marB="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728321702"/>
                  </a:ext>
                </a:extLst>
              </a:tr>
              <a:tr h="278213">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1" u="none" strike="noStrike" cap="none" dirty="0">
                          <a:solidFill>
                            <a:srgbClr val="00B050"/>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FUEL</a:t>
                      </a:r>
                      <a:endParaRPr lang="en-US" altLang="ko-Kore-KR" sz="1400" b="1" u="none" strike="noStrike" cap="none" dirty="0">
                        <a:solidFill>
                          <a:srgbClr val="00B050"/>
                        </a:solidFill>
                        <a:latin typeface="Calibri"/>
                        <a:ea typeface="Calibri"/>
                        <a:cs typeface="Calibri"/>
                        <a:sym typeface="Calibri"/>
                      </a:endParaRPr>
                    </a:p>
                  </a:txBody>
                  <a:tcPr marL="36000" marR="36000" marT="0" marB="0" anchor="ctr"/>
                </a:tc>
                <a:tc gridSpan="2">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kumimoji="0" lang="en-US" altLang="ko-Kore-KR" sz="1400" b="1" i="0" u="none" strike="noStrike" kern="1200" cap="none" spc="0" normalizeH="0" baseline="0" noProof="0" dirty="0">
                          <a:ln>
                            <a:noFill/>
                          </a:ln>
                          <a:solidFill>
                            <a:srgbClr val="00B050"/>
                          </a:solidFill>
                          <a:effectLst/>
                          <a:uLnTx/>
                          <a:uFillTx/>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1 ENG TAXI </a:t>
                      </a:r>
                      <a:endParaRPr lang="en-US" altLang="ko-Kore-KR" sz="1400" b="1" u="none" strike="noStrike" cap="none" dirty="0">
                        <a:solidFill>
                          <a:srgbClr val="00B050"/>
                        </a:solidFill>
                        <a:latin typeface="Calibri"/>
                        <a:ea typeface="Calibri"/>
                        <a:cs typeface="Calibri"/>
                        <a:sym typeface="Calibri"/>
                      </a:endParaRPr>
                    </a:p>
                  </a:txBody>
                  <a:tcPr marL="36000" marR="36000" marT="0" marB="0" anchor="ctr"/>
                </a:tc>
                <a:tc hMerge="1">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kumimoji="0" lang="en-US" altLang="ko-Kore-KR" sz="1400" b="1" i="0" u="none" strike="noStrike" kern="1200" cap="none" spc="0" normalizeH="0" baseline="0" noProof="0" dirty="0">
                          <a:ln>
                            <a:noFill/>
                          </a:ln>
                          <a:solidFill>
                            <a:srgbClr val="7030A0"/>
                          </a:solidFill>
                          <a:effectLst/>
                          <a:uLnTx/>
                          <a:uFillTx/>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1 ENG TAXI </a:t>
                      </a:r>
                      <a:endParaRPr lang="en-US" altLang="ko-Kore-KR" sz="1400" b="1" u="none" strike="noStrike" cap="none" dirty="0">
                        <a:solidFill>
                          <a:srgbClr val="7030A0"/>
                        </a:solidFill>
                        <a:latin typeface="Calibri"/>
                        <a:ea typeface="Calibri"/>
                        <a:cs typeface="Calibri"/>
                        <a:sym typeface="Calibri"/>
                      </a:endParaRPr>
                    </a:p>
                  </a:txBody>
                  <a:tcPr marL="36000" marR="36000" marT="0" marB="0" anchor="ctr"/>
                </a:tc>
                <a:extLst>
                  <a:ext uri="{0D108BD9-81ED-4DB2-BD59-A6C34878D82A}">
                    <a16:rowId xmlns:a16="http://schemas.microsoft.com/office/drawing/2014/main" val="966151611"/>
                  </a:ext>
                </a:extLst>
              </a:tr>
              <a:tr h="278213">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1" u="none" strike="noStrike" cap="none" dirty="0">
                          <a:solidFill>
                            <a:srgbClr val="7030A0"/>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LP/HP Air</a:t>
                      </a:r>
                      <a:endParaRPr lang="en-US" altLang="ko-Kore-KR" sz="1400" b="1" u="none" strike="noStrike" cap="none" dirty="0">
                        <a:solidFill>
                          <a:srgbClr val="7030A0"/>
                        </a:solidFill>
                        <a:latin typeface="Calibri"/>
                        <a:ea typeface="Calibri"/>
                        <a:cs typeface="Calibri"/>
                        <a:sym typeface="Calibri"/>
                      </a:endParaRPr>
                    </a:p>
                  </a:txBody>
                  <a:tcPr marL="91450" marR="91450" marT="0" marB="0" anchor="ctr"/>
                </a:tc>
                <a:tc gridSpan="2">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kumimoji="0" lang="en-US" altLang="ko-Kore-KR" sz="1400" b="1" i="0" u="none" strike="noStrike" kern="1200" cap="none" spc="0" normalizeH="0" baseline="0" noProof="0" dirty="0">
                          <a:ln>
                            <a:noFill/>
                          </a:ln>
                          <a:solidFill>
                            <a:srgbClr val="7030A0"/>
                          </a:solidFill>
                          <a:effectLst/>
                          <a:uLnTx/>
                          <a:uFillTx/>
                          <a:latin typeface="Calibri"/>
                          <a:ea typeface="Calibri"/>
                          <a:cs typeface="Calibri"/>
                          <a:sym typeface="Calibri"/>
                          <a:hlinkClick r:id="rId15" action="ppaction://hlinksldjump">
                            <a:extLst>
                              <a:ext uri="{A12FA001-AC4F-418D-AE19-62706E023703}">
                                <ahyp:hlinkClr xmlns:ahyp="http://schemas.microsoft.com/office/drawing/2018/hyperlinkcolor" val="tx"/>
                              </a:ext>
                            </a:extLst>
                          </a:hlinkClick>
                        </a:rPr>
                        <a:t>Cross Start</a:t>
                      </a:r>
                      <a:r>
                        <a:rPr kumimoji="0" lang="en-US" altLang="ko-Kore-KR" sz="1400" b="1" i="0" u="none" strike="noStrike" kern="1200" cap="none" spc="0" normalizeH="0" baseline="0" noProof="0" dirty="0">
                          <a:ln>
                            <a:noFill/>
                          </a:ln>
                          <a:solidFill>
                            <a:srgbClr val="7030A0"/>
                          </a:solidFill>
                          <a:effectLst/>
                          <a:uLnTx/>
                          <a:uFillTx/>
                          <a:latin typeface="Calibri"/>
                          <a:ea typeface="Calibri"/>
                          <a:cs typeface="Calibri"/>
                          <a:sym typeface="Calibri"/>
                        </a:rPr>
                        <a:t> </a:t>
                      </a:r>
                      <a:endParaRPr lang="en-US" altLang="ko-Kore-KR" sz="1400" b="1" u="none" strike="noStrike" cap="none" dirty="0">
                        <a:solidFill>
                          <a:srgbClr val="7030A0"/>
                        </a:solidFill>
                        <a:latin typeface="Calibri"/>
                        <a:ea typeface="Calibri"/>
                        <a:cs typeface="Calibri"/>
                        <a:sym typeface="Calibri"/>
                      </a:endParaRPr>
                    </a:p>
                  </a:txBody>
                  <a:tcPr marL="91450" marR="91450" marT="0" marB="0" anchor="ctr"/>
                </a:tc>
                <a:tc hMerge="1">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kumimoji="0" lang="en-US" altLang="ko-Kore-KR" sz="1400" b="1" i="0" u="none" strike="noStrike" kern="1200" cap="none" spc="0" normalizeH="0" baseline="0" noProof="0" dirty="0">
                          <a:ln>
                            <a:noFill/>
                          </a:ln>
                          <a:solidFill>
                            <a:srgbClr val="7030A0"/>
                          </a:solidFill>
                          <a:effectLst/>
                          <a:uLnTx/>
                          <a:uFillTx/>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HP StartUnit</a:t>
                      </a:r>
                      <a:r>
                        <a:rPr kumimoji="0" lang="en-US" altLang="ko-Kore-KR" sz="1400" b="1" i="0" u="none" strike="noStrike" kern="1200" cap="none" spc="0" normalizeH="0" baseline="0" noProof="0" dirty="0">
                          <a:ln>
                            <a:noFill/>
                          </a:ln>
                          <a:solidFill>
                            <a:srgbClr val="7030A0"/>
                          </a:solidFill>
                          <a:effectLst/>
                          <a:uLnTx/>
                          <a:uFillTx/>
                          <a:latin typeface="Calibri"/>
                          <a:ea typeface="Calibri"/>
                          <a:cs typeface="Calibri"/>
                          <a:sym typeface="Calibri"/>
                        </a:rPr>
                        <a:t> </a:t>
                      </a:r>
                      <a:endParaRPr lang="en-US" altLang="ko-Kore-KR" sz="1400" b="1" u="none" strike="noStrike" cap="none" dirty="0">
                        <a:solidFill>
                          <a:srgbClr val="7030A0"/>
                        </a:solidFill>
                        <a:latin typeface="Calibri"/>
                        <a:ea typeface="Calibri"/>
                        <a:cs typeface="Calibri"/>
                        <a:sym typeface="Calibri"/>
                      </a:endParaRPr>
                    </a:p>
                  </a:txBody>
                  <a:tcPr marL="91450" marR="91450" marT="0" marB="0" anchor="ctr"/>
                </a:tc>
                <a:extLst>
                  <a:ext uri="{0D108BD9-81ED-4DB2-BD59-A6C34878D82A}">
                    <a16:rowId xmlns:a16="http://schemas.microsoft.com/office/drawing/2014/main" val="211395324"/>
                  </a:ext>
                </a:extLst>
              </a:tr>
              <a:tr h="278213">
                <a:tc gridSpan="3">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1" u="none" strike="noStrike" cap="none" dirty="0">
                          <a:solidFill>
                            <a:srgbClr val="0070C0"/>
                          </a:solidFill>
                          <a:latin typeface="Calibri"/>
                          <a:ea typeface="Calibri"/>
                          <a:cs typeface="Calibri"/>
                          <a:sym typeface="Calibri"/>
                          <a:hlinkClick r:id="rId16" action="ppaction://hlinksldjump">
                            <a:extLst>
                              <a:ext uri="{A12FA001-AC4F-418D-AE19-62706E023703}">
                                <ahyp:hlinkClr xmlns:ahyp="http://schemas.microsoft.com/office/drawing/2018/hyperlinkcolor" val="tx"/>
                              </a:ext>
                            </a:extLst>
                          </a:hlinkClick>
                        </a:rPr>
                        <a:t>Cold Temp Correction</a:t>
                      </a:r>
                      <a:endParaRPr lang="en-US" altLang="ko-Kore-KR" sz="1400" b="1" u="none" strike="noStrike" cap="none" dirty="0">
                        <a:solidFill>
                          <a:srgbClr val="0070C0"/>
                        </a:solidFill>
                        <a:latin typeface="Calibri"/>
                        <a:ea typeface="Calibri"/>
                        <a:cs typeface="Calibri"/>
                        <a:sym typeface="Calibri"/>
                      </a:endParaRPr>
                    </a:p>
                  </a:txBody>
                  <a:tcPr marL="91450" marR="91450" marT="0" marB="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278213">
                <a:tc gridSpan="3">
                  <a:txBody>
                    <a:bodyPr/>
                    <a:lstStyle/>
                    <a:p>
                      <a:pPr marL="0" marR="0" lvl="0" indent="0" algn="ctr" rtl="0">
                        <a:spcBef>
                          <a:spcPts val="0"/>
                        </a:spcBef>
                        <a:spcAft>
                          <a:spcPts val="0"/>
                        </a:spcAft>
                        <a:buNone/>
                      </a:pPr>
                      <a:r>
                        <a:rPr lang="en-US" sz="1400" b="1" u="none" strike="noStrike" cap="none" dirty="0">
                          <a:solidFill>
                            <a:srgbClr val="0070C0"/>
                          </a:solidFill>
                          <a:latin typeface="Calibri"/>
                          <a:ea typeface="Calibri"/>
                          <a:cs typeface="Calibri"/>
                          <a:sym typeface="Calibri"/>
                          <a:hlinkClick r:id="rId17" action="ppaction://hlinksldjump">
                            <a:extLst>
                              <a:ext uri="{A12FA001-AC4F-418D-AE19-62706E023703}">
                                <ahyp:hlinkClr xmlns:ahyp="http://schemas.microsoft.com/office/drawing/2018/hyperlinkcolor" val="tx"/>
                              </a:ext>
                            </a:extLst>
                          </a:hlinkClick>
                        </a:rPr>
                        <a:t>Cold </a:t>
                      </a:r>
                      <a:r>
                        <a:rPr lang="en-US" sz="1400" b="1" u="none" strike="noStrike" cap="none" dirty="0" err="1">
                          <a:solidFill>
                            <a:srgbClr val="0070C0"/>
                          </a:solidFill>
                          <a:latin typeface="Calibri"/>
                          <a:ea typeface="Calibri"/>
                          <a:cs typeface="Calibri"/>
                          <a:sym typeface="Calibri"/>
                          <a:hlinkClick r:id="rId17" action="ppaction://hlinksldjump">
                            <a:extLst>
                              <a:ext uri="{A12FA001-AC4F-418D-AE19-62706E023703}">
                                <ahyp:hlinkClr xmlns:ahyp="http://schemas.microsoft.com/office/drawing/2018/hyperlinkcolor" val="tx"/>
                              </a:ext>
                            </a:extLst>
                          </a:hlinkClick>
                        </a:rPr>
                        <a:t>Wx</a:t>
                      </a:r>
                      <a:r>
                        <a:rPr lang="en-US" sz="1400" b="1" u="none" strike="noStrike" cap="none" dirty="0">
                          <a:solidFill>
                            <a:srgbClr val="0070C0"/>
                          </a:solidFill>
                          <a:latin typeface="Calibri"/>
                          <a:ea typeface="Calibri"/>
                          <a:cs typeface="Calibri"/>
                          <a:sym typeface="Calibri"/>
                          <a:hlinkClick r:id="rId17" action="ppaction://hlinksldjump">
                            <a:extLst>
                              <a:ext uri="{A12FA001-AC4F-418D-AE19-62706E023703}">
                                <ahyp:hlinkClr xmlns:ahyp="http://schemas.microsoft.com/office/drawing/2018/hyperlinkcolor" val="tx"/>
                              </a:ext>
                            </a:extLst>
                          </a:hlinkClick>
                        </a:rPr>
                        <a:t> Operation</a:t>
                      </a:r>
                      <a:endParaRPr sz="1400" b="1" u="none" strike="noStrike" cap="none" dirty="0">
                        <a:solidFill>
                          <a:srgbClr val="0070C0"/>
                        </a:solidFill>
                        <a:latin typeface="Calibri"/>
                        <a:ea typeface="Calibri"/>
                        <a:cs typeface="Calibri"/>
                        <a:sym typeface="Calibri"/>
                      </a:endParaRPr>
                    </a:p>
                  </a:txBody>
                  <a:tcPr marL="91450" marR="91450" marT="0" marB="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278213">
                <a:tc gridSpan="2">
                  <a:txBody>
                    <a:bodyPr/>
                    <a:lstStyle/>
                    <a:p>
                      <a:pPr marL="0" marR="0" lvl="0" indent="0" algn="ctr" rtl="0">
                        <a:spcBef>
                          <a:spcPts val="0"/>
                        </a:spcBef>
                        <a:spcAft>
                          <a:spcPts val="0"/>
                        </a:spcAft>
                        <a:buNone/>
                      </a:pPr>
                      <a:r>
                        <a:rPr lang="en-US" sz="1200" b="1" u="none" strike="noStrike" cap="none" dirty="0">
                          <a:solidFill>
                            <a:srgbClr val="0070C0"/>
                          </a:solidFill>
                          <a:latin typeface="Calibri"/>
                          <a:ea typeface="Calibri"/>
                          <a:cs typeface="Calibri"/>
                          <a:sym typeface="Calibri"/>
                          <a:hlinkClick r:id="rId18" action="ppaction://hlinksldjump">
                            <a:extLst>
                              <a:ext uri="{A12FA001-AC4F-418D-AE19-62706E023703}">
                                <ahyp:hlinkClr xmlns:ahyp="http://schemas.microsoft.com/office/drawing/2018/hyperlinkcolor" val="tx"/>
                              </a:ext>
                            </a:extLst>
                          </a:hlinkClick>
                        </a:rPr>
                        <a:t>ENG ON </a:t>
                      </a:r>
                      <a:r>
                        <a:rPr lang="en-US" sz="900" b="1" u="none" strike="noStrike" cap="none" dirty="0">
                          <a:solidFill>
                            <a:srgbClr val="0070C0"/>
                          </a:solidFill>
                          <a:latin typeface="Calibri"/>
                          <a:ea typeface="Calibri"/>
                          <a:cs typeface="Calibri"/>
                          <a:sym typeface="Calibri"/>
                          <a:hlinkClick r:id="rId18" action="ppaction://hlinksldjump">
                            <a:extLst>
                              <a:ext uri="{A12FA001-AC4F-418D-AE19-62706E023703}">
                                <ahyp:hlinkClr xmlns:ahyp="http://schemas.microsoft.com/office/drawing/2018/hyperlinkcolor" val="tx"/>
                              </a:ext>
                            </a:extLst>
                          </a:hlinkClick>
                        </a:rPr>
                        <a:t>Deicing</a:t>
                      </a:r>
                      <a:endParaRPr sz="1200" b="1" u="none" strike="noStrike" cap="none" dirty="0">
                        <a:solidFill>
                          <a:srgbClr val="0070C0"/>
                        </a:solidFill>
                        <a:latin typeface="Calibri"/>
                        <a:ea typeface="Calibri"/>
                        <a:cs typeface="Calibri"/>
                        <a:sym typeface="Calibri"/>
                      </a:endParaRPr>
                    </a:p>
                  </a:txBody>
                  <a:tcPr marL="36000" marR="36000" marT="0" marB="0" anchor="ctr"/>
                </a:tc>
                <a:tc hMerge="1">
                  <a:txBody>
                    <a:bodyPr/>
                    <a:lstStyle/>
                    <a:p>
                      <a:pPr marL="0" marR="0" lvl="0" indent="0" algn="ctr" rtl="0">
                        <a:spcBef>
                          <a:spcPts val="0"/>
                        </a:spcBef>
                        <a:spcAft>
                          <a:spcPts val="0"/>
                        </a:spcAft>
                        <a:buNone/>
                      </a:pPr>
                      <a:endParaRPr sz="1200" b="1" u="none" strike="noStrike" cap="none" dirty="0">
                        <a:solidFill>
                          <a:srgbClr val="0070C0"/>
                        </a:solidFill>
                        <a:latin typeface="Calibri"/>
                        <a:ea typeface="Calibri"/>
                        <a:cs typeface="Calibri"/>
                        <a:sym typeface="Calibri"/>
                      </a:endParaRPr>
                    </a:p>
                  </a:txBody>
                  <a:tcPr marL="36000" marR="36000" marT="0" marB="0" anchor="ctr"/>
                </a:tc>
                <a:tc>
                  <a:txBody>
                    <a:bodyPr/>
                    <a:lstStyle/>
                    <a:p>
                      <a:pPr marL="0" marR="0" lvl="0" indent="0" algn="ctr" rtl="0">
                        <a:spcBef>
                          <a:spcPts val="0"/>
                        </a:spcBef>
                        <a:spcAft>
                          <a:spcPts val="0"/>
                        </a:spcAft>
                        <a:buNone/>
                      </a:pPr>
                      <a:r>
                        <a:rPr lang="en-US" sz="1200" b="1" u="none" strike="noStrike" cap="none" dirty="0">
                          <a:solidFill>
                            <a:srgbClr val="0070C0"/>
                          </a:solidFill>
                          <a:latin typeface="Calibri"/>
                          <a:ea typeface="Calibri"/>
                          <a:cs typeface="Calibri"/>
                          <a:sym typeface="Calibri"/>
                          <a:hlinkClick r:id="rId19" action="ppaction://hlinksldjump">
                            <a:extLst>
                              <a:ext uri="{A12FA001-AC4F-418D-AE19-62706E023703}">
                                <ahyp:hlinkClr xmlns:ahyp="http://schemas.microsoft.com/office/drawing/2018/hyperlinkcolor" val="tx"/>
                              </a:ext>
                            </a:extLst>
                          </a:hlinkClick>
                        </a:rPr>
                        <a:t>ENG OFF</a:t>
                      </a:r>
                      <a:r>
                        <a:rPr lang="en-US" sz="900" b="1" u="none" strike="noStrike" cap="none" dirty="0">
                          <a:solidFill>
                            <a:srgbClr val="0070C0"/>
                          </a:solidFill>
                          <a:latin typeface="Calibri"/>
                          <a:ea typeface="Calibri"/>
                          <a:cs typeface="Calibri"/>
                          <a:sym typeface="Calibri"/>
                          <a:hlinkClick r:id="rId19" action="ppaction://hlinksldjump">
                            <a:extLst>
                              <a:ext uri="{A12FA001-AC4F-418D-AE19-62706E023703}">
                                <ahyp:hlinkClr xmlns:ahyp="http://schemas.microsoft.com/office/drawing/2018/hyperlinkcolor" val="tx"/>
                              </a:ext>
                            </a:extLst>
                          </a:hlinkClick>
                        </a:rPr>
                        <a:t>Deicing</a:t>
                      </a:r>
                      <a:endParaRPr sz="1200" b="1" u="none" strike="noStrike" cap="none" dirty="0">
                        <a:solidFill>
                          <a:srgbClr val="0070C0"/>
                        </a:solidFill>
                        <a:latin typeface="Calibri"/>
                        <a:ea typeface="Calibri"/>
                        <a:cs typeface="Calibri"/>
                        <a:sym typeface="Calibri"/>
                      </a:endParaRPr>
                    </a:p>
                  </a:txBody>
                  <a:tcPr marL="36000" marR="36000" marT="0" marB="0" anchor="ctr"/>
                </a:tc>
                <a:extLst>
                  <a:ext uri="{0D108BD9-81ED-4DB2-BD59-A6C34878D82A}">
                    <a16:rowId xmlns:a16="http://schemas.microsoft.com/office/drawing/2014/main" val="10004"/>
                  </a:ext>
                </a:extLst>
              </a:tr>
              <a:tr h="0">
                <a:tc gridSpan="2">
                  <a:txBody>
                    <a:bodyPr/>
                    <a:lstStyle/>
                    <a:p>
                      <a:pPr marL="0" marR="0" lvl="0" indent="0" algn="ctr" rtl="0">
                        <a:spcBef>
                          <a:spcPts val="0"/>
                        </a:spcBef>
                        <a:spcAft>
                          <a:spcPts val="0"/>
                        </a:spcAft>
                        <a:buNone/>
                      </a:pPr>
                      <a:r>
                        <a:rPr lang="en-US" sz="1400" b="1" u="none" strike="noStrike" cap="none" dirty="0">
                          <a:solidFill>
                            <a:srgbClr val="F28943"/>
                          </a:solidFill>
                          <a:latin typeface="Calibri"/>
                          <a:ea typeface="Calibri"/>
                          <a:cs typeface="Calibri"/>
                          <a:sym typeface="Calibri"/>
                          <a:hlinkClick r:id="rId20" action="ppaction://hlinksldjump">
                            <a:extLst>
                              <a:ext uri="{A12FA001-AC4F-418D-AE19-62706E023703}">
                                <ahyp:hlinkClr xmlns:ahyp="http://schemas.microsoft.com/office/drawing/2018/hyperlinkcolor" val="tx"/>
                              </a:ext>
                            </a:extLst>
                          </a:hlinkClick>
                        </a:rPr>
                        <a:t>QRH</a:t>
                      </a:r>
                      <a:endParaRPr sz="1400" b="1" u="none" strike="noStrike" cap="none" dirty="0">
                        <a:solidFill>
                          <a:srgbClr val="F28943"/>
                        </a:solidFill>
                        <a:latin typeface="Calibri"/>
                        <a:ea typeface="Calibri"/>
                        <a:cs typeface="Calibri"/>
                        <a:sym typeface="Calibri"/>
                      </a:endParaRPr>
                    </a:p>
                  </a:txBody>
                  <a:tcPr marL="36000" marR="36000" marT="0" marB="0" anchor="ctr"/>
                </a:tc>
                <a:tc hMerge="1">
                  <a:txBody>
                    <a:bodyPr/>
                    <a:lstStyle/>
                    <a:p>
                      <a:pPr marL="0" marR="0" lvl="0" indent="0" algn="ctr" rtl="0">
                        <a:spcBef>
                          <a:spcPts val="0"/>
                        </a:spcBef>
                        <a:spcAft>
                          <a:spcPts val="0"/>
                        </a:spcAft>
                        <a:buNone/>
                      </a:pPr>
                      <a:endParaRPr sz="1400" b="1" u="none" strike="noStrike" cap="none" dirty="0">
                        <a:solidFill>
                          <a:srgbClr val="F28943"/>
                        </a:solidFill>
                        <a:latin typeface="Calibri"/>
                        <a:ea typeface="Calibri"/>
                        <a:cs typeface="Calibri"/>
                        <a:sym typeface="Calibri"/>
                      </a:endParaRPr>
                    </a:p>
                  </a:txBody>
                  <a:tcPr marL="36000" marR="36000" marT="0" marB="0" anchor="ctr"/>
                </a:tc>
                <a:tc>
                  <a:txBody>
                    <a:bodyPr/>
                    <a:lstStyle/>
                    <a:p>
                      <a:pPr marL="0" marR="0" lvl="0" indent="0" algn="ctr" rtl="0">
                        <a:spcBef>
                          <a:spcPts val="0"/>
                        </a:spcBef>
                        <a:spcAft>
                          <a:spcPts val="0"/>
                        </a:spcAft>
                        <a:buNone/>
                      </a:pPr>
                      <a:r>
                        <a:rPr lang="en-US" sz="1400" b="1" u="none" strike="noStrike" cap="none" dirty="0">
                          <a:solidFill>
                            <a:schemeClr val="bg2"/>
                          </a:solidFill>
                          <a:latin typeface="Calibri"/>
                          <a:ea typeface="Calibri"/>
                          <a:cs typeface="Calibri"/>
                          <a:sym typeface="Calibri"/>
                          <a:hlinkClick r:id="rId21" action="ppaction://hlinksldjump"/>
                        </a:rPr>
                        <a:t>RESET</a:t>
                      </a:r>
                      <a:endParaRPr sz="1400" b="1" u="none" strike="noStrike" cap="none" dirty="0">
                        <a:solidFill>
                          <a:schemeClr val="bg2"/>
                        </a:solidFill>
                        <a:latin typeface="Calibri"/>
                        <a:ea typeface="Calibri"/>
                        <a:cs typeface="Calibri"/>
                        <a:sym typeface="Calibri"/>
                      </a:endParaRPr>
                    </a:p>
                  </a:txBody>
                  <a:tcPr marL="36000" marR="36000" marT="0" marB="0" anchor="ctr"/>
                </a:tc>
                <a:extLst>
                  <a:ext uri="{0D108BD9-81ED-4DB2-BD59-A6C34878D82A}">
                    <a16:rowId xmlns:a16="http://schemas.microsoft.com/office/drawing/2014/main" val="2972723870"/>
                  </a:ext>
                </a:extLst>
              </a:tr>
            </a:tbl>
          </a:graphicData>
        </a:graphic>
      </p:graphicFrame>
      <p:sp>
        <p:nvSpPr>
          <p:cNvPr id="91" name="Google Shape;91;p1"/>
          <p:cNvSpPr txBox="1"/>
          <p:nvPr/>
        </p:nvSpPr>
        <p:spPr>
          <a:xfrm>
            <a:off x="1384420" y="818320"/>
            <a:ext cx="920606"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i="0" u="none" strike="noStrike" cap="none" dirty="0">
                <a:latin typeface="Calibri"/>
                <a:ea typeface="Calibri"/>
                <a:cs typeface="Calibri"/>
                <a:sym typeface="Calibri"/>
              </a:rPr>
              <a:t>by </a:t>
            </a:r>
            <a:r>
              <a:rPr lang="en-US" sz="1000" b="1" i="0" u="none" strike="noStrike" cap="none" dirty="0" err="1">
                <a:latin typeface="Calibri"/>
                <a:ea typeface="Calibri"/>
                <a:cs typeface="Calibri"/>
                <a:sym typeface="Calibri"/>
              </a:rPr>
              <a:t>Flyingdeuk</a:t>
            </a:r>
            <a:endParaRPr sz="1000" b="1" dirty="0">
              <a:latin typeface="Calibri"/>
              <a:ea typeface="Calibri"/>
              <a:cs typeface="Calibri"/>
              <a:sym typeface="Calibri"/>
            </a:endParaRPr>
          </a:p>
        </p:txBody>
      </p:sp>
      <p:sp>
        <p:nvSpPr>
          <p:cNvPr id="92" name="Google Shape;92;p1"/>
          <p:cNvSpPr txBox="1"/>
          <p:nvPr/>
        </p:nvSpPr>
        <p:spPr>
          <a:xfrm>
            <a:off x="1332359" y="58256"/>
            <a:ext cx="1025795" cy="261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rgbClr val="92D050"/>
                </a:solidFill>
                <a:latin typeface="Calibri"/>
                <a:ea typeface="Calibri"/>
                <a:cs typeface="Calibri"/>
                <a:sym typeface="Calibri"/>
              </a:rPr>
              <a:t>VER. 26.</a:t>
            </a:r>
            <a:r>
              <a:rPr lang="en-US" altLang="ko-KR" sz="1100" b="1" dirty="0">
                <a:solidFill>
                  <a:srgbClr val="92D050"/>
                </a:solidFill>
                <a:latin typeface="Calibri"/>
                <a:ea typeface="Calibri"/>
                <a:cs typeface="Calibri"/>
                <a:sym typeface="Calibri"/>
              </a:rPr>
              <a:t>6</a:t>
            </a:r>
            <a:r>
              <a:rPr lang="en-US" sz="1100" b="1" dirty="0">
                <a:solidFill>
                  <a:srgbClr val="92D050"/>
                </a:solidFill>
                <a:latin typeface="Calibri"/>
                <a:ea typeface="Calibri"/>
                <a:cs typeface="Calibri"/>
                <a:sym typeface="Calibri"/>
              </a:rPr>
              <a:t>.</a:t>
            </a:r>
            <a:r>
              <a:rPr lang="en-US" altLang="ko-KR" sz="1100" b="1" dirty="0">
                <a:solidFill>
                  <a:srgbClr val="92D050"/>
                </a:solidFill>
                <a:latin typeface="Calibri"/>
                <a:ea typeface="Calibri"/>
                <a:cs typeface="Calibri"/>
                <a:sym typeface="Calibri"/>
              </a:rPr>
              <a:t>1</a:t>
            </a:r>
            <a:endParaRPr sz="1100" b="1" dirty="0">
              <a:solidFill>
                <a:srgbClr val="92D050"/>
              </a:solidFill>
              <a:latin typeface="Calibri"/>
              <a:ea typeface="Calibri"/>
              <a:cs typeface="Calibri"/>
              <a:sym typeface="Calibri"/>
            </a:endParaRPr>
          </a:p>
        </p:txBody>
      </p:sp>
      <p:sp>
        <p:nvSpPr>
          <p:cNvPr id="2" name="TextBox 1">
            <a:extLst>
              <a:ext uri="{FF2B5EF4-FFF2-40B4-BE49-F238E27FC236}">
                <a16:creationId xmlns:a16="http://schemas.microsoft.com/office/drawing/2014/main" id="{0057724C-88B0-A932-6665-9CCC34DC2660}"/>
              </a:ext>
            </a:extLst>
          </p:cNvPr>
          <p:cNvSpPr txBox="1"/>
          <p:nvPr/>
        </p:nvSpPr>
        <p:spPr>
          <a:xfrm>
            <a:off x="84097" y="808050"/>
            <a:ext cx="1393563" cy="246221"/>
          </a:xfrm>
          <a:prstGeom prst="rect">
            <a:avLst/>
          </a:prstGeom>
          <a:noFill/>
        </p:spPr>
        <p:txBody>
          <a:bodyPr wrap="square" rtlCol="0">
            <a:spAutoFit/>
          </a:bodyPr>
          <a:lstStyle/>
          <a:p>
            <a:r>
              <a:rPr lang="en-US" altLang="ko-Kore-KR" sz="1000" u="none" strike="noStrike" cap="none" dirty="0">
                <a:solidFill>
                  <a:srgbClr val="00B0F0"/>
                </a:solidFill>
                <a:latin typeface="Calibri"/>
                <a:ea typeface="Calibri"/>
                <a:cs typeface="Calibri"/>
                <a:sym typeface="Calibri"/>
                <a:hlinkClick r:id="rId10">
                  <a:extLst>
                    <a:ext uri="{A12FA001-AC4F-418D-AE19-62706E023703}">
                      <ahyp:hlinkClr xmlns:ahyp="http://schemas.microsoft.com/office/drawing/2018/hyperlinkcolor" val="tx"/>
                    </a:ext>
                  </a:extLst>
                </a:hlinkClick>
              </a:rPr>
              <a:t>☝️ </a:t>
            </a:r>
            <a:r>
              <a:rPr kumimoji="1" lang="en-US" altLang="ko-Kore-KR" sz="900" b="1" u="sng" dirty="0">
                <a:solidFill>
                  <a:srgbClr val="00B0F0"/>
                </a:solidFill>
                <a:hlinkClick r:id="rId10">
                  <a:extLst>
                    <a:ext uri="{A12FA001-AC4F-418D-AE19-62706E023703}">
                      <ahyp:hlinkClr xmlns:ahyp="http://schemas.microsoft.com/office/drawing/2018/hyperlinkcolor" val="tx"/>
                    </a:ext>
                  </a:extLst>
                </a:hlinkClick>
              </a:rPr>
              <a:t>Click for Update</a:t>
            </a:r>
            <a:endParaRPr kumimoji="1" lang="ko-Kore-KR" altLang="en-US" sz="900" b="1" u="sng" dirty="0">
              <a:solidFill>
                <a:srgbClr val="00B0F0"/>
              </a:solidFill>
            </a:endParaRPr>
          </a:p>
        </p:txBody>
      </p:sp>
    </p:spTree>
    <p:extLst>
      <p:ext uri="{BB962C8B-B14F-4D97-AF65-F5344CB8AC3E}">
        <p14:creationId xmlns:p14="http://schemas.microsoft.com/office/powerpoint/2010/main" val="1783952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extLst>
              <p:ext uri="{D42A27DB-BD31-4B8C-83A1-F6EECF244321}">
                <p14:modId xmlns:p14="http://schemas.microsoft.com/office/powerpoint/2010/main" val="484794830"/>
              </p:ext>
            </p:extLst>
          </p:nvPr>
        </p:nvGraphicFramePr>
        <p:xfrm>
          <a:off x="98101" y="132865"/>
          <a:ext cx="2132650" cy="3311190"/>
        </p:xfrm>
        <a:graphic>
          <a:graphicData uri="http://schemas.openxmlformats.org/drawingml/2006/table">
            <a:tbl>
              <a:tblPr firstRow="1" bandRow="1">
                <a:tableStyleId>{A521BE36-7E6F-4EC9-8D66-1CF97A6895EC}</a:tableStyleId>
              </a:tblPr>
              <a:tblGrid>
                <a:gridCol w="1066325">
                  <a:extLst>
                    <a:ext uri="{9D8B030D-6E8A-4147-A177-3AD203B41FA5}">
                      <a16:colId xmlns:a16="http://schemas.microsoft.com/office/drawing/2014/main" val="20000"/>
                    </a:ext>
                  </a:extLst>
                </a:gridCol>
                <a:gridCol w="1066325">
                  <a:extLst>
                    <a:ext uri="{9D8B030D-6E8A-4147-A177-3AD203B41FA5}">
                      <a16:colId xmlns:a16="http://schemas.microsoft.com/office/drawing/2014/main" val="972615961"/>
                    </a:ext>
                  </a:extLst>
                </a:gridCol>
              </a:tblGrid>
              <a:tr h="766418">
                <a:tc gridSpan="2">
                  <a:txBody>
                    <a:bodyPr/>
                    <a:lstStyle/>
                    <a:p>
                      <a:pPr marL="0" marR="0" lvl="0" indent="0" algn="ctr" rtl="0">
                        <a:spcBef>
                          <a:spcPts val="0"/>
                        </a:spcBef>
                        <a:spcAft>
                          <a:spcPts val="0"/>
                        </a:spcAft>
                        <a:buNone/>
                      </a:pPr>
                      <a:r>
                        <a:rPr lang="en-US" sz="2800" b="1" u="none" strike="noStrike" cap="none" dirty="0">
                          <a:solidFill>
                            <a:schemeClr val="tx1"/>
                          </a:solidFill>
                          <a:sym typeface="Calibri"/>
                        </a:rPr>
                        <a:t>Domestic</a:t>
                      </a:r>
                      <a:endParaRPr sz="2800" b="1" u="none" strike="noStrike" cap="none" dirty="0">
                        <a:solidFill>
                          <a:schemeClr val="tx1"/>
                        </a:solidFill>
                        <a:latin typeface="Calibri"/>
                        <a:ea typeface="Calibri"/>
                        <a:cs typeface="Calibri"/>
                        <a:sym typeface="Calibri"/>
                      </a:endParaRPr>
                    </a:p>
                  </a:txBody>
                  <a:tcPr marL="0" marR="0" marT="0" marB="0" anchor="ctr"/>
                </a:tc>
                <a:tc hMerge="1">
                  <a:txBody>
                    <a:bodyPr/>
                    <a:lstStyle/>
                    <a:p>
                      <a:endParaRPr lang="ko-Kore-KR" altLang="en-US"/>
                    </a:p>
                  </a:txBody>
                  <a:tcPr/>
                </a:tc>
                <a:extLst>
                  <a:ext uri="{0D108BD9-81ED-4DB2-BD59-A6C34878D82A}">
                    <a16:rowId xmlns:a16="http://schemas.microsoft.com/office/drawing/2014/main" val="1473297171"/>
                  </a:ext>
                </a:extLst>
              </a:tr>
              <a:tr h="636193">
                <a:tc>
                  <a:txBody>
                    <a:bodyPr/>
                    <a:lstStyle/>
                    <a:p>
                      <a:pPr marL="0" marR="0" lvl="0" indent="0" algn="ctr" rtl="0">
                        <a:spcBef>
                          <a:spcPts val="0"/>
                        </a:spcBef>
                        <a:spcAft>
                          <a:spcPts val="0"/>
                        </a:spcAft>
                        <a:buNone/>
                      </a:pPr>
                      <a:r>
                        <a:rPr lang="en-US" sz="2000" b="1" i="0" u="none" strike="noStrike" cap="none" dirty="0">
                          <a:solidFill>
                            <a:schemeClr val="bg1"/>
                          </a:solidFill>
                          <a:latin typeface="Calibri" panose="020F0502020204030204" pitchFamily="34" charset="0"/>
                          <a:ea typeface="+mj-ea"/>
                          <a:cs typeface="Calibri" panose="020F0502020204030204" pitchFamily="34" charset="0"/>
                          <a:sym typeface="Calibri"/>
                          <a:hlinkClick r:id="rId3" action="ppaction://hlinksldjump">
                            <a:extLst>
                              <a:ext uri="{A12FA001-AC4F-418D-AE19-62706E023703}">
                                <ahyp:hlinkClr xmlns:ahyp="http://schemas.microsoft.com/office/drawing/2018/hyperlinkcolor" val="tx"/>
                              </a:ext>
                            </a:extLst>
                          </a:hlinkClick>
                        </a:rPr>
                        <a:t>GMP</a:t>
                      </a:r>
                      <a:endParaRPr sz="2000" b="1" i="0" u="none" strike="noStrike" cap="none" dirty="0">
                        <a:solidFill>
                          <a:schemeClr val="bg1"/>
                        </a:solidFill>
                        <a:latin typeface="Calibri" panose="020F0502020204030204" pitchFamily="34" charset="0"/>
                        <a:ea typeface="+mj-ea"/>
                        <a:cs typeface="Calibri" panose="020F0502020204030204" pitchFamily="34" charset="0"/>
                        <a:sym typeface="Calibri"/>
                      </a:endParaRPr>
                    </a:p>
                  </a:txBody>
                  <a:tcPr marL="0" marR="0" marT="0" marB="0" anchor="ctr"/>
                </a:tc>
                <a:tc>
                  <a:txBody>
                    <a:bodyPr/>
                    <a:lstStyle/>
                    <a:p>
                      <a:pPr marL="0" marR="0" lvl="0" indent="0" algn="ctr" rtl="0">
                        <a:spcBef>
                          <a:spcPts val="0"/>
                        </a:spcBef>
                        <a:spcAft>
                          <a:spcPts val="0"/>
                        </a:spcAft>
                        <a:buNone/>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4" action="ppaction://hlinksldjump">
                            <a:extLst>
                              <a:ext uri="{A12FA001-AC4F-418D-AE19-62706E023703}">
                                <ahyp:hlinkClr xmlns:ahyp="http://schemas.microsoft.com/office/drawing/2018/hyperlinkcolor" val="tx"/>
                              </a:ext>
                            </a:extLst>
                          </a:hlinkClick>
                        </a:rPr>
                        <a:t>CJU</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0"/>
                  </a:ext>
                </a:extLst>
              </a:tr>
              <a:tr h="636193">
                <a:tc>
                  <a:txBody>
                    <a:bodyPr/>
                    <a:lstStyle/>
                    <a:p>
                      <a:pPr marL="0" marR="0" lvl="0" indent="0" algn="ctr" rtl="0">
                        <a:spcBef>
                          <a:spcPts val="0"/>
                        </a:spcBef>
                        <a:spcAft>
                          <a:spcPts val="0"/>
                        </a:spcAft>
                        <a:buNone/>
                      </a:pPr>
                      <a:r>
                        <a:rPr lang="en-US" altLang="ko-Kore-KR" sz="2000" b="1" i="0" u="none" strike="noStrike" cap="none" dirty="0">
                          <a:solidFill>
                            <a:schemeClr val="bg1"/>
                          </a:solidFill>
                          <a:latin typeface="Calibri" panose="020F0502020204030204" pitchFamily="34" charset="0"/>
                          <a:ea typeface="Calibri"/>
                          <a:cs typeface="Calibri" panose="020F0502020204030204" pitchFamily="34" charset="0"/>
                          <a:sym typeface="Calibri"/>
                          <a:hlinkClick r:id="rId5" action="ppaction://hlinksldjump">
                            <a:extLst>
                              <a:ext uri="{A12FA001-AC4F-418D-AE19-62706E023703}">
                                <ahyp:hlinkClr xmlns:ahyp="http://schemas.microsoft.com/office/drawing/2018/hyperlinkcolor" val="tx"/>
                              </a:ext>
                            </a:extLst>
                          </a:hlinkClick>
                        </a:rPr>
                        <a:t>GMP</a:t>
                      </a:r>
                      <a:endParaRPr lang="en-US" altLang="ko-Kore-KR" sz="2000" b="1" i="0" u="none" strike="noStrike" cap="none" dirty="0">
                        <a:solidFill>
                          <a:schemeClr val="bg1"/>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6" action="ppaction://hlinksldjump">
                            <a:extLst>
                              <a:ext uri="{A12FA001-AC4F-418D-AE19-62706E023703}">
                                <ahyp:hlinkClr xmlns:ahyp="http://schemas.microsoft.com/office/drawing/2018/hyperlinkcolor" val="tx"/>
                              </a:ext>
                            </a:extLst>
                          </a:hlinkClick>
                        </a:rPr>
                        <a:t>PUS</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1"/>
                  </a:ext>
                </a:extLst>
              </a:tr>
              <a:tr h="63619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7" action="ppaction://hlinksldjump">
                            <a:extLst>
                              <a:ext uri="{A12FA001-AC4F-418D-AE19-62706E023703}">
                                <ahyp:hlinkClr xmlns:ahyp="http://schemas.microsoft.com/office/drawing/2018/hyperlinkcolor" val="tx"/>
                              </a:ext>
                            </a:extLst>
                          </a:hlinkClick>
                        </a:rPr>
                        <a:t>CJU</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8" action="ppaction://hlinksldjump">
                            <a:extLst>
                              <a:ext uri="{A12FA001-AC4F-418D-AE19-62706E023703}">
                                <ahyp:hlinkClr xmlns:ahyp="http://schemas.microsoft.com/office/drawing/2018/hyperlinkcolor" val="tx"/>
                              </a:ext>
                            </a:extLst>
                          </a:hlinkClick>
                        </a:rPr>
                        <a:t>PUS</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5"/>
                  </a:ext>
                </a:extLst>
              </a:tr>
              <a:tr h="63619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chemeClr val="bg1"/>
                          </a:solidFill>
                          <a:latin typeface="Calibri" panose="020F0502020204030204" pitchFamily="34" charset="0"/>
                          <a:ea typeface="Calibri"/>
                          <a:cs typeface="Calibri" panose="020F0502020204030204" pitchFamily="34" charset="0"/>
                          <a:sym typeface="Calibri"/>
                          <a:hlinkClick r:id="rId9"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chemeClr val="bg1"/>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10" action="ppaction://hlinksldjump">
                            <a:extLst>
                              <a:ext uri="{A12FA001-AC4F-418D-AE19-62706E023703}">
                                <ahyp:hlinkClr xmlns:ahyp="http://schemas.microsoft.com/office/drawing/2018/hyperlinkcolor" val="tx"/>
                              </a:ext>
                            </a:extLst>
                          </a:hlinkClick>
                        </a:rPr>
                        <a:t>PUS</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7"/>
                  </a:ext>
                </a:extLst>
              </a:tr>
            </a:tbl>
          </a:graphicData>
        </a:graphic>
      </p:graphicFrame>
      <p:graphicFrame>
        <p:nvGraphicFramePr>
          <p:cNvPr id="90" name="Google Shape;90;p1"/>
          <p:cNvGraphicFramePr/>
          <p:nvPr>
            <p:extLst>
              <p:ext uri="{D42A27DB-BD31-4B8C-83A1-F6EECF244321}">
                <p14:modId xmlns:p14="http://schemas.microsoft.com/office/powerpoint/2010/main" val="1398689169"/>
              </p:ext>
            </p:extLst>
          </p:nvPr>
        </p:nvGraphicFramePr>
        <p:xfrm>
          <a:off x="185895" y="4446365"/>
          <a:ext cx="1969476" cy="556300"/>
        </p:xfrm>
        <a:graphic>
          <a:graphicData uri="http://schemas.openxmlformats.org/drawingml/2006/table">
            <a:tbl>
              <a:tblPr firstRow="1" bandRow="1">
                <a:noFill/>
                <a:tableStyleId>{A521BE36-7E6F-4EC9-8D66-1CF97A6895EC}</a:tableStyleId>
              </a:tblPr>
              <a:tblGrid>
                <a:gridCol w="1969476">
                  <a:extLst>
                    <a:ext uri="{9D8B030D-6E8A-4147-A177-3AD203B41FA5}">
                      <a16:colId xmlns:a16="http://schemas.microsoft.com/office/drawing/2014/main" val="20000"/>
                    </a:ext>
                  </a:extLst>
                </a:gridCol>
              </a:tblGrid>
              <a:tr h="278150">
                <a:tc>
                  <a:txBody>
                    <a:bodyPr/>
                    <a:lstStyle/>
                    <a:p>
                      <a:pPr marL="0" marR="0" lvl="0" indent="0" algn="ctr" rtl="0">
                        <a:spcBef>
                          <a:spcPts val="0"/>
                        </a:spcBef>
                        <a:spcAft>
                          <a:spcPts val="0"/>
                        </a:spcAft>
                        <a:buNone/>
                      </a:pPr>
                      <a:r>
                        <a:rPr lang="en-US" sz="1400" b="1" u="none" strike="noStrike" cap="none" dirty="0">
                          <a:solidFill>
                            <a:schemeClr val="tx1"/>
                          </a:solidFill>
                          <a:latin typeface="Calibri"/>
                          <a:ea typeface="Calibri"/>
                          <a:cs typeface="Calibri"/>
                          <a:sym typeface="Calibri"/>
                        </a:rPr>
                        <a:t>Welcome PA</a:t>
                      </a:r>
                      <a:endParaRPr sz="1400" b="1" u="none" strike="noStrike" cap="none" dirty="0">
                        <a:solidFill>
                          <a:schemeClr val="tx1"/>
                        </a:solidFill>
                        <a:latin typeface="Calibri"/>
                        <a:ea typeface="Calibri"/>
                        <a:cs typeface="Calibri"/>
                        <a:sym typeface="Calibri"/>
                      </a:endParaRPr>
                    </a:p>
                  </a:txBody>
                  <a:tcPr marL="91450" marR="91450" marT="0" marB="0" anchor="ctr"/>
                </a:tc>
                <a:extLst>
                  <a:ext uri="{0D108BD9-81ED-4DB2-BD59-A6C34878D82A}">
                    <a16:rowId xmlns:a16="http://schemas.microsoft.com/office/drawing/2014/main" val="10000"/>
                  </a:ext>
                </a:extLst>
              </a:tr>
              <a:tr h="278150">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0" u="none" strike="noStrike" cap="none" dirty="0">
                          <a:solidFill>
                            <a:schemeClr val="bg1"/>
                          </a:solidFill>
                          <a:latin typeface="Calibri"/>
                          <a:ea typeface="Calibri"/>
                          <a:cs typeface="Calibri"/>
                          <a:sym typeface="Calibri"/>
                        </a:rPr>
                        <a:t>Next Page</a:t>
                      </a:r>
                    </a:p>
                  </a:txBody>
                  <a:tcPr marL="91450" marR="91450" marT="0" marB="0" anchor="ctr"/>
                </a:tc>
                <a:extLst>
                  <a:ext uri="{0D108BD9-81ED-4DB2-BD59-A6C34878D82A}">
                    <a16:rowId xmlns:a16="http://schemas.microsoft.com/office/drawing/2014/main" val="10002"/>
                  </a:ext>
                </a:extLst>
              </a:tr>
            </a:tbl>
          </a:graphicData>
        </a:graphic>
      </p:graphicFrame>
      <p:pic>
        <p:nvPicPr>
          <p:cNvPr id="2" name="그래픽 1" descr="집 Wi-Fi에서 작업 단색으로 채워진">
            <a:hlinkClick r:id="" action="ppaction://hlinkshowjump?jump=firstslide"/>
            <a:extLst>
              <a:ext uri="{FF2B5EF4-FFF2-40B4-BE49-F238E27FC236}">
                <a16:creationId xmlns:a16="http://schemas.microsoft.com/office/drawing/2014/main" id="{ECFD93F4-8434-FE54-31C3-BD68508B755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826172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graphicFrame>
        <p:nvGraphicFramePr>
          <p:cNvPr id="370" name="Google Shape;370;p27"/>
          <p:cNvGraphicFramePr/>
          <p:nvPr>
            <p:extLst>
              <p:ext uri="{D42A27DB-BD31-4B8C-83A1-F6EECF244321}">
                <p14:modId xmlns:p14="http://schemas.microsoft.com/office/powerpoint/2010/main" val="972228931"/>
              </p:ext>
            </p:extLst>
          </p:nvPr>
        </p:nvGraphicFramePr>
        <p:xfrm>
          <a:off x="0" y="-1"/>
          <a:ext cx="2328875" cy="3762858"/>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50342">
                <a:tc>
                  <a:txBody>
                    <a:bodyPr/>
                    <a:lstStyle/>
                    <a:p>
                      <a:pPr marL="0" marR="0" lvl="0" indent="0" algn="l" rtl="0">
                        <a:spcBef>
                          <a:spcPts val="0"/>
                        </a:spcBef>
                        <a:spcAft>
                          <a:spcPts val="0"/>
                        </a:spcAft>
                        <a:buNone/>
                      </a:pPr>
                      <a:r>
                        <a:rPr lang="en-US" sz="1100" b="1" dirty="0">
                          <a:latin typeface="Calibri"/>
                          <a:ea typeface="Calibri"/>
                          <a:cs typeface="Calibri"/>
                          <a:sym typeface="Calibri"/>
                        </a:rPr>
                        <a:t>WELCOME PA</a:t>
                      </a:r>
                      <a:r>
                        <a:rPr lang="ko-KR" altLang="en-US" sz="1100" b="1" dirty="0">
                          <a:latin typeface="Calibri"/>
                          <a:ea typeface="Calibri"/>
                          <a:cs typeface="Calibri"/>
                          <a:sym typeface="Calibri"/>
                        </a:rPr>
                        <a:t> </a:t>
                      </a:r>
                      <a:r>
                        <a:rPr lang="en-US" altLang="ko-KR" sz="600" b="1" dirty="0">
                          <a:solidFill>
                            <a:srgbClr val="FFC000"/>
                          </a:solidFill>
                          <a:latin typeface="+mn-ea"/>
                          <a:ea typeface="+mn-ea"/>
                          <a:cs typeface="Calibri"/>
                          <a:sym typeface="Calibri"/>
                        </a:rPr>
                        <a:t>(10</a:t>
                      </a:r>
                      <a:r>
                        <a:rPr lang="ko-KR" altLang="en-US" sz="600" b="1" dirty="0" err="1">
                          <a:solidFill>
                            <a:srgbClr val="FFC000"/>
                          </a:solidFill>
                          <a:latin typeface="+mn-ea"/>
                          <a:ea typeface="+mn-ea"/>
                          <a:cs typeface="Calibri"/>
                          <a:sym typeface="Calibri"/>
                        </a:rPr>
                        <a:t>분이상</a:t>
                      </a:r>
                      <a:r>
                        <a:rPr lang="ko-KR" altLang="en-US" sz="600" b="1" dirty="0">
                          <a:solidFill>
                            <a:srgbClr val="FFC000"/>
                          </a:solidFill>
                          <a:latin typeface="+mn-ea"/>
                          <a:ea typeface="+mn-ea"/>
                          <a:cs typeface="Calibri"/>
                          <a:sym typeface="Calibri"/>
                        </a:rPr>
                        <a:t> 지연 </a:t>
                      </a:r>
                      <a:r>
                        <a:rPr lang="en-US" altLang="ko-KR" sz="600" b="1" dirty="0">
                          <a:solidFill>
                            <a:srgbClr val="FFC000"/>
                          </a:solidFill>
                          <a:latin typeface="+mn-ea"/>
                          <a:ea typeface="+mn-ea"/>
                          <a:cs typeface="Calibri"/>
                          <a:sym typeface="Calibri"/>
                        </a:rPr>
                        <a:t>or</a:t>
                      </a:r>
                      <a:r>
                        <a:rPr lang="ko-KR" altLang="en-US" sz="600" b="1" dirty="0">
                          <a:solidFill>
                            <a:srgbClr val="FFC000"/>
                          </a:solidFill>
                          <a:latin typeface="+mn-ea"/>
                          <a:ea typeface="+mn-ea"/>
                          <a:cs typeface="Calibri"/>
                          <a:sym typeface="Calibri"/>
                        </a:rPr>
                        <a:t> </a:t>
                      </a:r>
                      <a:r>
                        <a:rPr lang="ko-KR" altLang="en-US" sz="600" b="1" dirty="0" err="1">
                          <a:solidFill>
                            <a:srgbClr val="FFC000"/>
                          </a:solidFill>
                          <a:latin typeface="+mn-ea"/>
                          <a:ea typeface="+mn-ea"/>
                          <a:cs typeface="Calibri"/>
                          <a:sym typeface="Calibri"/>
                        </a:rPr>
                        <a:t>예상시</a:t>
                      </a:r>
                      <a:r>
                        <a:rPr lang="ko-KR" altLang="en-US" sz="600" b="1" dirty="0">
                          <a:solidFill>
                            <a:srgbClr val="FFC000"/>
                          </a:solidFill>
                          <a:latin typeface="+mn-ea"/>
                          <a:ea typeface="+mn-ea"/>
                          <a:cs typeface="Calibri"/>
                          <a:sym typeface="Calibri"/>
                        </a:rPr>
                        <a:t> 지연 방송</a:t>
                      </a:r>
                      <a:r>
                        <a:rPr lang="en-US" altLang="ko-KR" sz="600" b="1" dirty="0">
                          <a:solidFill>
                            <a:srgbClr val="FFC000"/>
                          </a:solidFill>
                          <a:latin typeface="+mn-ea"/>
                          <a:ea typeface="+mn-ea"/>
                          <a:cs typeface="Calibri"/>
                          <a:sym typeface="Calibri"/>
                        </a:rPr>
                        <a:t>)</a:t>
                      </a:r>
                      <a:r>
                        <a:rPr lang="ko-KR" altLang="en-US" sz="800" b="1" dirty="0">
                          <a:latin typeface="+mn-ea"/>
                          <a:ea typeface="+mn-ea"/>
                          <a:cs typeface="Calibri"/>
                          <a:sym typeface="Calibri"/>
                        </a:rPr>
                        <a:t> </a:t>
                      </a:r>
                      <a:endParaRPr sz="1100" b="1" dirty="0">
                        <a:latin typeface="+mn-ea"/>
                        <a:ea typeface="+mn-ea"/>
                        <a:cs typeface="Calibri"/>
                        <a:sym typeface="Calibri"/>
                      </a:endParaRPr>
                    </a:p>
                  </a:txBody>
                  <a:tcPr marL="91450" marR="91450" marT="45725" marB="45725"/>
                </a:tc>
                <a:extLst>
                  <a:ext uri="{0D108BD9-81ED-4DB2-BD59-A6C34878D82A}">
                    <a16:rowId xmlns:a16="http://schemas.microsoft.com/office/drawing/2014/main" val="10000"/>
                  </a:ext>
                </a:extLst>
              </a:tr>
              <a:tr h="1622843">
                <a:tc>
                  <a:txBody>
                    <a:bodyPr/>
                    <a:lstStyle/>
                    <a:p>
                      <a:pPr marL="0" marR="0" lvl="0" indent="0" algn="l" rtl="0">
                        <a:lnSpc>
                          <a:spcPct val="15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en-US" sz="800" b="1" dirty="0" err="1">
                          <a:latin typeface="Calibri"/>
                          <a:ea typeface="Calibri"/>
                          <a:cs typeface="Calibri"/>
                          <a:sym typeface="Calibri"/>
                        </a:rPr>
                        <a:t>안녕하십니까</a:t>
                      </a:r>
                      <a:r>
                        <a:rPr 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저는</a:t>
                      </a:r>
                      <a:r>
                        <a:rPr lang="en-US" sz="800" b="1" dirty="0">
                          <a:latin typeface="Calibri"/>
                          <a:ea typeface="Calibri"/>
                          <a:cs typeface="Calibri"/>
                          <a:sym typeface="Calibri"/>
                        </a:rPr>
                        <a:t> </a:t>
                      </a:r>
                      <a:r>
                        <a:rPr lang="ko-KR" altLang="en-US" sz="800" b="1" dirty="0">
                          <a:latin typeface="Calibri"/>
                          <a:ea typeface="Calibri"/>
                          <a:cs typeface="Calibri"/>
                          <a:sym typeface="Calibri"/>
                        </a:rPr>
                        <a:t>여러분을 모시고 가는 </a:t>
                      </a:r>
                      <a:r>
                        <a:rPr lang="en-US" sz="800" b="1" dirty="0" err="1">
                          <a:latin typeface="Calibri"/>
                          <a:ea typeface="Calibri"/>
                          <a:cs typeface="Calibri"/>
                          <a:sym typeface="Calibri"/>
                        </a:rPr>
                        <a:t>기장</a:t>
                      </a:r>
                      <a:r>
                        <a:rPr lang="en-US" sz="800" b="1" dirty="0">
                          <a:latin typeface="Calibri"/>
                          <a:ea typeface="Calibri"/>
                          <a:cs typeface="Calibri"/>
                          <a:sym typeface="Calibri"/>
                        </a:rPr>
                        <a:t> ___</a:t>
                      </a:r>
                      <a:r>
                        <a:rPr lang="en-US" sz="800" b="1" dirty="0" err="1">
                          <a:latin typeface="Calibri"/>
                          <a:ea typeface="Calibri"/>
                          <a:cs typeface="Calibri"/>
                          <a:sym typeface="Calibri"/>
                        </a:rPr>
                        <a:t>입니다</a:t>
                      </a:r>
                      <a:r>
                        <a:rPr lang="en-US"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저희</a:t>
                      </a:r>
                      <a:r>
                        <a:rPr lang="en-US" sz="800" b="1" dirty="0">
                          <a:latin typeface="Calibri"/>
                          <a:ea typeface="Calibri"/>
                          <a:cs typeface="Calibri"/>
                          <a:sym typeface="Calibri"/>
                        </a:rPr>
                        <a:t> </a:t>
                      </a:r>
                      <a:r>
                        <a:rPr lang="en-US" sz="800" b="1" dirty="0" err="1">
                          <a:latin typeface="Calibri"/>
                          <a:ea typeface="Calibri"/>
                          <a:cs typeface="Calibri"/>
                          <a:sym typeface="Calibri"/>
                        </a:rPr>
                        <a:t>대한항공을</a:t>
                      </a:r>
                      <a:r>
                        <a:rPr lang="en-US" sz="800" b="1" dirty="0">
                          <a:latin typeface="Calibri"/>
                          <a:ea typeface="Calibri"/>
                          <a:cs typeface="Calibri"/>
                          <a:sym typeface="Calibri"/>
                        </a:rPr>
                        <a:t> </a:t>
                      </a:r>
                      <a:r>
                        <a:rPr lang="en-US" sz="800" b="1" dirty="0" err="1">
                          <a:latin typeface="Calibri"/>
                          <a:ea typeface="Calibri"/>
                          <a:cs typeface="Calibri"/>
                          <a:sym typeface="Calibri"/>
                        </a:rPr>
                        <a:t>이용해</a:t>
                      </a:r>
                      <a:r>
                        <a:rPr lang="en-US" sz="800" b="1" dirty="0">
                          <a:latin typeface="Calibri"/>
                          <a:ea typeface="Calibri"/>
                          <a:cs typeface="Calibri"/>
                          <a:sym typeface="Calibri"/>
                        </a:rPr>
                        <a:t> </a:t>
                      </a:r>
                      <a:r>
                        <a:rPr lang="en-US" sz="800" b="1" dirty="0" err="1">
                          <a:latin typeface="Calibri"/>
                          <a:ea typeface="Calibri"/>
                          <a:cs typeface="Calibri"/>
                          <a:sym typeface="Calibri"/>
                        </a:rPr>
                        <a:t>주셔서</a:t>
                      </a:r>
                      <a:r>
                        <a:rPr lang="en-US" sz="800" b="1" dirty="0">
                          <a:latin typeface="Calibri"/>
                          <a:ea typeface="Calibri"/>
                          <a:cs typeface="Calibri"/>
                          <a:sym typeface="Calibri"/>
                        </a:rPr>
                        <a:t> </a:t>
                      </a:r>
                      <a:r>
                        <a:rPr lang="en-US" sz="800" b="1" dirty="0" err="1">
                          <a:latin typeface="Calibri"/>
                          <a:ea typeface="Calibri"/>
                          <a:cs typeface="Calibri"/>
                          <a:sym typeface="Calibri"/>
                        </a:rPr>
                        <a:t>대단히</a:t>
                      </a:r>
                      <a:r>
                        <a:rPr lang="en-US" sz="800" b="1" dirty="0">
                          <a:latin typeface="Calibri"/>
                          <a:ea typeface="Calibri"/>
                          <a:cs typeface="Calibri"/>
                          <a:sym typeface="Calibri"/>
                        </a:rPr>
                        <a:t> </a:t>
                      </a:r>
                      <a:r>
                        <a:rPr lang="ko-KR" altLang="en-US" sz="800" b="1" dirty="0">
                          <a:latin typeface="Calibri"/>
                          <a:ea typeface="Calibri"/>
                          <a:cs typeface="Calibri"/>
                          <a:sym typeface="Calibri"/>
                        </a:rPr>
                        <a:t>고맙습니다</a:t>
                      </a:r>
                      <a:r>
                        <a:rPr lang="en-US" altLang="ko-KR"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a:latin typeface="Calibri"/>
                          <a:ea typeface="Calibri"/>
                          <a:cs typeface="Calibri"/>
                          <a:sym typeface="Calibri"/>
                        </a:rPr>
                        <a:t>___ (</a:t>
                      </a:r>
                      <a:r>
                        <a:rPr lang="en-US" sz="800" b="1" dirty="0" err="1">
                          <a:latin typeface="Calibri"/>
                          <a:ea typeface="Calibri"/>
                          <a:cs typeface="Calibri"/>
                          <a:sym typeface="Calibri"/>
                        </a:rPr>
                        <a:t>국제</a:t>
                      </a:r>
                      <a:r>
                        <a:rPr lang="en-US" sz="800" b="1" dirty="0">
                          <a:latin typeface="Calibri"/>
                          <a:ea typeface="Calibri"/>
                          <a:cs typeface="Calibri"/>
                          <a:sym typeface="Calibri"/>
                        </a:rPr>
                        <a:t>)</a:t>
                      </a:r>
                      <a:r>
                        <a:rPr lang="en-US" sz="800" b="1" dirty="0" err="1">
                          <a:latin typeface="Calibri"/>
                          <a:ea typeface="Calibri"/>
                          <a:cs typeface="Calibri"/>
                          <a:sym typeface="Calibri"/>
                        </a:rPr>
                        <a:t>공항까지</a:t>
                      </a:r>
                      <a:r>
                        <a:rPr lang="en-US" sz="800" b="1" dirty="0">
                          <a:latin typeface="Calibri"/>
                          <a:ea typeface="Calibri"/>
                          <a:cs typeface="Calibri"/>
                          <a:sym typeface="Calibri"/>
                        </a:rPr>
                        <a:t> </a:t>
                      </a:r>
                      <a:r>
                        <a:rPr lang="ko-KR" altLang="en-US" sz="800" b="1" dirty="0">
                          <a:latin typeface="Calibri"/>
                          <a:ea typeface="Calibri"/>
                          <a:cs typeface="Calibri"/>
                          <a:sym typeface="Calibri"/>
                        </a:rPr>
                        <a:t>비행시간은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시간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분 </a:t>
                      </a:r>
                      <a:r>
                        <a:rPr lang="ko-KR" altLang="en-US" sz="800" b="1" dirty="0" err="1">
                          <a:latin typeface="Calibri"/>
                          <a:ea typeface="Calibri"/>
                          <a:cs typeface="Calibri"/>
                          <a:sym typeface="Calibri"/>
                        </a:rPr>
                        <a:t>으로</a:t>
                      </a:r>
                      <a:r>
                        <a:rPr lang="ko-KR" altLang="en-US" sz="800" b="1" dirty="0">
                          <a:latin typeface="Calibri"/>
                          <a:ea typeface="Calibri"/>
                          <a:cs typeface="Calibri"/>
                          <a:sym typeface="Calibri"/>
                        </a:rPr>
                        <a:t> 예상됩니다</a:t>
                      </a:r>
                      <a:r>
                        <a:rPr lang="en-US" altLang="ko-KR" sz="800" b="1" dirty="0">
                          <a:latin typeface="Calibri"/>
                          <a:ea typeface="Calibri"/>
                          <a:cs typeface="Calibri"/>
                          <a:sym typeface="Calibri"/>
                        </a:rPr>
                        <a:t>.</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비행 중에는 항공기가 갑자기 흔들릴 수도 있으니</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자리에 않아 계실 때에는 항상 좌석벨트를 매주시기 바랍니다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altLang="ko-Kore-KR" sz="800" b="1" dirty="0">
                          <a:latin typeface="Calibri"/>
                          <a:ea typeface="Calibri"/>
                          <a:cs typeface="Calibri"/>
                          <a:sym typeface="Calibri"/>
                        </a:rPr>
                        <a:t>(</a:t>
                      </a:r>
                      <a:r>
                        <a:rPr lang="ko-KR" altLang="en-US" sz="800" b="1" dirty="0">
                          <a:latin typeface="Calibri"/>
                          <a:ea typeface="Calibri"/>
                          <a:cs typeface="Calibri"/>
                          <a:sym typeface="Calibri"/>
                        </a:rPr>
                        <a:t>저희 승무원 모두는</a:t>
                      </a:r>
                      <a:r>
                        <a:rPr lang="en-US" altLang="ko-KR" sz="800" b="1" dirty="0">
                          <a:latin typeface="Calibri"/>
                          <a:ea typeface="Calibri"/>
                          <a:cs typeface="Calibri"/>
                          <a:sym typeface="Calibri"/>
                        </a:rPr>
                        <a:t>)</a:t>
                      </a:r>
                      <a:endParaRPr sz="8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저는 여러분을 안전하게 모시기 위해 최선을 다하겠습니다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고맙습니다</a:t>
                      </a:r>
                      <a:r>
                        <a:rPr lang="en-US" sz="800" b="1" dirty="0">
                          <a:latin typeface="Calibri"/>
                          <a:ea typeface="Calibri"/>
                          <a:cs typeface="Calibri"/>
                          <a:sym typeface="Calibri"/>
                        </a:rPr>
                        <a:t>.</a:t>
                      </a:r>
                      <a:endParaRPr sz="8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1"/>
                  </a:ext>
                </a:extLst>
              </a:tr>
              <a:tr h="1622843">
                <a:tc>
                  <a:txBody>
                    <a:bodyPr/>
                    <a:lstStyle/>
                    <a:p>
                      <a:pPr marL="0" marR="0" lvl="0" indent="0" algn="l" rtl="0">
                        <a:lnSpc>
                          <a:spcPct val="100000"/>
                        </a:lnSpc>
                        <a:spcBef>
                          <a:spcPts val="0"/>
                        </a:spcBef>
                        <a:spcAft>
                          <a:spcPts val="0"/>
                        </a:spcAft>
                        <a:buNone/>
                      </a:pPr>
                      <a:r>
                        <a:rPr lang="en-US" sz="900" b="1" dirty="0">
                          <a:latin typeface="Calibri"/>
                          <a:ea typeface="Calibri"/>
                          <a:cs typeface="Calibri"/>
                          <a:sym typeface="Calibri"/>
                        </a:rPr>
                        <a:t>Good morning (afternoon /evening), ladies and gentlemen.</a:t>
                      </a:r>
                      <a:endParaRPr lang="ko-Kore-KR" altLang="en-US" sz="900" b="1" dirty="0">
                        <a:latin typeface="Calibri"/>
                        <a:ea typeface="Calibri"/>
                        <a:cs typeface="Calibri"/>
                        <a:sym typeface="Calibri"/>
                      </a:endParaRPr>
                    </a:p>
                    <a:p>
                      <a:pPr marL="0" marR="0" lvl="0" indent="0" algn="l" rtl="0">
                        <a:lnSpc>
                          <a:spcPct val="100000"/>
                        </a:lnSpc>
                        <a:spcBef>
                          <a:spcPts val="0"/>
                        </a:spcBef>
                        <a:spcAft>
                          <a:spcPts val="0"/>
                        </a:spcAft>
                        <a:buNone/>
                      </a:pPr>
                      <a:r>
                        <a:rPr lang="en-US" sz="900" b="1" dirty="0">
                          <a:latin typeface="Calibri"/>
                          <a:ea typeface="Calibri"/>
                          <a:cs typeface="Calibri"/>
                          <a:sym typeface="Calibri"/>
                        </a:rPr>
                        <a:t>This is captain </a:t>
                      </a:r>
                      <a:r>
                        <a:rPr lang="en-US" sz="900" b="1" u="sng" dirty="0">
                          <a:latin typeface="Calibri"/>
                          <a:ea typeface="Calibri"/>
                          <a:cs typeface="Calibri"/>
                          <a:sym typeface="Calibri"/>
                        </a:rPr>
                        <a:t>last name</a:t>
                      </a:r>
                      <a:r>
                        <a:rPr lang="en-US" sz="900" b="1" dirty="0">
                          <a:latin typeface="Calibri"/>
                          <a:ea typeface="Calibri"/>
                          <a:cs typeface="Calibri"/>
                          <a:sym typeface="Calibri"/>
                        </a:rPr>
                        <a:t> speaking. </a:t>
                      </a:r>
                      <a:endParaRPr lang="ko-Kore-KR" altLang="en-US" sz="900" b="1" dirty="0">
                        <a:latin typeface="Calibri"/>
                        <a:ea typeface="Calibri"/>
                        <a:cs typeface="Calibri"/>
                        <a:sym typeface="Calibri"/>
                      </a:endParaRPr>
                    </a:p>
                    <a:p>
                      <a:pPr marL="0" marR="0" lvl="0" indent="0" algn="l" rtl="0">
                        <a:lnSpc>
                          <a:spcPct val="100000"/>
                        </a:lnSpc>
                        <a:spcBef>
                          <a:spcPts val="0"/>
                        </a:spcBef>
                        <a:spcAft>
                          <a:spcPts val="0"/>
                        </a:spcAft>
                        <a:buNone/>
                      </a:pPr>
                      <a:r>
                        <a:rPr lang="en-US" sz="900" b="1" dirty="0">
                          <a:latin typeface="Calibri"/>
                          <a:ea typeface="Calibri"/>
                          <a:cs typeface="Calibri"/>
                          <a:sym typeface="Calibri"/>
                        </a:rPr>
                        <a:t>Welcome aboard Korean Air. </a:t>
                      </a:r>
                    </a:p>
                    <a:p>
                      <a:pPr marL="0" marR="0" lvl="0" indent="0" algn="l" rtl="0">
                        <a:lnSpc>
                          <a:spcPct val="100000"/>
                        </a:lnSpc>
                        <a:spcBef>
                          <a:spcPts val="0"/>
                        </a:spcBef>
                        <a:spcAft>
                          <a:spcPts val="0"/>
                        </a:spcAft>
                        <a:buNone/>
                      </a:pPr>
                      <a:r>
                        <a:rPr lang="en-US" sz="900" b="1" dirty="0">
                          <a:latin typeface="Calibri"/>
                          <a:ea typeface="Calibri"/>
                          <a:cs typeface="Calibri"/>
                          <a:sym typeface="Calibri"/>
                        </a:rPr>
                        <a:t>This flight is bound for ___(international) airport</a:t>
                      </a:r>
                      <a:r>
                        <a:rPr lang="ko-KR" altLang="en-US" sz="900" b="1" dirty="0">
                          <a:latin typeface="Calibri"/>
                          <a:ea typeface="Calibri"/>
                          <a:cs typeface="Calibri"/>
                          <a:sym typeface="Calibri"/>
                        </a:rPr>
                        <a:t> </a:t>
                      </a:r>
                      <a:r>
                        <a:rPr lang="en-US" altLang="ko-KR" sz="900" b="1" dirty="0">
                          <a:latin typeface="Calibri"/>
                          <a:ea typeface="Calibri"/>
                          <a:cs typeface="Calibri"/>
                          <a:sym typeface="Calibri"/>
                        </a:rPr>
                        <a:t>and our flight time is ___ hours(s) and minutes.</a:t>
                      </a:r>
                      <a:r>
                        <a:rPr lang="en-US" sz="900" b="1" dirty="0">
                          <a:latin typeface="Calibri"/>
                          <a:ea typeface="Calibri"/>
                          <a:cs typeface="Calibri"/>
                          <a:sym typeface="Calibri"/>
                        </a:rPr>
                        <a:t> </a:t>
                      </a:r>
                      <a:endParaRPr lang="ko-Kore-KR" altLang="en-US" sz="900" b="1" dirty="0">
                        <a:latin typeface="Calibri"/>
                        <a:ea typeface="Calibri"/>
                        <a:cs typeface="Calibri"/>
                        <a:sym typeface="Calibri"/>
                      </a:endParaRPr>
                    </a:p>
                    <a:p>
                      <a:pPr marL="0" marR="0" lvl="0" indent="0" algn="l" rtl="0">
                        <a:lnSpc>
                          <a:spcPct val="100000"/>
                        </a:lnSpc>
                        <a:spcBef>
                          <a:spcPts val="0"/>
                        </a:spcBef>
                        <a:spcAft>
                          <a:spcPts val="0"/>
                        </a:spcAft>
                        <a:buNone/>
                      </a:pPr>
                      <a:r>
                        <a:rPr lang="en-US" sz="900" b="1" dirty="0">
                          <a:latin typeface="Calibri"/>
                          <a:ea typeface="Calibri"/>
                          <a:cs typeface="Calibri"/>
                          <a:sym typeface="Calibri"/>
                        </a:rPr>
                        <a:t>For your safety, keep your seatbelts fastened while you are seated. </a:t>
                      </a:r>
                    </a:p>
                    <a:p>
                      <a:pPr marL="0" marR="0" lvl="0" indent="0" algn="l" rtl="0">
                        <a:lnSpc>
                          <a:spcPct val="100000"/>
                        </a:lnSpc>
                        <a:spcBef>
                          <a:spcPts val="0"/>
                        </a:spcBef>
                        <a:spcAft>
                          <a:spcPts val="0"/>
                        </a:spcAft>
                        <a:buNone/>
                      </a:pPr>
                      <a:r>
                        <a:rPr lang="en-US" sz="900" b="1" dirty="0">
                          <a:latin typeface="Calibri"/>
                          <a:ea typeface="Calibri"/>
                          <a:cs typeface="Calibri"/>
                          <a:sym typeface="Calibri"/>
                        </a:rPr>
                        <a:t>Thank you for choosing </a:t>
                      </a:r>
                      <a:r>
                        <a:rPr lang="en-US" sz="900" b="1" dirty="0" err="1">
                          <a:latin typeface="Calibri"/>
                          <a:ea typeface="Calibri"/>
                          <a:cs typeface="Calibri"/>
                          <a:sym typeface="Calibri"/>
                        </a:rPr>
                        <a:t>Koreanair</a:t>
                      </a:r>
                      <a:r>
                        <a:rPr lang="en-US" sz="900" b="1" dirty="0">
                          <a:latin typeface="Calibri"/>
                          <a:ea typeface="Calibri"/>
                          <a:cs typeface="Calibri"/>
                          <a:sym typeface="Calibri"/>
                        </a:rPr>
                        <a:t>. </a:t>
                      </a:r>
                    </a:p>
                    <a:p>
                      <a:pPr marL="0" marR="0" lvl="0" indent="0" algn="l" rtl="0">
                        <a:lnSpc>
                          <a:spcPct val="100000"/>
                        </a:lnSpc>
                        <a:spcBef>
                          <a:spcPts val="0"/>
                        </a:spcBef>
                        <a:spcAft>
                          <a:spcPts val="0"/>
                        </a:spcAft>
                        <a:buNone/>
                      </a:pPr>
                      <a:r>
                        <a:rPr lang="en-US" sz="900" b="1" dirty="0">
                          <a:latin typeface="Calibri"/>
                          <a:ea typeface="Calibri"/>
                          <a:cs typeface="Calibri"/>
                          <a:sym typeface="Calibri"/>
                        </a:rPr>
                        <a:t>Please enjoy your flight. </a:t>
                      </a:r>
                      <a:endParaRPr sz="9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2"/>
                  </a:ext>
                </a:extLst>
              </a:tr>
            </a:tbl>
          </a:graphicData>
        </a:graphic>
      </p:graphicFrame>
      <p:graphicFrame>
        <p:nvGraphicFramePr>
          <p:cNvPr id="371" name="Google Shape;371;p27"/>
          <p:cNvGraphicFramePr/>
          <p:nvPr>
            <p:extLst>
              <p:ext uri="{D42A27DB-BD31-4B8C-83A1-F6EECF244321}">
                <p14:modId xmlns:p14="http://schemas.microsoft.com/office/powerpoint/2010/main" val="3754935373"/>
              </p:ext>
            </p:extLst>
          </p:nvPr>
        </p:nvGraphicFramePr>
        <p:xfrm>
          <a:off x="109959" y="3860577"/>
          <a:ext cx="2112380" cy="861672"/>
        </p:xfrm>
        <a:graphic>
          <a:graphicData uri="http://schemas.openxmlformats.org/drawingml/2006/table">
            <a:tbl>
              <a:tblPr firstRow="1" bandRow="1">
                <a:noFill/>
                <a:tableStyleId>{A521BE36-7E6F-4EC9-8D66-1CF97A6895EC}</a:tableStyleId>
              </a:tblPr>
              <a:tblGrid>
                <a:gridCol w="447464">
                  <a:extLst>
                    <a:ext uri="{9D8B030D-6E8A-4147-A177-3AD203B41FA5}">
                      <a16:colId xmlns:a16="http://schemas.microsoft.com/office/drawing/2014/main" val="20000"/>
                    </a:ext>
                  </a:extLst>
                </a:gridCol>
                <a:gridCol w="1664916">
                  <a:extLst>
                    <a:ext uri="{9D8B030D-6E8A-4147-A177-3AD203B41FA5}">
                      <a16:colId xmlns:a16="http://schemas.microsoft.com/office/drawing/2014/main" val="20001"/>
                    </a:ext>
                  </a:extLst>
                </a:gridCol>
              </a:tblGrid>
              <a:tr h="184386">
                <a:tc gridSpan="2">
                  <a:txBody>
                    <a:bodyPr/>
                    <a:lstStyle/>
                    <a:p>
                      <a:pPr marL="0" marR="0" lvl="0" indent="0" algn="ctr" rtl="0">
                        <a:spcBef>
                          <a:spcPts val="0"/>
                        </a:spcBef>
                        <a:spcAft>
                          <a:spcPts val="0"/>
                        </a:spcAft>
                        <a:buNone/>
                      </a:pPr>
                      <a:r>
                        <a:rPr lang="en-US" sz="1400" b="0" dirty="0"/>
                        <a:t>Domestic</a:t>
                      </a:r>
                      <a:endParaRPr sz="1400" b="0" dirty="0"/>
                    </a:p>
                  </a:txBody>
                  <a:tcPr marL="0" marR="0" marT="0" marB="0"/>
                </a:tc>
                <a:tc hMerge="1">
                  <a:txBody>
                    <a:bodyPr/>
                    <a:lstStyle/>
                    <a:p>
                      <a:pPr marL="0" marR="0" lvl="0" indent="0" algn="ctr" rtl="0">
                        <a:spcBef>
                          <a:spcPts val="0"/>
                        </a:spcBef>
                        <a:spcAft>
                          <a:spcPts val="0"/>
                        </a:spcAft>
                        <a:buNone/>
                      </a:pPr>
                      <a:endParaRPr b="0" dirty="0"/>
                    </a:p>
                  </a:txBody>
                  <a:tcPr marL="0" marR="0" marT="0" marB="0"/>
                </a:tc>
                <a:extLst>
                  <a:ext uri="{0D108BD9-81ED-4DB2-BD59-A6C34878D82A}">
                    <a16:rowId xmlns:a16="http://schemas.microsoft.com/office/drawing/2014/main" val="1412390786"/>
                  </a:ext>
                </a:extLst>
              </a:tr>
              <a:tr h="162078">
                <a:tc>
                  <a:txBody>
                    <a:bodyPr/>
                    <a:lstStyle/>
                    <a:p>
                      <a:pPr marL="0" marR="0" lvl="0" indent="0" algn="ctr" rtl="0">
                        <a:spcBef>
                          <a:spcPts val="0"/>
                        </a:spcBef>
                        <a:spcAft>
                          <a:spcPts val="0"/>
                        </a:spcAft>
                        <a:buNone/>
                      </a:pPr>
                      <a:r>
                        <a:rPr lang="en-US" sz="900" b="0" dirty="0"/>
                        <a:t>GMP</a:t>
                      </a:r>
                      <a:endParaRPr sz="900" b="0" dirty="0"/>
                    </a:p>
                  </a:txBody>
                  <a:tcPr marL="0" marR="0" marT="0" marB="0"/>
                </a:tc>
                <a:tc>
                  <a:txBody>
                    <a:bodyPr/>
                    <a:lstStyle/>
                    <a:p>
                      <a:pPr marL="0" marR="0" lvl="0" indent="0" algn="ctr" rtl="0">
                        <a:spcBef>
                          <a:spcPts val="0"/>
                        </a:spcBef>
                        <a:spcAft>
                          <a:spcPts val="0"/>
                        </a:spcAft>
                        <a:buNone/>
                      </a:pPr>
                      <a:r>
                        <a:rPr lang="en-US" sz="900" b="0" dirty="0" err="1"/>
                        <a:t>김포국제</a:t>
                      </a:r>
                      <a:endParaRPr sz="1600" b="0" dirty="0"/>
                    </a:p>
                  </a:txBody>
                  <a:tcPr marL="0" marR="0" marT="0" marB="0"/>
                </a:tc>
                <a:extLst>
                  <a:ext uri="{0D108BD9-81ED-4DB2-BD59-A6C34878D82A}">
                    <a16:rowId xmlns:a16="http://schemas.microsoft.com/office/drawing/2014/main" val="10000"/>
                  </a:ext>
                </a:extLst>
              </a:tr>
              <a:tr h="162078">
                <a:tc>
                  <a:txBody>
                    <a:bodyPr/>
                    <a:lstStyle/>
                    <a:p>
                      <a:pPr marL="0" marR="0" lvl="0" indent="0" algn="ctr" rtl="0">
                        <a:spcBef>
                          <a:spcPts val="0"/>
                        </a:spcBef>
                        <a:spcAft>
                          <a:spcPts val="0"/>
                        </a:spcAft>
                        <a:buNone/>
                      </a:pPr>
                      <a:r>
                        <a:rPr lang="en-US" sz="900" dirty="0"/>
                        <a:t>ICN</a:t>
                      </a:r>
                      <a:endParaRPr sz="900" dirty="0"/>
                    </a:p>
                  </a:txBody>
                  <a:tcPr marL="0" marR="0" marT="0" marB="0"/>
                </a:tc>
                <a:tc>
                  <a:txBody>
                    <a:bodyPr/>
                    <a:lstStyle/>
                    <a:p>
                      <a:pPr marL="0" marR="0" lvl="0" indent="0" algn="ctr" rtl="0">
                        <a:spcBef>
                          <a:spcPts val="0"/>
                        </a:spcBef>
                        <a:spcAft>
                          <a:spcPts val="0"/>
                        </a:spcAft>
                        <a:buNone/>
                      </a:pPr>
                      <a:r>
                        <a:rPr lang="en-US" sz="900" dirty="0" err="1"/>
                        <a:t>인천국제</a:t>
                      </a:r>
                      <a:endParaRPr sz="1600" dirty="0"/>
                    </a:p>
                  </a:txBody>
                  <a:tcPr marL="0" marR="0" marT="0" marB="0"/>
                </a:tc>
                <a:extLst>
                  <a:ext uri="{0D108BD9-81ED-4DB2-BD59-A6C34878D82A}">
                    <a16:rowId xmlns:a16="http://schemas.microsoft.com/office/drawing/2014/main" val="10001"/>
                  </a:ext>
                </a:extLst>
              </a:tr>
              <a:tr h="162078">
                <a:tc>
                  <a:txBody>
                    <a:bodyPr/>
                    <a:lstStyle/>
                    <a:p>
                      <a:pPr marL="0" marR="0" lvl="0" indent="0" algn="ctr" rtl="0">
                        <a:spcBef>
                          <a:spcPts val="0"/>
                        </a:spcBef>
                        <a:spcAft>
                          <a:spcPts val="0"/>
                        </a:spcAft>
                        <a:buNone/>
                      </a:pPr>
                      <a:r>
                        <a:rPr lang="en-US" sz="900" dirty="0"/>
                        <a:t>CJU</a:t>
                      </a:r>
                      <a:endParaRPr sz="900" dirty="0"/>
                    </a:p>
                  </a:txBody>
                  <a:tcPr marL="0" marR="0" marT="0" marB="0"/>
                </a:tc>
                <a:tc>
                  <a:txBody>
                    <a:bodyPr/>
                    <a:lstStyle/>
                    <a:p>
                      <a:pPr marL="0" marR="0" lvl="0" indent="0" algn="ctr" rtl="0">
                        <a:spcBef>
                          <a:spcPts val="0"/>
                        </a:spcBef>
                        <a:spcAft>
                          <a:spcPts val="0"/>
                        </a:spcAft>
                        <a:buNone/>
                      </a:pPr>
                      <a:r>
                        <a:rPr lang="en-US" sz="900" dirty="0" err="1"/>
                        <a:t>제주국제</a:t>
                      </a:r>
                      <a:endParaRPr sz="1600" dirty="0"/>
                    </a:p>
                  </a:txBody>
                  <a:tcPr marL="0" marR="0" marT="0" marB="0"/>
                </a:tc>
                <a:extLst>
                  <a:ext uri="{0D108BD9-81ED-4DB2-BD59-A6C34878D82A}">
                    <a16:rowId xmlns:a16="http://schemas.microsoft.com/office/drawing/2014/main" val="10002"/>
                  </a:ext>
                </a:extLst>
              </a:tr>
              <a:tr h="162078">
                <a:tc>
                  <a:txBody>
                    <a:bodyPr/>
                    <a:lstStyle/>
                    <a:p>
                      <a:pPr marL="0" marR="0" lvl="0" indent="0" algn="ctr" rtl="0">
                        <a:spcBef>
                          <a:spcPts val="0"/>
                        </a:spcBef>
                        <a:spcAft>
                          <a:spcPts val="0"/>
                        </a:spcAft>
                        <a:buNone/>
                      </a:pPr>
                      <a:r>
                        <a:rPr lang="en-US" sz="900" dirty="0"/>
                        <a:t>PUS</a:t>
                      </a:r>
                      <a:endParaRPr sz="900" dirty="0"/>
                    </a:p>
                  </a:txBody>
                  <a:tcPr marL="0" marR="0" marT="0" marB="0"/>
                </a:tc>
                <a:tc>
                  <a:txBody>
                    <a:bodyPr/>
                    <a:lstStyle/>
                    <a:p>
                      <a:pPr marL="0" marR="0" lvl="0" indent="0" algn="ctr" rtl="0">
                        <a:spcBef>
                          <a:spcPts val="0"/>
                        </a:spcBef>
                        <a:spcAft>
                          <a:spcPts val="0"/>
                        </a:spcAft>
                        <a:buNone/>
                      </a:pPr>
                      <a:r>
                        <a:rPr lang="en-US" sz="900" dirty="0" err="1"/>
                        <a:t>김해국제</a:t>
                      </a:r>
                      <a:endParaRPr sz="900" dirty="0"/>
                    </a:p>
                  </a:txBody>
                  <a:tcPr marL="0" marR="0" marT="0" marB="0"/>
                </a:tc>
                <a:extLst>
                  <a:ext uri="{0D108BD9-81ED-4DB2-BD59-A6C34878D82A}">
                    <a16:rowId xmlns:a16="http://schemas.microsoft.com/office/drawing/2014/main" val="10003"/>
                  </a:ext>
                </a:extLst>
              </a:tr>
            </a:tbl>
          </a:graphicData>
        </a:graphic>
      </p:graphicFrame>
      <p:sp>
        <p:nvSpPr>
          <p:cNvPr id="2" name="TextBox 1">
            <a:extLst>
              <a:ext uri="{FF2B5EF4-FFF2-40B4-BE49-F238E27FC236}">
                <a16:creationId xmlns:a16="http://schemas.microsoft.com/office/drawing/2014/main" id="{88375B34-8C64-6DD0-9FBE-ACB2C6F75CC8}"/>
              </a:ext>
            </a:extLst>
          </p:cNvPr>
          <p:cNvSpPr txBox="1"/>
          <p:nvPr/>
        </p:nvSpPr>
        <p:spPr>
          <a:xfrm>
            <a:off x="1464366" y="5212277"/>
            <a:ext cx="980661" cy="307777"/>
          </a:xfrm>
          <a:prstGeom prst="rect">
            <a:avLst/>
          </a:prstGeom>
          <a:noFill/>
        </p:spPr>
        <p:txBody>
          <a:bodyPr wrap="square" rtlCol="0">
            <a:spAutoFit/>
          </a:bodyPr>
          <a:lstStyle/>
          <a:p>
            <a:r>
              <a:rPr kumimoji="1" lang="ko-Kore-KR" altLang="en-US" sz="1400" b="1" dirty="0">
                <a:solidFill>
                  <a:srgbClr val="FF0000"/>
                </a:solidFill>
                <a:hlinkClick r:id="rId3" action="ppaction://hlinksldjump">
                  <a:extLst>
                    <a:ext uri="{A12FA001-AC4F-418D-AE19-62706E023703}">
                      <ahyp:hlinkClr xmlns:ahyp="http://schemas.microsoft.com/office/drawing/2018/hyperlinkcolor" val="tx"/>
                    </a:ext>
                  </a:extLst>
                </a:hlinkClick>
              </a:rPr>
              <a:t>도착</a:t>
            </a:r>
            <a:r>
              <a:rPr kumimoji="1" lang="ko-KR" altLang="en-US" sz="1400" b="1" dirty="0">
                <a:solidFill>
                  <a:srgbClr val="FF0000"/>
                </a:solidFill>
                <a:hlinkClick r:id="rId3" action="ppaction://hlinksldjump">
                  <a:extLst>
                    <a:ext uri="{A12FA001-AC4F-418D-AE19-62706E023703}">
                      <ahyp:hlinkClr xmlns:ahyp="http://schemas.microsoft.com/office/drawing/2018/hyperlinkcolor" val="tx"/>
                    </a:ext>
                  </a:extLst>
                </a:hlinkClick>
              </a:rPr>
              <a:t>방송</a:t>
            </a:r>
            <a:endParaRPr kumimoji="1" lang="ko-Kore-KR" altLang="en-US" sz="1400" b="1" dirty="0">
              <a:solidFill>
                <a:srgbClr val="FF0000"/>
              </a:solidFill>
            </a:endParaRPr>
          </a:p>
        </p:txBody>
      </p:sp>
      <p:pic>
        <p:nvPicPr>
          <p:cNvPr id="5" name="그래픽 4" descr="집 Wi-Fi에서 작업 단색으로 채워진">
            <a:hlinkClick r:id="" action="ppaction://hlinkshowjump?jump=firstslide"/>
            <a:extLst>
              <a:ext uri="{FF2B5EF4-FFF2-40B4-BE49-F238E27FC236}">
                <a16:creationId xmlns:a16="http://schemas.microsoft.com/office/drawing/2014/main" id="{7550E0A2-BAC2-77CC-CA51-0D3557CA6F9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936750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graphicFrame>
        <p:nvGraphicFramePr>
          <p:cNvPr id="370" name="Google Shape;370;p27"/>
          <p:cNvGraphicFramePr/>
          <p:nvPr>
            <p:extLst>
              <p:ext uri="{D42A27DB-BD31-4B8C-83A1-F6EECF244321}">
                <p14:modId xmlns:p14="http://schemas.microsoft.com/office/powerpoint/2010/main" val="4183226876"/>
              </p:ext>
            </p:extLst>
          </p:nvPr>
        </p:nvGraphicFramePr>
        <p:xfrm>
          <a:off x="0" y="1"/>
          <a:ext cx="2328876" cy="5271929"/>
        </p:xfrm>
        <a:graphic>
          <a:graphicData uri="http://schemas.openxmlformats.org/drawingml/2006/table">
            <a:tbl>
              <a:tblPr firstRow="1" bandRow="1">
                <a:noFill/>
                <a:tableStyleId>{A521BE36-7E6F-4EC9-8D66-1CF97A6895EC}</a:tableStyleId>
              </a:tblPr>
              <a:tblGrid>
                <a:gridCol w="1164438">
                  <a:extLst>
                    <a:ext uri="{9D8B030D-6E8A-4147-A177-3AD203B41FA5}">
                      <a16:colId xmlns:a16="http://schemas.microsoft.com/office/drawing/2014/main" val="20000"/>
                    </a:ext>
                  </a:extLst>
                </a:gridCol>
                <a:gridCol w="272476">
                  <a:extLst>
                    <a:ext uri="{9D8B030D-6E8A-4147-A177-3AD203B41FA5}">
                      <a16:colId xmlns:a16="http://schemas.microsoft.com/office/drawing/2014/main" val="2595559527"/>
                    </a:ext>
                  </a:extLst>
                </a:gridCol>
                <a:gridCol w="891962">
                  <a:extLst>
                    <a:ext uri="{9D8B030D-6E8A-4147-A177-3AD203B41FA5}">
                      <a16:colId xmlns:a16="http://schemas.microsoft.com/office/drawing/2014/main" val="1608007032"/>
                    </a:ext>
                  </a:extLst>
                </a:gridCol>
              </a:tblGrid>
              <a:tr h="317144">
                <a:tc gridSpan="3">
                  <a:txBody>
                    <a:bodyPr/>
                    <a:lstStyle/>
                    <a:p>
                      <a:pPr marL="0" marR="0" lvl="0" indent="0" algn="l" rtl="0">
                        <a:spcBef>
                          <a:spcPts val="0"/>
                        </a:spcBef>
                        <a:spcAft>
                          <a:spcPts val="0"/>
                        </a:spcAft>
                        <a:buNone/>
                      </a:pPr>
                      <a:r>
                        <a:rPr lang="ko-KR" altLang="en-US" sz="1200" b="1" dirty="0">
                          <a:latin typeface="Calibri"/>
                          <a:ea typeface="Calibri"/>
                          <a:cs typeface="Calibri"/>
                          <a:sym typeface="Calibri"/>
                        </a:rPr>
                        <a:t>도착</a:t>
                      </a:r>
                      <a:r>
                        <a:rPr lang="en-US" sz="1200" b="1" dirty="0">
                          <a:latin typeface="Calibri"/>
                          <a:ea typeface="Calibri"/>
                          <a:cs typeface="Calibri"/>
                          <a:sym typeface="Calibri"/>
                        </a:rPr>
                        <a:t> </a:t>
                      </a:r>
                      <a:r>
                        <a:rPr lang="ko-KR" altLang="en-US" sz="1200" b="1" dirty="0">
                          <a:latin typeface="Calibri"/>
                          <a:ea typeface="Calibri"/>
                          <a:cs typeface="Calibri"/>
                          <a:sym typeface="Calibri"/>
                        </a:rPr>
                        <a:t>방송 </a:t>
                      </a:r>
                      <a:r>
                        <a:rPr lang="en-US" altLang="ko-KR" sz="900" b="1" dirty="0">
                          <a:latin typeface="Calibri"/>
                          <a:ea typeface="Calibri"/>
                          <a:cs typeface="Calibri"/>
                          <a:sym typeface="Calibri"/>
                        </a:rPr>
                        <a:t>(5</a:t>
                      </a:r>
                      <a:r>
                        <a:rPr lang="ko-KR" altLang="en-US" sz="900" b="1" dirty="0">
                          <a:latin typeface="Calibri"/>
                          <a:ea typeface="Calibri"/>
                          <a:cs typeface="Calibri"/>
                          <a:sym typeface="Calibri"/>
                        </a:rPr>
                        <a:t>시간이상</a:t>
                      </a:r>
                      <a:r>
                        <a:rPr lang="en-US" altLang="ko-KR" sz="900" b="1" dirty="0">
                          <a:latin typeface="Calibri"/>
                          <a:ea typeface="Calibri"/>
                          <a:cs typeface="Calibri"/>
                          <a:sym typeface="Calibri"/>
                        </a:rPr>
                        <a:t>,</a:t>
                      </a:r>
                      <a:r>
                        <a:rPr lang="ko-KR" altLang="en-US" sz="900" b="1" dirty="0">
                          <a:latin typeface="Calibri"/>
                          <a:ea typeface="Calibri"/>
                          <a:cs typeface="Calibri"/>
                          <a:sym typeface="Calibri"/>
                        </a:rPr>
                        <a:t> </a:t>
                      </a:r>
                      <a:r>
                        <a:rPr lang="en-US" altLang="ko-KR" sz="900" b="1" dirty="0">
                          <a:latin typeface="Calibri"/>
                          <a:ea typeface="Calibri"/>
                          <a:cs typeface="Calibri"/>
                          <a:sym typeface="Calibri"/>
                        </a:rPr>
                        <a:t>40</a:t>
                      </a:r>
                      <a:r>
                        <a:rPr lang="ko-KR" altLang="en-US" sz="900" b="1" dirty="0">
                          <a:latin typeface="Calibri"/>
                          <a:ea typeface="Calibri"/>
                          <a:cs typeface="Calibri"/>
                          <a:sym typeface="Calibri"/>
                        </a:rPr>
                        <a:t>분전</a:t>
                      </a:r>
                      <a:r>
                        <a:rPr lang="en-US" altLang="ko-KR" sz="900" b="1" dirty="0">
                          <a:latin typeface="Calibri"/>
                          <a:ea typeface="Calibri"/>
                          <a:cs typeface="Calibri"/>
                          <a:sym typeface="Calibri"/>
                        </a:rPr>
                        <a:t>)</a:t>
                      </a:r>
                    </a:p>
                    <a:p>
                      <a:pPr marL="0" marR="0" lvl="0" indent="0" algn="l" rtl="0">
                        <a:spcBef>
                          <a:spcPts val="0"/>
                        </a:spcBef>
                        <a:spcAft>
                          <a:spcPts val="0"/>
                        </a:spcAft>
                        <a:buNone/>
                      </a:pPr>
                      <a:r>
                        <a:rPr lang="ko-KR" altLang="en-US" sz="800" b="0" dirty="0">
                          <a:solidFill>
                            <a:srgbClr val="FFC000"/>
                          </a:solidFill>
                          <a:latin typeface="Calibri"/>
                          <a:ea typeface="Calibri"/>
                          <a:cs typeface="Calibri"/>
                          <a:sym typeface="Calibri"/>
                        </a:rPr>
                        <a:t>출발지 기준 </a:t>
                      </a:r>
                      <a:r>
                        <a:rPr lang="en-US" altLang="ko-KR" sz="800" b="0" dirty="0">
                          <a:solidFill>
                            <a:srgbClr val="FFC000"/>
                          </a:solidFill>
                          <a:latin typeface="Calibri"/>
                          <a:ea typeface="Calibri"/>
                          <a:cs typeface="Calibri"/>
                          <a:sym typeface="Calibri"/>
                        </a:rPr>
                        <a:t>2200-0800</a:t>
                      </a:r>
                      <a:r>
                        <a:rPr lang="ko-KR" altLang="en-US" sz="800" b="0" dirty="0">
                          <a:solidFill>
                            <a:srgbClr val="FFC000"/>
                          </a:solidFill>
                          <a:latin typeface="Calibri"/>
                          <a:ea typeface="Calibri"/>
                          <a:cs typeface="Calibri"/>
                          <a:sym typeface="Calibri"/>
                        </a:rPr>
                        <a:t> </a:t>
                      </a:r>
                      <a:r>
                        <a:rPr lang="en-US" altLang="ko-KR" sz="800" b="0" dirty="0">
                          <a:solidFill>
                            <a:srgbClr val="FFC000"/>
                          </a:solidFill>
                          <a:latin typeface="Calibri"/>
                          <a:ea typeface="Calibri"/>
                          <a:cs typeface="Calibri"/>
                          <a:sym typeface="Calibri"/>
                        </a:rPr>
                        <a:t>Quiet Hour</a:t>
                      </a:r>
                      <a:r>
                        <a:rPr lang="ko-KR" altLang="en-US" sz="800" b="0" dirty="0">
                          <a:solidFill>
                            <a:srgbClr val="FFC000"/>
                          </a:solidFill>
                          <a:latin typeface="Calibri"/>
                          <a:ea typeface="Calibri"/>
                          <a:cs typeface="Calibri"/>
                          <a:sym typeface="Calibri"/>
                        </a:rPr>
                        <a:t> </a:t>
                      </a:r>
                      <a:endParaRPr lang="en-US" altLang="ko-KR" sz="800" b="0" dirty="0">
                        <a:solidFill>
                          <a:srgbClr val="FFC000"/>
                        </a:solidFill>
                        <a:latin typeface="Calibri"/>
                        <a:ea typeface="Calibri"/>
                        <a:cs typeface="Calibri"/>
                        <a:sym typeface="Calibri"/>
                      </a:endParaRPr>
                    </a:p>
                  </a:txBody>
                  <a:tcPr marL="91450" marR="91450" marT="45725" marB="45725"/>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341539">
                <a:tc gridSpan="3">
                  <a:txBody>
                    <a:bodyPr/>
                    <a:lstStyle/>
                    <a:p>
                      <a:pPr marL="0" marR="0" lvl="0" indent="0" algn="l" rtl="0">
                        <a:spcBef>
                          <a:spcPts val="0"/>
                        </a:spcBef>
                        <a:spcAft>
                          <a:spcPts val="0"/>
                        </a:spcAft>
                        <a:buNone/>
                      </a:pPr>
                      <a:r>
                        <a:rPr lang="ko-KR" altLang="en-US" sz="800" b="1" dirty="0">
                          <a:solidFill>
                            <a:schemeClr val="bg1"/>
                          </a:solidFill>
                          <a:latin typeface="Calibri"/>
                          <a:ea typeface="Calibri"/>
                          <a:cs typeface="Calibri"/>
                          <a:sym typeface="Calibri"/>
                        </a:rPr>
                        <a:t>동남아 지역 난기류 대비 기내 서비스 절차</a:t>
                      </a:r>
                      <a:endParaRPr lang="en-US" altLang="ko-KR" sz="800" b="1" dirty="0">
                        <a:solidFill>
                          <a:schemeClr val="bg1"/>
                        </a:solidFill>
                        <a:latin typeface="Calibri"/>
                        <a:ea typeface="Calibri"/>
                        <a:cs typeface="Calibri"/>
                        <a:sym typeface="Calibri"/>
                      </a:endParaRPr>
                    </a:p>
                    <a:p>
                      <a:pPr marL="0" marR="0" lvl="0" indent="0" algn="l" rtl="0">
                        <a:spcBef>
                          <a:spcPts val="0"/>
                        </a:spcBef>
                        <a:spcAft>
                          <a:spcPts val="0"/>
                        </a:spcAft>
                        <a:buNone/>
                      </a:pPr>
                      <a:r>
                        <a:rPr lang="en-US" altLang="ko-KR" sz="700" b="1" i="0" kern="1200" dirty="0">
                          <a:solidFill>
                            <a:srgbClr val="0070C0"/>
                          </a:solidFill>
                          <a:latin typeface="+mn-ea"/>
                          <a:ea typeface="Calibri"/>
                          <a:cs typeface="Calibri"/>
                          <a:sym typeface="Calibri"/>
                        </a:rPr>
                        <a:t>-</a:t>
                      </a:r>
                      <a:r>
                        <a:rPr lang="ko-KR" altLang="en-US" sz="700" b="1" i="0" kern="1200" dirty="0">
                          <a:solidFill>
                            <a:srgbClr val="0070C0"/>
                          </a:solidFill>
                          <a:latin typeface="+mn-ea"/>
                          <a:ea typeface="Calibri"/>
                          <a:cs typeface="Calibri"/>
                          <a:sym typeface="Calibri"/>
                        </a:rPr>
                        <a:t> </a:t>
                      </a:r>
                      <a:r>
                        <a:rPr lang="en-US" altLang="ko-Kore-KR" sz="700" b="1" i="0" kern="1200" dirty="0">
                          <a:solidFill>
                            <a:srgbClr val="0070C0"/>
                          </a:solidFill>
                          <a:latin typeface="+mn-ea"/>
                          <a:ea typeface="Calibri"/>
                          <a:cs typeface="Calibri"/>
                          <a:sym typeface="Calibri"/>
                        </a:rPr>
                        <a:t>6</a:t>
                      </a:r>
                      <a:r>
                        <a:rPr lang="ko-KR" altLang="en-US" sz="700" b="1" i="0" kern="1200" dirty="0">
                          <a:solidFill>
                            <a:srgbClr val="0070C0"/>
                          </a:solidFill>
                          <a:latin typeface="+mn-ea"/>
                          <a:ea typeface="Calibri"/>
                          <a:cs typeface="Calibri"/>
                          <a:sym typeface="Calibri"/>
                        </a:rPr>
                        <a:t>시간 미만 중거리만 </a:t>
                      </a:r>
                      <a:r>
                        <a:rPr lang="en-US" altLang="ko-KR" sz="700" b="1" i="0" kern="1200" dirty="0">
                          <a:solidFill>
                            <a:srgbClr val="0070C0"/>
                          </a:solidFill>
                          <a:latin typeface="+mn-ea"/>
                          <a:ea typeface="Calibri"/>
                          <a:cs typeface="Calibri"/>
                          <a:sym typeface="Calibri"/>
                        </a:rPr>
                        <a:t>1</a:t>
                      </a:r>
                      <a:r>
                        <a:rPr lang="ko-KR" altLang="en-US" sz="700" b="1" i="0" kern="1200" dirty="0">
                          <a:solidFill>
                            <a:srgbClr val="0070C0"/>
                          </a:solidFill>
                          <a:latin typeface="+mn-ea"/>
                          <a:ea typeface="Calibri"/>
                          <a:cs typeface="Calibri"/>
                          <a:sym typeface="Calibri"/>
                        </a:rPr>
                        <a:t>시간 전 음료서비스</a:t>
                      </a:r>
                      <a:endParaRPr lang="en-US" altLang="ko-KR" sz="700" b="1" i="0" kern="1200" dirty="0">
                        <a:solidFill>
                          <a:srgbClr val="0070C0"/>
                        </a:solidFill>
                        <a:latin typeface="+mn-ea"/>
                        <a:ea typeface="Calibri"/>
                        <a:cs typeface="Calibri"/>
                        <a:sym typeface="Calibri"/>
                      </a:endParaRPr>
                    </a:p>
                    <a:p>
                      <a:pPr marL="0" marR="0" lvl="0" indent="0" algn="l" rtl="0">
                        <a:spcBef>
                          <a:spcPts val="0"/>
                        </a:spcBef>
                        <a:spcAft>
                          <a:spcPts val="0"/>
                        </a:spcAft>
                        <a:buNone/>
                      </a:pPr>
                      <a:r>
                        <a:rPr lang="en-US" altLang="ko-KR" sz="700" b="1" i="0" kern="1200" dirty="0">
                          <a:solidFill>
                            <a:srgbClr val="0070C0"/>
                          </a:solidFill>
                          <a:latin typeface="+mn-ea"/>
                          <a:ea typeface="Calibri"/>
                          <a:cs typeface="Calibri"/>
                          <a:sym typeface="Calibri"/>
                        </a:rPr>
                        <a:t>-</a:t>
                      </a:r>
                      <a:r>
                        <a:rPr lang="ko-KR" altLang="en-US" sz="700" b="1" i="0" kern="1200" dirty="0">
                          <a:solidFill>
                            <a:srgbClr val="0070C0"/>
                          </a:solidFill>
                          <a:latin typeface="+mn-ea"/>
                          <a:ea typeface="Calibri"/>
                          <a:cs typeface="Calibri"/>
                          <a:sym typeface="Calibri"/>
                        </a:rPr>
                        <a:t> </a:t>
                      </a:r>
                      <a:r>
                        <a:rPr lang="en-US" altLang="ko-KR" sz="700" b="1" i="0" kern="1200" dirty="0">
                          <a:solidFill>
                            <a:srgbClr val="0070C0"/>
                          </a:solidFill>
                          <a:latin typeface="+mn-ea"/>
                          <a:ea typeface="Calibri"/>
                          <a:cs typeface="Calibri"/>
                          <a:sym typeface="Calibri"/>
                        </a:rPr>
                        <a:t>40</a:t>
                      </a:r>
                      <a:r>
                        <a:rPr lang="ko-KR" altLang="en-US" sz="700" b="1" i="0" kern="1200" dirty="0">
                          <a:solidFill>
                            <a:srgbClr val="0070C0"/>
                          </a:solidFill>
                          <a:latin typeface="+mn-ea"/>
                          <a:ea typeface="Calibri"/>
                          <a:cs typeface="Calibri"/>
                          <a:sym typeface="Calibri"/>
                        </a:rPr>
                        <a:t>분전 서비스 회수 </a:t>
                      </a:r>
                      <a:endParaRPr lang="en-US" altLang="ko-KR" sz="700" b="1" i="0" kern="1200" dirty="0">
                        <a:solidFill>
                          <a:srgbClr val="0070C0"/>
                        </a:solidFill>
                        <a:latin typeface="+mn-ea"/>
                        <a:ea typeface="Calibri"/>
                        <a:cs typeface="Calibri"/>
                        <a:sym typeface="Calibri"/>
                      </a:endParaRPr>
                    </a:p>
                    <a:p>
                      <a:pPr marL="0" marR="0" lvl="0" indent="0" algn="l" rtl="0">
                        <a:spcBef>
                          <a:spcPts val="0"/>
                        </a:spcBef>
                        <a:spcAft>
                          <a:spcPts val="0"/>
                        </a:spcAft>
                        <a:buNone/>
                      </a:pPr>
                      <a:r>
                        <a:rPr lang="en-US" altLang="ko-KR" sz="700" b="1" i="0" kern="1200" dirty="0">
                          <a:solidFill>
                            <a:srgbClr val="0070C0"/>
                          </a:solidFill>
                          <a:latin typeface="+mn-ea"/>
                          <a:ea typeface="Calibri"/>
                          <a:cs typeface="Calibri"/>
                          <a:sym typeface="Calibri"/>
                        </a:rPr>
                        <a:t>-</a:t>
                      </a:r>
                      <a:r>
                        <a:rPr lang="ko-KR" altLang="en-US" sz="700" b="1" i="0" kern="1200" dirty="0">
                          <a:solidFill>
                            <a:srgbClr val="0070C0"/>
                          </a:solidFill>
                          <a:latin typeface="+mn-ea"/>
                          <a:ea typeface="Calibri"/>
                          <a:cs typeface="Calibri"/>
                          <a:sym typeface="Calibri"/>
                        </a:rPr>
                        <a:t> </a:t>
                      </a:r>
                      <a:r>
                        <a:rPr lang="en-US" altLang="ko-KR" sz="700" b="1" i="0" kern="1200" dirty="0">
                          <a:solidFill>
                            <a:srgbClr val="0070C0"/>
                          </a:solidFill>
                          <a:latin typeface="+mn-ea"/>
                          <a:ea typeface="Calibri"/>
                          <a:cs typeface="Calibri"/>
                          <a:sym typeface="Calibri"/>
                        </a:rPr>
                        <a:t>APP PA</a:t>
                      </a:r>
                      <a:r>
                        <a:rPr lang="ko-KR" altLang="en-US" sz="700" b="1" i="0" kern="1200" dirty="0">
                          <a:solidFill>
                            <a:srgbClr val="0070C0"/>
                          </a:solidFill>
                          <a:latin typeface="+mn-ea"/>
                          <a:ea typeface="Calibri"/>
                          <a:cs typeface="Calibri"/>
                          <a:sym typeface="Calibri"/>
                        </a:rPr>
                        <a:t>이후 </a:t>
                      </a:r>
                      <a:r>
                        <a:rPr lang="en-US" altLang="ko-KR" sz="700" b="1" i="0" kern="1200" dirty="0">
                          <a:solidFill>
                            <a:srgbClr val="0070C0"/>
                          </a:solidFill>
                          <a:latin typeface="+mn-ea"/>
                          <a:ea typeface="Calibri"/>
                          <a:cs typeface="Calibri"/>
                          <a:sym typeface="Calibri"/>
                        </a:rPr>
                        <a:t>CREW </a:t>
                      </a:r>
                      <a:r>
                        <a:rPr lang="ko-KR" altLang="en-US" sz="700" b="1" i="0" kern="1200" dirty="0">
                          <a:solidFill>
                            <a:srgbClr val="0070C0"/>
                          </a:solidFill>
                          <a:latin typeface="+mn-ea"/>
                          <a:ea typeface="Calibri"/>
                          <a:cs typeface="Calibri"/>
                          <a:sym typeface="Calibri"/>
                        </a:rPr>
                        <a:t>착석 강조</a:t>
                      </a:r>
                      <a:endParaRPr lang="en-US" altLang="ko-KR" sz="700" b="1" i="0" kern="1200" dirty="0">
                        <a:solidFill>
                          <a:srgbClr val="0070C0"/>
                        </a:solidFill>
                        <a:latin typeface="+mn-ea"/>
                        <a:ea typeface="Calibri"/>
                        <a:cs typeface="Calibri"/>
                        <a:sym typeface="Calibri"/>
                      </a:endParaRPr>
                    </a:p>
                  </a:txBody>
                  <a:tcPr marL="91450" marR="91450" marT="45725" marB="45725"/>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2611346289"/>
                  </a:ext>
                </a:extLst>
              </a:tr>
              <a:tr h="627202">
                <a:tc gridSpan="3">
                  <a:txBody>
                    <a:bodyPr/>
                    <a:lstStyle/>
                    <a:p>
                      <a:pPr marL="0" marR="0" lvl="0" indent="0" algn="l" rtl="0">
                        <a:lnSpc>
                          <a:spcPct val="15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ko-KR" altLang="en-US" sz="800" b="1" dirty="0">
                          <a:latin typeface="Calibri"/>
                          <a:ea typeface="Calibri"/>
                          <a:cs typeface="Calibri"/>
                          <a:sym typeface="Calibri"/>
                        </a:rPr>
                        <a:t>저는 기장입니다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우리 비행기는 앞으로 약 </a:t>
                      </a:r>
                      <a:r>
                        <a:rPr lang="en-US" altLang="ko-KR" sz="800" b="1" dirty="0">
                          <a:latin typeface="Calibri"/>
                          <a:ea typeface="Calibri"/>
                          <a:cs typeface="Calibri"/>
                          <a:sym typeface="Calibri"/>
                        </a:rPr>
                        <a:t>(40)</a:t>
                      </a:r>
                      <a:r>
                        <a:rPr lang="ko-KR" altLang="en-US" sz="800" b="1" dirty="0">
                          <a:latin typeface="Calibri"/>
                          <a:ea typeface="Calibri"/>
                          <a:cs typeface="Calibri"/>
                          <a:sym typeface="Calibri"/>
                        </a:rPr>
                        <a:t>분 후에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국제공항에 착륙 예정입니다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현재 공항의 날씨는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 기온은 섭씨 </a:t>
                      </a:r>
                      <a:r>
                        <a:rPr lang="en-US" altLang="ko-KR" sz="800" b="1" dirty="0">
                          <a:latin typeface="Calibri"/>
                          <a:ea typeface="Calibri"/>
                          <a:cs typeface="Calibri"/>
                          <a:sym typeface="Calibri"/>
                        </a:rPr>
                        <a:t>__</a:t>
                      </a:r>
                      <a:r>
                        <a:rPr lang="ko-KR" altLang="en-US" sz="800" b="1" dirty="0">
                          <a:latin typeface="Calibri"/>
                          <a:ea typeface="Calibri"/>
                          <a:cs typeface="Calibri"/>
                          <a:sym typeface="Calibri"/>
                        </a:rPr>
                        <a:t>도 입니다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endParaRPr lang="en-US" altLang="ko-KR" sz="800" b="1" dirty="0">
                        <a:latin typeface="Calibri"/>
                        <a:ea typeface="Calibri"/>
                        <a:cs typeface="Calibri"/>
                        <a:sym typeface="Calibri"/>
                      </a:endParaRPr>
                    </a:p>
                  </a:txBody>
                  <a:tcPr marL="36000" marR="36000" marT="36000" marB="36000"/>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484795">
                <a:tc gridSpan="2">
                  <a:txBody>
                    <a:bodyPr/>
                    <a:lstStyle/>
                    <a:p>
                      <a:pPr marL="0" marR="0" lvl="0" indent="0" algn="l" rtl="0">
                        <a:lnSpc>
                          <a:spcPct val="150000"/>
                        </a:lnSpc>
                        <a:spcBef>
                          <a:spcPts val="0"/>
                        </a:spcBef>
                        <a:spcAft>
                          <a:spcPts val="0"/>
                        </a:spcAft>
                        <a:buNone/>
                      </a:pP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 맑으며 </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600" b="1" dirty="0">
                          <a:latin typeface="Calibri"/>
                          <a:ea typeface="Calibri"/>
                          <a:cs typeface="Calibri"/>
                          <a:sym typeface="Calibri"/>
                        </a:rPr>
                        <a:t>◐ </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다소</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흐리며 </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600" b="1" dirty="0">
                          <a:latin typeface="Calibri"/>
                          <a:ea typeface="Calibri"/>
                          <a:cs typeface="Calibri"/>
                          <a:sym typeface="Calibri"/>
                        </a:rPr>
                        <a:t>◐ </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이슬</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비가 내리며</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소나기가 내리며 </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600" b="1" dirty="0">
                          <a:latin typeface="Calibri"/>
                          <a:ea typeface="Calibri"/>
                          <a:cs typeface="Calibri"/>
                          <a:sym typeface="Calibri"/>
                        </a:rPr>
                        <a:t>◐ 바람이 불고 있으며</a:t>
                      </a:r>
                      <a:endParaRPr lang="en-US" altLang="ko-KR" sz="600" b="1" dirty="0">
                        <a:latin typeface="Calibri"/>
                        <a:ea typeface="Calibri"/>
                        <a:cs typeface="Calibri"/>
                        <a:sym typeface="Calibri"/>
                      </a:endParaRPr>
                    </a:p>
                  </a:txBody>
                  <a:tcPr marL="36000" marR="36000" marT="36000" marB="36000"/>
                </a:tc>
                <a:tc hMerge="1">
                  <a:txBody>
                    <a:bodyPr/>
                    <a:lstStyle/>
                    <a:p>
                      <a:endParaRPr lang="ko-Kore-KR" altLang="en-US"/>
                    </a:p>
                  </a:txBody>
                  <a:tcPr/>
                </a:tc>
                <a:tc>
                  <a:txBody>
                    <a:bodyPr/>
                    <a:lstStyle/>
                    <a:p>
                      <a:pPr marL="0" marR="0" lvl="0" indent="0" algn="l" rtl="0">
                        <a:lnSpc>
                          <a:spcPct val="150000"/>
                        </a:lnSpc>
                        <a:spcBef>
                          <a:spcPts val="0"/>
                        </a:spcBef>
                        <a:spcAft>
                          <a:spcPts val="0"/>
                        </a:spcAft>
                        <a:buNone/>
                      </a:pP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 눈이 오고 있으며</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 안개가 끼어 있으며</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600" b="1" dirty="0">
                          <a:latin typeface="Calibri"/>
                          <a:ea typeface="Calibri"/>
                          <a:cs typeface="Calibri"/>
                          <a:sym typeface="Calibri"/>
                        </a:rPr>
                        <a:t>◐ 황사가 있으며</a:t>
                      </a:r>
                      <a:endParaRPr lang="en-US" altLang="ko-KR" sz="6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3804322827"/>
                  </a:ext>
                </a:extLst>
              </a:tr>
              <a:tr h="159795">
                <a:tc gridSpan="3">
                  <a:txBody>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지금 이곳의 시각은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월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일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요일</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 오전</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오후</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시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분 입니다</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  고맙습니다</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 </a:t>
                      </a:r>
                      <a:endPar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endParaRPr>
                    </a:p>
                  </a:txBody>
                  <a:tcPr marL="36000" marR="36000" marT="36000" marB="36000"/>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591553393"/>
                  </a:ext>
                </a:extLst>
              </a:tr>
              <a:tr h="920044">
                <a:tc gridSpan="3">
                  <a:txBody>
                    <a:bodyPr/>
                    <a:lstStyle/>
                    <a:p>
                      <a:pPr marL="0" marR="0" lvl="0" indent="0" algn="l" rtl="0">
                        <a:lnSpc>
                          <a:spcPct val="150000"/>
                        </a:lnSpc>
                        <a:spcBef>
                          <a:spcPts val="0"/>
                        </a:spcBef>
                        <a:spcAft>
                          <a:spcPts val="0"/>
                        </a:spcAft>
                        <a:buNone/>
                      </a:pPr>
                      <a:r>
                        <a:rPr lang="en-US" altLang="ko-KR" sz="800" b="1" dirty="0">
                          <a:latin typeface="Calibri"/>
                          <a:ea typeface="Calibri"/>
                          <a:cs typeface="Calibri"/>
                          <a:sym typeface="Calibri"/>
                        </a:rPr>
                        <a:t>L</a:t>
                      </a:r>
                      <a:r>
                        <a:rPr lang="en-US" sz="800" b="1" dirty="0">
                          <a:latin typeface="Calibri"/>
                          <a:ea typeface="Calibri"/>
                          <a:cs typeface="Calibri"/>
                          <a:sym typeface="Calibri"/>
                        </a:rPr>
                        <a:t>adies and gentlemen</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altLang="ko-KR" sz="800" b="1" dirty="0">
                          <a:latin typeface="Calibri"/>
                          <a:ea typeface="Calibri"/>
                          <a:cs typeface="Calibri"/>
                          <a:sym typeface="Calibri"/>
                        </a:rPr>
                        <a:t>t</a:t>
                      </a:r>
                      <a:r>
                        <a:rPr lang="en-US" sz="800" b="1" dirty="0">
                          <a:latin typeface="Calibri"/>
                          <a:ea typeface="Calibri"/>
                          <a:cs typeface="Calibri"/>
                          <a:sym typeface="Calibri"/>
                        </a:rPr>
                        <a:t>his is </a:t>
                      </a:r>
                      <a:r>
                        <a:rPr lang="en-US" altLang="ko-KR" sz="800" b="1" u="sng" dirty="0">
                          <a:latin typeface="Calibri"/>
                          <a:ea typeface="Calibri"/>
                          <a:cs typeface="Calibri"/>
                          <a:sym typeface="Calibri"/>
                        </a:rPr>
                        <a:t>the</a:t>
                      </a:r>
                      <a:r>
                        <a:rPr lang="ko-KR" altLang="en-US" sz="800" b="1" dirty="0">
                          <a:latin typeface="Calibri"/>
                          <a:ea typeface="Calibri"/>
                          <a:cs typeface="Calibri"/>
                          <a:sym typeface="Calibri"/>
                        </a:rPr>
                        <a:t> </a:t>
                      </a:r>
                      <a:r>
                        <a:rPr lang="en-US" sz="800" b="1" dirty="0">
                          <a:latin typeface="Calibri"/>
                          <a:ea typeface="Calibri"/>
                          <a:cs typeface="Calibri"/>
                          <a:sym typeface="Calibri"/>
                        </a:rPr>
                        <a:t>captain</a:t>
                      </a:r>
                      <a:r>
                        <a:rPr lang="ko-KR" altLang="en-US" sz="800" b="1" dirty="0">
                          <a:latin typeface="Calibri"/>
                          <a:ea typeface="Calibri"/>
                          <a:cs typeface="Calibri"/>
                          <a:sym typeface="Calibri"/>
                        </a:rPr>
                        <a:t> </a:t>
                      </a:r>
                      <a:r>
                        <a:rPr lang="en-US" sz="800" b="1" dirty="0">
                          <a:latin typeface="Calibri"/>
                          <a:ea typeface="Calibri"/>
                          <a:cs typeface="Calibri"/>
                          <a:sym typeface="Calibri"/>
                        </a:rPr>
                        <a:t>speaking. </a:t>
                      </a:r>
                    </a:p>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We expect to land at __ international airport in about (40) minutes.</a:t>
                      </a:r>
                    </a:p>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The current temperature at ___ is __ degrees Celsius, or __ degrees Fahrenheit </a:t>
                      </a:r>
                      <a:r>
                        <a:rPr lang="en-US" altLang="ko-KR" sz="700" b="0" dirty="0">
                          <a:solidFill>
                            <a:srgbClr val="00B050"/>
                          </a:solidFill>
                          <a:latin typeface="Calibri"/>
                          <a:ea typeface="Calibri"/>
                          <a:cs typeface="Calibri"/>
                          <a:sym typeface="Calibri"/>
                        </a:rPr>
                        <a:t>(NAVBLUE </a:t>
                      </a:r>
                      <a:r>
                        <a:rPr lang="ko-KR" altLang="en-US" sz="700" b="0" dirty="0">
                          <a:solidFill>
                            <a:srgbClr val="00B050"/>
                          </a:solidFill>
                          <a:latin typeface="Calibri"/>
                          <a:ea typeface="Calibri"/>
                          <a:cs typeface="Calibri"/>
                          <a:sym typeface="Calibri"/>
                        </a:rPr>
                        <a:t>참조</a:t>
                      </a:r>
                      <a:r>
                        <a:rPr lang="en-US" altLang="ko-KR" sz="700" b="0" dirty="0">
                          <a:solidFill>
                            <a:srgbClr val="00B050"/>
                          </a:solidFill>
                          <a:latin typeface="Calibri"/>
                          <a:ea typeface="Calibri"/>
                          <a:cs typeface="Calibri"/>
                          <a:sym typeface="Calibri"/>
                        </a:rPr>
                        <a:t>)</a:t>
                      </a:r>
                      <a:endParaRPr lang="en-US" altLang="ko-Kore-KR" sz="700" b="0" dirty="0">
                        <a:solidFill>
                          <a:srgbClr val="00B050"/>
                        </a:solidFill>
                        <a:latin typeface="Calibri"/>
                        <a:ea typeface="Calibri"/>
                        <a:cs typeface="Calibri"/>
                        <a:sym typeface="Calibri"/>
                      </a:endParaRPr>
                    </a:p>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and it is </a:t>
                      </a: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___. </a:t>
                      </a:r>
                    </a:p>
                  </a:txBody>
                  <a:tcPr marL="36000" marR="36000" marT="36000" marB="36000"/>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627303">
                <a:tc>
                  <a:txBody>
                    <a:bodyPr/>
                    <a:lstStyle/>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(mostly) clear</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(partly) cloudy</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drizzling / raining</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windy</a:t>
                      </a:r>
                      <a:endParaRPr lang="ko-Kore-KR" altLang="en-US" sz="800" b="1" dirty="0">
                        <a:latin typeface="Calibri"/>
                        <a:ea typeface="Calibri"/>
                        <a:cs typeface="Calibri"/>
                        <a:sym typeface="Calibri"/>
                      </a:endParaRPr>
                    </a:p>
                  </a:txBody>
                  <a:tcPr marL="36000" marR="36000" marT="36000" marB="36000"/>
                </a:tc>
                <a:tc gridSpan="2">
                  <a:txBody>
                    <a:bodyPr/>
                    <a:lstStyle/>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snowing</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foggy</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hazy or smoggy</a:t>
                      </a:r>
                    </a:p>
                  </a:txBody>
                  <a:tcPr marL="36000" marR="36000" marT="36000" marB="36000"/>
                </a:tc>
                <a:tc hMerge="1">
                  <a:txBody>
                    <a:bodyPr/>
                    <a:lstStyle/>
                    <a:p>
                      <a:endParaRPr lang="ko-Kore-KR" altLang="en-US"/>
                    </a:p>
                  </a:txBody>
                  <a:tcPr/>
                </a:tc>
                <a:extLst>
                  <a:ext uri="{0D108BD9-81ED-4DB2-BD59-A6C34878D82A}">
                    <a16:rowId xmlns:a16="http://schemas.microsoft.com/office/drawing/2014/main" val="4104669382"/>
                  </a:ext>
                </a:extLst>
              </a:tr>
              <a:tr h="481593">
                <a:tc gridSpan="3">
                  <a:txBody>
                    <a:bodyPr/>
                    <a:lstStyle/>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The current time is __ : __ </a:t>
                      </a:r>
                      <a:r>
                        <a:rPr lang="en-US" altLang="ko-Kore-KR" sz="800" b="1" dirty="0" err="1">
                          <a:latin typeface="Calibri"/>
                          <a:ea typeface="Calibri"/>
                          <a:cs typeface="Calibri"/>
                          <a:sym typeface="Calibri"/>
                        </a:rPr>
                        <a:t>a.m</a:t>
                      </a:r>
                      <a:r>
                        <a:rPr lang="en-US" altLang="ko-Kore-KR" sz="800" b="1" dirty="0">
                          <a:latin typeface="Calibri"/>
                          <a:ea typeface="Calibri"/>
                          <a:cs typeface="Calibri"/>
                          <a:sym typeface="Calibri"/>
                        </a:rPr>
                        <a:t>(</a:t>
                      </a:r>
                      <a:r>
                        <a:rPr lang="en-US" altLang="ko-Kore-KR" sz="800" b="1" dirty="0" err="1">
                          <a:latin typeface="Calibri"/>
                          <a:ea typeface="Calibri"/>
                          <a:cs typeface="Calibri"/>
                          <a:sym typeface="Calibri"/>
                        </a:rPr>
                        <a:t>p.m</a:t>
                      </a:r>
                      <a:r>
                        <a:rPr lang="en-US" altLang="ko-Kore-KR" sz="800" b="1" dirty="0">
                          <a:latin typeface="Calibri"/>
                          <a:ea typeface="Calibri"/>
                          <a:cs typeface="Calibri"/>
                          <a:sym typeface="Calibri"/>
                        </a:rPr>
                        <a:t>), on (day-of-the-week), (month)(date).</a:t>
                      </a:r>
                    </a:p>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Thank you for flying with us today.</a:t>
                      </a:r>
                      <a:endParaRPr lang="ko-Kore-KR" altLang="en-US" sz="800" b="1" dirty="0">
                        <a:latin typeface="Calibri"/>
                        <a:ea typeface="Calibri"/>
                        <a:cs typeface="Calibri"/>
                        <a:sym typeface="Calibri"/>
                      </a:endParaRPr>
                    </a:p>
                  </a:txBody>
                  <a:tcPr marL="36000" marR="36000" marT="36000" marB="36000"/>
                </a:tc>
                <a:tc hMerge="1">
                  <a:txBody>
                    <a:bodyPr/>
                    <a:lstStyle/>
                    <a:p>
                      <a:pPr marL="0" marR="0" lvl="0" indent="0" algn="l" rtl="0">
                        <a:spcBef>
                          <a:spcPts val="0"/>
                        </a:spcBef>
                        <a:spcAft>
                          <a:spcPts val="0"/>
                        </a:spcAft>
                        <a:buNone/>
                      </a:pPr>
                      <a:endParaRPr lang="ko-Kore-KR" altLang="en-US" sz="800" b="1" dirty="0">
                        <a:latin typeface="Calibri"/>
                        <a:ea typeface="Calibri"/>
                        <a:cs typeface="Calibri"/>
                        <a:sym typeface="Calibri"/>
                      </a:endParaRPr>
                    </a:p>
                  </a:txBody>
                  <a:tcPr marL="36000" marR="36000" marT="36000" marB="36000"/>
                </a:tc>
                <a:tc hMerge="1">
                  <a:txBody>
                    <a:bodyPr/>
                    <a:lstStyle/>
                    <a:p>
                      <a:endParaRPr lang="ko-Kore-KR" altLang="en-US"/>
                    </a:p>
                  </a:txBody>
                  <a:tcPr/>
                </a:tc>
                <a:extLst>
                  <a:ext uri="{0D108BD9-81ED-4DB2-BD59-A6C34878D82A}">
                    <a16:rowId xmlns:a16="http://schemas.microsoft.com/office/drawing/2014/main" val="2371547286"/>
                  </a:ext>
                </a:extLst>
              </a:tr>
            </a:tbl>
          </a:graphicData>
        </a:graphic>
      </p:graphicFrame>
      <p:pic>
        <p:nvPicPr>
          <p:cNvPr id="2" name="그래픽 1" descr="집 Wi-Fi에서 작업 단색으로 채워진">
            <a:hlinkClick r:id="" action="ppaction://hlinkshowjump?jump=firstslide"/>
            <a:extLst>
              <a:ext uri="{FF2B5EF4-FFF2-40B4-BE49-F238E27FC236}">
                <a16:creationId xmlns:a16="http://schemas.microsoft.com/office/drawing/2014/main" id="{CCF6AE2C-F0D0-934B-3803-365D62B0F7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70713" y="5114924"/>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827705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extLst>
              <p:ext uri="{D42A27DB-BD31-4B8C-83A1-F6EECF244321}">
                <p14:modId xmlns:p14="http://schemas.microsoft.com/office/powerpoint/2010/main" val="2992881808"/>
              </p:ext>
            </p:extLst>
          </p:nvPr>
        </p:nvGraphicFramePr>
        <p:xfrm>
          <a:off x="98101" y="132867"/>
          <a:ext cx="2132650" cy="3727326"/>
        </p:xfrm>
        <a:graphic>
          <a:graphicData uri="http://schemas.openxmlformats.org/drawingml/2006/table">
            <a:tbl>
              <a:tblPr firstRow="1" bandRow="1">
                <a:noFill/>
                <a:tableStyleId>{A521BE36-7E6F-4EC9-8D66-1CF97A6895EC}</a:tableStyleId>
              </a:tblPr>
              <a:tblGrid>
                <a:gridCol w="1066325">
                  <a:extLst>
                    <a:ext uri="{9D8B030D-6E8A-4147-A177-3AD203B41FA5}">
                      <a16:colId xmlns:a16="http://schemas.microsoft.com/office/drawing/2014/main" val="20000"/>
                    </a:ext>
                  </a:extLst>
                </a:gridCol>
                <a:gridCol w="1066325">
                  <a:extLst>
                    <a:ext uri="{9D8B030D-6E8A-4147-A177-3AD203B41FA5}">
                      <a16:colId xmlns:a16="http://schemas.microsoft.com/office/drawing/2014/main" val="2400549661"/>
                    </a:ext>
                  </a:extLst>
                </a:gridCol>
              </a:tblGrid>
              <a:tr h="545462">
                <a:tc gridSpan="2">
                  <a:txBody>
                    <a:bodyPr/>
                    <a:lstStyle/>
                    <a:p>
                      <a:pPr marL="0" marR="0" lvl="0" indent="0" algn="ctr" rtl="0">
                        <a:spcBef>
                          <a:spcPts val="0"/>
                        </a:spcBef>
                        <a:spcAft>
                          <a:spcPts val="0"/>
                        </a:spcAft>
                        <a:buNone/>
                      </a:pPr>
                      <a:r>
                        <a:rPr lang="en-US" sz="2400" b="1" u="none" strike="noStrike" cap="none" dirty="0">
                          <a:solidFill>
                            <a:schemeClr val="tx1"/>
                          </a:solidFill>
                          <a:latin typeface="Calibri"/>
                          <a:ea typeface="Calibri"/>
                          <a:cs typeface="Calibri"/>
                          <a:sym typeface="Calibri"/>
                        </a:rPr>
                        <a:t>Japan</a:t>
                      </a:r>
                      <a:endParaRPr sz="2400" b="1" u="none" strike="noStrike" cap="none" dirty="0">
                        <a:solidFill>
                          <a:schemeClr val="tx1"/>
                        </a:solidFill>
                        <a:latin typeface="Calibri"/>
                        <a:ea typeface="Calibri"/>
                        <a:cs typeface="Calibri"/>
                        <a:sym typeface="Calibri"/>
                      </a:endParaRPr>
                    </a:p>
                  </a:txBody>
                  <a:tcPr marL="0" marR="0" marT="0" marB="0" anchor="ctr"/>
                </a:tc>
                <a:tc hMerge="1">
                  <a:txBody>
                    <a:bodyPr/>
                    <a:lstStyle/>
                    <a:p>
                      <a:endParaRPr lang="ko-Kore-KR" altLang="en-US"/>
                    </a:p>
                  </a:txBody>
                  <a:tcPr/>
                </a:tc>
                <a:extLst>
                  <a:ext uri="{0D108BD9-81ED-4DB2-BD59-A6C34878D82A}">
                    <a16:rowId xmlns:a16="http://schemas.microsoft.com/office/drawing/2014/main" val="1473297171"/>
                  </a:ext>
                </a:extLst>
              </a:tr>
              <a:tr h="454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3" action="ppaction://hlinksldjump">
                            <a:extLst>
                              <a:ext uri="{A12FA001-AC4F-418D-AE19-62706E023703}">
                                <ahyp:hlinkClr xmlns:ahyp="http://schemas.microsoft.com/office/drawing/2018/hyperlinkcolor" val="tx"/>
                              </a:ext>
                            </a:extLst>
                          </a:hlinkClick>
                        </a:rPr>
                        <a:t>GMP</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4" action="ppaction://hlinksldjump">
                            <a:extLst>
                              <a:ext uri="{A12FA001-AC4F-418D-AE19-62706E023703}">
                                <ahyp:hlinkClr xmlns:ahyp="http://schemas.microsoft.com/office/drawing/2018/hyperlinkcolor" val="tx"/>
                              </a:ext>
                            </a:extLst>
                          </a:hlinkClick>
                        </a:rPr>
                        <a:t>HND</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171994361"/>
                  </a:ext>
                </a:extLst>
              </a:tr>
              <a:tr h="454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5"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6" action="ppaction://hlinksldjump">
                            <a:extLst>
                              <a:ext uri="{A12FA001-AC4F-418D-AE19-62706E023703}">
                                <ahyp:hlinkClr xmlns:ahyp="http://schemas.microsoft.com/office/drawing/2018/hyperlinkcolor" val="tx"/>
                              </a:ext>
                            </a:extLst>
                          </a:hlinkClick>
                        </a:rPr>
                        <a:t>KIX</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8"/>
                  </a:ext>
                </a:extLst>
              </a:tr>
              <a:tr h="454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7"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8" action="ppaction://hlinksldjump">
                            <a:extLst>
                              <a:ext uri="{A12FA001-AC4F-418D-AE19-62706E023703}">
                                <ahyp:hlinkClr xmlns:ahyp="http://schemas.microsoft.com/office/drawing/2018/hyperlinkcolor" val="tx"/>
                              </a:ext>
                            </a:extLst>
                          </a:hlinkClick>
                        </a:rPr>
                        <a:t>NRT</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9"/>
                  </a:ext>
                </a:extLst>
              </a:tr>
              <a:tr h="454552">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9"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0" action="ppaction://hlinksldjump">
                            <a:extLst>
                              <a:ext uri="{A12FA001-AC4F-418D-AE19-62706E023703}">
                                <ahyp:hlinkClr xmlns:ahyp="http://schemas.microsoft.com/office/drawing/2018/hyperlinkcolor" val="tx"/>
                              </a:ext>
                            </a:extLst>
                          </a:hlinkClick>
                        </a:rPr>
                        <a:t>HND</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963828124"/>
                  </a:ext>
                </a:extLst>
              </a:tr>
              <a:tr h="454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1"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12" action="ppaction://hlinksldjump">
                            <a:extLst>
                              <a:ext uri="{A12FA001-AC4F-418D-AE19-62706E023703}">
                                <ahyp:hlinkClr xmlns:ahyp="http://schemas.microsoft.com/office/drawing/2018/hyperlinkcolor" val="tx"/>
                              </a:ext>
                            </a:extLst>
                          </a:hlinkClick>
                        </a:rPr>
                        <a:t>FUK</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823778637"/>
                  </a:ext>
                </a:extLst>
              </a:tr>
              <a:tr h="454552">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3"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4" action="ppaction://hlinksldjump">
                            <a:extLst>
                              <a:ext uri="{A12FA001-AC4F-418D-AE19-62706E023703}">
                                <ahyp:hlinkClr xmlns:ahyp="http://schemas.microsoft.com/office/drawing/2018/hyperlinkcolor" val="tx"/>
                              </a:ext>
                            </a:extLst>
                          </a:hlinkClick>
                        </a:rPr>
                        <a:t>NGO</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4184101360"/>
                  </a:ext>
                </a:extLst>
              </a:tr>
              <a:tr h="454552">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5"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6" action="ppaction://hlinksldjump">
                            <a:extLst>
                              <a:ext uri="{A12FA001-AC4F-418D-AE19-62706E023703}">
                                <ahyp:hlinkClr xmlns:ahyp="http://schemas.microsoft.com/office/drawing/2018/hyperlinkcolor" val="tx"/>
                              </a:ext>
                            </a:extLst>
                          </a:hlinkClick>
                        </a:rPr>
                        <a:t>CTS</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751654410"/>
                  </a:ext>
                </a:extLst>
              </a:tr>
            </a:tbl>
          </a:graphicData>
        </a:graphic>
      </p:graphicFrame>
      <p:graphicFrame>
        <p:nvGraphicFramePr>
          <p:cNvPr id="2" name="Google Shape;90;p1">
            <a:extLst>
              <a:ext uri="{FF2B5EF4-FFF2-40B4-BE49-F238E27FC236}">
                <a16:creationId xmlns:a16="http://schemas.microsoft.com/office/drawing/2014/main" id="{DF6841FC-4A97-859B-2F3D-4E93557EA573}"/>
              </a:ext>
            </a:extLst>
          </p:cNvPr>
          <p:cNvGraphicFramePr/>
          <p:nvPr>
            <p:extLst>
              <p:ext uri="{D42A27DB-BD31-4B8C-83A1-F6EECF244321}">
                <p14:modId xmlns:p14="http://schemas.microsoft.com/office/powerpoint/2010/main" val="1550731239"/>
              </p:ext>
            </p:extLst>
          </p:nvPr>
        </p:nvGraphicFramePr>
        <p:xfrm>
          <a:off x="185895" y="4446365"/>
          <a:ext cx="1969476" cy="556300"/>
        </p:xfrm>
        <a:graphic>
          <a:graphicData uri="http://schemas.openxmlformats.org/drawingml/2006/table">
            <a:tbl>
              <a:tblPr firstRow="1" bandRow="1">
                <a:noFill/>
                <a:tableStyleId>{A521BE36-7E6F-4EC9-8D66-1CF97A6895EC}</a:tableStyleId>
              </a:tblPr>
              <a:tblGrid>
                <a:gridCol w="1969476">
                  <a:extLst>
                    <a:ext uri="{9D8B030D-6E8A-4147-A177-3AD203B41FA5}">
                      <a16:colId xmlns:a16="http://schemas.microsoft.com/office/drawing/2014/main" val="20000"/>
                    </a:ext>
                  </a:extLst>
                </a:gridCol>
              </a:tblGrid>
              <a:tr h="278150">
                <a:tc>
                  <a:txBody>
                    <a:bodyPr/>
                    <a:lstStyle/>
                    <a:p>
                      <a:pPr marL="0" marR="0" lvl="0" indent="0" algn="ctr" rtl="0">
                        <a:spcBef>
                          <a:spcPts val="0"/>
                        </a:spcBef>
                        <a:spcAft>
                          <a:spcPts val="0"/>
                        </a:spcAft>
                        <a:buNone/>
                      </a:pPr>
                      <a:r>
                        <a:rPr lang="en-US" sz="1400" b="1" u="none" strike="noStrike" cap="none" dirty="0">
                          <a:solidFill>
                            <a:schemeClr val="tx1"/>
                          </a:solidFill>
                          <a:latin typeface="Calibri"/>
                          <a:ea typeface="Calibri"/>
                          <a:cs typeface="Calibri"/>
                          <a:sym typeface="Calibri"/>
                        </a:rPr>
                        <a:t>Welcome PA</a:t>
                      </a:r>
                      <a:endParaRPr sz="1400" b="1" u="none" strike="noStrike" cap="none" dirty="0">
                        <a:solidFill>
                          <a:schemeClr val="tx1"/>
                        </a:solidFill>
                        <a:latin typeface="Calibri"/>
                        <a:ea typeface="Calibri"/>
                        <a:cs typeface="Calibri"/>
                        <a:sym typeface="Calibri"/>
                      </a:endParaRPr>
                    </a:p>
                  </a:txBody>
                  <a:tcPr marL="91450" marR="91450" marT="0" marB="0" anchor="ctr"/>
                </a:tc>
                <a:extLst>
                  <a:ext uri="{0D108BD9-81ED-4DB2-BD59-A6C34878D82A}">
                    <a16:rowId xmlns:a16="http://schemas.microsoft.com/office/drawing/2014/main" val="10000"/>
                  </a:ext>
                </a:extLst>
              </a:tr>
              <a:tr h="278150">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0" u="none" strike="noStrike" cap="none" dirty="0">
                          <a:solidFill>
                            <a:schemeClr val="bg1"/>
                          </a:solidFill>
                          <a:latin typeface="Calibri"/>
                          <a:ea typeface="Calibri"/>
                          <a:cs typeface="Calibri"/>
                          <a:sym typeface="Calibri"/>
                        </a:rPr>
                        <a:t>Next Page</a:t>
                      </a:r>
                    </a:p>
                  </a:txBody>
                  <a:tcPr marL="91450" marR="91450" marT="0" marB="0" anchor="ctr"/>
                </a:tc>
                <a:extLst>
                  <a:ext uri="{0D108BD9-81ED-4DB2-BD59-A6C34878D82A}">
                    <a16:rowId xmlns:a16="http://schemas.microsoft.com/office/drawing/2014/main" val="10002"/>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51C5D988-811B-0301-9731-AB07EF7D86DC}"/>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4168900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graphicFrame>
        <p:nvGraphicFramePr>
          <p:cNvPr id="370" name="Google Shape;370;p27"/>
          <p:cNvGraphicFramePr/>
          <p:nvPr>
            <p:extLst>
              <p:ext uri="{D42A27DB-BD31-4B8C-83A1-F6EECF244321}">
                <p14:modId xmlns:p14="http://schemas.microsoft.com/office/powerpoint/2010/main" val="1722207695"/>
              </p:ext>
            </p:extLst>
          </p:nvPr>
        </p:nvGraphicFramePr>
        <p:xfrm>
          <a:off x="0" y="0"/>
          <a:ext cx="2328875" cy="3736015"/>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0">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1200" b="1" dirty="0">
                          <a:latin typeface="Calibri"/>
                          <a:ea typeface="Calibri"/>
                          <a:cs typeface="Calibri"/>
                          <a:sym typeface="Calibri"/>
                        </a:rPr>
                        <a:t>WELCOME PA</a:t>
                      </a:r>
                      <a:r>
                        <a:rPr lang="ko-KR" altLang="en-US" sz="1200" b="1" dirty="0">
                          <a:latin typeface="Calibri"/>
                          <a:ea typeface="Calibri"/>
                          <a:cs typeface="Calibri"/>
                          <a:sym typeface="Calibri"/>
                        </a:rPr>
                        <a:t> </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(10</a:t>
                      </a:r>
                      <a:r>
                        <a:rPr kumimoji="0" lang="ko-KR" altLang="en-US" sz="600" b="1" i="0" u="none" strike="noStrike" kern="1200" cap="none" spc="0" normalizeH="0" baseline="0" noProof="0" dirty="0" err="1">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분이상</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지연 </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or</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a:t>
                      </a:r>
                      <a:r>
                        <a:rPr kumimoji="0" lang="ko-KR" altLang="en-US" sz="600" b="1" i="0" u="none" strike="noStrike" kern="1200" cap="none" spc="0" normalizeH="0" baseline="0" noProof="0" dirty="0" err="1">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예상시</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지연 방송</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a:t>
                      </a:r>
                      <a:endParaRPr sz="1200" b="1" dirty="0">
                        <a:latin typeface="Calibri"/>
                        <a:ea typeface="Calibri"/>
                        <a:cs typeface="Calibri"/>
                        <a:sym typeface="Calibri"/>
                      </a:endParaRPr>
                    </a:p>
                  </a:txBody>
                  <a:tcPr marL="91450" marR="91450" marT="45725" marB="45725"/>
                </a:tc>
                <a:extLst>
                  <a:ext uri="{0D108BD9-81ED-4DB2-BD59-A6C34878D82A}">
                    <a16:rowId xmlns:a16="http://schemas.microsoft.com/office/drawing/2014/main" val="10000"/>
                  </a:ext>
                </a:extLst>
              </a:tr>
              <a:tr h="877125">
                <a:tc>
                  <a:txBody>
                    <a:bodyPr/>
                    <a:lstStyle/>
                    <a:p>
                      <a:pPr marL="0" marR="0" lvl="0" indent="0" algn="l" rtl="0">
                        <a:lnSpc>
                          <a:spcPct val="15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en-US" sz="800" b="1" dirty="0" err="1">
                          <a:latin typeface="Calibri"/>
                          <a:ea typeface="Calibri"/>
                          <a:cs typeface="Calibri"/>
                          <a:sym typeface="Calibri"/>
                        </a:rPr>
                        <a:t>안녕하십니까</a:t>
                      </a:r>
                      <a:r>
                        <a:rPr 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저는</a:t>
                      </a:r>
                      <a:r>
                        <a:rPr lang="en-US" sz="800" b="1" dirty="0">
                          <a:latin typeface="Calibri"/>
                          <a:ea typeface="Calibri"/>
                          <a:cs typeface="Calibri"/>
                          <a:sym typeface="Calibri"/>
                        </a:rPr>
                        <a:t> </a:t>
                      </a:r>
                      <a:r>
                        <a:rPr lang="ko-KR" altLang="en-US" sz="800" b="1" dirty="0">
                          <a:latin typeface="Calibri"/>
                          <a:ea typeface="Calibri"/>
                          <a:cs typeface="Calibri"/>
                          <a:sym typeface="Calibri"/>
                        </a:rPr>
                        <a:t>여러분을 모시고 가는 </a:t>
                      </a:r>
                      <a:r>
                        <a:rPr lang="en-US" sz="800" b="1" dirty="0" err="1">
                          <a:latin typeface="Calibri"/>
                          <a:ea typeface="Calibri"/>
                          <a:cs typeface="Calibri"/>
                          <a:sym typeface="Calibri"/>
                        </a:rPr>
                        <a:t>기장</a:t>
                      </a:r>
                      <a:r>
                        <a:rPr lang="en-US" sz="800" b="1" dirty="0">
                          <a:latin typeface="Calibri"/>
                          <a:ea typeface="Calibri"/>
                          <a:cs typeface="Calibri"/>
                          <a:sym typeface="Calibri"/>
                        </a:rPr>
                        <a:t> ___</a:t>
                      </a:r>
                      <a:r>
                        <a:rPr lang="en-US" sz="800" b="1" dirty="0" err="1">
                          <a:latin typeface="Calibri"/>
                          <a:ea typeface="Calibri"/>
                          <a:cs typeface="Calibri"/>
                          <a:sym typeface="Calibri"/>
                        </a:rPr>
                        <a:t>입니다</a:t>
                      </a:r>
                      <a:r>
                        <a:rPr lang="en-US"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저희</a:t>
                      </a:r>
                      <a:r>
                        <a:rPr lang="en-US" sz="800" b="1" dirty="0">
                          <a:latin typeface="Calibri"/>
                          <a:ea typeface="Calibri"/>
                          <a:cs typeface="Calibri"/>
                          <a:sym typeface="Calibri"/>
                        </a:rPr>
                        <a:t> </a:t>
                      </a:r>
                      <a:r>
                        <a:rPr lang="en-US" sz="800" b="1" dirty="0" err="1">
                          <a:latin typeface="Calibri"/>
                          <a:ea typeface="Calibri"/>
                          <a:cs typeface="Calibri"/>
                          <a:sym typeface="Calibri"/>
                        </a:rPr>
                        <a:t>대한항공을</a:t>
                      </a:r>
                      <a:r>
                        <a:rPr lang="en-US" sz="800" b="1" dirty="0">
                          <a:latin typeface="Calibri"/>
                          <a:ea typeface="Calibri"/>
                          <a:cs typeface="Calibri"/>
                          <a:sym typeface="Calibri"/>
                        </a:rPr>
                        <a:t> </a:t>
                      </a:r>
                      <a:r>
                        <a:rPr lang="en-US" sz="800" b="1" dirty="0" err="1">
                          <a:latin typeface="Calibri"/>
                          <a:ea typeface="Calibri"/>
                          <a:cs typeface="Calibri"/>
                          <a:sym typeface="Calibri"/>
                        </a:rPr>
                        <a:t>이용해</a:t>
                      </a:r>
                      <a:r>
                        <a:rPr lang="en-US" sz="800" b="1" dirty="0">
                          <a:latin typeface="Calibri"/>
                          <a:ea typeface="Calibri"/>
                          <a:cs typeface="Calibri"/>
                          <a:sym typeface="Calibri"/>
                        </a:rPr>
                        <a:t> </a:t>
                      </a:r>
                      <a:r>
                        <a:rPr lang="en-US" sz="800" b="1" dirty="0" err="1">
                          <a:latin typeface="Calibri"/>
                          <a:ea typeface="Calibri"/>
                          <a:cs typeface="Calibri"/>
                          <a:sym typeface="Calibri"/>
                        </a:rPr>
                        <a:t>주셔서</a:t>
                      </a:r>
                      <a:r>
                        <a:rPr lang="en-US" sz="800" b="1" dirty="0">
                          <a:latin typeface="Calibri"/>
                          <a:ea typeface="Calibri"/>
                          <a:cs typeface="Calibri"/>
                          <a:sym typeface="Calibri"/>
                        </a:rPr>
                        <a:t> </a:t>
                      </a:r>
                      <a:r>
                        <a:rPr lang="en-US" sz="800" b="1" dirty="0" err="1">
                          <a:latin typeface="Calibri"/>
                          <a:ea typeface="Calibri"/>
                          <a:cs typeface="Calibri"/>
                          <a:sym typeface="Calibri"/>
                        </a:rPr>
                        <a:t>대단히</a:t>
                      </a:r>
                      <a:r>
                        <a:rPr lang="en-US" sz="800" b="1" dirty="0">
                          <a:latin typeface="Calibri"/>
                          <a:ea typeface="Calibri"/>
                          <a:cs typeface="Calibri"/>
                          <a:sym typeface="Calibri"/>
                        </a:rPr>
                        <a:t> </a:t>
                      </a:r>
                      <a:r>
                        <a:rPr lang="ko-KR" altLang="en-US" sz="800" b="1" dirty="0">
                          <a:latin typeface="Calibri"/>
                          <a:ea typeface="Calibri"/>
                          <a:cs typeface="Calibri"/>
                          <a:sym typeface="Calibri"/>
                        </a:rPr>
                        <a:t>고맙습니다</a:t>
                      </a:r>
                      <a:r>
                        <a:rPr lang="en-US" altLang="ko-KR"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a:latin typeface="Calibri"/>
                          <a:ea typeface="Calibri"/>
                          <a:cs typeface="Calibri"/>
                          <a:sym typeface="Calibri"/>
                        </a:rPr>
                        <a:t>___ (</a:t>
                      </a:r>
                      <a:r>
                        <a:rPr lang="en-US" sz="800" b="1" dirty="0" err="1">
                          <a:latin typeface="Calibri"/>
                          <a:ea typeface="Calibri"/>
                          <a:cs typeface="Calibri"/>
                          <a:sym typeface="Calibri"/>
                        </a:rPr>
                        <a:t>국제</a:t>
                      </a:r>
                      <a:r>
                        <a:rPr lang="en-US" sz="800" b="1" dirty="0">
                          <a:latin typeface="Calibri"/>
                          <a:ea typeface="Calibri"/>
                          <a:cs typeface="Calibri"/>
                          <a:sym typeface="Calibri"/>
                        </a:rPr>
                        <a:t>)</a:t>
                      </a:r>
                      <a:r>
                        <a:rPr lang="en-US" sz="800" b="1" dirty="0" err="1">
                          <a:latin typeface="Calibri"/>
                          <a:ea typeface="Calibri"/>
                          <a:cs typeface="Calibri"/>
                          <a:sym typeface="Calibri"/>
                        </a:rPr>
                        <a:t>공항까지</a:t>
                      </a:r>
                      <a:r>
                        <a:rPr lang="en-US" sz="800" b="1" dirty="0">
                          <a:latin typeface="Calibri"/>
                          <a:ea typeface="Calibri"/>
                          <a:cs typeface="Calibri"/>
                          <a:sym typeface="Calibri"/>
                        </a:rPr>
                        <a:t> </a:t>
                      </a:r>
                      <a:r>
                        <a:rPr lang="ko-KR" altLang="en-US" sz="800" b="1" dirty="0">
                          <a:latin typeface="Calibri"/>
                          <a:ea typeface="Calibri"/>
                          <a:cs typeface="Calibri"/>
                          <a:sym typeface="Calibri"/>
                        </a:rPr>
                        <a:t>비행시간은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시간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분 </a:t>
                      </a:r>
                      <a:r>
                        <a:rPr lang="ko-KR" altLang="en-US" sz="800" b="1" dirty="0" err="1">
                          <a:latin typeface="Calibri"/>
                          <a:ea typeface="Calibri"/>
                          <a:cs typeface="Calibri"/>
                          <a:sym typeface="Calibri"/>
                        </a:rPr>
                        <a:t>으로</a:t>
                      </a:r>
                      <a:r>
                        <a:rPr lang="ko-KR" altLang="en-US" sz="800" b="1" dirty="0">
                          <a:latin typeface="Calibri"/>
                          <a:ea typeface="Calibri"/>
                          <a:cs typeface="Calibri"/>
                          <a:sym typeface="Calibri"/>
                        </a:rPr>
                        <a:t> 예상됩니다</a:t>
                      </a:r>
                      <a:r>
                        <a:rPr lang="en-US" altLang="ko-KR" sz="800" b="1" dirty="0">
                          <a:latin typeface="Calibri"/>
                          <a:ea typeface="Calibri"/>
                          <a:cs typeface="Calibri"/>
                          <a:sym typeface="Calibri"/>
                        </a:rPr>
                        <a:t>.</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비행 중에는 항공기가 갑자기 흔들릴 수도 있으니</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자리에 않아 계실 때에는 항상 좌석벨트를 매주시기 바랍니다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altLang="ko-Kore-KR" sz="800" b="1" dirty="0">
                          <a:latin typeface="Calibri"/>
                          <a:ea typeface="Calibri"/>
                          <a:cs typeface="Calibri"/>
                          <a:sym typeface="Calibri"/>
                        </a:rPr>
                        <a:t>(</a:t>
                      </a:r>
                      <a:r>
                        <a:rPr lang="ko-KR" altLang="en-US" sz="800" b="1" dirty="0">
                          <a:latin typeface="Calibri"/>
                          <a:ea typeface="Calibri"/>
                          <a:cs typeface="Calibri"/>
                          <a:sym typeface="Calibri"/>
                        </a:rPr>
                        <a:t>저희 승무원 모두는</a:t>
                      </a:r>
                      <a:r>
                        <a:rPr lang="en-US" altLang="ko-KR" sz="800" b="1" dirty="0">
                          <a:latin typeface="Calibri"/>
                          <a:ea typeface="Calibri"/>
                          <a:cs typeface="Calibri"/>
                          <a:sym typeface="Calibri"/>
                        </a:rPr>
                        <a:t>)</a:t>
                      </a:r>
                      <a:endParaRPr sz="8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저는 여러분을 안전하게 모시기 위해 최선을 다하겠습니다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고맙습니다</a:t>
                      </a:r>
                      <a:r>
                        <a:rPr lang="en-US" sz="800" b="1" dirty="0">
                          <a:latin typeface="Calibri"/>
                          <a:ea typeface="Calibri"/>
                          <a:cs typeface="Calibri"/>
                          <a:sym typeface="Calibri"/>
                        </a:rPr>
                        <a:t>.</a:t>
                      </a:r>
                      <a:endParaRPr sz="8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1"/>
                  </a:ext>
                </a:extLst>
              </a:tr>
              <a:tr h="500625">
                <a:tc>
                  <a:txBody>
                    <a:bodyPr/>
                    <a:lstStyle/>
                    <a:p>
                      <a:pPr marL="0" marR="0" lvl="0" indent="0" algn="l" rtl="0">
                        <a:spcBef>
                          <a:spcPts val="0"/>
                        </a:spcBef>
                        <a:spcAft>
                          <a:spcPts val="0"/>
                        </a:spcAft>
                        <a:buNone/>
                      </a:pPr>
                      <a:r>
                        <a:rPr lang="en-US" sz="900" b="1" dirty="0">
                          <a:latin typeface="Calibri"/>
                          <a:ea typeface="Calibri"/>
                          <a:cs typeface="Calibri"/>
                          <a:sym typeface="Calibri"/>
                        </a:rPr>
                        <a:t>Good morning (afternoon /evening), ladies and gentlemen.</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This is captain </a:t>
                      </a:r>
                      <a:r>
                        <a:rPr lang="en-US" sz="900" b="1" u="sng" dirty="0">
                          <a:latin typeface="Calibri"/>
                          <a:ea typeface="Calibri"/>
                          <a:cs typeface="Calibri"/>
                          <a:sym typeface="Calibri"/>
                        </a:rPr>
                        <a:t>last name</a:t>
                      </a:r>
                      <a:r>
                        <a:rPr lang="en-US" sz="900" b="1" dirty="0">
                          <a:latin typeface="Calibri"/>
                          <a:ea typeface="Calibri"/>
                          <a:cs typeface="Calibri"/>
                          <a:sym typeface="Calibri"/>
                        </a:rPr>
                        <a:t> speaking.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Welcome aboard Korean Air. </a:t>
                      </a:r>
                    </a:p>
                    <a:p>
                      <a:pPr marL="0" marR="0" lvl="0" indent="0" algn="l" rtl="0">
                        <a:spcBef>
                          <a:spcPts val="0"/>
                        </a:spcBef>
                        <a:spcAft>
                          <a:spcPts val="0"/>
                        </a:spcAft>
                        <a:buNone/>
                      </a:pPr>
                      <a:r>
                        <a:rPr lang="en-US" sz="900" b="1" dirty="0">
                          <a:latin typeface="Calibri"/>
                          <a:ea typeface="Calibri"/>
                          <a:cs typeface="Calibri"/>
                          <a:sym typeface="Calibri"/>
                        </a:rPr>
                        <a:t>This flight is bound for ___(international) airport</a:t>
                      </a:r>
                      <a:r>
                        <a:rPr lang="ko-KR" altLang="en-US" sz="900" b="1" dirty="0">
                          <a:latin typeface="Calibri"/>
                          <a:ea typeface="Calibri"/>
                          <a:cs typeface="Calibri"/>
                          <a:sym typeface="Calibri"/>
                        </a:rPr>
                        <a:t> </a:t>
                      </a:r>
                      <a:r>
                        <a:rPr lang="en-US" altLang="ko-KR" sz="900" b="1" dirty="0">
                          <a:latin typeface="Calibri"/>
                          <a:ea typeface="Calibri"/>
                          <a:cs typeface="Calibri"/>
                          <a:sym typeface="Calibri"/>
                        </a:rPr>
                        <a:t>and our flight time is ___ hours(s) and minutes.</a:t>
                      </a:r>
                      <a:r>
                        <a:rPr lang="en-US" sz="900" b="1" dirty="0">
                          <a:latin typeface="Calibri"/>
                          <a:ea typeface="Calibri"/>
                          <a:cs typeface="Calibri"/>
                          <a:sym typeface="Calibri"/>
                        </a:rPr>
                        <a:t>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For your safety, keep your seatbelts fastened while you are seated. </a:t>
                      </a:r>
                    </a:p>
                    <a:p>
                      <a:pPr marL="0" marR="0" lvl="0" indent="0" algn="l" rtl="0">
                        <a:spcBef>
                          <a:spcPts val="0"/>
                        </a:spcBef>
                        <a:spcAft>
                          <a:spcPts val="0"/>
                        </a:spcAft>
                        <a:buNone/>
                      </a:pPr>
                      <a:r>
                        <a:rPr lang="en-US" sz="900" b="1" dirty="0">
                          <a:latin typeface="Calibri"/>
                          <a:ea typeface="Calibri"/>
                          <a:cs typeface="Calibri"/>
                          <a:sym typeface="Calibri"/>
                        </a:rPr>
                        <a:t>Thank you for choosing </a:t>
                      </a:r>
                      <a:r>
                        <a:rPr lang="en-US" sz="900" b="1" dirty="0" err="1">
                          <a:latin typeface="Calibri"/>
                          <a:ea typeface="Calibri"/>
                          <a:cs typeface="Calibri"/>
                          <a:sym typeface="Calibri"/>
                        </a:rPr>
                        <a:t>Koreanair</a:t>
                      </a:r>
                      <a:r>
                        <a:rPr lang="en-US" sz="900" b="1" dirty="0">
                          <a:latin typeface="Calibri"/>
                          <a:ea typeface="Calibri"/>
                          <a:cs typeface="Calibri"/>
                          <a:sym typeface="Calibri"/>
                        </a:rPr>
                        <a:t>. </a:t>
                      </a:r>
                    </a:p>
                    <a:p>
                      <a:pPr marL="0" marR="0" lvl="0" indent="0" algn="l" rtl="0">
                        <a:spcBef>
                          <a:spcPts val="0"/>
                        </a:spcBef>
                        <a:spcAft>
                          <a:spcPts val="0"/>
                        </a:spcAft>
                        <a:buNone/>
                      </a:pPr>
                      <a:r>
                        <a:rPr lang="en-US" sz="900" b="1" dirty="0">
                          <a:latin typeface="Calibri"/>
                          <a:ea typeface="Calibri"/>
                          <a:cs typeface="Calibri"/>
                          <a:sym typeface="Calibri"/>
                        </a:rPr>
                        <a:t>Please enjoy your flight. </a:t>
                      </a:r>
                      <a:endParaRPr sz="9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2"/>
                  </a:ext>
                </a:extLst>
              </a:tr>
            </a:tbl>
          </a:graphicData>
        </a:graphic>
      </p:graphicFrame>
      <p:graphicFrame>
        <p:nvGraphicFramePr>
          <p:cNvPr id="371" name="Google Shape;371;p27"/>
          <p:cNvGraphicFramePr/>
          <p:nvPr>
            <p:extLst>
              <p:ext uri="{D42A27DB-BD31-4B8C-83A1-F6EECF244321}">
                <p14:modId xmlns:p14="http://schemas.microsoft.com/office/powerpoint/2010/main" val="325695369"/>
              </p:ext>
            </p:extLst>
          </p:nvPr>
        </p:nvGraphicFramePr>
        <p:xfrm>
          <a:off x="81023" y="3763126"/>
          <a:ext cx="2129742" cy="1391059"/>
        </p:xfrm>
        <a:graphic>
          <a:graphicData uri="http://schemas.openxmlformats.org/drawingml/2006/table">
            <a:tbl>
              <a:tblPr firstRow="1" bandRow="1">
                <a:noFill/>
                <a:tableStyleId>{A521BE36-7E6F-4EC9-8D66-1CF97A6895EC}</a:tableStyleId>
              </a:tblPr>
              <a:tblGrid>
                <a:gridCol w="451142">
                  <a:extLst>
                    <a:ext uri="{9D8B030D-6E8A-4147-A177-3AD203B41FA5}">
                      <a16:colId xmlns:a16="http://schemas.microsoft.com/office/drawing/2014/main" val="20000"/>
                    </a:ext>
                  </a:extLst>
                </a:gridCol>
                <a:gridCol w="1678600">
                  <a:extLst>
                    <a:ext uri="{9D8B030D-6E8A-4147-A177-3AD203B41FA5}">
                      <a16:colId xmlns:a16="http://schemas.microsoft.com/office/drawing/2014/main" val="20001"/>
                    </a:ext>
                  </a:extLst>
                </a:gridCol>
              </a:tblGrid>
              <a:tr h="205867">
                <a:tc gridSpan="2">
                  <a:txBody>
                    <a:bodyPr/>
                    <a:lstStyle/>
                    <a:p>
                      <a:pPr marL="0" marR="0" lvl="0" indent="0" algn="ctr" rtl="0">
                        <a:spcBef>
                          <a:spcPts val="0"/>
                        </a:spcBef>
                        <a:spcAft>
                          <a:spcPts val="0"/>
                        </a:spcAft>
                        <a:buNone/>
                      </a:pPr>
                      <a:r>
                        <a:rPr lang="en-US" sz="1100" b="0" dirty="0">
                          <a:solidFill>
                            <a:schemeClr val="tx1"/>
                          </a:solidFill>
                        </a:rPr>
                        <a:t>Japan</a:t>
                      </a:r>
                      <a:endParaRPr sz="1100" b="0" dirty="0">
                        <a:solidFill>
                          <a:schemeClr val="tx1"/>
                        </a:solidFill>
                      </a:endParaRPr>
                    </a:p>
                  </a:txBody>
                  <a:tcPr marL="0" marR="0" marT="0" marB="0" anchor="ctr"/>
                </a:tc>
                <a:tc hMerge="1">
                  <a:txBody>
                    <a:bodyPr/>
                    <a:lstStyle/>
                    <a:p>
                      <a:pPr marL="0" marR="0" lvl="0" indent="0" algn="ctr" rtl="0">
                        <a:spcBef>
                          <a:spcPts val="0"/>
                        </a:spcBef>
                        <a:spcAft>
                          <a:spcPts val="0"/>
                        </a:spcAft>
                        <a:buNone/>
                      </a:pPr>
                      <a:endParaRPr sz="800" b="0" dirty="0">
                        <a:solidFill>
                          <a:srgbClr val="0070C0"/>
                        </a:solidFill>
                      </a:endParaRPr>
                    </a:p>
                  </a:txBody>
                  <a:tcPr marL="0" marR="0" marT="0" marB="0"/>
                </a:tc>
                <a:extLst>
                  <a:ext uri="{0D108BD9-81ED-4DB2-BD59-A6C34878D82A}">
                    <a16:rowId xmlns:a16="http://schemas.microsoft.com/office/drawing/2014/main" val="4210945862"/>
                  </a:ext>
                </a:extLst>
              </a:tr>
              <a:tr h="197532">
                <a:tc>
                  <a:txBody>
                    <a:bodyPr/>
                    <a:lstStyle/>
                    <a:p>
                      <a:pPr marL="0" marR="0" lvl="0" indent="0" algn="ctr" rtl="0">
                        <a:spcBef>
                          <a:spcPts val="0"/>
                        </a:spcBef>
                        <a:spcAft>
                          <a:spcPts val="0"/>
                        </a:spcAft>
                        <a:buNone/>
                      </a:pPr>
                      <a:r>
                        <a:rPr lang="en-US" sz="900" b="0" dirty="0">
                          <a:solidFill>
                            <a:srgbClr val="0070C0"/>
                          </a:solidFill>
                        </a:rPr>
                        <a:t>KIX</a:t>
                      </a:r>
                      <a:endParaRPr sz="900" b="0"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0" dirty="0" err="1">
                          <a:solidFill>
                            <a:srgbClr val="0070C0"/>
                          </a:solidFill>
                        </a:rPr>
                        <a:t>오사카</a:t>
                      </a:r>
                      <a:r>
                        <a:rPr lang="en-US" sz="900" b="0" dirty="0">
                          <a:solidFill>
                            <a:srgbClr val="0070C0"/>
                          </a:solidFill>
                        </a:rPr>
                        <a:t>/</a:t>
                      </a:r>
                      <a:r>
                        <a:rPr lang="en-US" sz="900" b="0" dirty="0" err="1">
                          <a:solidFill>
                            <a:srgbClr val="0070C0"/>
                          </a:solidFill>
                        </a:rPr>
                        <a:t>간사이</a:t>
                      </a:r>
                      <a:endParaRPr sz="900" b="0" dirty="0">
                        <a:solidFill>
                          <a:srgbClr val="0070C0"/>
                        </a:solidFill>
                      </a:endParaRPr>
                    </a:p>
                  </a:txBody>
                  <a:tcPr marL="0" marR="0" marT="0" marB="0" anchor="ctr"/>
                </a:tc>
                <a:extLst>
                  <a:ext uri="{0D108BD9-81ED-4DB2-BD59-A6C34878D82A}">
                    <a16:rowId xmlns:a16="http://schemas.microsoft.com/office/drawing/2014/main" val="10007"/>
                  </a:ext>
                </a:extLst>
              </a:tr>
              <a:tr h="197532">
                <a:tc>
                  <a:txBody>
                    <a:bodyPr/>
                    <a:lstStyle/>
                    <a:p>
                      <a:pPr marL="0" marR="0" lvl="0" indent="0" algn="ctr" rtl="0">
                        <a:spcBef>
                          <a:spcPts val="0"/>
                        </a:spcBef>
                        <a:spcAft>
                          <a:spcPts val="0"/>
                        </a:spcAft>
                        <a:buNone/>
                      </a:pPr>
                      <a:r>
                        <a:rPr lang="en-US" sz="900" dirty="0">
                          <a:solidFill>
                            <a:srgbClr val="0070C0"/>
                          </a:solidFill>
                        </a:rPr>
                        <a:t>HND</a:t>
                      </a:r>
                      <a:endParaRPr sz="900"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0" dirty="0" err="1">
                          <a:solidFill>
                            <a:srgbClr val="0070C0"/>
                          </a:solidFill>
                        </a:rPr>
                        <a:t>도쿄</a:t>
                      </a:r>
                      <a:r>
                        <a:rPr lang="en-US" sz="900" b="0" dirty="0">
                          <a:solidFill>
                            <a:srgbClr val="0070C0"/>
                          </a:solidFill>
                        </a:rPr>
                        <a:t>/</a:t>
                      </a:r>
                      <a:r>
                        <a:rPr lang="en-US" sz="900" b="0" dirty="0" err="1">
                          <a:solidFill>
                            <a:srgbClr val="0070C0"/>
                          </a:solidFill>
                        </a:rPr>
                        <a:t>하네다</a:t>
                      </a:r>
                      <a:endParaRPr sz="900" b="0" dirty="0">
                        <a:solidFill>
                          <a:srgbClr val="0070C0"/>
                        </a:solidFill>
                      </a:endParaRPr>
                    </a:p>
                  </a:txBody>
                  <a:tcPr marL="0" marR="0" marT="0" marB="0" anchor="ctr"/>
                </a:tc>
                <a:extLst>
                  <a:ext uri="{0D108BD9-81ED-4DB2-BD59-A6C34878D82A}">
                    <a16:rowId xmlns:a16="http://schemas.microsoft.com/office/drawing/2014/main" val="1188143320"/>
                  </a:ext>
                </a:extLst>
              </a:tr>
              <a:tr h="197532">
                <a:tc>
                  <a:txBody>
                    <a:bodyPr/>
                    <a:lstStyle/>
                    <a:p>
                      <a:pPr marL="0" marR="0" lvl="0" indent="0" algn="ctr" rtl="0">
                        <a:spcBef>
                          <a:spcPts val="0"/>
                        </a:spcBef>
                        <a:spcAft>
                          <a:spcPts val="0"/>
                        </a:spcAft>
                        <a:buNone/>
                      </a:pPr>
                      <a:r>
                        <a:rPr lang="en-US" sz="900" dirty="0">
                          <a:solidFill>
                            <a:srgbClr val="0070C0"/>
                          </a:solidFill>
                        </a:rPr>
                        <a:t>NRT</a:t>
                      </a:r>
                      <a:endParaRPr sz="900"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0" dirty="0" err="1">
                          <a:solidFill>
                            <a:srgbClr val="0070C0"/>
                          </a:solidFill>
                        </a:rPr>
                        <a:t>도쿄</a:t>
                      </a:r>
                      <a:r>
                        <a:rPr lang="en-US" sz="900" b="0" dirty="0">
                          <a:solidFill>
                            <a:srgbClr val="0070C0"/>
                          </a:solidFill>
                        </a:rPr>
                        <a:t>/</a:t>
                      </a:r>
                      <a:r>
                        <a:rPr lang="en-US" sz="900" b="0" dirty="0" err="1">
                          <a:solidFill>
                            <a:srgbClr val="0070C0"/>
                          </a:solidFill>
                        </a:rPr>
                        <a:t>나리타</a:t>
                      </a:r>
                      <a:endParaRPr sz="900" b="0" dirty="0">
                        <a:solidFill>
                          <a:srgbClr val="0070C0"/>
                        </a:solidFill>
                      </a:endParaRPr>
                    </a:p>
                  </a:txBody>
                  <a:tcPr marL="0" marR="0" marT="0" marB="0" anchor="ctr"/>
                </a:tc>
                <a:extLst>
                  <a:ext uri="{0D108BD9-81ED-4DB2-BD59-A6C34878D82A}">
                    <a16:rowId xmlns:a16="http://schemas.microsoft.com/office/drawing/2014/main" val="3275921985"/>
                  </a:ext>
                </a:extLst>
              </a:tr>
              <a:tr h="197532">
                <a:tc>
                  <a:txBody>
                    <a:bodyPr/>
                    <a:lstStyle/>
                    <a:p>
                      <a:pPr marL="0" marR="0" lvl="0" indent="0" algn="ctr" rtl="0">
                        <a:spcBef>
                          <a:spcPts val="0"/>
                        </a:spcBef>
                        <a:spcAft>
                          <a:spcPts val="0"/>
                        </a:spcAft>
                        <a:buNone/>
                      </a:pPr>
                      <a:r>
                        <a:rPr lang="en-US" sz="900" dirty="0">
                          <a:solidFill>
                            <a:srgbClr val="0070C0"/>
                          </a:solidFill>
                        </a:rPr>
                        <a:t>CTS</a:t>
                      </a:r>
                      <a:endParaRPr sz="900"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0" dirty="0" err="1">
                          <a:solidFill>
                            <a:srgbClr val="0070C0"/>
                          </a:solidFill>
                        </a:rPr>
                        <a:t>삿포로</a:t>
                      </a:r>
                      <a:r>
                        <a:rPr lang="en-US" sz="900" b="0" dirty="0">
                          <a:solidFill>
                            <a:srgbClr val="0070C0"/>
                          </a:solidFill>
                        </a:rPr>
                        <a:t>/</a:t>
                      </a:r>
                      <a:r>
                        <a:rPr lang="en-US" sz="900" b="0" dirty="0" err="1">
                          <a:solidFill>
                            <a:srgbClr val="0070C0"/>
                          </a:solidFill>
                        </a:rPr>
                        <a:t>신</a:t>
                      </a:r>
                      <a:r>
                        <a:rPr lang="en-US" sz="900" b="0" dirty="0">
                          <a:solidFill>
                            <a:srgbClr val="0070C0"/>
                          </a:solidFill>
                        </a:rPr>
                        <a:t>(New) </a:t>
                      </a:r>
                      <a:r>
                        <a:rPr lang="en-US" sz="900" b="0" dirty="0" err="1">
                          <a:solidFill>
                            <a:srgbClr val="0070C0"/>
                          </a:solidFill>
                        </a:rPr>
                        <a:t>치토세</a:t>
                      </a:r>
                      <a:endParaRPr sz="900" b="0" dirty="0">
                        <a:solidFill>
                          <a:srgbClr val="0070C0"/>
                        </a:solidFill>
                      </a:endParaRPr>
                    </a:p>
                  </a:txBody>
                  <a:tcPr marL="0" marR="0" marT="0" marB="0" anchor="ctr"/>
                </a:tc>
                <a:extLst>
                  <a:ext uri="{0D108BD9-81ED-4DB2-BD59-A6C34878D82A}">
                    <a16:rowId xmlns:a16="http://schemas.microsoft.com/office/drawing/2014/main" val="2751862034"/>
                  </a:ext>
                </a:extLst>
              </a:tr>
              <a:tr h="197532">
                <a:tc>
                  <a:txBody>
                    <a:bodyPr/>
                    <a:lstStyle/>
                    <a:p>
                      <a:pPr marL="0" marR="0" lvl="0" indent="0" algn="ctr" rtl="0">
                        <a:spcBef>
                          <a:spcPts val="0"/>
                        </a:spcBef>
                        <a:spcAft>
                          <a:spcPts val="0"/>
                        </a:spcAft>
                        <a:buNone/>
                      </a:pPr>
                      <a:r>
                        <a:rPr lang="en-US" sz="900" dirty="0">
                          <a:solidFill>
                            <a:srgbClr val="0070C0"/>
                          </a:solidFill>
                        </a:rPr>
                        <a:t>NGO</a:t>
                      </a:r>
                      <a:endParaRPr sz="900" dirty="0">
                        <a:solidFill>
                          <a:srgbClr val="0070C0"/>
                        </a:solidFill>
                      </a:endParaRPr>
                    </a:p>
                  </a:txBody>
                  <a:tcPr marL="0" marR="0" marT="0" marB="0" anchor="ctr"/>
                </a:tc>
                <a:tc>
                  <a:txBody>
                    <a:bodyPr/>
                    <a:lstStyle/>
                    <a:p>
                      <a:pPr marL="0" marR="0" lvl="0" indent="0" algn="ctr" rtl="0">
                        <a:spcBef>
                          <a:spcPts val="0"/>
                        </a:spcBef>
                        <a:spcAft>
                          <a:spcPts val="0"/>
                        </a:spcAft>
                        <a:buNone/>
                      </a:pPr>
                      <a:r>
                        <a:rPr lang="ko-KR" altLang="en-US" sz="900" b="0" dirty="0">
                          <a:solidFill>
                            <a:srgbClr val="0070C0"/>
                          </a:solidFill>
                        </a:rPr>
                        <a:t>나고야</a:t>
                      </a:r>
                      <a:r>
                        <a:rPr lang="en-US" altLang="ko-KR" sz="900" b="0" dirty="0">
                          <a:solidFill>
                            <a:srgbClr val="0070C0"/>
                          </a:solidFill>
                        </a:rPr>
                        <a:t>/</a:t>
                      </a:r>
                      <a:r>
                        <a:rPr lang="ko-KR" altLang="en-US" sz="900" b="0" dirty="0">
                          <a:solidFill>
                            <a:srgbClr val="0070C0"/>
                          </a:solidFill>
                        </a:rPr>
                        <a:t>주부</a:t>
                      </a:r>
                      <a:r>
                        <a:rPr lang="en-US" altLang="ko-KR" sz="900" b="0" dirty="0">
                          <a:solidFill>
                            <a:srgbClr val="0070C0"/>
                          </a:solidFill>
                        </a:rPr>
                        <a:t>(Chubu </a:t>
                      </a:r>
                      <a:r>
                        <a:rPr lang="en-US" altLang="ko-KR" sz="900" b="0" dirty="0" err="1">
                          <a:solidFill>
                            <a:srgbClr val="0070C0"/>
                          </a:solidFill>
                        </a:rPr>
                        <a:t>Centrair</a:t>
                      </a:r>
                      <a:r>
                        <a:rPr lang="en-US" altLang="ko-KR" sz="900" b="0" dirty="0">
                          <a:solidFill>
                            <a:srgbClr val="0070C0"/>
                          </a:solidFill>
                        </a:rPr>
                        <a:t>)</a:t>
                      </a:r>
                      <a:endParaRPr sz="900" b="0" dirty="0">
                        <a:solidFill>
                          <a:srgbClr val="0070C0"/>
                        </a:solidFill>
                      </a:endParaRPr>
                    </a:p>
                  </a:txBody>
                  <a:tcPr marL="0" marR="0" marT="0" marB="0" anchor="ctr"/>
                </a:tc>
                <a:extLst>
                  <a:ext uri="{0D108BD9-81ED-4DB2-BD59-A6C34878D82A}">
                    <a16:rowId xmlns:a16="http://schemas.microsoft.com/office/drawing/2014/main" val="2116662300"/>
                  </a:ext>
                </a:extLst>
              </a:tr>
              <a:tr h="197532">
                <a:tc>
                  <a:txBody>
                    <a:bodyPr/>
                    <a:lstStyle/>
                    <a:p>
                      <a:pPr marL="0" marR="0" lvl="0" indent="0" algn="ctr" rtl="0">
                        <a:spcBef>
                          <a:spcPts val="0"/>
                        </a:spcBef>
                        <a:spcAft>
                          <a:spcPts val="0"/>
                        </a:spcAft>
                        <a:buNone/>
                      </a:pPr>
                      <a:r>
                        <a:rPr lang="en-US" sz="900" dirty="0">
                          <a:solidFill>
                            <a:srgbClr val="0070C0"/>
                          </a:solidFill>
                        </a:rPr>
                        <a:t>FUK</a:t>
                      </a:r>
                      <a:endParaRPr sz="900" dirty="0"/>
                    </a:p>
                  </a:txBody>
                  <a:tcPr marL="0" marR="0" marT="0" marB="0" anchor="ctr"/>
                </a:tc>
                <a:tc>
                  <a:txBody>
                    <a:bodyPr/>
                    <a:lstStyle/>
                    <a:p>
                      <a:pPr marL="0" marR="0" lvl="0" indent="0" algn="ctr" rtl="0">
                        <a:spcBef>
                          <a:spcPts val="0"/>
                        </a:spcBef>
                        <a:spcAft>
                          <a:spcPts val="0"/>
                        </a:spcAft>
                        <a:buNone/>
                      </a:pPr>
                      <a:r>
                        <a:rPr lang="ko-KR" altLang="en-US" sz="900" dirty="0">
                          <a:solidFill>
                            <a:srgbClr val="0070C0"/>
                          </a:solidFill>
                        </a:rPr>
                        <a:t>후쿠오카</a:t>
                      </a:r>
                      <a:endParaRPr sz="900" dirty="0"/>
                    </a:p>
                  </a:txBody>
                  <a:tcPr marL="0" marR="0" marT="0" marB="0" anchor="ctr"/>
                </a:tc>
                <a:extLst>
                  <a:ext uri="{0D108BD9-81ED-4DB2-BD59-A6C34878D82A}">
                    <a16:rowId xmlns:a16="http://schemas.microsoft.com/office/drawing/2014/main" val="132924141"/>
                  </a:ext>
                </a:extLst>
              </a:tr>
            </a:tbl>
          </a:graphicData>
        </a:graphic>
      </p:graphicFrame>
      <p:pic>
        <p:nvPicPr>
          <p:cNvPr id="4" name="그래픽 3" descr="집 Wi-Fi에서 작업 단색으로 채워진">
            <a:hlinkClick r:id="" action="ppaction://hlinkshowjump?jump=firstslide"/>
            <a:extLst>
              <a:ext uri="{FF2B5EF4-FFF2-40B4-BE49-F238E27FC236}">
                <a16:creationId xmlns:a16="http://schemas.microsoft.com/office/drawing/2014/main" id="{D83135CD-FE0D-D672-B8B7-AE38F688594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38239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extLst>
              <p:ext uri="{D42A27DB-BD31-4B8C-83A1-F6EECF244321}">
                <p14:modId xmlns:p14="http://schemas.microsoft.com/office/powerpoint/2010/main" val="11393679"/>
              </p:ext>
            </p:extLst>
          </p:nvPr>
        </p:nvGraphicFramePr>
        <p:xfrm>
          <a:off x="104230" y="114852"/>
          <a:ext cx="2115458" cy="3695978"/>
        </p:xfrm>
        <a:graphic>
          <a:graphicData uri="http://schemas.openxmlformats.org/drawingml/2006/table">
            <a:tbl>
              <a:tblPr firstRow="1" bandRow="1">
                <a:noFill/>
                <a:tableStyleId>{A521BE36-7E6F-4EC9-8D66-1CF97A6895EC}</a:tableStyleId>
              </a:tblPr>
              <a:tblGrid>
                <a:gridCol w="1057729">
                  <a:extLst>
                    <a:ext uri="{9D8B030D-6E8A-4147-A177-3AD203B41FA5}">
                      <a16:colId xmlns:a16="http://schemas.microsoft.com/office/drawing/2014/main" val="20000"/>
                    </a:ext>
                  </a:extLst>
                </a:gridCol>
                <a:gridCol w="1057729">
                  <a:extLst>
                    <a:ext uri="{9D8B030D-6E8A-4147-A177-3AD203B41FA5}">
                      <a16:colId xmlns:a16="http://schemas.microsoft.com/office/drawing/2014/main" val="2763461019"/>
                    </a:ext>
                  </a:extLst>
                </a:gridCol>
              </a:tblGrid>
              <a:tr h="351186">
                <a:tc gridSpan="2">
                  <a:txBody>
                    <a:bodyPr/>
                    <a:lstStyle/>
                    <a:p>
                      <a:pPr marL="0" marR="0" lvl="0" indent="0" algn="ctr" rtl="0">
                        <a:spcBef>
                          <a:spcPts val="0"/>
                        </a:spcBef>
                        <a:spcAft>
                          <a:spcPts val="0"/>
                        </a:spcAft>
                        <a:buNone/>
                      </a:pPr>
                      <a:r>
                        <a:rPr lang="en-US" sz="1800" b="1" u="none" strike="noStrike" cap="none" dirty="0">
                          <a:solidFill>
                            <a:schemeClr val="tx1"/>
                          </a:solidFill>
                          <a:latin typeface="Calibri"/>
                          <a:ea typeface="Calibri"/>
                          <a:cs typeface="Calibri"/>
                          <a:sym typeface="Calibri"/>
                        </a:rPr>
                        <a:t>China</a:t>
                      </a:r>
                      <a:r>
                        <a:rPr lang="en-US" sz="1800" b="1" u="none" strike="noStrike" cap="none" dirty="0">
                          <a:solidFill>
                            <a:schemeClr val="bg1"/>
                          </a:solidFill>
                          <a:latin typeface="Calibri"/>
                          <a:ea typeface="Calibri"/>
                          <a:cs typeface="Calibri"/>
                          <a:sym typeface="Calibri"/>
                        </a:rPr>
                        <a:t> </a:t>
                      </a:r>
                      <a:endParaRPr sz="1800" b="1" u="none" strike="noStrike" cap="none" dirty="0">
                        <a:solidFill>
                          <a:schemeClr val="bg1"/>
                        </a:solidFill>
                        <a:latin typeface="Calibri"/>
                        <a:ea typeface="Calibri"/>
                        <a:cs typeface="Calibri"/>
                        <a:sym typeface="Calibri"/>
                      </a:endParaRPr>
                    </a:p>
                  </a:txBody>
                  <a:tcPr marL="0" marR="0" marT="0" marB="0" anchor="ctr"/>
                </a:tc>
                <a:tc hMerge="1">
                  <a:txBody>
                    <a:bodyPr/>
                    <a:lstStyle/>
                    <a:p>
                      <a:endParaRPr lang="ko-Kore-KR" altLang="en-US"/>
                    </a:p>
                  </a:txBody>
                  <a:tcPr/>
                </a:tc>
                <a:extLst>
                  <a:ext uri="{0D108BD9-81ED-4DB2-BD59-A6C34878D82A}">
                    <a16:rowId xmlns:a16="http://schemas.microsoft.com/office/drawing/2014/main" val="1473297171"/>
                  </a:ext>
                </a:extLst>
              </a:tr>
              <a:tr h="418099">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3"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4" action="ppaction://hlinksldjump">
                            <a:extLst>
                              <a:ext uri="{A12FA001-AC4F-418D-AE19-62706E023703}">
                                <ahyp:hlinkClr xmlns:ahyp="http://schemas.microsoft.com/office/drawing/2018/hyperlinkcolor" val="tx"/>
                              </a:ext>
                            </a:extLst>
                          </a:hlinkClick>
                        </a:rPr>
                        <a:t>HKG</a:t>
                      </a:r>
                      <a:endParaRPr lang="en-US" altLang="ko-Kore-KR" sz="16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9315092"/>
                  </a:ext>
                </a:extLst>
              </a:tr>
              <a:tr h="418099">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5"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6" action="ppaction://hlinksldjump">
                            <a:extLst>
                              <a:ext uri="{A12FA001-AC4F-418D-AE19-62706E023703}">
                                <ahyp:hlinkClr xmlns:ahyp="http://schemas.microsoft.com/office/drawing/2018/hyperlinkcolor" val="tx"/>
                              </a:ext>
                            </a:extLst>
                          </a:hlinkClick>
                        </a:rPr>
                        <a:t>PEK</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252244187"/>
                  </a:ext>
                </a:extLst>
              </a:tr>
              <a:tr h="418099">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7"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8" action="ppaction://hlinksldjump">
                            <a:extLst>
                              <a:ext uri="{A12FA001-AC4F-418D-AE19-62706E023703}">
                                <ahyp:hlinkClr xmlns:ahyp="http://schemas.microsoft.com/office/drawing/2018/hyperlinkcolor" val="tx"/>
                              </a:ext>
                            </a:extLst>
                          </a:hlinkClick>
                        </a:rPr>
                        <a:t>WUH</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830567129"/>
                  </a:ext>
                </a:extLst>
              </a:tr>
              <a:tr h="418099">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9"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0" action="ppaction://hlinksldjump">
                            <a:extLst>
                              <a:ext uri="{A12FA001-AC4F-418D-AE19-62706E023703}">
                                <ahyp:hlinkClr xmlns:ahyp="http://schemas.microsoft.com/office/drawing/2018/hyperlinkcolor" val="tx"/>
                              </a:ext>
                            </a:extLst>
                          </a:hlinkClick>
                        </a:rPr>
                        <a:t>CAN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487466338"/>
                  </a:ext>
                </a:extLst>
              </a:tr>
              <a:tr h="418099">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1"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2" action="ppaction://hlinksldjump">
                            <a:extLst>
                              <a:ext uri="{A12FA001-AC4F-418D-AE19-62706E023703}">
                                <ahyp:hlinkClr xmlns:ahyp="http://schemas.microsoft.com/office/drawing/2018/hyperlinkcolor" val="tx"/>
                              </a:ext>
                            </a:extLst>
                          </a:hlinkClick>
                        </a:rPr>
                        <a:t>XIY</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745310571"/>
                  </a:ext>
                </a:extLst>
              </a:tr>
              <a:tr h="418099">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3"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4" action="ppaction://hlinksldjump">
                            <a:extLst>
                              <a:ext uri="{A12FA001-AC4F-418D-AE19-62706E023703}">
                                <ahyp:hlinkClr xmlns:ahyp="http://schemas.microsoft.com/office/drawing/2018/hyperlinkcolor" val="tx"/>
                              </a:ext>
                            </a:extLst>
                          </a:hlinkClick>
                        </a:rPr>
                        <a:t>TSN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900867488"/>
                  </a:ext>
                </a:extLst>
              </a:tr>
              <a:tr h="418099">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5"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6" action="ppaction://hlinksldjump">
                            <a:extLst>
                              <a:ext uri="{A12FA001-AC4F-418D-AE19-62706E023703}">
                                <ahyp:hlinkClr xmlns:ahyp="http://schemas.microsoft.com/office/drawing/2018/hyperlinkcolor" val="tx"/>
                              </a:ext>
                            </a:extLst>
                          </a:hlinkClick>
                        </a:rPr>
                        <a:t>TAO</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323924282"/>
                  </a:ext>
                </a:extLst>
              </a:tr>
              <a:tr h="418099">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7"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8" action="ppaction://hlinksldjump">
                            <a:extLst>
                              <a:ext uri="{A12FA001-AC4F-418D-AE19-62706E023703}">
                                <ahyp:hlinkClr xmlns:ahyp="http://schemas.microsoft.com/office/drawing/2018/hyperlinkcolor" val="tx"/>
                              </a:ext>
                            </a:extLst>
                          </a:hlinkClick>
                        </a:rPr>
                        <a:t>SZX</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409224305"/>
                  </a:ext>
                </a:extLst>
              </a:tr>
            </a:tbl>
          </a:graphicData>
        </a:graphic>
      </p:graphicFrame>
      <p:graphicFrame>
        <p:nvGraphicFramePr>
          <p:cNvPr id="3" name="Google Shape;90;p1">
            <a:extLst>
              <a:ext uri="{FF2B5EF4-FFF2-40B4-BE49-F238E27FC236}">
                <a16:creationId xmlns:a16="http://schemas.microsoft.com/office/drawing/2014/main" id="{87F02D1E-B645-12DD-A165-59B69450880B}"/>
              </a:ext>
            </a:extLst>
          </p:cNvPr>
          <p:cNvGraphicFramePr/>
          <p:nvPr>
            <p:extLst>
              <p:ext uri="{D42A27DB-BD31-4B8C-83A1-F6EECF244321}">
                <p14:modId xmlns:p14="http://schemas.microsoft.com/office/powerpoint/2010/main" val="1552724582"/>
              </p:ext>
            </p:extLst>
          </p:nvPr>
        </p:nvGraphicFramePr>
        <p:xfrm>
          <a:off x="185895" y="4446365"/>
          <a:ext cx="1969476" cy="556300"/>
        </p:xfrm>
        <a:graphic>
          <a:graphicData uri="http://schemas.openxmlformats.org/drawingml/2006/table">
            <a:tbl>
              <a:tblPr firstRow="1" bandRow="1">
                <a:noFill/>
                <a:tableStyleId>{A521BE36-7E6F-4EC9-8D66-1CF97A6895EC}</a:tableStyleId>
              </a:tblPr>
              <a:tblGrid>
                <a:gridCol w="1969476">
                  <a:extLst>
                    <a:ext uri="{9D8B030D-6E8A-4147-A177-3AD203B41FA5}">
                      <a16:colId xmlns:a16="http://schemas.microsoft.com/office/drawing/2014/main" val="20000"/>
                    </a:ext>
                  </a:extLst>
                </a:gridCol>
              </a:tblGrid>
              <a:tr h="278150">
                <a:tc>
                  <a:txBody>
                    <a:bodyPr/>
                    <a:lstStyle/>
                    <a:p>
                      <a:pPr marL="0" marR="0" lvl="0" indent="0" algn="ctr" rtl="0">
                        <a:spcBef>
                          <a:spcPts val="0"/>
                        </a:spcBef>
                        <a:spcAft>
                          <a:spcPts val="0"/>
                        </a:spcAft>
                        <a:buNone/>
                      </a:pPr>
                      <a:r>
                        <a:rPr lang="en-US" sz="1400" b="1" u="none" strike="noStrike" cap="none" dirty="0">
                          <a:solidFill>
                            <a:schemeClr val="tx1"/>
                          </a:solidFill>
                          <a:latin typeface="Calibri"/>
                          <a:ea typeface="Calibri"/>
                          <a:cs typeface="Calibri"/>
                          <a:sym typeface="Calibri"/>
                        </a:rPr>
                        <a:t>Welcome PA</a:t>
                      </a:r>
                      <a:endParaRPr sz="1400" b="1" u="none" strike="noStrike" cap="none" dirty="0">
                        <a:solidFill>
                          <a:schemeClr val="tx1"/>
                        </a:solidFill>
                        <a:latin typeface="Calibri"/>
                        <a:ea typeface="Calibri"/>
                        <a:cs typeface="Calibri"/>
                        <a:sym typeface="Calibri"/>
                      </a:endParaRPr>
                    </a:p>
                  </a:txBody>
                  <a:tcPr marL="91450" marR="91450" marT="0" marB="0" anchor="ctr"/>
                </a:tc>
                <a:extLst>
                  <a:ext uri="{0D108BD9-81ED-4DB2-BD59-A6C34878D82A}">
                    <a16:rowId xmlns:a16="http://schemas.microsoft.com/office/drawing/2014/main" val="10000"/>
                  </a:ext>
                </a:extLst>
              </a:tr>
              <a:tr h="278150">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0" u="none" strike="noStrike" cap="none" dirty="0">
                          <a:solidFill>
                            <a:schemeClr val="bg1"/>
                          </a:solidFill>
                          <a:latin typeface="Calibri"/>
                          <a:ea typeface="Calibri"/>
                          <a:cs typeface="Calibri"/>
                          <a:sym typeface="Calibri"/>
                        </a:rPr>
                        <a:t>Next Page</a:t>
                      </a:r>
                    </a:p>
                  </a:txBody>
                  <a:tcPr marL="91450" marR="91450" marT="0" marB="0" anchor="ctr"/>
                </a:tc>
                <a:extLst>
                  <a:ext uri="{0D108BD9-81ED-4DB2-BD59-A6C34878D82A}">
                    <a16:rowId xmlns:a16="http://schemas.microsoft.com/office/drawing/2014/main" val="10002"/>
                  </a:ext>
                </a:extLst>
              </a:tr>
            </a:tbl>
          </a:graphicData>
        </a:graphic>
      </p:graphicFrame>
      <p:pic>
        <p:nvPicPr>
          <p:cNvPr id="4" name="그래픽 3" descr="집 Wi-Fi에서 작업 단색으로 채워진">
            <a:hlinkClick r:id="" action="ppaction://hlinkshowjump?jump=firstslide"/>
            <a:extLst>
              <a:ext uri="{FF2B5EF4-FFF2-40B4-BE49-F238E27FC236}">
                <a16:creationId xmlns:a16="http://schemas.microsoft.com/office/drawing/2014/main" id="{CB8B5A48-7593-5DEE-6767-4476684CA64B}"/>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398369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graphicFrame>
        <p:nvGraphicFramePr>
          <p:cNvPr id="371" name="Google Shape;371;p27"/>
          <p:cNvGraphicFramePr/>
          <p:nvPr>
            <p:extLst>
              <p:ext uri="{D42A27DB-BD31-4B8C-83A1-F6EECF244321}">
                <p14:modId xmlns:p14="http://schemas.microsoft.com/office/powerpoint/2010/main" val="1673965251"/>
              </p:ext>
            </p:extLst>
          </p:nvPr>
        </p:nvGraphicFramePr>
        <p:xfrm>
          <a:off x="121884" y="3798834"/>
          <a:ext cx="2069883" cy="1242387"/>
        </p:xfrm>
        <a:graphic>
          <a:graphicData uri="http://schemas.openxmlformats.org/drawingml/2006/table">
            <a:tbl>
              <a:tblPr firstRow="1" bandRow="1">
                <a:noFill/>
                <a:tableStyleId>{A521BE36-7E6F-4EC9-8D66-1CF97A6895EC}</a:tableStyleId>
              </a:tblPr>
              <a:tblGrid>
                <a:gridCol w="520867">
                  <a:extLst>
                    <a:ext uri="{9D8B030D-6E8A-4147-A177-3AD203B41FA5}">
                      <a16:colId xmlns:a16="http://schemas.microsoft.com/office/drawing/2014/main" val="20002"/>
                    </a:ext>
                  </a:extLst>
                </a:gridCol>
                <a:gridCol w="1549016">
                  <a:extLst>
                    <a:ext uri="{9D8B030D-6E8A-4147-A177-3AD203B41FA5}">
                      <a16:colId xmlns:a16="http://schemas.microsoft.com/office/drawing/2014/main" val="20003"/>
                    </a:ext>
                  </a:extLst>
                </a:gridCol>
              </a:tblGrid>
              <a:tr h="138043">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b="1" dirty="0">
                          <a:solidFill>
                            <a:schemeClr val="tx1"/>
                          </a:solidFill>
                        </a:rPr>
                        <a:t>China</a:t>
                      </a:r>
                    </a:p>
                  </a:txBody>
                  <a:tcPr marL="0" marR="0" marT="0" marB="0"/>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b="0" dirty="0">
                          <a:solidFill>
                            <a:schemeClr val="bg1"/>
                          </a:solidFill>
                        </a:rPr>
                        <a:t>China</a:t>
                      </a:r>
                    </a:p>
                  </a:txBody>
                  <a:tcPr marL="0" marR="0" marT="0" marB="0"/>
                </a:tc>
                <a:extLst>
                  <a:ext uri="{0D108BD9-81ED-4DB2-BD59-A6C34878D82A}">
                    <a16:rowId xmlns:a16="http://schemas.microsoft.com/office/drawing/2014/main" val="2912171646"/>
                  </a:ext>
                </a:extLst>
              </a:tr>
              <a:tr h="13804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solidFill>
                            <a:srgbClr val="00B050"/>
                          </a:solidFill>
                        </a:rPr>
                        <a:t>HKG</a:t>
                      </a:r>
                      <a:endParaRPr lang="en-US" altLang="ko-Kore-KR" sz="900" dirty="0">
                        <a:solidFill>
                          <a:srgbClr val="AA47F5"/>
                        </a:solidFill>
                      </a:endParaRPr>
                    </a:p>
                  </a:txBody>
                  <a:tcPr marL="0" marR="0"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a:solidFill>
                            <a:srgbClr val="00B050"/>
                          </a:solidFill>
                        </a:rPr>
                        <a:t>홍콩</a:t>
                      </a:r>
                      <a:endParaRPr lang="en-US" altLang="ko-Kore-KR" sz="900" dirty="0">
                        <a:solidFill>
                          <a:srgbClr val="AA47F5"/>
                        </a:solidFill>
                      </a:endParaRPr>
                    </a:p>
                  </a:txBody>
                  <a:tcPr marL="0" marR="0" marT="0" marB="0" anchor="ctr"/>
                </a:tc>
                <a:extLst>
                  <a:ext uri="{0D108BD9-81ED-4DB2-BD59-A6C34878D82A}">
                    <a16:rowId xmlns:a16="http://schemas.microsoft.com/office/drawing/2014/main" val="10000"/>
                  </a:ext>
                </a:extLst>
              </a:tr>
              <a:tr h="138043">
                <a:tc>
                  <a:txBody>
                    <a:bodyPr/>
                    <a:lstStyle/>
                    <a:p>
                      <a:pPr marL="0" marR="0" lvl="0" indent="0" algn="ctr" rtl="0">
                        <a:spcBef>
                          <a:spcPts val="0"/>
                        </a:spcBef>
                        <a:spcAft>
                          <a:spcPts val="0"/>
                        </a:spcAft>
                        <a:buNone/>
                      </a:pPr>
                      <a:r>
                        <a:rPr lang="en-US" sz="900" dirty="0">
                          <a:solidFill>
                            <a:srgbClr val="00B050"/>
                          </a:solidFill>
                        </a:rPr>
                        <a:t>PEK</a:t>
                      </a:r>
                      <a:endParaRPr sz="900" dirty="0">
                        <a:solidFill>
                          <a:srgbClr val="00B050"/>
                        </a:solidFill>
                      </a:endParaRPr>
                    </a:p>
                  </a:txBody>
                  <a:tcPr marL="0" marR="0" marT="0" marB="0"/>
                </a:tc>
                <a:tc>
                  <a:txBody>
                    <a:bodyPr/>
                    <a:lstStyle/>
                    <a:p>
                      <a:pPr marL="0" marR="0" lvl="0" indent="0" algn="ctr" rtl="0">
                        <a:spcBef>
                          <a:spcPts val="0"/>
                        </a:spcBef>
                        <a:spcAft>
                          <a:spcPts val="0"/>
                        </a:spcAft>
                        <a:buNone/>
                      </a:pPr>
                      <a:r>
                        <a:rPr lang="ko-KR" altLang="en-US" sz="900" b="0" dirty="0">
                          <a:solidFill>
                            <a:srgbClr val="00B050"/>
                          </a:solidFill>
                        </a:rPr>
                        <a:t>베이징</a:t>
                      </a:r>
                      <a:r>
                        <a:rPr lang="en-US" altLang="ko-KR" sz="900" b="0" dirty="0">
                          <a:solidFill>
                            <a:srgbClr val="00B050"/>
                          </a:solidFill>
                        </a:rPr>
                        <a:t>/</a:t>
                      </a:r>
                      <a:r>
                        <a:rPr lang="ko-KR" altLang="en-US" sz="900" b="0" dirty="0" err="1">
                          <a:solidFill>
                            <a:srgbClr val="00B050"/>
                          </a:solidFill>
                        </a:rPr>
                        <a:t>소우뚜</a:t>
                      </a:r>
                      <a:r>
                        <a:rPr lang="en-US" altLang="ko-KR" sz="900" b="0" dirty="0">
                          <a:solidFill>
                            <a:srgbClr val="00B050"/>
                          </a:solidFill>
                        </a:rPr>
                        <a:t>(Capital)</a:t>
                      </a:r>
                      <a:endParaRPr sz="900" b="0" dirty="0">
                        <a:solidFill>
                          <a:srgbClr val="00B050"/>
                        </a:solidFill>
                      </a:endParaRPr>
                    </a:p>
                  </a:txBody>
                  <a:tcPr marL="0" marR="0" marT="0" marB="0" anchor="ctr"/>
                </a:tc>
                <a:extLst>
                  <a:ext uri="{0D108BD9-81ED-4DB2-BD59-A6C34878D82A}">
                    <a16:rowId xmlns:a16="http://schemas.microsoft.com/office/drawing/2014/main" val="66253469"/>
                  </a:ext>
                </a:extLst>
              </a:tr>
              <a:tr h="13804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solidFill>
                            <a:srgbClr val="00B050"/>
                          </a:solidFill>
                        </a:rPr>
                        <a:t>WUH</a:t>
                      </a:r>
                      <a:endParaRPr lang="en-US" altLang="ko-Kore-KR" sz="900" dirty="0">
                        <a:solidFill>
                          <a:srgbClr val="AA47F5"/>
                        </a:solidFill>
                      </a:endParaRPr>
                    </a:p>
                  </a:txBody>
                  <a:tcPr marL="0" marR="0"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a:solidFill>
                            <a:srgbClr val="00B050"/>
                          </a:solidFill>
                        </a:rPr>
                        <a:t>우한</a:t>
                      </a:r>
                      <a:r>
                        <a:rPr lang="en-US" altLang="ko-KR" sz="900" dirty="0">
                          <a:solidFill>
                            <a:srgbClr val="00B050"/>
                          </a:solidFill>
                        </a:rPr>
                        <a:t>/</a:t>
                      </a:r>
                      <a:r>
                        <a:rPr lang="ko-KR" altLang="en-US" sz="900" dirty="0" err="1">
                          <a:solidFill>
                            <a:srgbClr val="00B050"/>
                          </a:solidFill>
                        </a:rPr>
                        <a:t>톈허</a:t>
                      </a:r>
                      <a:endParaRPr lang="en-US" altLang="ko-Kore-KR" sz="900" dirty="0">
                        <a:solidFill>
                          <a:srgbClr val="AA47F5"/>
                        </a:solidFill>
                      </a:endParaRPr>
                    </a:p>
                  </a:txBody>
                  <a:tcPr marL="0" marR="0" marT="0" marB="0" anchor="ctr"/>
                </a:tc>
                <a:extLst>
                  <a:ext uri="{0D108BD9-81ED-4DB2-BD59-A6C34878D82A}">
                    <a16:rowId xmlns:a16="http://schemas.microsoft.com/office/drawing/2014/main" val="10002"/>
                  </a:ext>
                </a:extLst>
              </a:tr>
              <a:tr h="138043">
                <a:tc>
                  <a:txBody>
                    <a:bodyPr/>
                    <a:lstStyle/>
                    <a:p>
                      <a:pPr marL="0" marR="0" lvl="0" indent="0" algn="ctr" rtl="0">
                        <a:spcBef>
                          <a:spcPts val="0"/>
                        </a:spcBef>
                        <a:spcAft>
                          <a:spcPts val="0"/>
                        </a:spcAft>
                        <a:buNone/>
                      </a:pPr>
                      <a:r>
                        <a:rPr lang="en-US" sz="900" dirty="0">
                          <a:solidFill>
                            <a:srgbClr val="00B050"/>
                          </a:solidFill>
                        </a:rPr>
                        <a:t>CAN</a:t>
                      </a:r>
                      <a:endParaRPr sz="900" dirty="0">
                        <a:solidFill>
                          <a:srgbClr val="00B050"/>
                        </a:solidFill>
                      </a:endParaRPr>
                    </a:p>
                  </a:txBody>
                  <a:tcPr marL="0" marR="0" marT="0" marB="0"/>
                </a:tc>
                <a:tc>
                  <a:txBody>
                    <a:bodyPr/>
                    <a:lstStyle/>
                    <a:p>
                      <a:pPr marL="0" marR="0" lvl="0" indent="0" algn="ctr" rtl="0">
                        <a:spcBef>
                          <a:spcPts val="0"/>
                        </a:spcBef>
                        <a:spcAft>
                          <a:spcPts val="0"/>
                        </a:spcAft>
                        <a:buNone/>
                      </a:pPr>
                      <a:r>
                        <a:rPr lang="ko-KR" altLang="en-US" sz="900" b="0" dirty="0">
                          <a:solidFill>
                            <a:srgbClr val="00B050"/>
                          </a:solidFill>
                        </a:rPr>
                        <a:t>광저우</a:t>
                      </a:r>
                      <a:r>
                        <a:rPr lang="en-US" altLang="ko-KR" sz="900" b="0" dirty="0">
                          <a:solidFill>
                            <a:srgbClr val="00B050"/>
                          </a:solidFill>
                        </a:rPr>
                        <a:t>/</a:t>
                      </a:r>
                      <a:r>
                        <a:rPr lang="ko-KR" altLang="en-US" sz="900" b="0" dirty="0" err="1">
                          <a:solidFill>
                            <a:srgbClr val="00B050"/>
                          </a:solidFill>
                        </a:rPr>
                        <a:t>바이윈</a:t>
                      </a:r>
                      <a:endParaRPr sz="900" b="0" dirty="0">
                        <a:solidFill>
                          <a:srgbClr val="00B050"/>
                        </a:solidFill>
                      </a:endParaRPr>
                    </a:p>
                  </a:txBody>
                  <a:tcPr marL="0" marR="0" marT="0" marB="0" anchor="ctr"/>
                </a:tc>
                <a:extLst>
                  <a:ext uri="{0D108BD9-81ED-4DB2-BD59-A6C34878D82A}">
                    <a16:rowId xmlns:a16="http://schemas.microsoft.com/office/drawing/2014/main" val="10004"/>
                  </a:ext>
                </a:extLst>
              </a:tr>
              <a:tr h="138043">
                <a:tc>
                  <a:txBody>
                    <a:bodyPr/>
                    <a:lstStyle/>
                    <a:p>
                      <a:pPr marL="0" marR="0" lvl="0" indent="0" algn="ctr" rtl="0">
                        <a:spcBef>
                          <a:spcPts val="0"/>
                        </a:spcBef>
                        <a:spcAft>
                          <a:spcPts val="0"/>
                        </a:spcAft>
                        <a:buNone/>
                      </a:pPr>
                      <a:r>
                        <a:rPr lang="en-US" sz="900" dirty="0">
                          <a:solidFill>
                            <a:srgbClr val="00B050"/>
                          </a:solidFill>
                        </a:rPr>
                        <a:t>XIY</a:t>
                      </a:r>
                      <a:endParaRPr sz="900" dirty="0">
                        <a:solidFill>
                          <a:srgbClr val="00B050"/>
                        </a:solidFill>
                      </a:endParaRPr>
                    </a:p>
                  </a:txBody>
                  <a:tcPr marL="0" marR="0" marT="0" marB="0"/>
                </a:tc>
                <a:tc>
                  <a:txBody>
                    <a:bodyPr/>
                    <a:lstStyle/>
                    <a:p>
                      <a:pPr marL="0" marR="0" lvl="0" indent="0" algn="ctr" rtl="0">
                        <a:spcBef>
                          <a:spcPts val="0"/>
                        </a:spcBef>
                        <a:spcAft>
                          <a:spcPts val="0"/>
                        </a:spcAft>
                        <a:buNone/>
                      </a:pPr>
                      <a:r>
                        <a:rPr lang="ko-KR" altLang="en-US" sz="900" b="0" dirty="0">
                          <a:solidFill>
                            <a:srgbClr val="00B050"/>
                          </a:solidFill>
                        </a:rPr>
                        <a:t>시안</a:t>
                      </a:r>
                      <a:r>
                        <a:rPr lang="en-US" altLang="ko-KR" sz="900" b="0" dirty="0">
                          <a:solidFill>
                            <a:srgbClr val="00B050"/>
                          </a:solidFill>
                        </a:rPr>
                        <a:t>/</a:t>
                      </a:r>
                      <a:r>
                        <a:rPr lang="ko-KR" altLang="en-US" sz="900" b="0" dirty="0" err="1">
                          <a:solidFill>
                            <a:srgbClr val="00B050"/>
                          </a:solidFill>
                        </a:rPr>
                        <a:t>시엔양</a:t>
                      </a:r>
                      <a:endParaRPr sz="900" b="0" dirty="0">
                        <a:solidFill>
                          <a:srgbClr val="00B050"/>
                        </a:solidFill>
                      </a:endParaRPr>
                    </a:p>
                  </a:txBody>
                  <a:tcPr marL="0" marR="0" marT="0" marB="0" anchor="ctr"/>
                </a:tc>
                <a:extLst>
                  <a:ext uri="{0D108BD9-81ED-4DB2-BD59-A6C34878D82A}">
                    <a16:rowId xmlns:a16="http://schemas.microsoft.com/office/drawing/2014/main" val="4254199483"/>
                  </a:ext>
                </a:extLst>
              </a:tr>
              <a:tr h="13804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solidFill>
                            <a:srgbClr val="00B050"/>
                          </a:solidFill>
                        </a:rPr>
                        <a:t>TSN</a:t>
                      </a:r>
                      <a:endParaRPr lang="en-US" altLang="ko-Kore-KR" sz="900" dirty="0">
                        <a:solidFill>
                          <a:srgbClr val="AA47F5"/>
                        </a:solidFill>
                      </a:endParaRPr>
                    </a:p>
                  </a:txBody>
                  <a:tcPr marL="0" marR="0"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a:solidFill>
                            <a:srgbClr val="00B050"/>
                          </a:solidFill>
                        </a:rPr>
                        <a:t>톈진</a:t>
                      </a:r>
                      <a:r>
                        <a:rPr lang="en-US" altLang="ko-KR" sz="900" dirty="0">
                          <a:solidFill>
                            <a:srgbClr val="00B050"/>
                          </a:solidFill>
                        </a:rPr>
                        <a:t>/</a:t>
                      </a:r>
                      <a:r>
                        <a:rPr lang="ko-KR" altLang="en-US" sz="900" dirty="0" err="1">
                          <a:solidFill>
                            <a:srgbClr val="00B050"/>
                          </a:solidFill>
                        </a:rPr>
                        <a:t>빈하이</a:t>
                      </a:r>
                      <a:endParaRPr lang="en-US" altLang="ko-Kore-KR" sz="900" dirty="0">
                        <a:solidFill>
                          <a:srgbClr val="AA47F5"/>
                        </a:solidFill>
                      </a:endParaRPr>
                    </a:p>
                  </a:txBody>
                  <a:tcPr marL="0" marR="0" marT="0" marB="0" anchor="ctr"/>
                </a:tc>
                <a:extLst>
                  <a:ext uri="{0D108BD9-81ED-4DB2-BD59-A6C34878D82A}">
                    <a16:rowId xmlns:a16="http://schemas.microsoft.com/office/drawing/2014/main" val="2322049173"/>
                  </a:ext>
                </a:extLst>
              </a:tr>
              <a:tr h="13804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solidFill>
                            <a:srgbClr val="00B050"/>
                          </a:solidFill>
                        </a:rPr>
                        <a:t>TAO</a:t>
                      </a:r>
                      <a:endParaRPr lang="en-US" altLang="ko-Kore-KR" sz="900" dirty="0">
                        <a:solidFill>
                          <a:srgbClr val="AA47F5"/>
                        </a:solidFill>
                      </a:endParaRPr>
                    </a:p>
                  </a:txBody>
                  <a:tcPr marL="0" marR="0"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a:solidFill>
                            <a:srgbClr val="00B050"/>
                          </a:solidFill>
                        </a:rPr>
                        <a:t>칭다오</a:t>
                      </a:r>
                      <a:r>
                        <a:rPr lang="en-US" altLang="ko-KR" sz="900" dirty="0">
                          <a:solidFill>
                            <a:srgbClr val="00B050"/>
                          </a:solidFill>
                        </a:rPr>
                        <a:t>/</a:t>
                      </a:r>
                      <a:r>
                        <a:rPr lang="ko-KR" altLang="en-US" sz="900" dirty="0" err="1">
                          <a:solidFill>
                            <a:srgbClr val="00B050"/>
                          </a:solidFill>
                        </a:rPr>
                        <a:t>자오둥</a:t>
                      </a:r>
                      <a:endParaRPr lang="en-US" altLang="ko-Kore-KR" sz="900" dirty="0">
                        <a:solidFill>
                          <a:srgbClr val="AA47F5"/>
                        </a:solidFill>
                      </a:endParaRPr>
                    </a:p>
                  </a:txBody>
                  <a:tcPr marL="0" marR="0" marT="0" marB="0" anchor="ctr"/>
                </a:tc>
                <a:extLst>
                  <a:ext uri="{0D108BD9-81ED-4DB2-BD59-A6C34878D82A}">
                    <a16:rowId xmlns:a16="http://schemas.microsoft.com/office/drawing/2014/main" val="1944538903"/>
                  </a:ext>
                </a:extLst>
              </a:tr>
              <a:tr h="13804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solidFill>
                            <a:srgbClr val="00B050"/>
                          </a:solidFill>
                        </a:rPr>
                        <a:t>SZX</a:t>
                      </a:r>
                      <a:endParaRPr lang="en-US" altLang="ko-Kore-KR" sz="900" dirty="0">
                        <a:solidFill>
                          <a:srgbClr val="AA47F5"/>
                        </a:solidFill>
                      </a:endParaRPr>
                    </a:p>
                  </a:txBody>
                  <a:tcPr marL="0" marR="0"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a:solidFill>
                            <a:srgbClr val="00B050"/>
                          </a:solidFill>
                        </a:rPr>
                        <a:t>선전</a:t>
                      </a:r>
                      <a:r>
                        <a:rPr lang="en-US" altLang="ko-KR" sz="900" dirty="0">
                          <a:solidFill>
                            <a:srgbClr val="00B050"/>
                          </a:solidFill>
                        </a:rPr>
                        <a:t>/</a:t>
                      </a:r>
                      <a:r>
                        <a:rPr lang="ko-KR" altLang="en-US" sz="900" dirty="0" err="1">
                          <a:solidFill>
                            <a:srgbClr val="00B050"/>
                          </a:solidFill>
                        </a:rPr>
                        <a:t>바오안</a:t>
                      </a:r>
                      <a:endParaRPr lang="en-US" altLang="ko-Kore-KR" sz="900" dirty="0">
                        <a:solidFill>
                          <a:srgbClr val="AA47F5"/>
                        </a:solidFill>
                      </a:endParaRPr>
                    </a:p>
                  </a:txBody>
                  <a:tcPr marL="0" marR="0" marT="0" marB="0" anchor="ctr"/>
                </a:tc>
                <a:extLst>
                  <a:ext uri="{0D108BD9-81ED-4DB2-BD59-A6C34878D82A}">
                    <a16:rowId xmlns:a16="http://schemas.microsoft.com/office/drawing/2014/main" val="610266171"/>
                  </a:ext>
                </a:extLst>
              </a:tr>
            </a:tbl>
          </a:graphicData>
        </a:graphic>
      </p:graphicFrame>
      <p:graphicFrame>
        <p:nvGraphicFramePr>
          <p:cNvPr id="2" name="Google Shape;370;p27">
            <a:extLst>
              <a:ext uri="{FF2B5EF4-FFF2-40B4-BE49-F238E27FC236}">
                <a16:creationId xmlns:a16="http://schemas.microsoft.com/office/drawing/2014/main" id="{5B16D409-08BC-B107-3860-B094CC862342}"/>
              </a:ext>
            </a:extLst>
          </p:cNvPr>
          <p:cNvGraphicFramePr/>
          <p:nvPr>
            <p:extLst>
              <p:ext uri="{D42A27DB-BD31-4B8C-83A1-F6EECF244321}">
                <p14:modId xmlns:p14="http://schemas.microsoft.com/office/powerpoint/2010/main" val="2633842035"/>
              </p:ext>
            </p:extLst>
          </p:nvPr>
        </p:nvGraphicFramePr>
        <p:xfrm>
          <a:off x="0" y="0"/>
          <a:ext cx="2328875" cy="3736015"/>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0">
                <a:tc>
                  <a:txBody>
                    <a:bodyPr/>
                    <a:lstStyle/>
                    <a:p>
                      <a:pPr marL="0" marR="0" lvl="0" indent="0" algn="l" rtl="0">
                        <a:spcBef>
                          <a:spcPts val="0"/>
                        </a:spcBef>
                        <a:spcAft>
                          <a:spcPts val="0"/>
                        </a:spcAft>
                        <a:buNone/>
                      </a:pPr>
                      <a:r>
                        <a:rPr lang="en-US" sz="1200" b="1" dirty="0">
                          <a:latin typeface="Calibri"/>
                          <a:ea typeface="Calibri"/>
                          <a:cs typeface="Calibri"/>
                          <a:sym typeface="Calibri"/>
                        </a:rPr>
                        <a:t>WELCOME PA</a:t>
                      </a:r>
                      <a:r>
                        <a:rPr lang="ko-KR" altLang="en-US" sz="1200" b="1" dirty="0">
                          <a:latin typeface="Calibri"/>
                          <a:ea typeface="Calibri"/>
                          <a:cs typeface="Calibri"/>
                          <a:sym typeface="Calibri"/>
                        </a:rPr>
                        <a:t> </a:t>
                      </a:r>
                      <a:r>
                        <a:rPr lang="en-US" altLang="ko-KR" sz="600" b="1" i="0" kern="1200" dirty="0">
                          <a:solidFill>
                            <a:srgbClr val="FFC000"/>
                          </a:solidFill>
                          <a:latin typeface="+mn-ea"/>
                          <a:ea typeface="Calibri"/>
                          <a:cs typeface="Calibri"/>
                          <a:sym typeface="Calibri"/>
                        </a:rPr>
                        <a:t>(10</a:t>
                      </a:r>
                      <a:r>
                        <a:rPr lang="ko-KR" altLang="en-US" sz="600" b="1" i="0" kern="1200" dirty="0" err="1">
                          <a:solidFill>
                            <a:srgbClr val="FFC000"/>
                          </a:solidFill>
                          <a:latin typeface="+mn-ea"/>
                          <a:ea typeface="Calibri"/>
                          <a:cs typeface="Calibri"/>
                          <a:sym typeface="Calibri"/>
                        </a:rPr>
                        <a:t>분이상</a:t>
                      </a:r>
                      <a:r>
                        <a:rPr lang="ko-KR" altLang="en-US" sz="600" b="1" i="0" kern="1200" dirty="0">
                          <a:solidFill>
                            <a:srgbClr val="FFC000"/>
                          </a:solidFill>
                          <a:latin typeface="+mn-ea"/>
                          <a:ea typeface="Calibri"/>
                          <a:cs typeface="Calibri"/>
                          <a:sym typeface="Calibri"/>
                        </a:rPr>
                        <a:t> 지연 </a:t>
                      </a:r>
                      <a:r>
                        <a:rPr lang="en-US" altLang="ko-KR" sz="600" b="1" i="0" kern="1200" dirty="0">
                          <a:solidFill>
                            <a:srgbClr val="FFC000"/>
                          </a:solidFill>
                          <a:latin typeface="+mn-ea"/>
                          <a:ea typeface="Calibri"/>
                          <a:cs typeface="Calibri"/>
                          <a:sym typeface="Calibri"/>
                        </a:rPr>
                        <a:t>or</a:t>
                      </a:r>
                      <a:r>
                        <a:rPr lang="ko-KR" altLang="en-US" sz="600" b="1" i="0" kern="1200" dirty="0">
                          <a:solidFill>
                            <a:srgbClr val="FFC000"/>
                          </a:solidFill>
                          <a:latin typeface="+mn-ea"/>
                          <a:ea typeface="Calibri"/>
                          <a:cs typeface="Calibri"/>
                          <a:sym typeface="Calibri"/>
                        </a:rPr>
                        <a:t> </a:t>
                      </a:r>
                      <a:r>
                        <a:rPr lang="ko-KR" altLang="en-US" sz="600" b="1" i="0" kern="1200" dirty="0" err="1">
                          <a:solidFill>
                            <a:srgbClr val="FFC000"/>
                          </a:solidFill>
                          <a:latin typeface="+mn-ea"/>
                          <a:ea typeface="Calibri"/>
                          <a:cs typeface="Calibri"/>
                          <a:sym typeface="Calibri"/>
                        </a:rPr>
                        <a:t>예상시</a:t>
                      </a:r>
                      <a:r>
                        <a:rPr lang="ko-KR" altLang="en-US" sz="600" b="1" i="0" kern="1200" dirty="0">
                          <a:solidFill>
                            <a:srgbClr val="FFC000"/>
                          </a:solidFill>
                          <a:latin typeface="+mn-ea"/>
                          <a:ea typeface="Calibri"/>
                          <a:cs typeface="Calibri"/>
                          <a:sym typeface="Calibri"/>
                        </a:rPr>
                        <a:t> 지연 방송</a:t>
                      </a:r>
                      <a:r>
                        <a:rPr lang="en-US" altLang="ko-KR" sz="600" b="1" i="0" kern="1200" dirty="0">
                          <a:solidFill>
                            <a:srgbClr val="FFC000"/>
                          </a:solidFill>
                          <a:latin typeface="+mn-ea"/>
                          <a:ea typeface="Calibri"/>
                          <a:cs typeface="Calibri"/>
                          <a:sym typeface="Calibri"/>
                        </a:rPr>
                        <a:t>)</a:t>
                      </a:r>
                      <a:endParaRPr sz="1200" b="1" dirty="0">
                        <a:latin typeface="Calibri"/>
                        <a:ea typeface="Calibri"/>
                        <a:cs typeface="Calibri"/>
                        <a:sym typeface="Calibri"/>
                      </a:endParaRPr>
                    </a:p>
                  </a:txBody>
                  <a:tcPr marL="91450" marR="91450" marT="45725" marB="45725"/>
                </a:tc>
                <a:extLst>
                  <a:ext uri="{0D108BD9-81ED-4DB2-BD59-A6C34878D82A}">
                    <a16:rowId xmlns:a16="http://schemas.microsoft.com/office/drawing/2014/main" val="10000"/>
                  </a:ext>
                </a:extLst>
              </a:tr>
              <a:tr h="877125">
                <a:tc>
                  <a:txBody>
                    <a:bodyPr/>
                    <a:lstStyle/>
                    <a:p>
                      <a:pPr marL="0" marR="0" lvl="0" indent="0" algn="l" rtl="0">
                        <a:lnSpc>
                          <a:spcPct val="15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en-US" sz="800" b="1" dirty="0" err="1">
                          <a:latin typeface="Calibri"/>
                          <a:ea typeface="Calibri"/>
                          <a:cs typeface="Calibri"/>
                          <a:sym typeface="Calibri"/>
                        </a:rPr>
                        <a:t>안녕하십니까</a:t>
                      </a:r>
                      <a:r>
                        <a:rPr 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저는</a:t>
                      </a:r>
                      <a:r>
                        <a:rPr lang="en-US" sz="800" b="1" dirty="0">
                          <a:latin typeface="Calibri"/>
                          <a:ea typeface="Calibri"/>
                          <a:cs typeface="Calibri"/>
                          <a:sym typeface="Calibri"/>
                        </a:rPr>
                        <a:t> </a:t>
                      </a:r>
                      <a:r>
                        <a:rPr lang="ko-KR" altLang="en-US" sz="800" b="1" dirty="0">
                          <a:latin typeface="Calibri"/>
                          <a:ea typeface="Calibri"/>
                          <a:cs typeface="Calibri"/>
                          <a:sym typeface="Calibri"/>
                        </a:rPr>
                        <a:t>여러분을 모시고 가는 </a:t>
                      </a:r>
                      <a:r>
                        <a:rPr lang="en-US" sz="800" b="1" dirty="0" err="1">
                          <a:latin typeface="Calibri"/>
                          <a:ea typeface="Calibri"/>
                          <a:cs typeface="Calibri"/>
                          <a:sym typeface="Calibri"/>
                        </a:rPr>
                        <a:t>기장</a:t>
                      </a:r>
                      <a:r>
                        <a:rPr lang="en-US" sz="800" b="1" dirty="0">
                          <a:latin typeface="Calibri"/>
                          <a:ea typeface="Calibri"/>
                          <a:cs typeface="Calibri"/>
                          <a:sym typeface="Calibri"/>
                        </a:rPr>
                        <a:t> ___</a:t>
                      </a:r>
                      <a:r>
                        <a:rPr lang="en-US" sz="800" b="1" dirty="0" err="1">
                          <a:latin typeface="Calibri"/>
                          <a:ea typeface="Calibri"/>
                          <a:cs typeface="Calibri"/>
                          <a:sym typeface="Calibri"/>
                        </a:rPr>
                        <a:t>입니다</a:t>
                      </a:r>
                      <a:r>
                        <a:rPr lang="en-US"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저희</a:t>
                      </a:r>
                      <a:r>
                        <a:rPr lang="en-US" sz="800" b="1" dirty="0">
                          <a:latin typeface="Calibri"/>
                          <a:ea typeface="Calibri"/>
                          <a:cs typeface="Calibri"/>
                          <a:sym typeface="Calibri"/>
                        </a:rPr>
                        <a:t> </a:t>
                      </a:r>
                      <a:r>
                        <a:rPr lang="en-US" sz="800" b="1" dirty="0" err="1">
                          <a:latin typeface="Calibri"/>
                          <a:ea typeface="Calibri"/>
                          <a:cs typeface="Calibri"/>
                          <a:sym typeface="Calibri"/>
                        </a:rPr>
                        <a:t>대한항공을</a:t>
                      </a:r>
                      <a:r>
                        <a:rPr lang="en-US" sz="800" b="1" dirty="0">
                          <a:latin typeface="Calibri"/>
                          <a:ea typeface="Calibri"/>
                          <a:cs typeface="Calibri"/>
                          <a:sym typeface="Calibri"/>
                        </a:rPr>
                        <a:t> </a:t>
                      </a:r>
                      <a:r>
                        <a:rPr lang="en-US" sz="800" b="1" dirty="0" err="1">
                          <a:latin typeface="Calibri"/>
                          <a:ea typeface="Calibri"/>
                          <a:cs typeface="Calibri"/>
                          <a:sym typeface="Calibri"/>
                        </a:rPr>
                        <a:t>이용해</a:t>
                      </a:r>
                      <a:r>
                        <a:rPr lang="en-US" sz="800" b="1" dirty="0">
                          <a:latin typeface="Calibri"/>
                          <a:ea typeface="Calibri"/>
                          <a:cs typeface="Calibri"/>
                          <a:sym typeface="Calibri"/>
                        </a:rPr>
                        <a:t> </a:t>
                      </a:r>
                      <a:r>
                        <a:rPr lang="en-US" sz="800" b="1" dirty="0" err="1">
                          <a:latin typeface="Calibri"/>
                          <a:ea typeface="Calibri"/>
                          <a:cs typeface="Calibri"/>
                          <a:sym typeface="Calibri"/>
                        </a:rPr>
                        <a:t>주셔서</a:t>
                      </a:r>
                      <a:r>
                        <a:rPr lang="en-US" sz="800" b="1" dirty="0">
                          <a:latin typeface="Calibri"/>
                          <a:ea typeface="Calibri"/>
                          <a:cs typeface="Calibri"/>
                          <a:sym typeface="Calibri"/>
                        </a:rPr>
                        <a:t> </a:t>
                      </a:r>
                      <a:r>
                        <a:rPr lang="en-US" sz="800" b="1" dirty="0" err="1">
                          <a:latin typeface="Calibri"/>
                          <a:ea typeface="Calibri"/>
                          <a:cs typeface="Calibri"/>
                          <a:sym typeface="Calibri"/>
                        </a:rPr>
                        <a:t>대단히</a:t>
                      </a:r>
                      <a:r>
                        <a:rPr lang="en-US" sz="800" b="1" dirty="0">
                          <a:latin typeface="Calibri"/>
                          <a:ea typeface="Calibri"/>
                          <a:cs typeface="Calibri"/>
                          <a:sym typeface="Calibri"/>
                        </a:rPr>
                        <a:t> </a:t>
                      </a:r>
                      <a:r>
                        <a:rPr lang="ko-KR" altLang="en-US" sz="800" b="1" dirty="0">
                          <a:latin typeface="Calibri"/>
                          <a:ea typeface="Calibri"/>
                          <a:cs typeface="Calibri"/>
                          <a:sym typeface="Calibri"/>
                        </a:rPr>
                        <a:t>고맙습니다</a:t>
                      </a:r>
                      <a:r>
                        <a:rPr lang="en-US" altLang="ko-KR"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a:latin typeface="Calibri"/>
                          <a:ea typeface="Calibri"/>
                          <a:cs typeface="Calibri"/>
                          <a:sym typeface="Calibri"/>
                        </a:rPr>
                        <a:t>___ (</a:t>
                      </a:r>
                      <a:r>
                        <a:rPr lang="en-US" sz="800" b="1" dirty="0" err="1">
                          <a:latin typeface="Calibri"/>
                          <a:ea typeface="Calibri"/>
                          <a:cs typeface="Calibri"/>
                          <a:sym typeface="Calibri"/>
                        </a:rPr>
                        <a:t>국제</a:t>
                      </a:r>
                      <a:r>
                        <a:rPr lang="en-US" sz="800" b="1" dirty="0">
                          <a:latin typeface="Calibri"/>
                          <a:ea typeface="Calibri"/>
                          <a:cs typeface="Calibri"/>
                          <a:sym typeface="Calibri"/>
                        </a:rPr>
                        <a:t>)</a:t>
                      </a:r>
                      <a:r>
                        <a:rPr lang="en-US" sz="800" b="1" dirty="0" err="1">
                          <a:latin typeface="Calibri"/>
                          <a:ea typeface="Calibri"/>
                          <a:cs typeface="Calibri"/>
                          <a:sym typeface="Calibri"/>
                        </a:rPr>
                        <a:t>공항까지</a:t>
                      </a:r>
                      <a:r>
                        <a:rPr lang="en-US" sz="800" b="1" dirty="0">
                          <a:latin typeface="Calibri"/>
                          <a:ea typeface="Calibri"/>
                          <a:cs typeface="Calibri"/>
                          <a:sym typeface="Calibri"/>
                        </a:rPr>
                        <a:t> </a:t>
                      </a:r>
                      <a:r>
                        <a:rPr lang="ko-KR" altLang="en-US" sz="800" b="1" dirty="0">
                          <a:latin typeface="Calibri"/>
                          <a:ea typeface="Calibri"/>
                          <a:cs typeface="Calibri"/>
                          <a:sym typeface="Calibri"/>
                        </a:rPr>
                        <a:t>비행시간은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시간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분 </a:t>
                      </a:r>
                      <a:r>
                        <a:rPr lang="ko-KR" altLang="en-US" sz="800" b="1" dirty="0" err="1">
                          <a:latin typeface="Calibri"/>
                          <a:ea typeface="Calibri"/>
                          <a:cs typeface="Calibri"/>
                          <a:sym typeface="Calibri"/>
                        </a:rPr>
                        <a:t>으로</a:t>
                      </a:r>
                      <a:r>
                        <a:rPr lang="ko-KR" altLang="en-US" sz="800" b="1" dirty="0">
                          <a:latin typeface="Calibri"/>
                          <a:ea typeface="Calibri"/>
                          <a:cs typeface="Calibri"/>
                          <a:sym typeface="Calibri"/>
                        </a:rPr>
                        <a:t> 예상됩니다</a:t>
                      </a:r>
                      <a:r>
                        <a:rPr lang="en-US" altLang="ko-KR" sz="800" b="1" dirty="0">
                          <a:latin typeface="Calibri"/>
                          <a:ea typeface="Calibri"/>
                          <a:cs typeface="Calibri"/>
                          <a:sym typeface="Calibri"/>
                        </a:rPr>
                        <a:t>.</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비행 중에는 항공기가 갑자기 흔들릴 수도 있으니</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자리에 않아 계실 때에는 항상 좌석벨트를 매주시기 바랍니다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altLang="ko-Kore-KR" sz="800" b="1" dirty="0">
                          <a:latin typeface="Calibri"/>
                          <a:ea typeface="Calibri"/>
                          <a:cs typeface="Calibri"/>
                          <a:sym typeface="Calibri"/>
                        </a:rPr>
                        <a:t>(</a:t>
                      </a:r>
                      <a:r>
                        <a:rPr lang="ko-KR" altLang="en-US" sz="800" b="1" dirty="0">
                          <a:latin typeface="Calibri"/>
                          <a:ea typeface="Calibri"/>
                          <a:cs typeface="Calibri"/>
                          <a:sym typeface="Calibri"/>
                        </a:rPr>
                        <a:t>저희 승무원 모두는</a:t>
                      </a:r>
                      <a:r>
                        <a:rPr lang="en-US" altLang="ko-KR" sz="800" b="1" dirty="0">
                          <a:latin typeface="Calibri"/>
                          <a:ea typeface="Calibri"/>
                          <a:cs typeface="Calibri"/>
                          <a:sym typeface="Calibri"/>
                        </a:rPr>
                        <a:t>)</a:t>
                      </a:r>
                      <a:endParaRPr sz="8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저는 여러분을 안전하게 모시기 위해 최선을 다하겠습니다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고맙습니다</a:t>
                      </a:r>
                      <a:r>
                        <a:rPr lang="en-US" sz="800" b="1" dirty="0">
                          <a:latin typeface="Calibri"/>
                          <a:ea typeface="Calibri"/>
                          <a:cs typeface="Calibri"/>
                          <a:sym typeface="Calibri"/>
                        </a:rPr>
                        <a:t>.</a:t>
                      </a:r>
                      <a:endParaRPr sz="8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1"/>
                  </a:ext>
                </a:extLst>
              </a:tr>
              <a:tr h="500625">
                <a:tc>
                  <a:txBody>
                    <a:bodyPr/>
                    <a:lstStyle/>
                    <a:p>
                      <a:pPr marL="0" marR="0" lvl="0" indent="0" algn="l" rtl="0">
                        <a:spcBef>
                          <a:spcPts val="0"/>
                        </a:spcBef>
                        <a:spcAft>
                          <a:spcPts val="0"/>
                        </a:spcAft>
                        <a:buNone/>
                      </a:pPr>
                      <a:r>
                        <a:rPr lang="en-US" sz="900" b="1" dirty="0">
                          <a:latin typeface="Calibri"/>
                          <a:ea typeface="Calibri"/>
                          <a:cs typeface="Calibri"/>
                          <a:sym typeface="Calibri"/>
                        </a:rPr>
                        <a:t>Good morning (afternoon /evening), ladies and gentlemen.</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This is captain </a:t>
                      </a:r>
                      <a:r>
                        <a:rPr lang="en-US" sz="900" b="1" u="sng" dirty="0">
                          <a:latin typeface="Calibri"/>
                          <a:ea typeface="Calibri"/>
                          <a:cs typeface="Calibri"/>
                          <a:sym typeface="Calibri"/>
                        </a:rPr>
                        <a:t>last name</a:t>
                      </a:r>
                      <a:r>
                        <a:rPr lang="en-US" sz="900" b="1" dirty="0">
                          <a:latin typeface="Calibri"/>
                          <a:ea typeface="Calibri"/>
                          <a:cs typeface="Calibri"/>
                          <a:sym typeface="Calibri"/>
                        </a:rPr>
                        <a:t> speaking.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Welcome aboard Korean Air. </a:t>
                      </a:r>
                    </a:p>
                    <a:p>
                      <a:pPr marL="0" marR="0" lvl="0" indent="0" algn="l" rtl="0">
                        <a:spcBef>
                          <a:spcPts val="0"/>
                        </a:spcBef>
                        <a:spcAft>
                          <a:spcPts val="0"/>
                        </a:spcAft>
                        <a:buNone/>
                      </a:pPr>
                      <a:r>
                        <a:rPr lang="en-US" sz="900" b="1" dirty="0">
                          <a:latin typeface="Calibri"/>
                          <a:ea typeface="Calibri"/>
                          <a:cs typeface="Calibri"/>
                          <a:sym typeface="Calibri"/>
                        </a:rPr>
                        <a:t>This flight is bound for ___(international) airport</a:t>
                      </a:r>
                      <a:r>
                        <a:rPr lang="ko-KR" altLang="en-US" sz="900" b="1" dirty="0">
                          <a:latin typeface="Calibri"/>
                          <a:ea typeface="Calibri"/>
                          <a:cs typeface="Calibri"/>
                          <a:sym typeface="Calibri"/>
                        </a:rPr>
                        <a:t> </a:t>
                      </a:r>
                      <a:r>
                        <a:rPr lang="en-US" altLang="ko-KR" sz="900" b="1" dirty="0">
                          <a:latin typeface="Calibri"/>
                          <a:ea typeface="Calibri"/>
                          <a:cs typeface="Calibri"/>
                          <a:sym typeface="Calibri"/>
                        </a:rPr>
                        <a:t>and our flight time is ___ hours(s) and minutes.</a:t>
                      </a:r>
                      <a:r>
                        <a:rPr lang="en-US" sz="900" b="1" dirty="0">
                          <a:latin typeface="Calibri"/>
                          <a:ea typeface="Calibri"/>
                          <a:cs typeface="Calibri"/>
                          <a:sym typeface="Calibri"/>
                        </a:rPr>
                        <a:t>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For your safety, keep your seatbelts fastened while you are seated. </a:t>
                      </a:r>
                    </a:p>
                    <a:p>
                      <a:pPr marL="0" marR="0" lvl="0" indent="0" algn="l" rtl="0">
                        <a:spcBef>
                          <a:spcPts val="0"/>
                        </a:spcBef>
                        <a:spcAft>
                          <a:spcPts val="0"/>
                        </a:spcAft>
                        <a:buNone/>
                      </a:pPr>
                      <a:r>
                        <a:rPr lang="en-US" sz="900" b="1" dirty="0">
                          <a:latin typeface="Calibri"/>
                          <a:ea typeface="Calibri"/>
                          <a:cs typeface="Calibri"/>
                          <a:sym typeface="Calibri"/>
                        </a:rPr>
                        <a:t>Thank you for choosing </a:t>
                      </a:r>
                      <a:r>
                        <a:rPr lang="en-US" sz="900" b="1" dirty="0" err="1">
                          <a:latin typeface="Calibri"/>
                          <a:ea typeface="Calibri"/>
                          <a:cs typeface="Calibri"/>
                          <a:sym typeface="Calibri"/>
                        </a:rPr>
                        <a:t>Koreanair</a:t>
                      </a:r>
                      <a:r>
                        <a:rPr lang="en-US" sz="900" b="1" dirty="0">
                          <a:latin typeface="Calibri"/>
                          <a:ea typeface="Calibri"/>
                          <a:cs typeface="Calibri"/>
                          <a:sym typeface="Calibri"/>
                        </a:rPr>
                        <a:t>. </a:t>
                      </a:r>
                    </a:p>
                    <a:p>
                      <a:pPr marL="0" marR="0" lvl="0" indent="0" algn="l" rtl="0">
                        <a:spcBef>
                          <a:spcPts val="0"/>
                        </a:spcBef>
                        <a:spcAft>
                          <a:spcPts val="0"/>
                        </a:spcAft>
                        <a:buNone/>
                      </a:pPr>
                      <a:r>
                        <a:rPr lang="en-US" sz="900" b="1" dirty="0">
                          <a:latin typeface="Calibri"/>
                          <a:ea typeface="Calibri"/>
                          <a:cs typeface="Calibri"/>
                          <a:sym typeface="Calibri"/>
                        </a:rPr>
                        <a:t>Please enjoy your flight. </a:t>
                      </a:r>
                      <a:endParaRPr sz="9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2"/>
                  </a:ext>
                </a:extLst>
              </a:tr>
            </a:tbl>
          </a:graphicData>
        </a:graphic>
      </p:graphicFrame>
      <p:pic>
        <p:nvPicPr>
          <p:cNvPr id="5" name="그래픽 4" descr="집 Wi-Fi에서 작업 단색으로 채워진">
            <a:hlinkClick r:id="" action="ppaction://hlinkshowjump?jump=firstslide"/>
            <a:extLst>
              <a:ext uri="{FF2B5EF4-FFF2-40B4-BE49-F238E27FC236}">
                <a16:creationId xmlns:a16="http://schemas.microsoft.com/office/drawing/2014/main" id="{A28790C4-7E26-FFB4-21CC-3E16C21A5C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640585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extLst>
              <p:ext uri="{D42A27DB-BD31-4B8C-83A1-F6EECF244321}">
                <p14:modId xmlns:p14="http://schemas.microsoft.com/office/powerpoint/2010/main" val="2798838840"/>
              </p:ext>
            </p:extLst>
          </p:nvPr>
        </p:nvGraphicFramePr>
        <p:xfrm>
          <a:off x="98101" y="86099"/>
          <a:ext cx="2132650" cy="5028829"/>
        </p:xfrm>
        <a:graphic>
          <a:graphicData uri="http://schemas.openxmlformats.org/drawingml/2006/table">
            <a:tbl>
              <a:tblPr firstRow="1" bandRow="1">
                <a:noFill/>
                <a:tableStyleId>{A521BE36-7E6F-4EC9-8D66-1CF97A6895EC}</a:tableStyleId>
              </a:tblPr>
              <a:tblGrid>
                <a:gridCol w="1066325">
                  <a:extLst>
                    <a:ext uri="{9D8B030D-6E8A-4147-A177-3AD203B41FA5}">
                      <a16:colId xmlns:a16="http://schemas.microsoft.com/office/drawing/2014/main" val="20000"/>
                    </a:ext>
                  </a:extLst>
                </a:gridCol>
                <a:gridCol w="1066325">
                  <a:extLst>
                    <a:ext uri="{9D8B030D-6E8A-4147-A177-3AD203B41FA5}">
                      <a16:colId xmlns:a16="http://schemas.microsoft.com/office/drawing/2014/main" val="2055015791"/>
                    </a:ext>
                  </a:extLst>
                </a:gridCol>
              </a:tblGrid>
              <a:tr h="397013">
                <a:tc gridSpan="2">
                  <a:txBody>
                    <a:bodyPr/>
                    <a:lstStyle/>
                    <a:p>
                      <a:pPr marL="0" marR="0" lvl="0" indent="0" algn="ctr" rtl="0">
                        <a:spcBef>
                          <a:spcPts val="0"/>
                        </a:spcBef>
                        <a:spcAft>
                          <a:spcPts val="0"/>
                        </a:spcAft>
                        <a:buNone/>
                      </a:pPr>
                      <a:r>
                        <a:rPr lang="en-US" altLang="ko-KR" sz="2400" b="1" u="none" strike="noStrike" cap="none" dirty="0">
                          <a:solidFill>
                            <a:schemeClr val="tx1"/>
                          </a:solidFill>
                          <a:latin typeface="Calibri"/>
                          <a:ea typeface="Calibri"/>
                          <a:cs typeface="Calibri"/>
                          <a:sym typeface="Calibri"/>
                        </a:rPr>
                        <a:t>SE </a:t>
                      </a:r>
                      <a:r>
                        <a:rPr lang="en-US" sz="2400" b="1" u="none" strike="noStrike" cap="none" dirty="0">
                          <a:solidFill>
                            <a:schemeClr val="tx1"/>
                          </a:solidFill>
                          <a:latin typeface="Calibri"/>
                          <a:ea typeface="Calibri"/>
                          <a:cs typeface="Calibri"/>
                          <a:sym typeface="Calibri"/>
                        </a:rPr>
                        <a:t>Asia</a:t>
                      </a:r>
                      <a:endParaRPr sz="2400" b="1" u="none" strike="noStrike" cap="none" dirty="0">
                        <a:solidFill>
                          <a:schemeClr val="tx1"/>
                        </a:solidFill>
                        <a:latin typeface="Calibri"/>
                        <a:ea typeface="Calibri"/>
                        <a:cs typeface="Calibri"/>
                        <a:sym typeface="Calibri"/>
                      </a:endParaRPr>
                    </a:p>
                  </a:txBody>
                  <a:tcPr marL="0" marR="0" marT="0" marB="0" anchor="ctr"/>
                </a:tc>
                <a:tc hMerge="1">
                  <a:txBody>
                    <a:bodyPr/>
                    <a:lstStyle/>
                    <a:p>
                      <a:endParaRPr lang="ko-Kore-KR" altLang="en-US"/>
                    </a:p>
                  </a:txBody>
                  <a:tcPr/>
                </a:tc>
                <a:extLst>
                  <a:ext uri="{0D108BD9-81ED-4DB2-BD59-A6C34878D82A}">
                    <a16:rowId xmlns:a16="http://schemas.microsoft.com/office/drawing/2014/main" val="1473297171"/>
                  </a:ext>
                </a:extLst>
              </a:tr>
              <a:tr h="33084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3" action="ppaction://hlinksldjump">
                            <a:extLst>
                              <a:ext uri="{A12FA001-AC4F-418D-AE19-62706E023703}">
                                <ahyp:hlinkClr xmlns:ahyp="http://schemas.microsoft.com/office/drawing/2018/hyperlinkcolor" val="tx"/>
                              </a:ext>
                            </a:extLst>
                          </a:hlinkClick>
                        </a:rPr>
                        <a:t>PUS</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4" action="ppaction://hlinksldjump">
                            <a:extLst>
                              <a:ext uri="{A12FA001-AC4F-418D-AE19-62706E023703}">
                                <ahyp:hlinkClr xmlns:ahyp="http://schemas.microsoft.com/office/drawing/2018/hyperlinkcolor" val="tx"/>
                              </a:ext>
                            </a:extLst>
                          </a:hlinkClick>
                        </a:rPr>
                        <a:t>BKK</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11"/>
                  </a:ext>
                </a:extLst>
              </a:tr>
              <a:tr h="33084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5"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6" action="ppaction://hlinksldjump">
                            <a:extLst>
                              <a:ext uri="{A12FA001-AC4F-418D-AE19-62706E023703}">
                                <ahyp:hlinkClr xmlns:ahyp="http://schemas.microsoft.com/office/drawing/2018/hyperlinkcolor" val="tx"/>
                              </a:ext>
                            </a:extLst>
                          </a:hlinkClick>
                        </a:rPr>
                        <a:t>BKK</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823778637"/>
                  </a:ext>
                </a:extLst>
              </a:tr>
              <a:tr h="33084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7"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8" action="ppaction://hlinksldjump">
                            <a:extLst>
                              <a:ext uri="{A12FA001-AC4F-418D-AE19-62706E023703}">
                                <ahyp:hlinkClr xmlns:ahyp="http://schemas.microsoft.com/office/drawing/2018/hyperlinkcolor" val="tx"/>
                              </a:ext>
                            </a:extLst>
                          </a:hlinkClick>
                        </a:rPr>
                        <a:t>SIN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064547744"/>
                  </a:ext>
                </a:extLst>
              </a:tr>
              <a:tr h="33084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9"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0" action="ppaction://hlinksldjump">
                            <a:extLst>
                              <a:ext uri="{A12FA001-AC4F-418D-AE19-62706E023703}">
                                <ahyp:hlinkClr xmlns:ahyp="http://schemas.microsoft.com/office/drawing/2018/hyperlinkcolor" val="tx"/>
                              </a:ext>
                            </a:extLst>
                          </a:hlinkClick>
                        </a:rPr>
                        <a:t>DAD</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931868389"/>
                  </a:ext>
                </a:extLst>
              </a:tr>
              <a:tr h="33084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1"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2" action="ppaction://hlinksldjump">
                            <a:extLst>
                              <a:ext uri="{A12FA001-AC4F-418D-AE19-62706E023703}">
                                <ahyp:hlinkClr xmlns:ahyp="http://schemas.microsoft.com/office/drawing/2018/hyperlinkcolor" val="tx"/>
                              </a:ext>
                            </a:extLst>
                          </a:hlinkClick>
                        </a:rPr>
                        <a:t>SGN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4209742540"/>
                  </a:ext>
                </a:extLst>
              </a:tr>
              <a:tr h="33084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3"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4" action="ppaction://hlinksldjump">
                            <a:extLst>
                              <a:ext uri="{A12FA001-AC4F-418D-AE19-62706E023703}">
                                <ahyp:hlinkClr xmlns:ahyp="http://schemas.microsoft.com/office/drawing/2018/hyperlinkcolor" val="tx"/>
                              </a:ext>
                            </a:extLst>
                          </a:hlinkClick>
                        </a:rPr>
                        <a:t>CNX</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4171315063"/>
                  </a:ext>
                </a:extLst>
              </a:tr>
              <a:tr h="33084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5"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6" action="ppaction://hlinksldjump">
                            <a:extLst>
                              <a:ext uri="{A12FA001-AC4F-418D-AE19-62706E023703}">
                                <ahyp:hlinkClr xmlns:ahyp="http://schemas.microsoft.com/office/drawing/2018/hyperlinkcolor" val="tx"/>
                              </a:ext>
                            </a:extLst>
                          </a:hlinkClick>
                        </a:rPr>
                        <a:t>DPS</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115064594"/>
                  </a:ext>
                </a:extLst>
              </a:tr>
              <a:tr h="33084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7"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8" action="ppaction://hlinksldjump">
                            <a:extLst>
                              <a:ext uri="{A12FA001-AC4F-418D-AE19-62706E023703}">
                                <ahyp:hlinkClr xmlns:ahyp="http://schemas.microsoft.com/office/drawing/2018/hyperlinkcolor" val="tx"/>
                              </a:ext>
                            </a:extLst>
                          </a:hlinkClick>
                        </a:rPr>
                        <a:t>KTI</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061931844"/>
                  </a:ext>
                </a:extLst>
              </a:tr>
              <a:tr h="33084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9"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20" action="ppaction://hlinksldjump">
                            <a:extLst>
                              <a:ext uri="{A12FA001-AC4F-418D-AE19-62706E023703}">
                                <ahyp:hlinkClr xmlns:ahyp="http://schemas.microsoft.com/office/drawing/2018/hyperlinkcolor" val="tx"/>
                              </a:ext>
                            </a:extLst>
                          </a:hlinkClick>
                        </a:rPr>
                        <a:t>TPE</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261878942"/>
                  </a:ext>
                </a:extLst>
              </a:tr>
              <a:tr h="33084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21"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22" action="ppaction://hlinksldjump">
                            <a:extLst>
                              <a:ext uri="{A12FA001-AC4F-418D-AE19-62706E023703}">
                                <ahyp:hlinkClr xmlns:ahyp="http://schemas.microsoft.com/office/drawing/2018/hyperlinkcolor" val="tx"/>
                              </a:ext>
                            </a:extLst>
                          </a:hlinkClick>
                        </a:rPr>
                        <a:t>RGN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477982926"/>
                  </a:ext>
                </a:extLst>
              </a:tr>
              <a:tr h="33084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23"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24" action="ppaction://hlinksldjump">
                            <a:extLst>
                              <a:ext uri="{A12FA001-AC4F-418D-AE19-62706E023703}">
                                <ahyp:hlinkClr xmlns:ahyp="http://schemas.microsoft.com/office/drawing/2018/hyperlinkcolor" val="tx"/>
                              </a:ext>
                            </a:extLst>
                          </a:hlinkClick>
                        </a:rPr>
                        <a:t>PQC</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947193720"/>
                  </a:ext>
                </a:extLst>
              </a:tr>
              <a:tr h="33084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25"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26" action="ppaction://hlinksldjump">
                            <a:extLst>
                              <a:ext uri="{A12FA001-AC4F-418D-AE19-62706E023703}">
                                <ahyp:hlinkClr xmlns:ahyp="http://schemas.microsoft.com/office/drawing/2018/hyperlinkcolor" val="tx"/>
                              </a:ext>
                            </a:extLst>
                          </a:hlinkClick>
                        </a:rPr>
                        <a:t>KUL</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996585432"/>
                  </a:ext>
                </a:extLst>
              </a:tr>
              <a:tr h="33084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27"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28" action="ppaction://hlinksldjump">
                            <a:extLst>
                              <a:ext uri="{A12FA001-AC4F-418D-AE19-62706E023703}">
                                <ahyp:hlinkClr xmlns:ahyp="http://schemas.microsoft.com/office/drawing/2018/hyperlinkcolor" val="tx"/>
                              </a:ext>
                            </a:extLst>
                          </a:hlinkClick>
                        </a:rPr>
                        <a:t>CXR</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958501606"/>
                  </a:ext>
                </a:extLst>
              </a:tr>
              <a:tr h="33084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29"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30" action="ppaction://hlinksldjump">
                            <a:extLst>
                              <a:ext uri="{A12FA001-AC4F-418D-AE19-62706E023703}">
                                <ahyp:hlinkClr xmlns:ahyp="http://schemas.microsoft.com/office/drawing/2018/hyperlinkcolor" val="tx"/>
                              </a:ext>
                            </a:extLst>
                          </a:hlinkClick>
                        </a:rPr>
                        <a:t>HAN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354524384"/>
                  </a:ext>
                </a:extLst>
              </a:tr>
            </a:tbl>
          </a:graphicData>
        </a:graphic>
      </p:graphicFrame>
      <p:pic>
        <p:nvPicPr>
          <p:cNvPr id="4" name="그래픽 3" descr="집 Wi-Fi에서 작업 단색으로 채워진">
            <a:hlinkClick r:id="" action="ppaction://hlinkshowjump?jump=firstslide"/>
            <a:extLst>
              <a:ext uri="{FF2B5EF4-FFF2-40B4-BE49-F238E27FC236}">
                <a16:creationId xmlns:a16="http://schemas.microsoft.com/office/drawing/2014/main" id="{5300C3F7-80BE-FCDE-AE00-66776EFBDDA5}"/>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091165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graphicFrame>
        <p:nvGraphicFramePr>
          <p:cNvPr id="371" name="Google Shape;371;p27"/>
          <p:cNvGraphicFramePr/>
          <p:nvPr>
            <p:extLst>
              <p:ext uri="{D42A27DB-BD31-4B8C-83A1-F6EECF244321}">
                <p14:modId xmlns:p14="http://schemas.microsoft.com/office/powerpoint/2010/main" val="2862985738"/>
              </p:ext>
            </p:extLst>
          </p:nvPr>
        </p:nvGraphicFramePr>
        <p:xfrm>
          <a:off x="114028" y="3020216"/>
          <a:ext cx="2100805" cy="2258328"/>
        </p:xfrm>
        <a:graphic>
          <a:graphicData uri="http://schemas.openxmlformats.org/drawingml/2006/table">
            <a:tbl>
              <a:tblPr firstRow="1" bandRow="1">
                <a:noFill/>
                <a:tableStyleId>{A521BE36-7E6F-4EC9-8D66-1CF97A6895EC}</a:tableStyleId>
              </a:tblPr>
              <a:tblGrid>
                <a:gridCol w="528649">
                  <a:extLst>
                    <a:ext uri="{9D8B030D-6E8A-4147-A177-3AD203B41FA5}">
                      <a16:colId xmlns:a16="http://schemas.microsoft.com/office/drawing/2014/main" val="20002"/>
                    </a:ext>
                  </a:extLst>
                </a:gridCol>
                <a:gridCol w="1572156">
                  <a:extLst>
                    <a:ext uri="{9D8B030D-6E8A-4147-A177-3AD203B41FA5}">
                      <a16:colId xmlns:a16="http://schemas.microsoft.com/office/drawing/2014/main" val="20003"/>
                    </a:ext>
                  </a:extLst>
                </a:gridCol>
              </a:tblGrid>
              <a:tr h="170148">
                <a:tc gridSpan="2">
                  <a:txBody>
                    <a:bodyPr/>
                    <a:lstStyle/>
                    <a:p>
                      <a:pPr marL="0" marR="0" lvl="0" indent="0" algn="ctr" rtl="0">
                        <a:spcBef>
                          <a:spcPts val="0"/>
                        </a:spcBef>
                        <a:spcAft>
                          <a:spcPts val="0"/>
                        </a:spcAft>
                        <a:buNone/>
                      </a:pPr>
                      <a:r>
                        <a:rPr lang="en-US" sz="1100" dirty="0">
                          <a:solidFill>
                            <a:schemeClr val="tx1"/>
                          </a:solidFill>
                        </a:rPr>
                        <a:t>S.E Asia</a:t>
                      </a:r>
                      <a:endParaRPr sz="1100" b="0" dirty="0">
                        <a:solidFill>
                          <a:schemeClr val="tx1"/>
                        </a:solidFill>
                      </a:endParaRPr>
                    </a:p>
                  </a:txBody>
                  <a:tcPr marL="0" marR="0" marT="0" marB="0"/>
                </a:tc>
                <a:tc hMerge="1">
                  <a:txBody>
                    <a:bodyPr/>
                    <a:lstStyle/>
                    <a:p>
                      <a:pPr marL="0" marR="0" lvl="0" indent="0" algn="ctr" rtl="0">
                        <a:spcBef>
                          <a:spcPts val="0"/>
                        </a:spcBef>
                        <a:spcAft>
                          <a:spcPts val="0"/>
                        </a:spcAft>
                        <a:buNone/>
                      </a:pPr>
                      <a:r>
                        <a:rPr lang="ko-KR" altLang="en-US" sz="800" b="0" dirty="0">
                          <a:solidFill>
                            <a:srgbClr val="00B050"/>
                          </a:solidFill>
                        </a:rPr>
                        <a:t>상하이</a:t>
                      </a:r>
                      <a:r>
                        <a:rPr lang="en-US" altLang="ko-KR" sz="800" b="0" dirty="0">
                          <a:solidFill>
                            <a:srgbClr val="00B050"/>
                          </a:solidFill>
                        </a:rPr>
                        <a:t>/</a:t>
                      </a:r>
                      <a:r>
                        <a:rPr lang="ko-KR" altLang="en-US" sz="800" b="0" dirty="0" err="1">
                          <a:solidFill>
                            <a:srgbClr val="00B050"/>
                          </a:solidFill>
                        </a:rPr>
                        <a:t>홍차오</a:t>
                      </a:r>
                      <a:endParaRPr sz="800" b="0" dirty="0">
                        <a:solidFill>
                          <a:srgbClr val="00B050"/>
                        </a:solidFill>
                      </a:endParaRPr>
                    </a:p>
                  </a:txBody>
                  <a:tcPr marL="0" marR="0" marT="0" marB="0"/>
                </a:tc>
                <a:extLst>
                  <a:ext uri="{0D108BD9-81ED-4DB2-BD59-A6C34878D82A}">
                    <a16:rowId xmlns:a16="http://schemas.microsoft.com/office/drawing/2014/main" val="10000"/>
                  </a:ext>
                </a:extLst>
              </a:tr>
              <a:tr h="139212">
                <a:tc>
                  <a:txBody>
                    <a:bodyPr/>
                    <a:lstStyle/>
                    <a:p>
                      <a:pPr marL="0" marR="0" lvl="0" indent="0" algn="ctr" rtl="0">
                        <a:spcBef>
                          <a:spcPts val="0"/>
                        </a:spcBef>
                        <a:spcAft>
                          <a:spcPts val="0"/>
                        </a:spcAft>
                        <a:buNone/>
                      </a:pPr>
                      <a:r>
                        <a:rPr lang="en-US" sz="900" dirty="0">
                          <a:solidFill>
                            <a:srgbClr val="7030A0"/>
                          </a:solidFill>
                        </a:rPr>
                        <a:t>BKK</a:t>
                      </a: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a:solidFill>
                            <a:srgbClr val="7030A0"/>
                          </a:solidFill>
                        </a:rPr>
                        <a:t>방콕</a:t>
                      </a:r>
                      <a:r>
                        <a:rPr lang="en-US" altLang="ko-KR" sz="900" b="0" dirty="0">
                          <a:solidFill>
                            <a:srgbClr val="7030A0"/>
                          </a:solidFill>
                        </a:rPr>
                        <a:t>/</a:t>
                      </a:r>
                      <a:r>
                        <a:rPr lang="ko-KR" altLang="en-US" sz="900" b="0" dirty="0" err="1">
                          <a:solidFill>
                            <a:srgbClr val="7030A0"/>
                          </a:solidFill>
                        </a:rPr>
                        <a:t>수완나폼</a:t>
                      </a:r>
                      <a:endParaRPr lang="ko-KR" altLang="en-US" sz="900" b="0" dirty="0">
                        <a:solidFill>
                          <a:srgbClr val="7030A0"/>
                        </a:solidFill>
                      </a:endParaRPr>
                    </a:p>
                  </a:txBody>
                  <a:tcPr marL="0" marR="0" marT="0" marB="0" anchor="ctr"/>
                </a:tc>
                <a:extLst>
                  <a:ext uri="{0D108BD9-81ED-4DB2-BD59-A6C34878D82A}">
                    <a16:rowId xmlns:a16="http://schemas.microsoft.com/office/drawing/2014/main" val="376584517"/>
                  </a:ext>
                </a:extLst>
              </a:tr>
              <a:tr h="139212">
                <a:tc>
                  <a:txBody>
                    <a:bodyPr/>
                    <a:lstStyle/>
                    <a:p>
                      <a:pPr marL="0" marR="0" lvl="0" indent="0" algn="ctr" rtl="0">
                        <a:spcBef>
                          <a:spcPts val="0"/>
                        </a:spcBef>
                        <a:spcAft>
                          <a:spcPts val="0"/>
                        </a:spcAft>
                        <a:buNone/>
                      </a:pPr>
                      <a:r>
                        <a:rPr lang="en-US" sz="900" dirty="0">
                          <a:solidFill>
                            <a:srgbClr val="7030A0"/>
                          </a:solidFill>
                        </a:rPr>
                        <a:t>SIN</a:t>
                      </a:r>
                      <a:endParaRPr sz="900" dirty="0">
                        <a:solidFill>
                          <a:srgbClr val="7030A0"/>
                        </a:solidFill>
                      </a:endParaRPr>
                    </a:p>
                  </a:txBody>
                  <a:tcPr marL="0" marR="0" marT="0" marB="0" anchor="ctr"/>
                </a:tc>
                <a:tc>
                  <a:txBody>
                    <a:bodyPr/>
                    <a:lstStyle/>
                    <a:p>
                      <a:pPr marL="0" marR="0" lvl="0" indent="0" algn="ctr" rtl="0">
                        <a:spcBef>
                          <a:spcPts val="0"/>
                        </a:spcBef>
                        <a:spcAft>
                          <a:spcPts val="0"/>
                        </a:spcAft>
                        <a:buNone/>
                      </a:pPr>
                      <a:r>
                        <a:rPr lang="ko-KR" altLang="en-US" sz="900" b="0" dirty="0">
                          <a:solidFill>
                            <a:srgbClr val="7030A0"/>
                          </a:solidFill>
                        </a:rPr>
                        <a:t>싱가포르</a:t>
                      </a:r>
                      <a:r>
                        <a:rPr lang="en-US" altLang="ko-KR" sz="900" b="0" dirty="0">
                          <a:solidFill>
                            <a:srgbClr val="7030A0"/>
                          </a:solidFill>
                        </a:rPr>
                        <a:t>/</a:t>
                      </a:r>
                      <a:r>
                        <a:rPr lang="ko-KR" altLang="en-US" sz="900" b="0" dirty="0">
                          <a:solidFill>
                            <a:srgbClr val="7030A0"/>
                          </a:solidFill>
                        </a:rPr>
                        <a:t>창이</a:t>
                      </a:r>
                      <a:endParaRPr sz="900" b="0" dirty="0">
                        <a:solidFill>
                          <a:srgbClr val="7030A0"/>
                        </a:solidFill>
                      </a:endParaRPr>
                    </a:p>
                  </a:txBody>
                  <a:tcPr marL="0" marR="0" marT="0" marB="0" anchor="ctr"/>
                </a:tc>
                <a:extLst>
                  <a:ext uri="{0D108BD9-81ED-4DB2-BD59-A6C34878D82A}">
                    <a16:rowId xmlns:a16="http://schemas.microsoft.com/office/drawing/2014/main" val="2751862034"/>
                  </a:ext>
                </a:extLst>
              </a:tr>
              <a:tr h="139212">
                <a:tc>
                  <a:txBody>
                    <a:bodyPr/>
                    <a:lstStyle/>
                    <a:p>
                      <a:pPr marL="0" marR="0" lvl="0" indent="0" algn="ctr" rtl="0">
                        <a:spcBef>
                          <a:spcPts val="0"/>
                        </a:spcBef>
                        <a:spcAft>
                          <a:spcPts val="0"/>
                        </a:spcAft>
                        <a:buNone/>
                      </a:pPr>
                      <a:r>
                        <a:rPr lang="en-US" sz="900" dirty="0">
                          <a:solidFill>
                            <a:srgbClr val="7030A0"/>
                          </a:solidFill>
                        </a:rPr>
                        <a:t>DAD</a:t>
                      </a:r>
                      <a:endParaRPr sz="900" dirty="0">
                        <a:solidFill>
                          <a:srgbClr val="7030A0"/>
                        </a:solidFill>
                      </a:endParaRPr>
                    </a:p>
                  </a:txBody>
                  <a:tcPr marL="0" marR="0" marT="0" marB="0" anchor="ctr"/>
                </a:tc>
                <a:tc>
                  <a:txBody>
                    <a:bodyPr/>
                    <a:lstStyle/>
                    <a:p>
                      <a:pPr marL="0" marR="0" lvl="0" indent="0" algn="ctr" rtl="0">
                        <a:spcBef>
                          <a:spcPts val="0"/>
                        </a:spcBef>
                        <a:spcAft>
                          <a:spcPts val="0"/>
                        </a:spcAft>
                        <a:buNone/>
                      </a:pPr>
                      <a:r>
                        <a:rPr lang="ko-KR" altLang="en-US" sz="900" b="0" dirty="0" err="1">
                          <a:solidFill>
                            <a:srgbClr val="7030A0"/>
                          </a:solidFill>
                        </a:rPr>
                        <a:t>다낭</a:t>
                      </a:r>
                      <a:endParaRPr sz="900" b="0" dirty="0">
                        <a:solidFill>
                          <a:srgbClr val="7030A0"/>
                        </a:solidFill>
                      </a:endParaRPr>
                    </a:p>
                  </a:txBody>
                  <a:tcPr marL="0" marR="0" marT="0" marB="0" anchor="ctr"/>
                </a:tc>
                <a:extLst>
                  <a:ext uri="{0D108BD9-81ED-4DB2-BD59-A6C34878D82A}">
                    <a16:rowId xmlns:a16="http://schemas.microsoft.com/office/drawing/2014/main" val="2116662300"/>
                  </a:ext>
                </a:extLst>
              </a:tr>
              <a:tr h="139212">
                <a:tc>
                  <a:txBody>
                    <a:bodyPr/>
                    <a:lstStyle/>
                    <a:p>
                      <a:pPr marL="0" marR="0" lvl="0" indent="0" algn="ctr" rtl="0">
                        <a:spcBef>
                          <a:spcPts val="0"/>
                        </a:spcBef>
                        <a:spcAft>
                          <a:spcPts val="0"/>
                        </a:spcAft>
                        <a:buNone/>
                      </a:pPr>
                      <a:r>
                        <a:rPr lang="en-US" sz="900" dirty="0">
                          <a:solidFill>
                            <a:srgbClr val="7030A0"/>
                          </a:solidFill>
                        </a:rPr>
                        <a:t>SGN</a:t>
                      </a:r>
                      <a:endParaRPr sz="900" dirty="0">
                        <a:solidFill>
                          <a:srgbClr val="7030A0"/>
                        </a:solidFill>
                      </a:endParaRPr>
                    </a:p>
                  </a:txBody>
                  <a:tcPr marL="0" marR="0" marT="0" marB="0" anchor="ctr"/>
                </a:tc>
                <a:tc>
                  <a:txBody>
                    <a:bodyPr/>
                    <a:lstStyle/>
                    <a:p>
                      <a:pPr marL="0" marR="0" lvl="0" indent="0" algn="ctr" rtl="0">
                        <a:spcBef>
                          <a:spcPts val="0"/>
                        </a:spcBef>
                        <a:spcAft>
                          <a:spcPts val="0"/>
                        </a:spcAft>
                        <a:buNone/>
                      </a:pPr>
                      <a:r>
                        <a:rPr lang="ko-KR" altLang="en-US" sz="900" b="0" dirty="0">
                          <a:solidFill>
                            <a:srgbClr val="7030A0"/>
                          </a:solidFill>
                        </a:rPr>
                        <a:t>베트남 호찌민</a:t>
                      </a:r>
                      <a:r>
                        <a:rPr lang="en-US" altLang="ko-KR" sz="900" b="0" dirty="0">
                          <a:solidFill>
                            <a:srgbClr val="7030A0"/>
                          </a:solidFill>
                        </a:rPr>
                        <a:t>/</a:t>
                      </a:r>
                      <a:r>
                        <a:rPr lang="ko-KR" altLang="en-US" sz="900" b="0" dirty="0" err="1">
                          <a:solidFill>
                            <a:srgbClr val="7030A0"/>
                          </a:solidFill>
                        </a:rPr>
                        <a:t>탄소넛</a:t>
                      </a:r>
                      <a:endParaRPr sz="900" b="0" dirty="0">
                        <a:solidFill>
                          <a:srgbClr val="7030A0"/>
                        </a:solidFill>
                      </a:endParaRPr>
                    </a:p>
                  </a:txBody>
                  <a:tcPr marL="0" marR="0" marT="0" marB="0" anchor="ctr"/>
                </a:tc>
                <a:extLst>
                  <a:ext uri="{0D108BD9-81ED-4DB2-BD59-A6C34878D82A}">
                    <a16:rowId xmlns:a16="http://schemas.microsoft.com/office/drawing/2014/main" val="2526617030"/>
                  </a:ext>
                </a:extLst>
              </a:tr>
              <a:tr h="139212">
                <a:tc>
                  <a:txBody>
                    <a:bodyPr/>
                    <a:lstStyle/>
                    <a:p>
                      <a:pPr marL="0" marR="0" lvl="0" indent="0" algn="ctr" rtl="0">
                        <a:spcBef>
                          <a:spcPts val="0"/>
                        </a:spcBef>
                        <a:spcAft>
                          <a:spcPts val="0"/>
                        </a:spcAft>
                        <a:buNone/>
                      </a:pPr>
                      <a:r>
                        <a:rPr lang="en-US" sz="900" dirty="0">
                          <a:solidFill>
                            <a:srgbClr val="7030A0"/>
                          </a:solidFill>
                        </a:rPr>
                        <a:t>CNX</a:t>
                      </a:r>
                      <a:endParaRPr sz="900" dirty="0">
                        <a:solidFill>
                          <a:srgbClr val="7030A0"/>
                        </a:solidFill>
                      </a:endParaRPr>
                    </a:p>
                  </a:txBody>
                  <a:tcPr marL="0" marR="0" marT="0" marB="0" anchor="ctr"/>
                </a:tc>
                <a:tc>
                  <a:txBody>
                    <a:bodyPr/>
                    <a:lstStyle/>
                    <a:p>
                      <a:pPr marL="0" marR="0" lvl="0" indent="0" algn="ctr" rtl="0">
                        <a:spcBef>
                          <a:spcPts val="0"/>
                        </a:spcBef>
                        <a:spcAft>
                          <a:spcPts val="0"/>
                        </a:spcAft>
                        <a:buNone/>
                      </a:pPr>
                      <a:r>
                        <a:rPr lang="ko-KR" altLang="en-US" sz="900" b="0" dirty="0">
                          <a:solidFill>
                            <a:srgbClr val="7030A0"/>
                          </a:solidFill>
                        </a:rPr>
                        <a:t>치앙마이</a:t>
                      </a:r>
                      <a:endParaRPr sz="900" b="0" dirty="0">
                        <a:solidFill>
                          <a:srgbClr val="7030A0"/>
                        </a:solidFill>
                      </a:endParaRPr>
                    </a:p>
                  </a:txBody>
                  <a:tcPr marL="0" marR="0" marT="0" marB="0" anchor="ctr"/>
                </a:tc>
                <a:extLst>
                  <a:ext uri="{0D108BD9-81ED-4DB2-BD59-A6C34878D82A}">
                    <a16:rowId xmlns:a16="http://schemas.microsoft.com/office/drawing/2014/main" val="2194080171"/>
                  </a:ext>
                </a:extLst>
              </a:tr>
              <a:tr h="139212">
                <a:tc>
                  <a:txBody>
                    <a:bodyPr/>
                    <a:lstStyle/>
                    <a:p>
                      <a:pPr marL="0" marR="0" lvl="0" indent="0" algn="ctr" rtl="0">
                        <a:spcBef>
                          <a:spcPts val="0"/>
                        </a:spcBef>
                        <a:spcAft>
                          <a:spcPts val="0"/>
                        </a:spcAft>
                        <a:buNone/>
                      </a:pPr>
                      <a:r>
                        <a:rPr lang="en-US" sz="900" dirty="0">
                          <a:solidFill>
                            <a:srgbClr val="7030A0"/>
                          </a:solidFill>
                        </a:rPr>
                        <a:t>MNL</a:t>
                      </a: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a:solidFill>
                            <a:srgbClr val="7030A0"/>
                          </a:solidFill>
                        </a:rPr>
                        <a:t>필리핀 마닐라</a:t>
                      </a:r>
                      <a:r>
                        <a:rPr lang="en-US" altLang="ko-KR" sz="900" b="0" dirty="0">
                          <a:solidFill>
                            <a:srgbClr val="7030A0"/>
                          </a:solidFill>
                        </a:rPr>
                        <a:t>/</a:t>
                      </a:r>
                      <a:r>
                        <a:rPr lang="ko-KR" altLang="en-US" sz="900" b="0" dirty="0" err="1">
                          <a:solidFill>
                            <a:srgbClr val="7030A0"/>
                          </a:solidFill>
                        </a:rPr>
                        <a:t>니노이</a:t>
                      </a:r>
                      <a:r>
                        <a:rPr lang="ko-KR" altLang="en-US" sz="900" b="0" dirty="0">
                          <a:solidFill>
                            <a:srgbClr val="7030A0"/>
                          </a:solidFill>
                        </a:rPr>
                        <a:t> </a:t>
                      </a:r>
                      <a:r>
                        <a:rPr lang="ko-KR" altLang="en-US" sz="900" b="0" dirty="0" err="1">
                          <a:solidFill>
                            <a:srgbClr val="7030A0"/>
                          </a:solidFill>
                        </a:rPr>
                        <a:t>아키노</a:t>
                      </a:r>
                      <a:endParaRPr lang="ko-KR" altLang="en-US" sz="900" b="0" dirty="0">
                        <a:solidFill>
                          <a:srgbClr val="7030A0"/>
                        </a:solidFill>
                      </a:endParaRPr>
                    </a:p>
                  </a:txBody>
                  <a:tcPr marL="0" marR="0" marT="0" marB="0" anchor="ctr"/>
                </a:tc>
                <a:extLst>
                  <a:ext uri="{0D108BD9-81ED-4DB2-BD59-A6C34878D82A}">
                    <a16:rowId xmlns:a16="http://schemas.microsoft.com/office/drawing/2014/main" val="3544170142"/>
                  </a:ext>
                </a:extLst>
              </a:tr>
              <a:tr h="139212">
                <a:tc>
                  <a:txBody>
                    <a:bodyPr/>
                    <a:lstStyle/>
                    <a:p>
                      <a:pPr marL="0" marR="0" lvl="0" indent="0" algn="ctr" rtl="0">
                        <a:spcBef>
                          <a:spcPts val="0"/>
                        </a:spcBef>
                        <a:spcAft>
                          <a:spcPts val="0"/>
                        </a:spcAft>
                        <a:buNone/>
                      </a:pPr>
                      <a:r>
                        <a:rPr lang="en-US" sz="900" dirty="0">
                          <a:solidFill>
                            <a:srgbClr val="7030A0"/>
                          </a:solidFill>
                        </a:rPr>
                        <a:t>TPE</a:t>
                      </a: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a:solidFill>
                            <a:srgbClr val="7030A0"/>
                          </a:solidFill>
                        </a:rPr>
                        <a:t>타이완</a:t>
                      </a:r>
                      <a:r>
                        <a:rPr lang="en-US" altLang="ko-KR" sz="900" b="0" dirty="0">
                          <a:solidFill>
                            <a:srgbClr val="7030A0"/>
                          </a:solidFill>
                        </a:rPr>
                        <a:t>/</a:t>
                      </a:r>
                      <a:r>
                        <a:rPr lang="ko-KR" altLang="en-US" sz="900" b="0" dirty="0">
                          <a:solidFill>
                            <a:srgbClr val="7030A0"/>
                          </a:solidFill>
                        </a:rPr>
                        <a:t>타이페이 </a:t>
                      </a:r>
                      <a:r>
                        <a:rPr lang="ko-KR" altLang="en-US" sz="900" b="0" dirty="0" err="1">
                          <a:solidFill>
                            <a:srgbClr val="7030A0"/>
                          </a:solidFill>
                        </a:rPr>
                        <a:t>타오유엔</a:t>
                      </a:r>
                      <a:endParaRPr lang="ko-KR" altLang="en-US" sz="900" b="0" dirty="0">
                        <a:solidFill>
                          <a:srgbClr val="7030A0"/>
                        </a:solidFill>
                      </a:endParaRPr>
                    </a:p>
                  </a:txBody>
                  <a:tcPr marL="0" marR="0" marT="0" marB="0" anchor="ctr"/>
                </a:tc>
                <a:extLst>
                  <a:ext uri="{0D108BD9-81ED-4DB2-BD59-A6C34878D82A}">
                    <a16:rowId xmlns:a16="http://schemas.microsoft.com/office/drawing/2014/main" val="3792024321"/>
                  </a:ext>
                </a:extLst>
              </a:tr>
              <a:tr h="139212">
                <a:tc>
                  <a:txBody>
                    <a:bodyPr/>
                    <a:lstStyle/>
                    <a:p>
                      <a:pPr marL="0" marR="0" lvl="0" indent="0" algn="ctr" rtl="0">
                        <a:spcBef>
                          <a:spcPts val="0"/>
                        </a:spcBef>
                        <a:spcAft>
                          <a:spcPts val="0"/>
                        </a:spcAft>
                        <a:buNone/>
                      </a:pPr>
                      <a:r>
                        <a:rPr lang="en-US" sz="900" dirty="0">
                          <a:solidFill>
                            <a:srgbClr val="7030A0"/>
                          </a:solidFill>
                        </a:rPr>
                        <a:t>DPS</a:t>
                      </a: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err="1">
                          <a:solidFill>
                            <a:srgbClr val="7030A0"/>
                          </a:solidFill>
                        </a:rPr>
                        <a:t>덴파사르</a:t>
                      </a:r>
                      <a:r>
                        <a:rPr lang="ko-KR" altLang="en-US" sz="900" b="0" dirty="0">
                          <a:solidFill>
                            <a:srgbClr val="7030A0"/>
                          </a:solidFill>
                        </a:rPr>
                        <a:t> 발리</a:t>
                      </a:r>
                      <a:r>
                        <a:rPr lang="en-US" altLang="ko-KR" sz="900" b="0" dirty="0">
                          <a:solidFill>
                            <a:srgbClr val="7030A0"/>
                          </a:solidFill>
                        </a:rPr>
                        <a:t>/</a:t>
                      </a:r>
                      <a:r>
                        <a:rPr lang="ko-KR" altLang="en-US" sz="900" b="0" dirty="0" err="1">
                          <a:solidFill>
                            <a:srgbClr val="7030A0"/>
                          </a:solidFill>
                        </a:rPr>
                        <a:t>응우라라이</a:t>
                      </a:r>
                      <a:endParaRPr lang="ko-KR" altLang="en-US" sz="900" b="0" dirty="0">
                        <a:solidFill>
                          <a:srgbClr val="7030A0"/>
                        </a:solidFill>
                      </a:endParaRPr>
                    </a:p>
                  </a:txBody>
                  <a:tcPr marL="0" marR="0" marT="0" marB="0" anchor="ctr"/>
                </a:tc>
                <a:extLst>
                  <a:ext uri="{0D108BD9-81ED-4DB2-BD59-A6C34878D82A}">
                    <a16:rowId xmlns:a16="http://schemas.microsoft.com/office/drawing/2014/main" val="132924141"/>
                  </a:ext>
                </a:extLst>
              </a:tr>
              <a:tr h="139212">
                <a:tc>
                  <a:txBody>
                    <a:bodyPr/>
                    <a:lstStyle/>
                    <a:p>
                      <a:pPr marL="0" marR="0" lvl="0" indent="0" algn="ctr" rtl="0">
                        <a:spcBef>
                          <a:spcPts val="0"/>
                        </a:spcBef>
                        <a:spcAft>
                          <a:spcPts val="0"/>
                        </a:spcAft>
                        <a:buNone/>
                      </a:pPr>
                      <a:r>
                        <a:rPr lang="en-US" sz="900" dirty="0">
                          <a:solidFill>
                            <a:srgbClr val="7030A0"/>
                          </a:solidFill>
                        </a:rPr>
                        <a:t>KTI</a:t>
                      </a: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a:solidFill>
                            <a:srgbClr val="7030A0"/>
                          </a:solidFill>
                        </a:rPr>
                        <a:t>프놈펜</a:t>
                      </a:r>
                      <a:r>
                        <a:rPr lang="en-US" altLang="ko-KR" sz="900" b="0" dirty="0">
                          <a:solidFill>
                            <a:srgbClr val="7030A0"/>
                          </a:solidFill>
                        </a:rPr>
                        <a:t>/</a:t>
                      </a:r>
                      <a:r>
                        <a:rPr lang="ko-KR" altLang="en-US" sz="900" b="0">
                          <a:solidFill>
                            <a:srgbClr val="7030A0"/>
                          </a:solidFill>
                        </a:rPr>
                        <a:t>테초</a:t>
                      </a:r>
                      <a:endParaRPr lang="ko-KR" altLang="en-US" sz="900" b="0" dirty="0">
                        <a:solidFill>
                          <a:srgbClr val="7030A0"/>
                        </a:solidFill>
                      </a:endParaRPr>
                    </a:p>
                  </a:txBody>
                  <a:tcPr marL="0" marR="0" marT="0" marB="0" anchor="ctr"/>
                </a:tc>
                <a:extLst>
                  <a:ext uri="{0D108BD9-81ED-4DB2-BD59-A6C34878D82A}">
                    <a16:rowId xmlns:a16="http://schemas.microsoft.com/office/drawing/2014/main" val="551135157"/>
                  </a:ext>
                </a:extLst>
              </a:tr>
              <a:tr h="139212">
                <a:tc>
                  <a:txBody>
                    <a:bodyPr/>
                    <a:lstStyle/>
                    <a:p>
                      <a:pPr marL="0" marR="0" lvl="0" indent="0" algn="ctr" rtl="0">
                        <a:spcBef>
                          <a:spcPts val="0"/>
                        </a:spcBef>
                        <a:spcAft>
                          <a:spcPts val="0"/>
                        </a:spcAft>
                        <a:buNone/>
                      </a:pPr>
                      <a:r>
                        <a:rPr lang="en-US" sz="900" dirty="0">
                          <a:solidFill>
                            <a:srgbClr val="7030A0"/>
                          </a:solidFill>
                        </a:rPr>
                        <a:t>TPE</a:t>
                      </a: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a:solidFill>
                            <a:srgbClr val="7030A0"/>
                          </a:solidFill>
                        </a:rPr>
                        <a:t>타이완</a:t>
                      </a:r>
                      <a:r>
                        <a:rPr lang="en-US" altLang="ko-KR" sz="900" b="0" dirty="0">
                          <a:solidFill>
                            <a:srgbClr val="7030A0"/>
                          </a:solidFill>
                        </a:rPr>
                        <a:t>/</a:t>
                      </a:r>
                      <a:r>
                        <a:rPr lang="ko-KR" altLang="en-US" sz="900" b="0" dirty="0">
                          <a:solidFill>
                            <a:srgbClr val="7030A0"/>
                          </a:solidFill>
                        </a:rPr>
                        <a:t>타이페이 </a:t>
                      </a:r>
                      <a:r>
                        <a:rPr lang="ko-KR" altLang="en-US" sz="900" b="0" dirty="0" err="1">
                          <a:solidFill>
                            <a:srgbClr val="7030A0"/>
                          </a:solidFill>
                        </a:rPr>
                        <a:t>타오유엔</a:t>
                      </a:r>
                      <a:endParaRPr lang="ko-KR" altLang="en-US" sz="900" b="0" dirty="0">
                        <a:solidFill>
                          <a:srgbClr val="7030A0"/>
                        </a:solidFill>
                      </a:endParaRPr>
                    </a:p>
                  </a:txBody>
                  <a:tcPr marL="0" marR="0" marT="0" marB="0" anchor="ctr"/>
                </a:tc>
                <a:extLst>
                  <a:ext uri="{0D108BD9-81ED-4DB2-BD59-A6C34878D82A}">
                    <a16:rowId xmlns:a16="http://schemas.microsoft.com/office/drawing/2014/main" val="3686483843"/>
                  </a:ext>
                </a:extLst>
              </a:tr>
              <a:tr h="139212">
                <a:tc>
                  <a:txBody>
                    <a:bodyPr/>
                    <a:lstStyle/>
                    <a:p>
                      <a:pPr marL="0" marR="0" lvl="0" indent="0" algn="ctr" rtl="0">
                        <a:spcBef>
                          <a:spcPts val="0"/>
                        </a:spcBef>
                        <a:spcAft>
                          <a:spcPts val="0"/>
                        </a:spcAft>
                        <a:buNone/>
                      </a:pPr>
                      <a:r>
                        <a:rPr lang="en-US" sz="900" dirty="0">
                          <a:solidFill>
                            <a:srgbClr val="7030A0"/>
                          </a:solidFill>
                        </a:rPr>
                        <a:t>RGN</a:t>
                      </a: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a:solidFill>
                            <a:srgbClr val="7030A0"/>
                          </a:solidFill>
                        </a:rPr>
                        <a:t>양곤</a:t>
                      </a:r>
                    </a:p>
                  </a:txBody>
                  <a:tcPr marL="0" marR="0" marT="0" marB="0" anchor="ctr"/>
                </a:tc>
                <a:extLst>
                  <a:ext uri="{0D108BD9-81ED-4DB2-BD59-A6C34878D82A}">
                    <a16:rowId xmlns:a16="http://schemas.microsoft.com/office/drawing/2014/main" val="4151894381"/>
                  </a:ext>
                </a:extLst>
              </a:tr>
              <a:tr h="139212">
                <a:tc>
                  <a:txBody>
                    <a:bodyPr/>
                    <a:lstStyle/>
                    <a:p>
                      <a:pPr marL="0" marR="0" lvl="0" indent="0" algn="ctr" rtl="0">
                        <a:spcBef>
                          <a:spcPts val="0"/>
                        </a:spcBef>
                        <a:spcAft>
                          <a:spcPts val="0"/>
                        </a:spcAft>
                        <a:buNone/>
                      </a:pPr>
                      <a:r>
                        <a:rPr lang="en-US" sz="900" dirty="0">
                          <a:solidFill>
                            <a:srgbClr val="7030A0"/>
                          </a:solidFill>
                        </a:rPr>
                        <a:t>PQC</a:t>
                      </a: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err="1">
                          <a:solidFill>
                            <a:srgbClr val="7030A0"/>
                          </a:solidFill>
                        </a:rPr>
                        <a:t>푸꾸옥</a:t>
                      </a:r>
                      <a:endParaRPr lang="ko-KR" altLang="en-US" sz="900" b="0" dirty="0">
                        <a:solidFill>
                          <a:srgbClr val="7030A0"/>
                        </a:solidFill>
                      </a:endParaRPr>
                    </a:p>
                  </a:txBody>
                  <a:tcPr marL="0" marR="0" marT="0" marB="0" anchor="ctr"/>
                </a:tc>
                <a:extLst>
                  <a:ext uri="{0D108BD9-81ED-4DB2-BD59-A6C34878D82A}">
                    <a16:rowId xmlns:a16="http://schemas.microsoft.com/office/drawing/2014/main" val="1333652893"/>
                  </a:ext>
                </a:extLst>
              </a:tr>
              <a:tr h="139212">
                <a:tc>
                  <a:txBody>
                    <a:bodyPr/>
                    <a:lstStyle/>
                    <a:p>
                      <a:pPr marL="0" marR="0" lvl="0" indent="0" algn="ctr" rtl="0">
                        <a:spcBef>
                          <a:spcPts val="0"/>
                        </a:spcBef>
                        <a:spcAft>
                          <a:spcPts val="0"/>
                        </a:spcAft>
                        <a:buNone/>
                      </a:pPr>
                      <a:r>
                        <a:rPr lang="en-US" sz="900" dirty="0">
                          <a:solidFill>
                            <a:srgbClr val="7030A0"/>
                          </a:solidFill>
                        </a:rPr>
                        <a:t>KUL</a:t>
                      </a: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a:solidFill>
                            <a:srgbClr val="7030A0"/>
                          </a:solidFill>
                        </a:rPr>
                        <a:t>쿠알라룸푸르</a:t>
                      </a:r>
                    </a:p>
                  </a:txBody>
                  <a:tcPr marL="0" marR="0" marT="0" marB="0" anchor="ctr"/>
                </a:tc>
                <a:extLst>
                  <a:ext uri="{0D108BD9-81ED-4DB2-BD59-A6C34878D82A}">
                    <a16:rowId xmlns:a16="http://schemas.microsoft.com/office/drawing/2014/main" val="2030899052"/>
                  </a:ext>
                </a:extLst>
              </a:tr>
              <a:tr h="139212">
                <a:tc>
                  <a:txBody>
                    <a:bodyPr/>
                    <a:lstStyle/>
                    <a:p>
                      <a:pPr marL="0" marR="0" lvl="0" indent="0" algn="ctr" rtl="0">
                        <a:spcBef>
                          <a:spcPts val="0"/>
                        </a:spcBef>
                        <a:spcAft>
                          <a:spcPts val="0"/>
                        </a:spcAft>
                        <a:buNone/>
                      </a:pPr>
                      <a:r>
                        <a:rPr lang="en-US" sz="900" dirty="0">
                          <a:solidFill>
                            <a:srgbClr val="7030A0"/>
                          </a:solidFill>
                        </a:rPr>
                        <a:t>CXR</a:t>
                      </a: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err="1">
                          <a:solidFill>
                            <a:srgbClr val="7030A0"/>
                          </a:solidFill>
                        </a:rPr>
                        <a:t>냐짱</a:t>
                      </a:r>
                      <a:r>
                        <a:rPr lang="en-US" altLang="ko-KR" sz="900" b="0" dirty="0">
                          <a:solidFill>
                            <a:srgbClr val="7030A0"/>
                          </a:solidFill>
                        </a:rPr>
                        <a:t>(</a:t>
                      </a:r>
                      <a:r>
                        <a:rPr lang="ko-KR" altLang="en-US" sz="900" b="0" dirty="0" err="1">
                          <a:solidFill>
                            <a:srgbClr val="7030A0"/>
                          </a:solidFill>
                        </a:rPr>
                        <a:t>나트랑</a:t>
                      </a:r>
                      <a:r>
                        <a:rPr lang="en-US" altLang="ko-KR" sz="900" b="0" dirty="0">
                          <a:solidFill>
                            <a:srgbClr val="7030A0"/>
                          </a:solidFill>
                        </a:rPr>
                        <a:t>)/</a:t>
                      </a:r>
                      <a:r>
                        <a:rPr lang="ko-KR" altLang="en-US" sz="900" b="0" dirty="0" err="1">
                          <a:solidFill>
                            <a:srgbClr val="7030A0"/>
                          </a:solidFill>
                        </a:rPr>
                        <a:t>깜라인</a:t>
                      </a:r>
                      <a:r>
                        <a:rPr lang="en-US" altLang="ko-KR" sz="900" b="0" dirty="0">
                          <a:solidFill>
                            <a:srgbClr val="7030A0"/>
                          </a:solidFill>
                        </a:rPr>
                        <a:t>(</a:t>
                      </a:r>
                      <a:r>
                        <a:rPr lang="ko-KR" altLang="en-US" sz="900" b="0" dirty="0" err="1">
                          <a:solidFill>
                            <a:srgbClr val="7030A0"/>
                          </a:solidFill>
                        </a:rPr>
                        <a:t>캄란</a:t>
                      </a:r>
                      <a:r>
                        <a:rPr lang="en-US" altLang="ko-KR" sz="900" b="0" dirty="0">
                          <a:solidFill>
                            <a:srgbClr val="7030A0"/>
                          </a:solidFill>
                        </a:rPr>
                        <a:t>)</a:t>
                      </a:r>
                      <a:endParaRPr lang="ko-KR" altLang="en-US" sz="900" b="0" dirty="0">
                        <a:solidFill>
                          <a:srgbClr val="7030A0"/>
                        </a:solidFill>
                      </a:endParaRPr>
                    </a:p>
                  </a:txBody>
                  <a:tcPr marL="0" marR="0" marT="0" marB="0" anchor="ctr"/>
                </a:tc>
                <a:extLst>
                  <a:ext uri="{0D108BD9-81ED-4DB2-BD59-A6C34878D82A}">
                    <a16:rowId xmlns:a16="http://schemas.microsoft.com/office/drawing/2014/main" val="1515515746"/>
                  </a:ext>
                </a:extLst>
              </a:tr>
              <a:tr h="139212">
                <a:tc>
                  <a:txBody>
                    <a:bodyPr/>
                    <a:lstStyle/>
                    <a:p>
                      <a:pPr marL="0" marR="0" lvl="0" indent="0" algn="ctr" rtl="0">
                        <a:spcBef>
                          <a:spcPts val="0"/>
                        </a:spcBef>
                        <a:spcAft>
                          <a:spcPts val="0"/>
                        </a:spcAft>
                        <a:buNone/>
                      </a:pPr>
                      <a:r>
                        <a:rPr lang="en-US" sz="900" dirty="0">
                          <a:solidFill>
                            <a:srgbClr val="7030A0"/>
                          </a:solidFill>
                        </a:rPr>
                        <a:t>HAN</a:t>
                      </a: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a:solidFill>
                            <a:srgbClr val="7030A0"/>
                          </a:solidFill>
                        </a:rPr>
                        <a:t>하노이</a:t>
                      </a:r>
                      <a:r>
                        <a:rPr lang="en-US" altLang="ko-KR" sz="900" b="0" dirty="0">
                          <a:solidFill>
                            <a:srgbClr val="7030A0"/>
                          </a:solidFill>
                        </a:rPr>
                        <a:t>/</a:t>
                      </a:r>
                      <a:r>
                        <a:rPr lang="ko-KR" altLang="en-US" sz="900" b="0" dirty="0" err="1">
                          <a:solidFill>
                            <a:srgbClr val="7030A0"/>
                          </a:solidFill>
                        </a:rPr>
                        <a:t>노이바이</a:t>
                      </a:r>
                      <a:endParaRPr lang="ko-KR" altLang="en-US" sz="900" b="0" dirty="0">
                        <a:solidFill>
                          <a:srgbClr val="7030A0"/>
                        </a:solidFill>
                      </a:endParaRPr>
                    </a:p>
                  </a:txBody>
                  <a:tcPr marL="0" marR="0" marT="0" marB="0" anchor="ctr"/>
                </a:tc>
                <a:extLst>
                  <a:ext uri="{0D108BD9-81ED-4DB2-BD59-A6C34878D82A}">
                    <a16:rowId xmlns:a16="http://schemas.microsoft.com/office/drawing/2014/main" val="1135923276"/>
                  </a:ext>
                </a:extLst>
              </a:tr>
            </a:tbl>
          </a:graphicData>
        </a:graphic>
      </p:graphicFrame>
      <p:graphicFrame>
        <p:nvGraphicFramePr>
          <p:cNvPr id="4" name="Google Shape;370;p27">
            <a:extLst>
              <a:ext uri="{FF2B5EF4-FFF2-40B4-BE49-F238E27FC236}">
                <a16:creationId xmlns:a16="http://schemas.microsoft.com/office/drawing/2014/main" id="{F9B588B8-8715-9703-FBCF-4E7E4E8AB301}"/>
              </a:ext>
            </a:extLst>
          </p:cNvPr>
          <p:cNvGraphicFramePr/>
          <p:nvPr>
            <p:extLst>
              <p:ext uri="{D42A27DB-BD31-4B8C-83A1-F6EECF244321}">
                <p14:modId xmlns:p14="http://schemas.microsoft.com/office/powerpoint/2010/main" val="360448728"/>
              </p:ext>
            </p:extLst>
          </p:nvPr>
        </p:nvGraphicFramePr>
        <p:xfrm>
          <a:off x="0" y="3"/>
          <a:ext cx="2328875" cy="3173598"/>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01798">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1200" b="1" dirty="0">
                          <a:latin typeface="Calibri"/>
                          <a:ea typeface="Calibri"/>
                          <a:cs typeface="Calibri"/>
                          <a:sym typeface="Calibri"/>
                        </a:rPr>
                        <a:t>WELCOME PA</a:t>
                      </a:r>
                      <a:r>
                        <a:rPr lang="ko-KR" altLang="en-US" sz="1200" b="1" dirty="0">
                          <a:latin typeface="Calibri"/>
                          <a:ea typeface="Calibri"/>
                          <a:cs typeface="Calibri"/>
                          <a:sym typeface="Calibri"/>
                        </a:rPr>
                        <a:t> </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(10</a:t>
                      </a:r>
                      <a:r>
                        <a:rPr kumimoji="0" lang="ko-KR" altLang="en-US" sz="600" b="1" i="0" u="none" strike="noStrike" kern="1200" cap="none" spc="0" normalizeH="0" baseline="0" noProof="0" dirty="0" err="1">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분이상</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지연 </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or</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a:t>
                      </a:r>
                      <a:r>
                        <a:rPr kumimoji="0" lang="ko-KR" altLang="en-US" sz="600" b="1" i="0" u="none" strike="noStrike" kern="1200" cap="none" spc="0" normalizeH="0" baseline="0" noProof="0" dirty="0" err="1">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예상시</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지연 방송</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a:t>
                      </a:r>
                      <a:endParaRPr sz="1200" b="1" dirty="0">
                        <a:latin typeface="Calibri"/>
                        <a:ea typeface="Calibri"/>
                        <a:cs typeface="Calibri"/>
                        <a:sym typeface="Calibri"/>
                      </a:endParaRPr>
                    </a:p>
                  </a:txBody>
                  <a:tcPr marL="91450" marR="91450" marT="0" marB="0"/>
                </a:tc>
                <a:extLst>
                  <a:ext uri="{0D108BD9-81ED-4DB2-BD59-A6C34878D82A}">
                    <a16:rowId xmlns:a16="http://schemas.microsoft.com/office/drawing/2014/main" val="10000"/>
                  </a:ext>
                </a:extLst>
              </a:tr>
              <a:tr h="1215347">
                <a:tc>
                  <a:txBody>
                    <a:bodyPr/>
                    <a:lstStyle/>
                    <a:p>
                      <a:pPr marL="0" marR="0" lvl="0" indent="0" algn="l" rtl="0">
                        <a:lnSpc>
                          <a:spcPct val="100000"/>
                        </a:lnSpc>
                        <a:spcBef>
                          <a:spcPts val="0"/>
                        </a:spcBef>
                        <a:spcAft>
                          <a:spcPts val="0"/>
                        </a:spcAft>
                        <a:buNone/>
                      </a:pPr>
                      <a:r>
                        <a:rPr lang="en-US" sz="800" b="1" dirty="0" err="1">
                          <a:latin typeface="Gulim" panose="020B0600000101010101" pitchFamily="34" charset="-127"/>
                          <a:ea typeface="Gulim" panose="020B0600000101010101" pitchFamily="34" charset="-127"/>
                          <a:cs typeface="Calibri"/>
                          <a:sym typeface="Calibri"/>
                        </a:rPr>
                        <a:t>손님</a:t>
                      </a:r>
                      <a:r>
                        <a:rPr lang="en-US" sz="800" b="1" dirty="0">
                          <a:latin typeface="Gulim" panose="020B0600000101010101" pitchFamily="34" charset="-127"/>
                          <a:ea typeface="Gulim" panose="020B0600000101010101" pitchFamily="34" charset="-127"/>
                          <a:cs typeface="Calibri"/>
                          <a:sym typeface="Calibri"/>
                        </a:rPr>
                        <a:t> </a:t>
                      </a:r>
                      <a:r>
                        <a:rPr lang="en-US" sz="800" b="1" dirty="0" err="1">
                          <a:latin typeface="Gulim" panose="020B0600000101010101" pitchFamily="34" charset="-127"/>
                          <a:ea typeface="Gulim" panose="020B0600000101010101" pitchFamily="34" charset="-127"/>
                          <a:cs typeface="Calibri"/>
                          <a:sym typeface="Calibri"/>
                        </a:rPr>
                        <a:t>여러분</a:t>
                      </a:r>
                      <a:r>
                        <a:rPr lang="en-US" sz="800" b="1" dirty="0">
                          <a:latin typeface="Gulim" panose="020B0600000101010101" pitchFamily="34" charset="-127"/>
                          <a:ea typeface="Gulim" panose="020B0600000101010101" pitchFamily="34" charset="-127"/>
                          <a:cs typeface="Calibri"/>
                          <a:sym typeface="Calibri"/>
                        </a:rPr>
                        <a:t>, </a:t>
                      </a:r>
                      <a:r>
                        <a:rPr lang="en-US" sz="800" b="1" dirty="0" err="1">
                          <a:latin typeface="Gulim" panose="020B0600000101010101" pitchFamily="34" charset="-127"/>
                          <a:ea typeface="Gulim" panose="020B0600000101010101" pitchFamily="34" charset="-127"/>
                          <a:cs typeface="Calibri"/>
                          <a:sym typeface="Calibri"/>
                        </a:rPr>
                        <a:t>안녕하십니까</a:t>
                      </a:r>
                      <a:r>
                        <a:rPr lang="en-US" sz="800" b="1" dirty="0">
                          <a:latin typeface="Gulim" panose="020B0600000101010101" pitchFamily="34" charset="-127"/>
                          <a:ea typeface="Gulim" panose="020B0600000101010101" pitchFamily="34" charset="-127"/>
                          <a:cs typeface="Calibri"/>
                          <a:sym typeface="Calibri"/>
                        </a:rPr>
                        <a:t>? </a:t>
                      </a:r>
                      <a:endParaRPr lang="ko-Kore-KR" altLang="en-US" sz="800" dirty="0">
                        <a:latin typeface="Gulim" panose="020B0600000101010101" pitchFamily="34" charset="-127"/>
                        <a:ea typeface="Gulim" panose="020B0600000101010101" pitchFamily="34" charset="-127"/>
                      </a:endParaRPr>
                    </a:p>
                    <a:p>
                      <a:pPr marL="0" marR="0" lvl="0" indent="0" algn="l" rtl="0">
                        <a:lnSpc>
                          <a:spcPct val="100000"/>
                        </a:lnSpc>
                        <a:spcBef>
                          <a:spcPts val="0"/>
                        </a:spcBef>
                        <a:spcAft>
                          <a:spcPts val="0"/>
                        </a:spcAft>
                        <a:buNone/>
                      </a:pPr>
                      <a:r>
                        <a:rPr lang="en-US" sz="800" b="1" dirty="0" err="1">
                          <a:latin typeface="Gulim" panose="020B0600000101010101" pitchFamily="34" charset="-127"/>
                          <a:ea typeface="Gulim" panose="020B0600000101010101" pitchFamily="34" charset="-127"/>
                          <a:cs typeface="Calibri"/>
                          <a:sym typeface="Calibri"/>
                        </a:rPr>
                        <a:t>저는</a:t>
                      </a:r>
                      <a:r>
                        <a:rPr lang="en-US" sz="800" b="1" dirty="0">
                          <a:latin typeface="Gulim" panose="020B0600000101010101" pitchFamily="34" charset="-127"/>
                          <a:ea typeface="Gulim" panose="020B0600000101010101" pitchFamily="34" charset="-127"/>
                          <a:cs typeface="Calibri"/>
                          <a:sym typeface="Calibri"/>
                        </a:rPr>
                        <a:t> </a:t>
                      </a:r>
                      <a:r>
                        <a:rPr lang="ko-KR" altLang="en-US" sz="800" b="1" dirty="0">
                          <a:latin typeface="Gulim" panose="020B0600000101010101" pitchFamily="34" charset="-127"/>
                          <a:ea typeface="Gulim" panose="020B0600000101010101" pitchFamily="34" charset="-127"/>
                          <a:cs typeface="Calibri"/>
                          <a:sym typeface="Calibri"/>
                        </a:rPr>
                        <a:t>여러분을 모시고 가는 </a:t>
                      </a:r>
                      <a:r>
                        <a:rPr lang="en-US" sz="800" b="1" dirty="0" err="1">
                          <a:latin typeface="Gulim" panose="020B0600000101010101" pitchFamily="34" charset="-127"/>
                          <a:ea typeface="Gulim" panose="020B0600000101010101" pitchFamily="34" charset="-127"/>
                          <a:cs typeface="Calibri"/>
                          <a:sym typeface="Calibri"/>
                        </a:rPr>
                        <a:t>기장</a:t>
                      </a:r>
                      <a:r>
                        <a:rPr lang="en-US" sz="800" b="1" dirty="0">
                          <a:latin typeface="Gulim" panose="020B0600000101010101" pitchFamily="34" charset="-127"/>
                          <a:ea typeface="Gulim" panose="020B0600000101010101" pitchFamily="34" charset="-127"/>
                          <a:cs typeface="Calibri"/>
                          <a:sym typeface="Calibri"/>
                        </a:rPr>
                        <a:t> ___</a:t>
                      </a:r>
                      <a:r>
                        <a:rPr lang="en-US" sz="800" b="1" dirty="0" err="1">
                          <a:latin typeface="Gulim" panose="020B0600000101010101" pitchFamily="34" charset="-127"/>
                          <a:ea typeface="Gulim" panose="020B0600000101010101" pitchFamily="34" charset="-127"/>
                          <a:cs typeface="Calibri"/>
                          <a:sym typeface="Calibri"/>
                        </a:rPr>
                        <a:t>입니다</a:t>
                      </a:r>
                      <a:r>
                        <a:rPr lang="en-US" sz="800" b="1" dirty="0">
                          <a:latin typeface="Gulim" panose="020B0600000101010101" pitchFamily="34" charset="-127"/>
                          <a:ea typeface="Gulim" panose="020B0600000101010101" pitchFamily="34" charset="-127"/>
                          <a:cs typeface="Calibri"/>
                          <a:sym typeface="Calibri"/>
                        </a:rPr>
                        <a:t>.</a:t>
                      </a:r>
                      <a:endParaRPr lang="ko-Kore-KR" altLang="en-US" sz="800" dirty="0">
                        <a:latin typeface="Gulim" panose="020B0600000101010101" pitchFamily="34" charset="-127"/>
                        <a:ea typeface="Gulim" panose="020B0600000101010101" pitchFamily="34" charset="-127"/>
                      </a:endParaRPr>
                    </a:p>
                    <a:p>
                      <a:pPr marL="0" marR="0" lvl="0" indent="0" algn="l" rtl="0">
                        <a:lnSpc>
                          <a:spcPct val="100000"/>
                        </a:lnSpc>
                        <a:spcBef>
                          <a:spcPts val="0"/>
                        </a:spcBef>
                        <a:spcAft>
                          <a:spcPts val="0"/>
                        </a:spcAft>
                        <a:buNone/>
                      </a:pPr>
                      <a:r>
                        <a:rPr lang="en-US" sz="800" b="1" dirty="0" err="1">
                          <a:latin typeface="Gulim" panose="020B0600000101010101" pitchFamily="34" charset="-127"/>
                          <a:ea typeface="Gulim" panose="020B0600000101010101" pitchFamily="34" charset="-127"/>
                          <a:cs typeface="Calibri"/>
                          <a:sym typeface="Calibri"/>
                        </a:rPr>
                        <a:t>저희</a:t>
                      </a:r>
                      <a:r>
                        <a:rPr lang="en-US" sz="800" b="1" dirty="0">
                          <a:latin typeface="Gulim" panose="020B0600000101010101" pitchFamily="34" charset="-127"/>
                          <a:ea typeface="Gulim" panose="020B0600000101010101" pitchFamily="34" charset="-127"/>
                          <a:cs typeface="Calibri"/>
                          <a:sym typeface="Calibri"/>
                        </a:rPr>
                        <a:t> </a:t>
                      </a:r>
                      <a:r>
                        <a:rPr lang="en-US" sz="800" b="1" dirty="0" err="1">
                          <a:latin typeface="Gulim" panose="020B0600000101010101" pitchFamily="34" charset="-127"/>
                          <a:ea typeface="Gulim" panose="020B0600000101010101" pitchFamily="34" charset="-127"/>
                          <a:cs typeface="Calibri"/>
                          <a:sym typeface="Calibri"/>
                        </a:rPr>
                        <a:t>대한항공을</a:t>
                      </a:r>
                      <a:r>
                        <a:rPr lang="en-US" sz="800" b="1" dirty="0">
                          <a:latin typeface="Gulim" panose="020B0600000101010101" pitchFamily="34" charset="-127"/>
                          <a:ea typeface="Gulim" panose="020B0600000101010101" pitchFamily="34" charset="-127"/>
                          <a:cs typeface="Calibri"/>
                          <a:sym typeface="Calibri"/>
                        </a:rPr>
                        <a:t> </a:t>
                      </a:r>
                      <a:r>
                        <a:rPr lang="en-US" sz="800" b="1" dirty="0" err="1">
                          <a:latin typeface="Gulim" panose="020B0600000101010101" pitchFamily="34" charset="-127"/>
                          <a:ea typeface="Gulim" panose="020B0600000101010101" pitchFamily="34" charset="-127"/>
                          <a:cs typeface="Calibri"/>
                          <a:sym typeface="Calibri"/>
                        </a:rPr>
                        <a:t>이용해</a:t>
                      </a:r>
                      <a:r>
                        <a:rPr lang="en-US" sz="800" b="1" dirty="0">
                          <a:latin typeface="Gulim" panose="020B0600000101010101" pitchFamily="34" charset="-127"/>
                          <a:ea typeface="Gulim" panose="020B0600000101010101" pitchFamily="34" charset="-127"/>
                          <a:cs typeface="Calibri"/>
                          <a:sym typeface="Calibri"/>
                        </a:rPr>
                        <a:t> </a:t>
                      </a:r>
                      <a:r>
                        <a:rPr lang="en-US" sz="800" b="1" dirty="0" err="1">
                          <a:latin typeface="Gulim" panose="020B0600000101010101" pitchFamily="34" charset="-127"/>
                          <a:ea typeface="Gulim" panose="020B0600000101010101" pitchFamily="34" charset="-127"/>
                          <a:cs typeface="Calibri"/>
                          <a:sym typeface="Calibri"/>
                        </a:rPr>
                        <a:t>주셔서</a:t>
                      </a:r>
                      <a:r>
                        <a:rPr lang="en-US" sz="800" b="1" dirty="0">
                          <a:latin typeface="Gulim" panose="020B0600000101010101" pitchFamily="34" charset="-127"/>
                          <a:ea typeface="Gulim" panose="020B0600000101010101" pitchFamily="34" charset="-127"/>
                          <a:cs typeface="Calibri"/>
                          <a:sym typeface="Calibri"/>
                        </a:rPr>
                        <a:t> </a:t>
                      </a:r>
                      <a:r>
                        <a:rPr lang="en-US" sz="800" b="1" dirty="0" err="1">
                          <a:latin typeface="Gulim" panose="020B0600000101010101" pitchFamily="34" charset="-127"/>
                          <a:ea typeface="Gulim" panose="020B0600000101010101" pitchFamily="34" charset="-127"/>
                          <a:cs typeface="Calibri"/>
                          <a:sym typeface="Calibri"/>
                        </a:rPr>
                        <a:t>대단</a:t>
                      </a:r>
                      <a:r>
                        <a:rPr lang="ko-KR" altLang="en-US" sz="800" b="1" dirty="0">
                          <a:latin typeface="Gulim" panose="020B0600000101010101" pitchFamily="34" charset="-127"/>
                          <a:ea typeface="Gulim" panose="020B0600000101010101" pitchFamily="34" charset="-127"/>
                          <a:cs typeface="Calibri"/>
                          <a:sym typeface="Calibri"/>
                        </a:rPr>
                        <a:t>히 고맙습니다</a:t>
                      </a:r>
                      <a:r>
                        <a:rPr lang="en-US" altLang="ko-KR" sz="800" b="1" dirty="0">
                          <a:latin typeface="Gulim" panose="020B0600000101010101" pitchFamily="34" charset="-127"/>
                          <a:ea typeface="Gulim" panose="020B0600000101010101" pitchFamily="34" charset="-127"/>
                          <a:cs typeface="Calibri"/>
                          <a:sym typeface="Calibri"/>
                        </a:rPr>
                        <a:t>.</a:t>
                      </a:r>
                      <a:endParaRPr lang="ko-Kore-KR" altLang="en-US" sz="800" dirty="0">
                        <a:latin typeface="Gulim" panose="020B0600000101010101" pitchFamily="34" charset="-127"/>
                        <a:ea typeface="Gulim" panose="020B0600000101010101" pitchFamily="34" charset="-127"/>
                      </a:endParaRPr>
                    </a:p>
                    <a:p>
                      <a:pPr marL="0" marR="0" lvl="0" indent="0" algn="l" rtl="0">
                        <a:lnSpc>
                          <a:spcPct val="100000"/>
                        </a:lnSpc>
                        <a:spcBef>
                          <a:spcPts val="0"/>
                        </a:spcBef>
                        <a:spcAft>
                          <a:spcPts val="0"/>
                        </a:spcAft>
                        <a:buNone/>
                      </a:pPr>
                      <a:r>
                        <a:rPr lang="en-US" sz="800" b="1" dirty="0">
                          <a:latin typeface="Gulim" panose="020B0600000101010101" pitchFamily="34" charset="-127"/>
                          <a:ea typeface="Gulim" panose="020B0600000101010101" pitchFamily="34" charset="-127"/>
                          <a:cs typeface="Calibri"/>
                          <a:sym typeface="Calibri"/>
                        </a:rPr>
                        <a:t>___ (</a:t>
                      </a:r>
                      <a:r>
                        <a:rPr lang="en-US" sz="800" b="1" dirty="0" err="1">
                          <a:latin typeface="Gulim" panose="020B0600000101010101" pitchFamily="34" charset="-127"/>
                          <a:ea typeface="Gulim" panose="020B0600000101010101" pitchFamily="34" charset="-127"/>
                          <a:cs typeface="Calibri"/>
                          <a:sym typeface="Calibri"/>
                        </a:rPr>
                        <a:t>국제</a:t>
                      </a:r>
                      <a:r>
                        <a:rPr lang="en-US" sz="800" b="1" dirty="0">
                          <a:latin typeface="Gulim" panose="020B0600000101010101" pitchFamily="34" charset="-127"/>
                          <a:ea typeface="Gulim" panose="020B0600000101010101" pitchFamily="34" charset="-127"/>
                          <a:cs typeface="Calibri"/>
                          <a:sym typeface="Calibri"/>
                        </a:rPr>
                        <a:t>)</a:t>
                      </a:r>
                      <a:r>
                        <a:rPr lang="en-US" sz="800" b="1" dirty="0" err="1">
                          <a:latin typeface="Gulim" panose="020B0600000101010101" pitchFamily="34" charset="-127"/>
                          <a:ea typeface="Gulim" panose="020B0600000101010101" pitchFamily="34" charset="-127"/>
                          <a:cs typeface="Calibri"/>
                          <a:sym typeface="Calibri"/>
                        </a:rPr>
                        <a:t>공항까지</a:t>
                      </a:r>
                      <a:r>
                        <a:rPr lang="en-US" sz="800" b="1" dirty="0">
                          <a:latin typeface="Gulim" panose="020B0600000101010101" pitchFamily="34" charset="-127"/>
                          <a:ea typeface="Gulim" panose="020B0600000101010101" pitchFamily="34" charset="-127"/>
                          <a:cs typeface="Calibri"/>
                          <a:sym typeface="Calibri"/>
                        </a:rPr>
                        <a:t> </a:t>
                      </a:r>
                      <a:r>
                        <a:rPr lang="ko-KR" altLang="en-US" sz="800" b="1" dirty="0">
                          <a:latin typeface="Gulim" panose="020B0600000101010101" pitchFamily="34" charset="-127"/>
                          <a:ea typeface="Gulim" panose="020B0600000101010101" pitchFamily="34" charset="-127"/>
                          <a:cs typeface="Calibri"/>
                          <a:sym typeface="Calibri"/>
                        </a:rPr>
                        <a:t>비행시간은 </a:t>
                      </a:r>
                      <a:r>
                        <a:rPr lang="en-US" altLang="ko-KR" sz="800" b="1" dirty="0">
                          <a:latin typeface="Gulim" panose="020B0600000101010101" pitchFamily="34" charset="-127"/>
                          <a:ea typeface="Gulim" panose="020B0600000101010101" pitchFamily="34" charset="-127"/>
                          <a:cs typeface="Calibri"/>
                          <a:sym typeface="Calibri"/>
                        </a:rPr>
                        <a:t>___</a:t>
                      </a:r>
                      <a:r>
                        <a:rPr lang="ko-KR" altLang="en-US" sz="800" b="1" dirty="0">
                          <a:latin typeface="Gulim" panose="020B0600000101010101" pitchFamily="34" charset="-127"/>
                          <a:ea typeface="Gulim" panose="020B0600000101010101" pitchFamily="34" charset="-127"/>
                          <a:cs typeface="Calibri"/>
                          <a:sym typeface="Calibri"/>
                        </a:rPr>
                        <a:t>시간 </a:t>
                      </a:r>
                      <a:r>
                        <a:rPr lang="en-US" altLang="ko-KR" sz="800" b="1" dirty="0">
                          <a:latin typeface="Gulim" panose="020B0600000101010101" pitchFamily="34" charset="-127"/>
                          <a:ea typeface="Gulim" panose="020B0600000101010101" pitchFamily="34" charset="-127"/>
                          <a:cs typeface="Calibri"/>
                          <a:sym typeface="Calibri"/>
                        </a:rPr>
                        <a:t>___</a:t>
                      </a:r>
                      <a:r>
                        <a:rPr lang="ko-KR" altLang="en-US" sz="800" b="1" dirty="0">
                          <a:latin typeface="Gulim" panose="020B0600000101010101" pitchFamily="34" charset="-127"/>
                          <a:ea typeface="Gulim" panose="020B0600000101010101" pitchFamily="34" charset="-127"/>
                          <a:cs typeface="Calibri"/>
                          <a:sym typeface="Calibri"/>
                        </a:rPr>
                        <a:t>분 </a:t>
                      </a:r>
                      <a:r>
                        <a:rPr lang="ko-KR" altLang="en-US" sz="800" b="1" dirty="0" err="1">
                          <a:latin typeface="Gulim" panose="020B0600000101010101" pitchFamily="34" charset="-127"/>
                          <a:ea typeface="Gulim" panose="020B0600000101010101" pitchFamily="34" charset="-127"/>
                          <a:cs typeface="Calibri"/>
                          <a:sym typeface="Calibri"/>
                        </a:rPr>
                        <a:t>으로</a:t>
                      </a:r>
                      <a:r>
                        <a:rPr lang="ko-KR" altLang="en-US" sz="800" b="1" dirty="0">
                          <a:latin typeface="Gulim" panose="020B0600000101010101" pitchFamily="34" charset="-127"/>
                          <a:ea typeface="Gulim" panose="020B0600000101010101" pitchFamily="34" charset="-127"/>
                          <a:cs typeface="Calibri"/>
                          <a:sym typeface="Calibri"/>
                        </a:rPr>
                        <a:t> 예상됩니다</a:t>
                      </a:r>
                      <a:r>
                        <a:rPr lang="en-US" altLang="ko-KR" sz="800" b="1" dirty="0">
                          <a:latin typeface="Gulim" panose="020B0600000101010101" pitchFamily="34" charset="-127"/>
                          <a:ea typeface="Gulim" panose="020B0600000101010101" pitchFamily="34" charset="-127"/>
                          <a:cs typeface="Calibri"/>
                          <a:sym typeface="Calibri"/>
                        </a:rPr>
                        <a:t>.</a:t>
                      </a:r>
                    </a:p>
                    <a:p>
                      <a:pPr marL="0" marR="0" lvl="0" indent="0" algn="l" rtl="0">
                        <a:lnSpc>
                          <a:spcPct val="100000"/>
                        </a:lnSpc>
                        <a:spcBef>
                          <a:spcPts val="0"/>
                        </a:spcBef>
                        <a:spcAft>
                          <a:spcPts val="0"/>
                        </a:spcAft>
                        <a:buNone/>
                      </a:pPr>
                      <a:r>
                        <a:rPr lang="ko-KR" altLang="en-US" sz="800" b="1" dirty="0">
                          <a:latin typeface="Gulim" panose="020B0600000101010101" pitchFamily="34" charset="-127"/>
                          <a:ea typeface="Gulim" panose="020B0600000101010101" pitchFamily="34" charset="-127"/>
                          <a:cs typeface="Calibri"/>
                          <a:sym typeface="Calibri"/>
                        </a:rPr>
                        <a:t>비행 중에는 항공기가 갑자기 흔들릴 수도 있으니</a:t>
                      </a:r>
                      <a:r>
                        <a:rPr lang="en-US" altLang="ko-KR" sz="800" b="1" dirty="0">
                          <a:latin typeface="Gulim" panose="020B0600000101010101" pitchFamily="34" charset="-127"/>
                          <a:ea typeface="Gulim" panose="020B0600000101010101" pitchFamily="34" charset="-127"/>
                          <a:cs typeface="Calibri"/>
                          <a:sym typeface="Calibri"/>
                        </a:rPr>
                        <a:t>,</a:t>
                      </a:r>
                      <a:r>
                        <a:rPr lang="ko-KR" altLang="en-US" sz="800" b="1" dirty="0">
                          <a:latin typeface="Gulim" panose="020B0600000101010101" pitchFamily="34" charset="-127"/>
                          <a:ea typeface="Gulim" panose="020B0600000101010101" pitchFamily="34" charset="-127"/>
                          <a:cs typeface="Calibri"/>
                          <a:sym typeface="Calibri"/>
                        </a:rPr>
                        <a:t> 자리에 않아 계실 때에는 항상 좌석벨트를 매주시기 바랍니다</a:t>
                      </a:r>
                      <a:r>
                        <a:rPr lang="en-US" altLang="ko-KR" sz="800" b="1" dirty="0">
                          <a:latin typeface="Gulim" panose="020B0600000101010101" pitchFamily="34" charset="-127"/>
                          <a:ea typeface="Gulim" panose="020B0600000101010101" pitchFamily="34" charset="-127"/>
                          <a:cs typeface="Calibri"/>
                          <a:sym typeface="Calibri"/>
                        </a:rPr>
                        <a:t>.</a:t>
                      </a:r>
                      <a:r>
                        <a:rPr lang="ko-KR" altLang="en-US" sz="800" b="1" dirty="0">
                          <a:latin typeface="Gulim" panose="020B0600000101010101" pitchFamily="34" charset="-127"/>
                          <a:ea typeface="Gulim" panose="020B0600000101010101" pitchFamily="34" charset="-127"/>
                          <a:cs typeface="Calibri"/>
                          <a:sym typeface="Calibri"/>
                        </a:rPr>
                        <a:t> </a:t>
                      </a:r>
                      <a:endParaRPr lang="en-US" altLang="ko-KR" sz="800" b="1" dirty="0">
                        <a:latin typeface="Gulim" panose="020B0600000101010101" pitchFamily="34" charset="-127"/>
                        <a:ea typeface="Gulim" panose="020B0600000101010101" pitchFamily="34" charset="-127"/>
                        <a:cs typeface="Calibri"/>
                        <a:sym typeface="Calibri"/>
                      </a:endParaRPr>
                    </a:p>
                    <a:p>
                      <a:pPr marL="0" marR="0" lvl="0" indent="0" algn="l" rtl="0">
                        <a:lnSpc>
                          <a:spcPct val="100000"/>
                        </a:lnSpc>
                        <a:spcBef>
                          <a:spcPts val="0"/>
                        </a:spcBef>
                        <a:spcAft>
                          <a:spcPts val="0"/>
                        </a:spcAft>
                        <a:buNone/>
                      </a:pPr>
                      <a:r>
                        <a:rPr lang="en-US" altLang="ko-Kore-KR" sz="800" b="1" dirty="0">
                          <a:latin typeface="Gulim" panose="020B0600000101010101" pitchFamily="34" charset="-127"/>
                          <a:ea typeface="Gulim" panose="020B0600000101010101" pitchFamily="34" charset="-127"/>
                          <a:cs typeface="Calibri"/>
                          <a:sym typeface="Calibri"/>
                        </a:rPr>
                        <a:t>(</a:t>
                      </a:r>
                      <a:r>
                        <a:rPr lang="ko-KR" altLang="en-US" sz="800" b="1" dirty="0">
                          <a:latin typeface="Gulim" panose="020B0600000101010101" pitchFamily="34" charset="-127"/>
                          <a:ea typeface="Gulim" panose="020B0600000101010101" pitchFamily="34" charset="-127"/>
                          <a:cs typeface="Calibri"/>
                          <a:sym typeface="Calibri"/>
                        </a:rPr>
                        <a:t>저희 승무원 모두는</a:t>
                      </a:r>
                      <a:r>
                        <a:rPr lang="en-US" altLang="ko-KR" sz="800" b="1" dirty="0">
                          <a:latin typeface="Gulim" panose="020B0600000101010101" pitchFamily="34" charset="-127"/>
                          <a:ea typeface="Gulim" panose="020B0600000101010101" pitchFamily="34" charset="-127"/>
                          <a:cs typeface="Calibri"/>
                          <a:sym typeface="Calibri"/>
                        </a:rPr>
                        <a:t>)</a:t>
                      </a:r>
                      <a:endParaRPr sz="800" b="1" dirty="0">
                        <a:latin typeface="Gulim" panose="020B0600000101010101" pitchFamily="34" charset="-127"/>
                        <a:ea typeface="Gulim" panose="020B0600000101010101" pitchFamily="34" charset="-127"/>
                        <a:cs typeface="Calibri"/>
                        <a:sym typeface="Calibri"/>
                      </a:endParaRPr>
                    </a:p>
                    <a:p>
                      <a:pPr marL="0" marR="0" lvl="0" indent="0" algn="l" rtl="0">
                        <a:lnSpc>
                          <a:spcPct val="100000"/>
                        </a:lnSpc>
                        <a:spcBef>
                          <a:spcPts val="0"/>
                        </a:spcBef>
                        <a:spcAft>
                          <a:spcPts val="0"/>
                        </a:spcAft>
                        <a:buNone/>
                      </a:pPr>
                      <a:r>
                        <a:rPr lang="ko-KR" altLang="en-US" sz="800" b="1" dirty="0">
                          <a:latin typeface="Gulim" panose="020B0600000101010101" pitchFamily="34" charset="-127"/>
                          <a:ea typeface="Gulim" panose="020B0600000101010101" pitchFamily="34" charset="-127"/>
                          <a:cs typeface="Calibri"/>
                          <a:sym typeface="Calibri"/>
                        </a:rPr>
                        <a:t>저는 여러분을 안전하게 모시기 위해 최선을 다하겠습니다</a:t>
                      </a:r>
                      <a:r>
                        <a:rPr lang="en-US" altLang="ko-KR" sz="800" b="1" dirty="0">
                          <a:latin typeface="Gulim" panose="020B0600000101010101" pitchFamily="34" charset="-127"/>
                          <a:ea typeface="Gulim" panose="020B0600000101010101" pitchFamily="34" charset="-127"/>
                          <a:cs typeface="Calibri"/>
                          <a:sym typeface="Calibri"/>
                        </a:rPr>
                        <a:t>.</a:t>
                      </a:r>
                      <a:r>
                        <a:rPr lang="ko-KR" altLang="en-US" sz="800" b="1" dirty="0">
                          <a:latin typeface="Gulim" panose="020B0600000101010101" pitchFamily="34" charset="-127"/>
                          <a:ea typeface="Gulim" panose="020B0600000101010101" pitchFamily="34" charset="-127"/>
                          <a:cs typeface="Calibri"/>
                          <a:sym typeface="Calibri"/>
                        </a:rPr>
                        <a:t> 고맙습니다</a:t>
                      </a:r>
                      <a:r>
                        <a:rPr lang="en-US" sz="800" b="1" dirty="0">
                          <a:latin typeface="Gulim" panose="020B0600000101010101" pitchFamily="34" charset="-127"/>
                          <a:ea typeface="Gulim" panose="020B0600000101010101" pitchFamily="34" charset="-127"/>
                          <a:cs typeface="Calibri"/>
                          <a:sym typeface="Calibri"/>
                        </a:rPr>
                        <a:t>.</a:t>
                      </a:r>
                      <a:endParaRPr sz="800" b="1" dirty="0">
                        <a:latin typeface="Gulim" panose="020B0600000101010101" pitchFamily="34" charset="-127"/>
                        <a:ea typeface="Gulim" panose="020B0600000101010101" pitchFamily="34" charset="-127"/>
                        <a:cs typeface="Calibri"/>
                        <a:sym typeface="Calibri"/>
                      </a:endParaRPr>
                    </a:p>
                  </a:txBody>
                  <a:tcPr marL="36000" marR="36000" marT="0" marB="0" anchor="ctr"/>
                </a:tc>
                <a:extLst>
                  <a:ext uri="{0D108BD9-81ED-4DB2-BD59-A6C34878D82A}">
                    <a16:rowId xmlns:a16="http://schemas.microsoft.com/office/drawing/2014/main" val="10001"/>
                  </a:ext>
                </a:extLst>
              </a:tr>
              <a:tr h="1251545">
                <a:tc>
                  <a:txBody>
                    <a:bodyPr/>
                    <a:lstStyle/>
                    <a:p>
                      <a:pPr marL="0" marR="0" lvl="0" indent="0" algn="l" rtl="0">
                        <a:lnSpc>
                          <a:spcPct val="100000"/>
                        </a:lnSpc>
                        <a:spcBef>
                          <a:spcPts val="0"/>
                        </a:spcBef>
                        <a:spcAft>
                          <a:spcPts val="0"/>
                        </a:spcAft>
                        <a:buNone/>
                      </a:pPr>
                      <a:r>
                        <a:rPr lang="en-US" sz="900" b="1" dirty="0">
                          <a:latin typeface="Calibri"/>
                          <a:ea typeface="Calibri"/>
                          <a:cs typeface="Calibri"/>
                          <a:sym typeface="Calibri"/>
                        </a:rPr>
                        <a:t>Good morning (afternoon /evening), ladies and gentlemen.</a:t>
                      </a:r>
                      <a:endParaRPr lang="ko-Kore-KR" altLang="en-US" sz="900" b="1" dirty="0">
                        <a:latin typeface="Calibri"/>
                        <a:ea typeface="Calibri"/>
                        <a:cs typeface="Calibri"/>
                        <a:sym typeface="Calibri"/>
                      </a:endParaRPr>
                    </a:p>
                    <a:p>
                      <a:pPr marL="0" marR="0" lvl="0" indent="0" algn="l" rtl="0">
                        <a:lnSpc>
                          <a:spcPct val="100000"/>
                        </a:lnSpc>
                        <a:spcBef>
                          <a:spcPts val="0"/>
                        </a:spcBef>
                        <a:spcAft>
                          <a:spcPts val="0"/>
                        </a:spcAft>
                        <a:buNone/>
                      </a:pPr>
                      <a:r>
                        <a:rPr lang="en-US" sz="900" b="1" dirty="0">
                          <a:latin typeface="Calibri"/>
                          <a:ea typeface="Calibri"/>
                          <a:cs typeface="Calibri"/>
                          <a:sym typeface="Calibri"/>
                        </a:rPr>
                        <a:t>This is captain </a:t>
                      </a:r>
                      <a:r>
                        <a:rPr lang="en-US" sz="900" b="1" u="sng" dirty="0">
                          <a:latin typeface="Calibri"/>
                          <a:ea typeface="Calibri"/>
                          <a:cs typeface="Calibri"/>
                          <a:sym typeface="Calibri"/>
                        </a:rPr>
                        <a:t>last name</a:t>
                      </a:r>
                      <a:r>
                        <a:rPr lang="en-US" sz="900" b="1" dirty="0">
                          <a:latin typeface="Calibri"/>
                          <a:ea typeface="Calibri"/>
                          <a:cs typeface="Calibri"/>
                          <a:sym typeface="Calibri"/>
                        </a:rPr>
                        <a:t> speaking. </a:t>
                      </a:r>
                      <a:endParaRPr lang="ko-Kore-KR" altLang="en-US" sz="900" b="1" dirty="0">
                        <a:latin typeface="Calibri"/>
                        <a:ea typeface="Calibri"/>
                        <a:cs typeface="Calibri"/>
                        <a:sym typeface="Calibri"/>
                      </a:endParaRPr>
                    </a:p>
                    <a:p>
                      <a:pPr marL="0" marR="0" lvl="0" indent="0" algn="l" rtl="0">
                        <a:lnSpc>
                          <a:spcPct val="100000"/>
                        </a:lnSpc>
                        <a:spcBef>
                          <a:spcPts val="0"/>
                        </a:spcBef>
                        <a:spcAft>
                          <a:spcPts val="0"/>
                        </a:spcAft>
                        <a:buNone/>
                      </a:pPr>
                      <a:r>
                        <a:rPr lang="en-US" sz="900" b="1" dirty="0">
                          <a:latin typeface="Calibri"/>
                          <a:ea typeface="Calibri"/>
                          <a:cs typeface="Calibri"/>
                          <a:sym typeface="Calibri"/>
                        </a:rPr>
                        <a:t>Welcome aboard Korean Air. </a:t>
                      </a:r>
                    </a:p>
                    <a:p>
                      <a:pPr marL="0" marR="0" lvl="0" indent="0" algn="l" rtl="0">
                        <a:lnSpc>
                          <a:spcPct val="100000"/>
                        </a:lnSpc>
                        <a:spcBef>
                          <a:spcPts val="0"/>
                        </a:spcBef>
                        <a:spcAft>
                          <a:spcPts val="0"/>
                        </a:spcAft>
                        <a:buNone/>
                      </a:pPr>
                      <a:r>
                        <a:rPr lang="en-US" sz="900" b="1" dirty="0">
                          <a:latin typeface="Calibri"/>
                          <a:ea typeface="Calibri"/>
                          <a:cs typeface="Calibri"/>
                          <a:sym typeface="Calibri"/>
                        </a:rPr>
                        <a:t>This flight is bound for ___(international) airport</a:t>
                      </a:r>
                      <a:r>
                        <a:rPr lang="ko-KR" altLang="en-US" sz="900" b="1" dirty="0">
                          <a:latin typeface="Calibri"/>
                          <a:ea typeface="Calibri"/>
                          <a:cs typeface="Calibri"/>
                          <a:sym typeface="Calibri"/>
                        </a:rPr>
                        <a:t> </a:t>
                      </a:r>
                      <a:r>
                        <a:rPr lang="en-US" altLang="ko-KR" sz="900" b="1" dirty="0">
                          <a:latin typeface="Calibri"/>
                          <a:ea typeface="Calibri"/>
                          <a:cs typeface="Calibri"/>
                          <a:sym typeface="Calibri"/>
                        </a:rPr>
                        <a:t>and our flight time is ___ hours(s) and minutes.</a:t>
                      </a:r>
                      <a:r>
                        <a:rPr lang="en-US" sz="900" b="1" dirty="0">
                          <a:latin typeface="Calibri"/>
                          <a:ea typeface="Calibri"/>
                          <a:cs typeface="Calibri"/>
                          <a:sym typeface="Calibri"/>
                        </a:rPr>
                        <a:t> </a:t>
                      </a:r>
                      <a:endParaRPr lang="ko-Kore-KR" altLang="en-US" sz="900" b="1" dirty="0">
                        <a:latin typeface="Calibri"/>
                        <a:ea typeface="Calibri"/>
                        <a:cs typeface="Calibri"/>
                        <a:sym typeface="Calibri"/>
                      </a:endParaRPr>
                    </a:p>
                    <a:p>
                      <a:pPr marL="0" marR="0" lvl="0" indent="0" algn="l" rtl="0">
                        <a:lnSpc>
                          <a:spcPct val="100000"/>
                        </a:lnSpc>
                        <a:spcBef>
                          <a:spcPts val="0"/>
                        </a:spcBef>
                        <a:spcAft>
                          <a:spcPts val="0"/>
                        </a:spcAft>
                        <a:buNone/>
                      </a:pPr>
                      <a:r>
                        <a:rPr lang="en-US" sz="900" b="1" dirty="0">
                          <a:latin typeface="Calibri"/>
                          <a:ea typeface="Calibri"/>
                          <a:cs typeface="Calibri"/>
                          <a:sym typeface="Calibri"/>
                        </a:rPr>
                        <a:t>For your safety, keep your seatbelts fastened while you are seated. </a:t>
                      </a:r>
                    </a:p>
                    <a:p>
                      <a:pPr marL="0" marR="0" lvl="0" indent="0" algn="l" rtl="0">
                        <a:lnSpc>
                          <a:spcPct val="100000"/>
                        </a:lnSpc>
                        <a:spcBef>
                          <a:spcPts val="0"/>
                        </a:spcBef>
                        <a:spcAft>
                          <a:spcPts val="0"/>
                        </a:spcAft>
                        <a:buNone/>
                      </a:pPr>
                      <a:r>
                        <a:rPr lang="en-US" sz="900" b="1" dirty="0">
                          <a:latin typeface="Calibri"/>
                          <a:ea typeface="Calibri"/>
                          <a:cs typeface="Calibri"/>
                          <a:sym typeface="Calibri"/>
                        </a:rPr>
                        <a:t>Thank you for choosing </a:t>
                      </a:r>
                      <a:r>
                        <a:rPr lang="en-US" sz="900" b="1" dirty="0" err="1">
                          <a:latin typeface="Calibri"/>
                          <a:ea typeface="Calibri"/>
                          <a:cs typeface="Calibri"/>
                          <a:sym typeface="Calibri"/>
                        </a:rPr>
                        <a:t>Koreanair</a:t>
                      </a:r>
                      <a:r>
                        <a:rPr lang="en-US" sz="900" b="1" dirty="0">
                          <a:latin typeface="Calibri"/>
                          <a:ea typeface="Calibri"/>
                          <a:cs typeface="Calibri"/>
                          <a:sym typeface="Calibri"/>
                        </a:rPr>
                        <a:t>. </a:t>
                      </a:r>
                    </a:p>
                    <a:p>
                      <a:pPr marL="0" marR="0" lvl="0" indent="0" algn="l" rtl="0">
                        <a:lnSpc>
                          <a:spcPct val="100000"/>
                        </a:lnSpc>
                        <a:spcBef>
                          <a:spcPts val="0"/>
                        </a:spcBef>
                        <a:spcAft>
                          <a:spcPts val="0"/>
                        </a:spcAft>
                        <a:buNone/>
                      </a:pPr>
                      <a:r>
                        <a:rPr lang="en-US" sz="900" b="1" dirty="0">
                          <a:latin typeface="Calibri"/>
                          <a:ea typeface="Calibri"/>
                          <a:cs typeface="Calibri"/>
                          <a:sym typeface="Calibri"/>
                        </a:rPr>
                        <a:t>Please enjoy your flight. </a:t>
                      </a:r>
                      <a:endParaRPr sz="900" b="1" dirty="0">
                        <a:latin typeface="Calibri"/>
                        <a:ea typeface="Calibri"/>
                        <a:cs typeface="Calibri"/>
                        <a:sym typeface="Calibri"/>
                      </a:endParaRPr>
                    </a:p>
                  </a:txBody>
                  <a:tcPr marL="36000" marR="36000" marT="0" marB="0"/>
                </a:tc>
                <a:extLst>
                  <a:ext uri="{0D108BD9-81ED-4DB2-BD59-A6C34878D82A}">
                    <a16:rowId xmlns:a16="http://schemas.microsoft.com/office/drawing/2014/main" val="10002"/>
                  </a:ext>
                </a:extLst>
              </a:tr>
            </a:tbl>
          </a:graphicData>
        </a:graphic>
      </p:graphicFrame>
      <p:sp>
        <p:nvSpPr>
          <p:cNvPr id="6" name="TextBox 5">
            <a:extLst>
              <a:ext uri="{FF2B5EF4-FFF2-40B4-BE49-F238E27FC236}">
                <a16:creationId xmlns:a16="http://schemas.microsoft.com/office/drawing/2014/main" id="{919822C7-DE3F-F659-C1B5-86715278BF84}"/>
              </a:ext>
            </a:extLst>
          </p:cNvPr>
          <p:cNvSpPr txBox="1"/>
          <p:nvPr/>
        </p:nvSpPr>
        <p:spPr>
          <a:xfrm>
            <a:off x="1464836" y="5278537"/>
            <a:ext cx="1006693" cy="307777"/>
          </a:xfrm>
          <a:prstGeom prst="rect">
            <a:avLst/>
          </a:prstGeom>
          <a:noFill/>
        </p:spPr>
        <p:txBody>
          <a:bodyPr wrap="square" rtlCol="0">
            <a:spAutoFit/>
          </a:bodyPr>
          <a:lstStyle/>
          <a:p>
            <a:r>
              <a:rPr kumimoji="1" lang="ko-Kore-KR" altLang="en-US" sz="1400" b="1" dirty="0">
                <a:solidFill>
                  <a:srgbClr val="FF0000"/>
                </a:solidFill>
                <a:hlinkClick r:id="rId3" action="ppaction://hlinksldjump">
                  <a:extLst>
                    <a:ext uri="{A12FA001-AC4F-418D-AE19-62706E023703}">
                      <ahyp:hlinkClr xmlns:ahyp="http://schemas.microsoft.com/office/drawing/2018/hyperlinkcolor" val="tx"/>
                    </a:ext>
                  </a:extLst>
                </a:hlinkClick>
              </a:rPr>
              <a:t>도착</a:t>
            </a:r>
            <a:r>
              <a:rPr kumimoji="1" lang="ko-KR" altLang="en-US" sz="1400" b="1" dirty="0">
                <a:solidFill>
                  <a:srgbClr val="FF0000"/>
                </a:solidFill>
                <a:hlinkClick r:id="rId3" action="ppaction://hlinksldjump">
                  <a:extLst>
                    <a:ext uri="{A12FA001-AC4F-418D-AE19-62706E023703}">
                      <ahyp:hlinkClr xmlns:ahyp="http://schemas.microsoft.com/office/drawing/2018/hyperlinkcolor" val="tx"/>
                    </a:ext>
                  </a:extLst>
                </a:hlinkClick>
              </a:rPr>
              <a:t> 방송</a:t>
            </a:r>
            <a:endParaRPr kumimoji="1" lang="ko-Kore-KR" altLang="en-US" sz="1400" b="1" dirty="0">
              <a:solidFill>
                <a:srgbClr val="FF0000"/>
              </a:solidFill>
            </a:endParaRPr>
          </a:p>
        </p:txBody>
      </p:sp>
      <p:pic>
        <p:nvPicPr>
          <p:cNvPr id="2" name="그래픽 1" descr="집 Wi-Fi에서 작업 단색으로 채워진">
            <a:hlinkClick r:id="" action="ppaction://hlinkshowjump?jump=firstslide"/>
            <a:extLst>
              <a:ext uri="{FF2B5EF4-FFF2-40B4-BE49-F238E27FC236}">
                <a16:creationId xmlns:a16="http://schemas.microsoft.com/office/drawing/2014/main" id="{64D7ADBC-A170-0D7F-4328-F102F81074F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22074" y="451253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187756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0448F4CA-FCE6-D113-A82C-19B1075AC00C}"/>
            </a:ext>
          </a:extLst>
        </p:cNvPr>
        <p:cNvGrpSpPr/>
        <p:nvPr/>
      </p:nvGrpSpPr>
      <p:grpSpPr>
        <a:xfrm>
          <a:off x="0" y="0"/>
          <a:ext cx="0" cy="0"/>
          <a:chOff x="0" y="0"/>
          <a:chExt cx="0" cy="0"/>
        </a:xfrm>
      </p:grpSpPr>
      <p:graphicFrame>
        <p:nvGraphicFramePr>
          <p:cNvPr id="88" name="Google Shape;88;p1">
            <a:extLst>
              <a:ext uri="{FF2B5EF4-FFF2-40B4-BE49-F238E27FC236}">
                <a16:creationId xmlns:a16="http://schemas.microsoft.com/office/drawing/2014/main" id="{BD08BEF3-BB56-7429-CA56-017D9B113B43}"/>
              </a:ext>
            </a:extLst>
          </p:cNvPr>
          <p:cNvGraphicFramePr/>
          <p:nvPr>
            <p:extLst>
              <p:ext uri="{D42A27DB-BD31-4B8C-83A1-F6EECF244321}">
                <p14:modId xmlns:p14="http://schemas.microsoft.com/office/powerpoint/2010/main" val="742169479"/>
              </p:ext>
            </p:extLst>
          </p:nvPr>
        </p:nvGraphicFramePr>
        <p:xfrm>
          <a:off x="98101" y="184953"/>
          <a:ext cx="2132650" cy="2049029"/>
        </p:xfrm>
        <a:graphic>
          <a:graphicData uri="http://schemas.openxmlformats.org/drawingml/2006/table">
            <a:tbl>
              <a:tblPr firstRow="1" bandRow="1">
                <a:noFill/>
                <a:tableStyleId>{A521BE36-7E6F-4EC9-8D66-1CF97A6895EC}</a:tableStyleId>
              </a:tblPr>
              <a:tblGrid>
                <a:gridCol w="1066325">
                  <a:extLst>
                    <a:ext uri="{9D8B030D-6E8A-4147-A177-3AD203B41FA5}">
                      <a16:colId xmlns:a16="http://schemas.microsoft.com/office/drawing/2014/main" val="20000"/>
                    </a:ext>
                  </a:extLst>
                </a:gridCol>
                <a:gridCol w="1066325">
                  <a:extLst>
                    <a:ext uri="{9D8B030D-6E8A-4147-A177-3AD203B41FA5}">
                      <a16:colId xmlns:a16="http://schemas.microsoft.com/office/drawing/2014/main" val="2055015791"/>
                    </a:ext>
                  </a:extLst>
                </a:gridCol>
              </a:tblGrid>
              <a:tr h="585437">
                <a:tc gridSpan="2">
                  <a:txBody>
                    <a:bodyPr/>
                    <a:lstStyle/>
                    <a:p>
                      <a:pPr marL="0" marR="0" lvl="0" indent="0" algn="ctr" rtl="0">
                        <a:spcBef>
                          <a:spcPts val="0"/>
                        </a:spcBef>
                        <a:spcAft>
                          <a:spcPts val="0"/>
                        </a:spcAft>
                        <a:buNone/>
                      </a:pPr>
                      <a:r>
                        <a:rPr lang="en-US" sz="2400" b="1" u="none" strike="noStrike" cap="none" dirty="0">
                          <a:solidFill>
                            <a:schemeClr val="tx1"/>
                          </a:solidFill>
                          <a:latin typeface="Calibri"/>
                          <a:ea typeface="Calibri"/>
                          <a:cs typeface="Calibri"/>
                          <a:sym typeface="Calibri"/>
                        </a:rPr>
                        <a:t>Oceania</a:t>
                      </a:r>
                      <a:endParaRPr sz="2400" b="1" u="none" strike="noStrike" cap="none" dirty="0">
                        <a:solidFill>
                          <a:schemeClr val="tx1"/>
                        </a:solidFill>
                        <a:latin typeface="Calibri"/>
                        <a:ea typeface="Calibri"/>
                        <a:cs typeface="Calibri"/>
                        <a:sym typeface="Calibri"/>
                      </a:endParaRPr>
                    </a:p>
                  </a:txBody>
                  <a:tcPr marL="0" marR="0" marT="0" marB="0" anchor="ctr"/>
                </a:tc>
                <a:tc hMerge="1">
                  <a:txBody>
                    <a:bodyPr/>
                    <a:lstStyle/>
                    <a:p>
                      <a:endParaRPr lang="ko-Kore-KR" altLang="en-US"/>
                    </a:p>
                  </a:txBody>
                  <a:tcPr/>
                </a:tc>
                <a:extLst>
                  <a:ext uri="{0D108BD9-81ED-4DB2-BD59-A6C34878D82A}">
                    <a16:rowId xmlns:a16="http://schemas.microsoft.com/office/drawing/2014/main" val="1473297171"/>
                  </a:ext>
                </a:extLst>
              </a:tr>
              <a:tr h="48786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hlinkClick r:id="rId3" action="ppaction://hlinksldjump">
                            <a:extLst>
                              <a:ext uri="{A12FA001-AC4F-418D-AE19-62706E023703}">
                                <ahyp:hlinkClr xmlns:ahyp="http://schemas.microsoft.com/office/drawing/2018/hyperlinkcolor" val="tx"/>
                              </a:ext>
                            </a:extLst>
                          </a:hlinkClick>
                        </a:rPr>
                        <a:t>NRT</a:t>
                      </a:r>
                      <a:endPar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hlinkClick r:id="rId4" action="ppaction://hlinksldjump">
                            <a:extLst>
                              <a:ext uri="{A12FA001-AC4F-418D-AE19-62706E023703}">
                                <ahyp:hlinkClr xmlns:ahyp="http://schemas.microsoft.com/office/drawing/2018/hyperlinkcolor" val="tx"/>
                              </a:ext>
                            </a:extLst>
                          </a:hlinkClick>
                        </a:rPr>
                        <a:t>HNL</a:t>
                      </a:r>
                      <a:endPar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823778637"/>
                  </a:ext>
                </a:extLst>
              </a:tr>
              <a:tr h="48786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hlinkClick r:id="rId5"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hlinkClick r:id="rId6" action="ppaction://hlinksldjump">
                            <a:extLst>
                              <a:ext uri="{A12FA001-AC4F-418D-AE19-62706E023703}">
                                <ahyp:hlinkClr xmlns:ahyp="http://schemas.microsoft.com/office/drawing/2018/hyperlinkcolor" val="tx"/>
                              </a:ext>
                            </a:extLst>
                          </a:hlinkClick>
                        </a:rPr>
                        <a:t>SYD</a:t>
                      </a:r>
                      <a:endPar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064547744"/>
                  </a:ext>
                </a:extLst>
              </a:tr>
              <a:tr h="48786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hlinkClick r:id="rId7"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hlinkClick r:id="rId8" action="ppaction://hlinksldjump">
                            <a:extLst>
                              <a:ext uri="{A12FA001-AC4F-418D-AE19-62706E023703}">
                                <ahyp:hlinkClr xmlns:ahyp="http://schemas.microsoft.com/office/drawing/2018/hyperlinkcolor" val="tx"/>
                              </a:ext>
                            </a:extLst>
                          </a:hlinkClick>
                        </a:rPr>
                        <a:t>BNE</a:t>
                      </a:r>
                      <a:endParaRPr lang="en-US" altLang="ko-Kore-KR" sz="2000" b="1" i="0" u="none" strike="noStrike" cap="none" dirty="0">
                        <a:solidFill>
                          <a:srgbClr val="FFC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931868389"/>
                  </a:ext>
                </a:extLst>
              </a:tr>
            </a:tbl>
          </a:graphicData>
        </a:graphic>
      </p:graphicFrame>
      <p:graphicFrame>
        <p:nvGraphicFramePr>
          <p:cNvPr id="2" name="Google Shape;90;p1">
            <a:extLst>
              <a:ext uri="{FF2B5EF4-FFF2-40B4-BE49-F238E27FC236}">
                <a16:creationId xmlns:a16="http://schemas.microsoft.com/office/drawing/2014/main" id="{60715795-D460-C921-1929-104CD446B2C3}"/>
              </a:ext>
            </a:extLst>
          </p:cNvPr>
          <p:cNvGraphicFramePr/>
          <p:nvPr>
            <p:extLst>
              <p:ext uri="{D42A27DB-BD31-4B8C-83A1-F6EECF244321}">
                <p14:modId xmlns:p14="http://schemas.microsoft.com/office/powerpoint/2010/main" val="2158389381"/>
              </p:ext>
            </p:extLst>
          </p:nvPr>
        </p:nvGraphicFramePr>
        <p:xfrm>
          <a:off x="185895" y="4446365"/>
          <a:ext cx="1969476" cy="556300"/>
        </p:xfrm>
        <a:graphic>
          <a:graphicData uri="http://schemas.openxmlformats.org/drawingml/2006/table">
            <a:tbl>
              <a:tblPr firstRow="1" bandRow="1">
                <a:noFill/>
                <a:tableStyleId>{A521BE36-7E6F-4EC9-8D66-1CF97A6895EC}</a:tableStyleId>
              </a:tblPr>
              <a:tblGrid>
                <a:gridCol w="1969476">
                  <a:extLst>
                    <a:ext uri="{9D8B030D-6E8A-4147-A177-3AD203B41FA5}">
                      <a16:colId xmlns:a16="http://schemas.microsoft.com/office/drawing/2014/main" val="20000"/>
                    </a:ext>
                  </a:extLst>
                </a:gridCol>
              </a:tblGrid>
              <a:tr h="278150">
                <a:tc>
                  <a:txBody>
                    <a:bodyPr/>
                    <a:lstStyle/>
                    <a:p>
                      <a:pPr marL="0" marR="0" lvl="0" indent="0" algn="ctr" rtl="0">
                        <a:spcBef>
                          <a:spcPts val="0"/>
                        </a:spcBef>
                        <a:spcAft>
                          <a:spcPts val="0"/>
                        </a:spcAft>
                        <a:buNone/>
                      </a:pPr>
                      <a:r>
                        <a:rPr lang="en-US" sz="1400" b="1" u="none" strike="noStrike" cap="none" dirty="0">
                          <a:solidFill>
                            <a:schemeClr val="tx1"/>
                          </a:solidFill>
                          <a:latin typeface="Calibri"/>
                          <a:ea typeface="Calibri"/>
                          <a:cs typeface="Calibri"/>
                          <a:sym typeface="Calibri"/>
                        </a:rPr>
                        <a:t>Welcome PA</a:t>
                      </a:r>
                      <a:endParaRPr sz="1400" b="1" u="none" strike="noStrike" cap="none" dirty="0">
                        <a:solidFill>
                          <a:schemeClr val="tx1"/>
                        </a:solidFill>
                        <a:latin typeface="Calibri"/>
                        <a:ea typeface="Calibri"/>
                        <a:cs typeface="Calibri"/>
                        <a:sym typeface="Calibri"/>
                      </a:endParaRPr>
                    </a:p>
                  </a:txBody>
                  <a:tcPr marL="91450" marR="91450" marT="0" marB="0" anchor="ctr"/>
                </a:tc>
                <a:extLst>
                  <a:ext uri="{0D108BD9-81ED-4DB2-BD59-A6C34878D82A}">
                    <a16:rowId xmlns:a16="http://schemas.microsoft.com/office/drawing/2014/main" val="10000"/>
                  </a:ext>
                </a:extLst>
              </a:tr>
              <a:tr h="278150">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0" u="none" strike="noStrike" cap="none" dirty="0">
                          <a:solidFill>
                            <a:schemeClr val="bg1"/>
                          </a:solidFill>
                          <a:latin typeface="Calibri"/>
                          <a:ea typeface="Calibri"/>
                          <a:cs typeface="Calibri"/>
                          <a:sym typeface="Calibri"/>
                        </a:rPr>
                        <a:t>Next Page</a:t>
                      </a:r>
                    </a:p>
                  </a:txBody>
                  <a:tcPr marL="91450" marR="91450" marT="0" marB="0" anchor="ctr"/>
                </a:tc>
                <a:extLst>
                  <a:ext uri="{0D108BD9-81ED-4DB2-BD59-A6C34878D82A}">
                    <a16:rowId xmlns:a16="http://schemas.microsoft.com/office/drawing/2014/main" val="10002"/>
                  </a:ext>
                </a:extLst>
              </a:tr>
            </a:tbl>
          </a:graphicData>
        </a:graphic>
      </p:graphicFrame>
      <p:pic>
        <p:nvPicPr>
          <p:cNvPr id="4" name="그래픽 3" descr="집 Wi-Fi에서 작업 단색으로 채워진">
            <a:hlinkClick r:id="" action="ppaction://hlinkshowjump?jump=firstslide"/>
            <a:extLst>
              <a:ext uri="{FF2B5EF4-FFF2-40B4-BE49-F238E27FC236}">
                <a16:creationId xmlns:a16="http://schemas.microsoft.com/office/drawing/2014/main" id="{D866FAE2-9980-C00E-E905-5E5F7DBD0EE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816484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9">
          <a:extLst>
            <a:ext uri="{FF2B5EF4-FFF2-40B4-BE49-F238E27FC236}">
              <a16:creationId xmlns:a16="http://schemas.microsoft.com/office/drawing/2014/main" id="{E7A4B785-4C80-2E4F-A9AC-6AFE1939C031}"/>
            </a:ext>
          </a:extLst>
        </p:cNvPr>
        <p:cNvGrpSpPr/>
        <p:nvPr/>
      </p:nvGrpSpPr>
      <p:grpSpPr>
        <a:xfrm>
          <a:off x="0" y="0"/>
          <a:ext cx="0" cy="0"/>
          <a:chOff x="0" y="0"/>
          <a:chExt cx="0" cy="0"/>
        </a:xfrm>
      </p:grpSpPr>
      <p:graphicFrame>
        <p:nvGraphicFramePr>
          <p:cNvPr id="371" name="Google Shape;371;p27">
            <a:extLst>
              <a:ext uri="{FF2B5EF4-FFF2-40B4-BE49-F238E27FC236}">
                <a16:creationId xmlns:a16="http://schemas.microsoft.com/office/drawing/2014/main" id="{B8915301-9BDE-7349-EF64-2C9099847090}"/>
              </a:ext>
            </a:extLst>
          </p:cNvPr>
          <p:cNvGraphicFramePr/>
          <p:nvPr>
            <p:extLst>
              <p:ext uri="{D42A27DB-BD31-4B8C-83A1-F6EECF244321}">
                <p14:modId xmlns:p14="http://schemas.microsoft.com/office/powerpoint/2010/main" val="4083684553"/>
              </p:ext>
            </p:extLst>
          </p:nvPr>
        </p:nvGraphicFramePr>
        <p:xfrm>
          <a:off x="114028" y="3763936"/>
          <a:ext cx="2100805" cy="851868"/>
        </p:xfrm>
        <a:graphic>
          <a:graphicData uri="http://schemas.openxmlformats.org/drawingml/2006/table">
            <a:tbl>
              <a:tblPr firstRow="1" bandRow="1">
                <a:noFill/>
                <a:tableStyleId>{A521BE36-7E6F-4EC9-8D66-1CF97A6895EC}</a:tableStyleId>
              </a:tblPr>
              <a:tblGrid>
                <a:gridCol w="528649">
                  <a:extLst>
                    <a:ext uri="{9D8B030D-6E8A-4147-A177-3AD203B41FA5}">
                      <a16:colId xmlns:a16="http://schemas.microsoft.com/office/drawing/2014/main" val="20002"/>
                    </a:ext>
                  </a:extLst>
                </a:gridCol>
                <a:gridCol w="1572156">
                  <a:extLst>
                    <a:ext uri="{9D8B030D-6E8A-4147-A177-3AD203B41FA5}">
                      <a16:colId xmlns:a16="http://schemas.microsoft.com/office/drawing/2014/main" val="20003"/>
                    </a:ext>
                  </a:extLst>
                </a:gridCol>
              </a:tblGrid>
              <a:tr h="219636">
                <a:tc gridSpan="2">
                  <a:txBody>
                    <a:bodyPr/>
                    <a:lstStyle/>
                    <a:p>
                      <a:pPr marL="0" marR="0" lvl="0" indent="0" algn="ctr" rtl="0">
                        <a:spcBef>
                          <a:spcPts val="0"/>
                        </a:spcBef>
                        <a:spcAft>
                          <a:spcPts val="0"/>
                        </a:spcAft>
                        <a:buNone/>
                      </a:pPr>
                      <a:r>
                        <a:rPr lang="en-US" sz="1100" dirty="0">
                          <a:solidFill>
                            <a:schemeClr val="tx1"/>
                          </a:solidFill>
                        </a:rPr>
                        <a:t>Oceania</a:t>
                      </a:r>
                      <a:endParaRPr sz="1100" b="0" dirty="0">
                        <a:solidFill>
                          <a:schemeClr val="tx1"/>
                        </a:solidFill>
                      </a:endParaRPr>
                    </a:p>
                  </a:txBody>
                  <a:tcPr marL="0" marR="0" marT="0" marB="0"/>
                </a:tc>
                <a:tc hMerge="1">
                  <a:txBody>
                    <a:bodyPr/>
                    <a:lstStyle/>
                    <a:p>
                      <a:pPr marL="0" marR="0" lvl="0" indent="0" algn="ctr" rtl="0">
                        <a:spcBef>
                          <a:spcPts val="0"/>
                        </a:spcBef>
                        <a:spcAft>
                          <a:spcPts val="0"/>
                        </a:spcAft>
                        <a:buNone/>
                      </a:pPr>
                      <a:r>
                        <a:rPr lang="ko-KR" altLang="en-US" sz="800" b="0" dirty="0">
                          <a:solidFill>
                            <a:srgbClr val="00B050"/>
                          </a:solidFill>
                        </a:rPr>
                        <a:t>상하이</a:t>
                      </a:r>
                      <a:r>
                        <a:rPr lang="en-US" altLang="ko-KR" sz="800" b="0" dirty="0">
                          <a:solidFill>
                            <a:srgbClr val="00B050"/>
                          </a:solidFill>
                        </a:rPr>
                        <a:t>/</a:t>
                      </a:r>
                      <a:r>
                        <a:rPr lang="ko-KR" altLang="en-US" sz="800" b="0" dirty="0" err="1">
                          <a:solidFill>
                            <a:srgbClr val="00B050"/>
                          </a:solidFill>
                        </a:rPr>
                        <a:t>홍차오</a:t>
                      </a:r>
                      <a:endParaRPr sz="800" b="0" dirty="0">
                        <a:solidFill>
                          <a:srgbClr val="00B050"/>
                        </a:solidFill>
                      </a:endParaRPr>
                    </a:p>
                  </a:txBody>
                  <a:tcPr marL="0" marR="0" marT="0" marB="0"/>
                </a:tc>
                <a:extLst>
                  <a:ext uri="{0D108BD9-81ED-4DB2-BD59-A6C34878D82A}">
                    <a16:rowId xmlns:a16="http://schemas.microsoft.com/office/drawing/2014/main" val="10000"/>
                  </a:ext>
                </a:extLst>
              </a:tr>
              <a:tr h="210744">
                <a:tc>
                  <a:txBody>
                    <a:bodyPr/>
                    <a:lstStyle/>
                    <a:p>
                      <a:pPr marL="0" marR="0" lvl="0" indent="0" algn="ctr" rtl="0">
                        <a:spcBef>
                          <a:spcPts val="0"/>
                        </a:spcBef>
                        <a:spcAft>
                          <a:spcPts val="0"/>
                        </a:spcAft>
                        <a:buNone/>
                      </a:pPr>
                      <a:r>
                        <a:rPr lang="en-US" sz="900" dirty="0">
                          <a:solidFill>
                            <a:srgbClr val="F28943"/>
                          </a:solidFill>
                        </a:rPr>
                        <a:t>HNL</a:t>
                      </a:r>
                      <a:endParaRPr sz="900" dirty="0">
                        <a:solidFill>
                          <a:srgbClr val="F28943"/>
                        </a:solidFill>
                      </a:endParaRPr>
                    </a:p>
                  </a:txBody>
                  <a:tcPr marL="0" marR="0" marT="0" marB="0" anchor="ctr"/>
                </a:tc>
                <a:tc>
                  <a:txBody>
                    <a:bodyPr/>
                    <a:lstStyle/>
                    <a:p>
                      <a:pPr marL="0" marR="0" lvl="0" indent="0" algn="ctr" rtl="0">
                        <a:spcBef>
                          <a:spcPts val="0"/>
                        </a:spcBef>
                        <a:spcAft>
                          <a:spcPts val="0"/>
                        </a:spcAft>
                        <a:buNone/>
                      </a:pPr>
                      <a:r>
                        <a:rPr lang="ko-KR" altLang="en-US" sz="800" b="0" dirty="0" err="1">
                          <a:solidFill>
                            <a:srgbClr val="F28943"/>
                          </a:solidFill>
                        </a:rPr>
                        <a:t>호놀루루</a:t>
                      </a:r>
                      <a:r>
                        <a:rPr lang="en-US" altLang="ko-KR" sz="800" b="0" dirty="0">
                          <a:solidFill>
                            <a:srgbClr val="F28943"/>
                          </a:solidFill>
                        </a:rPr>
                        <a:t>/</a:t>
                      </a:r>
                      <a:r>
                        <a:rPr lang="ko-KR" altLang="en-US" sz="800" b="0" dirty="0">
                          <a:solidFill>
                            <a:srgbClr val="F28943"/>
                          </a:solidFill>
                        </a:rPr>
                        <a:t>다니엘 케이 이노우에</a:t>
                      </a:r>
                      <a:endParaRPr sz="800" b="0" dirty="0">
                        <a:solidFill>
                          <a:srgbClr val="F28943"/>
                        </a:solidFill>
                      </a:endParaRPr>
                    </a:p>
                  </a:txBody>
                  <a:tcPr marL="0" marR="0" marT="0" marB="0" anchor="ctr"/>
                </a:tc>
                <a:extLst>
                  <a:ext uri="{0D108BD9-81ED-4DB2-BD59-A6C34878D82A}">
                    <a16:rowId xmlns:a16="http://schemas.microsoft.com/office/drawing/2014/main" val="2751862034"/>
                  </a:ext>
                </a:extLst>
              </a:tr>
              <a:tr h="210744">
                <a:tc>
                  <a:txBody>
                    <a:bodyPr/>
                    <a:lstStyle/>
                    <a:p>
                      <a:pPr marL="0" marR="0" lvl="0" indent="0" algn="ctr" rtl="0">
                        <a:spcBef>
                          <a:spcPts val="0"/>
                        </a:spcBef>
                        <a:spcAft>
                          <a:spcPts val="0"/>
                        </a:spcAft>
                        <a:buNone/>
                      </a:pPr>
                      <a:r>
                        <a:rPr lang="en-US" sz="900" dirty="0">
                          <a:solidFill>
                            <a:srgbClr val="F28943"/>
                          </a:solidFill>
                        </a:rPr>
                        <a:t>SYD</a:t>
                      </a:r>
                      <a:endParaRPr sz="900" dirty="0">
                        <a:solidFill>
                          <a:srgbClr val="F28943"/>
                        </a:solidFill>
                      </a:endParaRPr>
                    </a:p>
                  </a:txBody>
                  <a:tcPr marL="0" marR="0" marT="0" marB="0" anchor="ctr"/>
                </a:tc>
                <a:tc>
                  <a:txBody>
                    <a:bodyPr/>
                    <a:lstStyle/>
                    <a:p>
                      <a:pPr marL="0" marR="0" lvl="0" indent="0" algn="ctr" rtl="0">
                        <a:spcBef>
                          <a:spcPts val="0"/>
                        </a:spcBef>
                        <a:spcAft>
                          <a:spcPts val="0"/>
                        </a:spcAft>
                        <a:buNone/>
                      </a:pPr>
                      <a:r>
                        <a:rPr lang="ko-KR" altLang="en-US" sz="800" b="0" dirty="0">
                          <a:solidFill>
                            <a:srgbClr val="F28943"/>
                          </a:solidFill>
                        </a:rPr>
                        <a:t>시드니</a:t>
                      </a:r>
                      <a:r>
                        <a:rPr lang="en-US" altLang="ko-KR" sz="800" b="0" dirty="0">
                          <a:solidFill>
                            <a:srgbClr val="F28943"/>
                          </a:solidFill>
                        </a:rPr>
                        <a:t>/</a:t>
                      </a:r>
                      <a:r>
                        <a:rPr lang="ko-KR" altLang="en-US" sz="800" b="0" dirty="0" err="1">
                          <a:solidFill>
                            <a:srgbClr val="F28943"/>
                          </a:solidFill>
                        </a:rPr>
                        <a:t>킹스폴드</a:t>
                      </a:r>
                      <a:r>
                        <a:rPr lang="ko-KR" altLang="en-US" sz="800" b="0" dirty="0">
                          <a:solidFill>
                            <a:srgbClr val="F28943"/>
                          </a:solidFill>
                        </a:rPr>
                        <a:t> 스미스</a:t>
                      </a:r>
                      <a:endParaRPr sz="900" b="0" dirty="0">
                        <a:solidFill>
                          <a:srgbClr val="F28943"/>
                        </a:solidFill>
                      </a:endParaRPr>
                    </a:p>
                  </a:txBody>
                  <a:tcPr marL="0" marR="0" marT="0" marB="0" anchor="ctr"/>
                </a:tc>
                <a:extLst>
                  <a:ext uri="{0D108BD9-81ED-4DB2-BD59-A6C34878D82A}">
                    <a16:rowId xmlns:a16="http://schemas.microsoft.com/office/drawing/2014/main" val="2116662300"/>
                  </a:ext>
                </a:extLst>
              </a:tr>
              <a:tr h="210744">
                <a:tc>
                  <a:txBody>
                    <a:bodyPr/>
                    <a:lstStyle/>
                    <a:p>
                      <a:pPr marL="0" marR="0" lvl="0" indent="0" algn="ctr" rtl="0">
                        <a:spcBef>
                          <a:spcPts val="0"/>
                        </a:spcBef>
                        <a:spcAft>
                          <a:spcPts val="0"/>
                        </a:spcAft>
                        <a:buNone/>
                      </a:pPr>
                      <a:r>
                        <a:rPr lang="en-US" sz="900" dirty="0">
                          <a:solidFill>
                            <a:srgbClr val="F28943"/>
                          </a:solidFill>
                        </a:rPr>
                        <a:t>BNE</a:t>
                      </a:r>
                      <a:endParaRPr sz="900" dirty="0">
                        <a:solidFill>
                          <a:srgbClr val="F28943"/>
                        </a:solidFill>
                      </a:endParaRPr>
                    </a:p>
                  </a:txBody>
                  <a:tcPr marL="0" marR="0" marT="0" marB="0" anchor="ctr"/>
                </a:tc>
                <a:tc>
                  <a:txBody>
                    <a:bodyPr/>
                    <a:lstStyle/>
                    <a:p>
                      <a:pPr marL="0" marR="0" lvl="0" indent="0" algn="ctr" rtl="0">
                        <a:spcBef>
                          <a:spcPts val="0"/>
                        </a:spcBef>
                        <a:spcAft>
                          <a:spcPts val="0"/>
                        </a:spcAft>
                        <a:buNone/>
                      </a:pPr>
                      <a:r>
                        <a:rPr lang="ko-KR" altLang="en-US" sz="800" b="0" dirty="0">
                          <a:solidFill>
                            <a:srgbClr val="F28943"/>
                          </a:solidFill>
                        </a:rPr>
                        <a:t>브리즈번</a:t>
                      </a:r>
                      <a:endParaRPr sz="900" b="0" dirty="0">
                        <a:solidFill>
                          <a:srgbClr val="F28943"/>
                        </a:solidFill>
                      </a:endParaRPr>
                    </a:p>
                  </a:txBody>
                  <a:tcPr marL="0" marR="0" marT="0" marB="0" anchor="ctr"/>
                </a:tc>
                <a:extLst>
                  <a:ext uri="{0D108BD9-81ED-4DB2-BD59-A6C34878D82A}">
                    <a16:rowId xmlns:a16="http://schemas.microsoft.com/office/drawing/2014/main" val="2526617030"/>
                  </a:ext>
                </a:extLst>
              </a:tr>
            </a:tbl>
          </a:graphicData>
        </a:graphic>
      </p:graphicFrame>
      <p:graphicFrame>
        <p:nvGraphicFramePr>
          <p:cNvPr id="4" name="Google Shape;370;p27">
            <a:extLst>
              <a:ext uri="{FF2B5EF4-FFF2-40B4-BE49-F238E27FC236}">
                <a16:creationId xmlns:a16="http://schemas.microsoft.com/office/drawing/2014/main" id="{E45BF995-9579-C743-9CC0-6787DB044A20}"/>
              </a:ext>
            </a:extLst>
          </p:cNvPr>
          <p:cNvGraphicFramePr/>
          <p:nvPr>
            <p:extLst>
              <p:ext uri="{D42A27DB-BD31-4B8C-83A1-F6EECF244321}">
                <p14:modId xmlns:p14="http://schemas.microsoft.com/office/powerpoint/2010/main" val="2881329072"/>
              </p:ext>
            </p:extLst>
          </p:nvPr>
        </p:nvGraphicFramePr>
        <p:xfrm>
          <a:off x="0" y="1"/>
          <a:ext cx="2328875" cy="3736015"/>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194766">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1200" b="1" dirty="0">
                          <a:latin typeface="Calibri"/>
                          <a:ea typeface="Calibri"/>
                          <a:cs typeface="Calibri"/>
                          <a:sym typeface="Calibri"/>
                        </a:rPr>
                        <a:t>WELCOME PA</a:t>
                      </a:r>
                      <a:r>
                        <a:rPr lang="ko-KR" altLang="en-US" sz="1200" b="1" dirty="0">
                          <a:latin typeface="Calibri"/>
                          <a:ea typeface="Calibri"/>
                          <a:cs typeface="Calibri"/>
                          <a:sym typeface="Calibri"/>
                        </a:rPr>
                        <a:t> </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(10</a:t>
                      </a:r>
                      <a:r>
                        <a:rPr kumimoji="0" lang="ko-KR" altLang="en-US" sz="600" b="1" i="0" u="none" strike="noStrike" kern="1200" cap="none" spc="0" normalizeH="0" baseline="0" noProof="0" dirty="0" err="1">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분이상</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지연 </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or</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a:t>
                      </a:r>
                      <a:r>
                        <a:rPr kumimoji="0" lang="ko-KR" altLang="en-US" sz="600" b="1" i="0" u="none" strike="noStrike" kern="1200" cap="none" spc="0" normalizeH="0" baseline="0" noProof="0" dirty="0" err="1">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예상시</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지연 방송</a:t>
                      </a:r>
                      <a:r>
                        <a:rPr kumimoji="0" lang="en-US" altLang="ko-KR" sz="600" b="1" i="0" u="none" strike="noStrike" kern="1200" cap="none" spc="0" normalizeH="0" baseline="0" noProof="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a:t>
                      </a:r>
                      <a:endParaRPr sz="1200" b="1" dirty="0">
                        <a:latin typeface="Calibri"/>
                        <a:ea typeface="Calibri"/>
                        <a:cs typeface="Calibri"/>
                        <a:sym typeface="Calibri"/>
                      </a:endParaRPr>
                    </a:p>
                  </a:txBody>
                  <a:tcPr marL="91450" marR="91450" marT="45725" marB="45725"/>
                </a:tc>
                <a:extLst>
                  <a:ext uri="{0D108BD9-81ED-4DB2-BD59-A6C34878D82A}">
                    <a16:rowId xmlns:a16="http://schemas.microsoft.com/office/drawing/2014/main" val="10000"/>
                  </a:ext>
                </a:extLst>
              </a:tr>
              <a:tr h="1335400">
                <a:tc>
                  <a:txBody>
                    <a:bodyPr/>
                    <a:lstStyle/>
                    <a:p>
                      <a:pPr marL="0" marR="0" lvl="0" indent="0" algn="l" rtl="0">
                        <a:lnSpc>
                          <a:spcPct val="15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en-US" sz="800" b="1" dirty="0" err="1">
                          <a:latin typeface="Calibri"/>
                          <a:ea typeface="Calibri"/>
                          <a:cs typeface="Calibri"/>
                          <a:sym typeface="Calibri"/>
                        </a:rPr>
                        <a:t>안녕하십니까</a:t>
                      </a:r>
                      <a:r>
                        <a:rPr 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저는</a:t>
                      </a:r>
                      <a:r>
                        <a:rPr lang="en-US" sz="800" b="1" dirty="0">
                          <a:latin typeface="Calibri"/>
                          <a:ea typeface="Calibri"/>
                          <a:cs typeface="Calibri"/>
                          <a:sym typeface="Calibri"/>
                        </a:rPr>
                        <a:t> </a:t>
                      </a:r>
                      <a:r>
                        <a:rPr lang="ko-KR" altLang="en-US" sz="800" b="1" dirty="0">
                          <a:latin typeface="Calibri"/>
                          <a:ea typeface="Calibri"/>
                          <a:cs typeface="Calibri"/>
                          <a:sym typeface="Calibri"/>
                        </a:rPr>
                        <a:t>여러분을 모시고 가는 </a:t>
                      </a:r>
                      <a:r>
                        <a:rPr lang="en-US" sz="800" b="1" dirty="0" err="1">
                          <a:latin typeface="Calibri"/>
                          <a:ea typeface="Calibri"/>
                          <a:cs typeface="Calibri"/>
                          <a:sym typeface="Calibri"/>
                        </a:rPr>
                        <a:t>기장</a:t>
                      </a:r>
                      <a:r>
                        <a:rPr lang="en-US" sz="800" b="1" dirty="0">
                          <a:latin typeface="Calibri"/>
                          <a:ea typeface="Calibri"/>
                          <a:cs typeface="Calibri"/>
                          <a:sym typeface="Calibri"/>
                        </a:rPr>
                        <a:t> ___</a:t>
                      </a:r>
                      <a:r>
                        <a:rPr lang="en-US" sz="800" b="1" dirty="0" err="1">
                          <a:latin typeface="Calibri"/>
                          <a:ea typeface="Calibri"/>
                          <a:cs typeface="Calibri"/>
                          <a:sym typeface="Calibri"/>
                        </a:rPr>
                        <a:t>입니다</a:t>
                      </a:r>
                      <a:r>
                        <a:rPr lang="en-US"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저희</a:t>
                      </a:r>
                      <a:r>
                        <a:rPr lang="en-US" sz="800" b="1" dirty="0">
                          <a:latin typeface="Calibri"/>
                          <a:ea typeface="Calibri"/>
                          <a:cs typeface="Calibri"/>
                          <a:sym typeface="Calibri"/>
                        </a:rPr>
                        <a:t> </a:t>
                      </a:r>
                      <a:r>
                        <a:rPr lang="en-US" sz="800" b="1" dirty="0" err="1">
                          <a:latin typeface="Calibri"/>
                          <a:ea typeface="Calibri"/>
                          <a:cs typeface="Calibri"/>
                          <a:sym typeface="Calibri"/>
                        </a:rPr>
                        <a:t>대한항공을</a:t>
                      </a:r>
                      <a:r>
                        <a:rPr lang="en-US" sz="800" b="1" dirty="0">
                          <a:latin typeface="Calibri"/>
                          <a:ea typeface="Calibri"/>
                          <a:cs typeface="Calibri"/>
                          <a:sym typeface="Calibri"/>
                        </a:rPr>
                        <a:t> </a:t>
                      </a:r>
                      <a:r>
                        <a:rPr lang="en-US" sz="800" b="1" dirty="0" err="1">
                          <a:latin typeface="Calibri"/>
                          <a:ea typeface="Calibri"/>
                          <a:cs typeface="Calibri"/>
                          <a:sym typeface="Calibri"/>
                        </a:rPr>
                        <a:t>이용해</a:t>
                      </a:r>
                      <a:r>
                        <a:rPr lang="en-US" sz="800" b="1" dirty="0">
                          <a:latin typeface="Calibri"/>
                          <a:ea typeface="Calibri"/>
                          <a:cs typeface="Calibri"/>
                          <a:sym typeface="Calibri"/>
                        </a:rPr>
                        <a:t> </a:t>
                      </a:r>
                      <a:r>
                        <a:rPr lang="en-US" sz="800" b="1" dirty="0" err="1">
                          <a:latin typeface="Calibri"/>
                          <a:ea typeface="Calibri"/>
                          <a:cs typeface="Calibri"/>
                          <a:sym typeface="Calibri"/>
                        </a:rPr>
                        <a:t>주셔서</a:t>
                      </a:r>
                      <a:r>
                        <a:rPr lang="en-US" sz="800" b="1" dirty="0">
                          <a:latin typeface="Calibri"/>
                          <a:ea typeface="Calibri"/>
                          <a:cs typeface="Calibri"/>
                          <a:sym typeface="Calibri"/>
                        </a:rPr>
                        <a:t> </a:t>
                      </a:r>
                      <a:r>
                        <a:rPr lang="en-US" sz="800" b="1" dirty="0" err="1">
                          <a:latin typeface="Calibri"/>
                          <a:ea typeface="Calibri"/>
                          <a:cs typeface="Calibri"/>
                          <a:sym typeface="Calibri"/>
                        </a:rPr>
                        <a:t>대단히</a:t>
                      </a:r>
                      <a:r>
                        <a:rPr lang="en-US" sz="800" b="1" dirty="0">
                          <a:latin typeface="Calibri"/>
                          <a:ea typeface="Calibri"/>
                          <a:cs typeface="Calibri"/>
                          <a:sym typeface="Calibri"/>
                        </a:rPr>
                        <a:t> </a:t>
                      </a:r>
                      <a:r>
                        <a:rPr lang="ko-KR" altLang="en-US" sz="800" b="1" dirty="0">
                          <a:latin typeface="Calibri"/>
                          <a:ea typeface="Calibri"/>
                          <a:cs typeface="Calibri"/>
                          <a:sym typeface="Calibri"/>
                        </a:rPr>
                        <a:t>고맙습니다</a:t>
                      </a:r>
                      <a:r>
                        <a:rPr lang="en-US" altLang="ko-KR"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a:latin typeface="Calibri"/>
                          <a:ea typeface="Calibri"/>
                          <a:cs typeface="Calibri"/>
                          <a:sym typeface="Calibri"/>
                        </a:rPr>
                        <a:t>___ (</a:t>
                      </a:r>
                      <a:r>
                        <a:rPr lang="en-US" sz="800" b="1" dirty="0" err="1">
                          <a:latin typeface="Calibri"/>
                          <a:ea typeface="Calibri"/>
                          <a:cs typeface="Calibri"/>
                          <a:sym typeface="Calibri"/>
                        </a:rPr>
                        <a:t>국제</a:t>
                      </a:r>
                      <a:r>
                        <a:rPr lang="en-US" sz="800" b="1" dirty="0">
                          <a:latin typeface="Calibri"/>
                          <a:ea typeface="Calibri"/>
                          <a:cs typeface="Calibri"/>
                          <a:sym typeface="Calibri"/>
                        </a:rPr>
                        <a:t>)</a:t>
                      </a:r>
                      <a:r>
                        <a:rPr lang="en-US" sz="800" b="1" dirty="0" err="1">
                          <a:latin typeface="Calibri"/>
                          <a:ea typeface="Calibri"/>
                          <a:cs typeface="Calibri"/>
                          <a:sym typeface="Calibri"/>
                        </a:rPr>
                        <a:t>공항까지</a:t>
                      </a:r>
                      <a:r>
                        <a:rPr lang="en-US" sz="800" b="1" dirty="0">
                          <a:latin typeface="Calibri"/>
                          <a:ea typeface="Calibri"/>
                          <a:cs typeface="Calibri"/>
                          <a:sym typeface="Calibri"/>
                        </a:rPr>
                        <a:t> </a:t>
                      </a:r>
                      <a:r>
                        <a:rPr lang="ko-KR" altLang="en-US" sz="800" b="1" dirty="0">
                          <a:latin typeface="Calibri"/>
                          <a:ea typeface="Calibri"/>
                          <a:cs typeface="Calibri"/>
                          <a:sym typeface="Calibri"/>
                        </a:rPr>
                        <a:t>비행시간은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시간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분 </a:t>
                      </a:r>
                      <a:r>
                        <a:rPr lang="ko-KR" altLang="en-US" sz="800" b="1" dirty="0" err="1">
                          <a:latin typeface="Calibri"/>
                          <a:ea typeface="Calibri"/>
                          <a:cs typeface="Calibri"/>
                          <a:sym typeface="Calibri"/>
                        </a:rPr>
                        <a:t>으로</a:t>
                      </a:r>
                      <a:r>
                        <a:rPr lang="ko-KR" altLang="en-US" sz="800" b="1" dirty="0">
                          <a:latin typeface="Calibri"/>
                          <a:ea typeface="Calibri"/>
                          <a:cs typeface="Calibri"/>
                          <a:sym typeface="Calibri"/>
                        </a:rPr>
                        <a:t> 예상됩니다</a:t>
                      </a:r>
                      <a:r>
                        <a:rPr lang="en-US" altLang="ko-KR" sz="800" b="1" dirty="0">
                          <a:latin typeface="Calibri"/>
                          <a:ea typeface="Calibri"/>
                          <a:cs typeface="Calibri"/>
                          <a:sym typeface="Calibri"/>
                        </a:rPr>
                        <a:t>.</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비행 중에는 항공기가 갑자기 흔들릴 수도 있으니</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자리에 않아 계실 때에는 항상 좌석벨트를 매주시기 바랍니다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altLang="ko-Kore-KR" sz="800" b="1" dirty="0">
                          <a:latin typeface="Calibri"/>
                          <a:ea typeface="Calibri"/>
                          <a:cs typeface="Calibri"/>
                          <a:sym typeface="Calibri"/>
                        </a:rPr>
                        <a:t>(</a:t>
                      </a:r>
                      <a:r>
                        <a:rPr lang="ko-KR" altLang="en-US" sz="800" b="1" dirty="0">
                          <a:latin typeface="Calibri"/>
                          <a:ea typeface="Calibri"/>
                          <a:cs typeface="Calibri"/>
                          <a:sym typeface="Calibri"/>
                        </a:rPr>
                        <a:t>저희 승무원 모두는</a:t>
                      </a:r>
                      <a:r>
                        <a:rPr lang="en-US" altLang="ko-KR" sz="800" b="1" dirty="0">
                          <a:latin typeface="Calibri"/>
                          <a:ea typeface="Calibri"/>
                          <a:cs typeface="Calibri"/>
                          <a:sym typeface="Calibri"/>
                        </a:rPr>
                        <a:t>)</a:t>
                      </a:r>
                      <a:endParaRPr sz="8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저는 여러분을 안전하게 모시기 위해 최선을 다하겠습니다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고맙습니다</a:t>
                      </a:r>
                      <a:r>
                        <a:rPr lang="en-US" sz="800" b="1" dirty="0">
                          <a:latin typeface="Calibri"/>
                          <a:ea typeface="Calibri"/>
                          <a:cs typeface="Calibri"/>
                          <a:sym typeface="Calibri"/>
                        </a:rPr>
                        <a:t>.</a:t>
                      </a:r>
                      <a:endParaRPr sz="8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1"/>
                  </a:ext>
                </a:extLst>
              </a:tr>
              <a:tr h="1122292">
                <a:tc>
                  <a:txBody>
                    <a:bodyPr/>
                    <a:lstStyle/>
                    <a:p>
                      <a:pPr marL="0" marR="0" lvl="0" indent="0" algn="l" rtl="0">
                        <a:spcBef>
                          <a:spcPts val="0"/>
                        </a:spcBef>
                        <a:spcAft>
                          <a:spcPts val="0"/>
                        </a:spcAft>
                        <a:buNone/>
                      </a:pPr>
                      <a:r>
                        <a:rPr lang="en-US" sz="900" b="1" dirty="0">
                          <a:latin typeface="Calibri"/>
                          <a:ea typeface="Calibri"/>
                          <a:cs typeface="Calibri"/>
                          <a:sym typeface="Calibri"/>
                        </a:rPr>
                        <a:t>Good morning (afternoon /evening), ladies and gentlemen.</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This is captain </a:t>
                      </a:r>
                      <a:r>
                        <a:rPr lang="en-US" sz="900" b="1" u="sng" dirty="0">
                          <a:latin typeface="Calibri"/>
                          <a:ea typeface="Calibri"/>
                          <a:cs typeface="Calibri"/>
                          <a:sym typeface="Calibri"/>
                        </a:rPr>
                        <a:t>last name</a:t>
                      </a:r>
                      <a:r>
                        <a:rPr lang="en-US" sz="900" b="1" dirty="0">
                          <a:latin typeface="Calibri"/>
                          <a:ea typeface="Calibri"/>
                          <a:cs typeface="Calibri"/>
                          <a:sym typeface="Calibri"/>
                        </a:rPr>
                        <a:t> speaking.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Welcome aboard Korean Air. </a:t>
                      </a:r>
                    </a:p>
                    <a:p>
                      <a:pPr marL="0" marR="0" lvl="0" indent="0" algn="l" rtl="0">
                        <a:spcBef>
                          <a:spcPts val="0"/>
                        </a:spcBef>
                        <a:spcAft>
                          <a:spcPts val="0"/>
                        </a:spcAft>
                        <a:buNone/>
                      </a:pPr>
                      <a:r>
                        <a:rPr lang="en-US" sz="900" b="1" dirty="0">
                          <a:latin typeface="Calibri"/>
                          <a:ea typeface="Calibri"/>
                          <a:cs typeface="Calibri"/>
                          <a:sym typeface="Calibri"/>
                        </a:rPr>
                        <a:t>This flight is bound for ___(international) airport</a:t>
                      </a:r>
                      <a:r>
                        <a:rPr lang="ko-KR" altLang="en-US" sz="900" b="1" dirty="0">
                          <a:latin typeface="Calibri"/>
                          <a:ea typeface="Calibri"/>
                          <a:cs typeface="Calibri"/>
                          <a:sym typeface="Calibri"/>
                        </a:rPr>
                        <a:t> </a:t>
                      </a:r>
                      <a:r>
                        <a:rPr lang="en-US" altLang="ko-KR" sz="900" b="1" dirty="0">
                          <a:latin typeface="Calibri"/>
                          <a:ea typeface="Calibri"/>
                          <a:cs typeface="Calibri"/>
                          <a:sym typeface="Calibri"/>
                        </a:rPr>
                        <a:t>and our flight time is ___ hours(s) and minutes.</a:t>
                      </a:r>
                      <a:r>
                        <a:rPr lang="en-US" sz="900" b="1" dirty="0">
                          <a:latin typeface="Calibri"/>
                          <a:ea typeface="Calibri"/>
                          <a:cs typeface="Calibri"/>
                          <a:sym typeface="Calibri"/>
                        </a:rPr>
                        <a:t>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For your safety, keep your seatbelts fastened while you are seated. </a:t>
                      </a:r>
                    </a:p>
                    <a:p>
                      <a:pPr marL="0" marR="0" lvl="0" indent="0" algn="l" rtl="0">
                        <a:spcBef>
                          <a:spcPts val="0"/>
                        </a:spcBef>
                        <a:spcAft>
                          <a:spcPts val="0"/>
                        </a:spcAft>
                        <a:buNone/>
                      </a:pPr>
                      <a:r>
                        <a:rPr lang="en-US" sz="900" b="1" dirty="0">
                          <a:latin typeface="Calibri"/>
                          <a:ea typeface="Calibri"/>
                          <a:cs typeface="Calibri"/>
                          <a:sym typeface="Calibri"/>
                        </a:rPr>
                        <a:t>Thank you for choosing </a:t>
                      </a:r>
                      <a:r>
                        <a:rPr lang="en-US" sz="900" b="1" dirty="0" err="1">
                          <a:latin typeface="Calibri"/>
                          <a:ea typeface="Calibri"/>
                          <a:cs typeface="Calibri"/>
                          <a:sym typeface="Calibri"/>
                        </a:rPr>
                        <a:t>Koreanair</a:t>
                      </a:r>
                      <a:r>
                        <a:rPr lang="en-US" sz="900" b="1" dirty="0">
                          <a:latin typeface="Calibri"/>
                          <a:ea typeface="Calibri"/>
                          <a:cs typeface="Calibri"/>
                          <a:sym typeface="Calibri"/>
                        </a:rPr>
                        <a:t>. </a:t>
                      </a:r>
                    </a:p>
                    <a:p>
                      <a:pPr marL="0" marR="0" lvl="0" indent="0" algn="l" rtl="0">
                        <a:spcBef>
                          <a:spcPts val="0"/>
                        </a:spcBef>
                        <a:spcAft>
                          <a:spcPts val="0"/>
                        </a:spcAft>
                        <a:buNone/>
                      </a:pPr>
                      <a:r>
                        <a:rPr lang="en-US" sz="900" b="1" dirty="0">
                          <a:latin typeface="Calibri"/>
                          <a:ea typeface="Calibri"/>
                          <a:cs typeface="Calibri"/>
                          <a:sym typeface="Calibri"/>
                        </a:rPr>
                        <a:t>Please enjoy your flight. </a:t>
                      </a:r>
                      <a:endParaRPr sz="9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2"/>
                  </a:ext>
                </a:extLst>
              </a:tr>
            </a:tbl>
          </a:graphicData>
        </a:graphic>
      </p:graphicFrame>
      <p:sp>
        <p:nvSpPr>
          <p:cNvPr id="6" name="TextBox 5">
            <a:extLst>
              <a:ext uri="{FF2B5EF4-FFF2-40B4-BE49-F238E27FC236}">
                <a16:creationId xmlns:a16="http://schemas.microsoft.com/office/drawing/2014/main" id="{CB4F8880-7826-96D6-F5B7-8FA2F436D2EE}"/>
              </a:ext>
            </a:extLst>
          </p:cNvPr>
          <p:cNvSpPr txBox="1"/>
          <p:nvPr/>
        </p:nvSpPr>
        <p:spPr>
          <a:xfrm>
            <a:off x="1584105" y="5291789"/>
            <a:ext cx="910408" cy="276999"/>
          </a:xfrm>
          <a:prstGeom prst="rect">
            <a:avLst/>
          </a:prstGeom>
          <a:noFill/>
        </p:spPr>
        <p:txBody>
          <a:bodyPr wrap="square" rtlCol="0">
            <a:spAutoFit/>
          </a:bodyPr>
          <a:lstStyle/>
          <a:p>
            <a:r>
              <a:rPr kumimoji="1" lang="ko-Kore-KR" altLang="en-US" sz="1200" b="1" dirty="0">
                <a:solidFill>
                  <a:srgbClr val="FF0000"/>
                </a:solidFill>
                <a:hlinkClick r:id="rId3" action="ppaction://hlinksldjump">
                  <a:extLst>
                    <a:ext uri="{A12FA001-AC4F-418D-AE19-62706E023703}">
                      <ahyp:hlinkClr xmlns:ahyp="http://schemas.microsoft.com/office/drawing/2018/hyperlinkcolor" val="tx"/>
                    </a:ext>
                  </a:extLst>
                </a:hlinkClick>
              </a:rPr>
              <a:t>도착</a:t>
            </a:r>
            <a:r>
              <a:rPr kumimoji="1" lang="ko-KR" altLang="en-US" sz="1200" b="1" dirty="0">
                <a:solidFill>
                  <a:srgbClr val="FF0000"/>
                </a:solidFill>
                <a:hlinkClick r:id="rId3" action="ppaction://hlinksldjump">
                  <a:extLst>
                    <a:ext uri="{A12FA001-AC4F-418D-AE19-62706E023703}">
                      <ahyp:hlinkClr xmlns:ahyp="http://schemas.microsoft.com/office/drawing/2018/hyperlinkcolor" val="tx"/>
                    </a:ext>
                  </a:extLst>
                </a:hlinkClick>
              </a:rPr>
              <a:t>방송</a:t>
            </a:r>
            <a:endParaRPr kumimoji="1" lang="ko-Kore-KR" altLang="en-US" sz="1200" b="1" dirty="0">
              <a:solidFill>
                <a:srgbClr val="FF0000"/>
              </a:solidFill>
            </a:endParaRPr>
          </a:p>
        </p:txBody>
      </p:sp>
      <p:pic>
        <p:nvPicPr>
          <p:cNvPr id="2" name="그래픽 1" descr="집 Wi-Fi에서 작업 단색으로 채워진">
            <a:hlinkClick r:id="" action="ppaction://hlinkshowjump?jump=firstslide"/>
            <a:extLst>
              <a:ext uri="{FF2B5EF4-FFF2-40B4-BE49-F238E27FC236}">
                <a16:creationId xmlns:a16="http://schemas.microsoft.com/office/drawing/2014/main" id="{07A69A2B-0668-E18A-E9BB-083570E8A37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789536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3D9EAF46-3FEF-5EB2-F163-5BB55F947550}"/>
            </a:ext>
          </a:extLst>
        </p:cNvPr>
        <p:cNvGrpSpPr/>
        <p:nvPr/>
      </p:nvGrpSpPr>
      <p:grpSpPr>
        <a:xfrm>
          <a:off x="0" y="0"/>
          <a:ext cx="0" cy="0"/>
          <a:chOff x="0" y="0"/>
          <a:chExt cx="0" cy="0"/>
        </a:xfrm>
      </p:grpSpPr>
      <p:graphicFrame>
        <p:nvGraphicFramePr>
          <p:cNvPr id="88" name="Google Shape;88;p1">
            <a:extLst>
              <a:ext uri="{FF2B5EF4-FFF2-40B4-BE49-F238E27FC236}">
                <a16:creationId xmlns:a16="http://schemas.microsoft.com/office/drawing/2014/main" id="{38051F1B-8853-CC2D-998D-6CD7EE60CE1F}"/>
              </a:ext>
            </a:extLst>
          </p:cNvPr>
          <p:cNvGraphicFramePr/>
          <p:nvPr>
            <p:extLst>
              <p:ext uri="{D42A27DB-BD31-4B8C-83A1-F6EECF244321}">
                <p14:modId xmlns:p14="http://schemas.microsoft.com/office/powerpoint/2010/main" val="4141343106"/>
              </p:ext>
            </p:extLst>
          </p:nvPr>
        </p:nvGraphicFramePr>
        <p:xfrm>
          <a:off x="98101" y="184953"/>
          <a:ext cx="2132650" cy="2098308"/>
        </p:xfrm>
        <a:graphic>
          <a:graphicData uri="http://schemas.openxmlformats.org/drawingml/2006/table">
            <a:tbl>
              <a:tblPr firstRow="1" bandRow="1">
                <a:noFill/>
                <a:tableStyleId>{A521BE36-7E6F-4EC9-8D66-1CF97A6895EC}</a:tableStyleId>
              </a:tblPr>
              <a:tblGrid>
                <a:gridCol w="1066325">
                  <a:extLst>
                    <a:ext uri="{9D8B030D-6E8A-4147-A177-3AD203B41FA5}">
                      <a16:colId xmlns:a16="http://schemas.microsoft.com/office/drawing/2014/main" val="20000"/>
                    </a:ext>
                  </a:extLst>
                </a:gridCol>
                <a:gridCol w="1066325">
                  <a:extLst>
                    <a:ext uri="{9D8B030D-6E8A-4147-A177-3AD203B41FA5}">
                      <a16:colId xmlns:a16="http://schemas.microsoft.com/office/drawing/2014/main" val="2055015791"/>
                    </a:ext>
                  </a:extLst>
                </a:gridCol>
              </a:tblGrid>
              <a:tr h="599517">
                <a:tc gridSpan="2">
                  <a:txBody>
                    <a:bodyPr/>
                    <a:lstStyle/>
                    <a:p>
                      <a:pPr marL="0" marR="0" lvl="0" indent="0" algn="ctr" rtl="0">
                        <a:spcBef>
                          <a:spcPts val="0"/>
                        </a:spcBef>
                        <a:spcAft>
                          <a:spcPts val="0"/>
                        </a:spcAft>
                        <a:buNone/>
                      </a:pPr>
                      <a:r>
                        <a:rPr lang="en-US" sz="2000" b="1" u="none" strike="noStrike" cap="none" dirty="0">
                          <a:solidFill>
                            <a:schemeClr val="tx1"/>
                          </a:solidFill>
                          <a:latin typeface="Calibri"/>
                          <a:ea typeface="Calibri"/>
                          <a:cs typeface="Calibri"/>
                          <a:sym typeface="Calibri"/>
                        </a:rPr>
                        <a:t>Mongo, ME Asia</a:t>
                      </a:r>
                      <a:endParaRPr sz="2000" b="1" u="none" strike="noStrike" cap="none" dirty="0">
                        <a:solidFill>
                          <a:schemeClr val="tx1"/>
                        </a:solidFill>
                        <a:latin typeface="Calibri"/>
                        <a:ea typeface="Calibri"/>
                        <a:cs typeface="Calibri"/>
                        <a:sym typeface="Calibri"/>
                      </a:endParaRPr>
                    </a:p>
                  </a:txBody>
                  <a:tcPr marL="0" marR="0" marT="0" marB="0" anchor="ctr"/>
                </a:tc>
                <a:tc hMerge="1">
                  <a:txBody>
                    <a:bodyPr/>
                    <a:lstStyle/>
                    <a:p>
                      <a:endParaRPr lang="ko-Kore-KR" altLang="en-US"/>
                    </a:p>
                  </a:txBody>
                  <a:tcPr/>
                </a:tc>
                <a:extLst>
                  <a:ext uri="{0D108BD9-81ED-4DB2-BD59-A6C34878D82A}">
                    <a16:rowId xmlns:a16="http://schemas.microsoft.com/office/drawing/2014/main" val="1473297171"/>
                  </a:ext>
                </a:extLst>
              </a:tr>
              <a:tr h="499597">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2060"/>
                          </a:solidFill>
                          <a:latin typeface="Calibri" panose="020F0502020204030204" pitchFamily="34" charset="0"/>
                          <a:ea typeface="Calibri"/>
                          <a:cs typeface="Calibri" panose="020F0502020204030204" pitchFamily="34" charset="0"/>
                          <a:sym typeface="Calibri"/>
                          <a:hlinkClick r:id="rId3"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206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2060"/>
                          </a:solidFill>
                          <a:latin typeface="Calibri" panose="020F0502020204030204" pitchFamily="34" charset="0"/>
                          <a:ea typeface="Calibri"/>
                          <a:cs typeface="Calibri" panose="020F0502020204030204" pitchFamily="34" charset="0"/>
                          <a:sym typeface="Calibri"/>
                          <a:hlinkClick r:id="rId4" action="ppaction://hlinksldjump">
                            <a:extLst>
                              <a:ext uri="{A12FA001-AC4F-418D-AE19-62706E023703}">
                                <ahyp:hlinkClr xmlns:ahyp="http://schemas.microsoft.com/office/drawing/2018/hyperlinkcolor" val="tx"/>
                              </a:ext>
                            </a:extLst>
                          </a:hlinkClick>
                        </a:rPr>
                        <a:t>UBN</a:t>
                      </a:r>
                      <a:endParaRPr lang="en-US" altLang="ko-Kore-KR" sz="2000" b="1" i="0" u="none" strike="noStrike" cap="none" dirty="0">
                        <a:solidFill>
                          <a:srgbClr val="00206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064547744"/>
                  </a:ext>
                </a:extLst>
              </a:tr>
              <a:tr h="499597">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2060"/>
                          </a:solidFill>
                          <a:latin typeface="Calibri" panose="020F0502020204030204" pitchFamily="34" charset="0"/>
                          <a:ea typeface="Calibri"/>
                          <a:cs typeface="Calibri" panose="020F0502020204030204" pitchFamily="34" charset="0"/>
                          <a:sym typeface="Calibri"/>
                          <a:hlinkClick r:id="rId5"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206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2060"/>
                          </a:solidFill>
                          <a:latin typeface="Calibri" panose="020F0502020204030204" pitchFamily="34" charset="0"/>
                          <a:ea typeface="Calibri"/>
                          <a:cs typeface="Calibri" panose="020F0502020204030204" pitchFamily="34" charset="0"/>
                          <a:sym typeface="Calibri"/>
                          <a:hlinkClick r:id="rId6" action="ppaction://hlinksldjump">
                            <a:extLst>
                              <a:ext uri="{A12FA001-AC4F-418D-AE19-62706E023703}">
                                <ahyp:hlinkClr xmlns:ahyp="http://schemas.microsoft.com/office/drawing/2018/hyperlinkcolor" val="tx"/>
                              </a:ext>
                            </a:extLst>
                          </a:hlinkClick>
                        </a:rPr>
                        <a:t>DXB</a:t>
                      </a:r>
                      <a:endParaRPr lang="en-US" altLang="ko-Kore-KR" sz="2000" b="1" i="0" u="none" strike="noStrike" cap="none" dirty="0">
                        <a:solidFill>
                          <a:srgbClr val="00206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931868389"/>
                  </a:ext>
                </a:extLst>
              </a:tr>
              <a:tr h="499597">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2060"/>
                          </a:solidFill>
                          <a:latin typeface="Calibri" panose="020F0502020204030204" pitchFamily="34" charset="0"/>
                          <a:ea typeface="Calibri"/>
                          <a:cs typeface="Calibri" panose="020F0502020204030204" pitchFamily="34" charset="0"/>
                          <a:sym typeface="Calibri"/>
                          <a:hlinkClick r:id="rId7"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206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8" action="ppaction://hlinksldjump">
                            <a:extLst>
                              <a:ext uri="{A12FA001-AC4F-418D-AE19-62706E023703}">
                                <ahyp:hlinkClr xmlns:ahyp="http://schemas.microsoft.com/office/drawing/2018/hyperlinkcolor" val="tx"/>
                              </a:ext>
                            </a:extLst>
                          </a:hlinkClick>
                        </a:rPr>
                        <a:t>KTM</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4209742540"/>
                  </a:ext>
                </a:extLst>
              </a:tr>
            </a:tbl>
          </a:graphicData>
        </a:graphic>
      </p:graphicFrame>
      <p:graphicFrame>
        <p:nvGraphicFramePr>
          <p:cNvPr id="2" name="Google Shape;90;p1">
            <a:extLst>
              <a:ext uri="{FF2B5EF4-FFF2-40B4-BE49-F238E27FC236}">
                <a16:creationId xmlns:a16="http://schemas.microsoft.com/office/drawing/2014/main" id="{BFD5B3D4-0FE7-0276-A001-5170B87F05AA}"/>
              </a:ext>
            </a:extLst>
          </p:cNvPr>
          <p:cNvGraphicFramePr/>
          <p:nvPr/>
        </p:nvGraphicFramePr>
        <p:xfrm>
          <a:off x="185895" y="4446365"/>
          <a:ext cx="1969476" cy="556300"/>
        </p:xfrm>
        <a:graphic>
          <a:graphicData uri="http://schemas.openxmlformats.org/drawingml/2006/table">
            <a:tbl>
              <a:tblPr firstRow="1" bandRow="1">
                <a:noFill/>
                <a:tableStyleId>{A521BE36-7E6F-4EC9-8D66-1CF97A6895EC}</a:tableStyleId>
              </a:tblPr>
              <a:tblGrid>
                <a:gridCol w="1969476">
                  <a:extLst>
                    <a:ext uri="{9D8B030D-6E8A-4147-A177-3AD203B41FA5}">
                      <a16:colId xmlns:a16="http://schemas.microsoft.com/office/drawing/2014/main" val="20000"/>
                    </a:ext>
                  </a:extLst>
                </a:gridCol>
              </a:tblGrid>
              <a:tr h="278150">
                <a:tc>
                  <a:txBody>
                    <a:bodyPr/>
                    <a:lstStyle/>
                    <a:p>
                      <a:pPr marL="0" marR="0" lvl="0" indent="0" algn="ctr" rtl="0">
                        <a:spcBef>
                          <a:spcPts val="0"/>
                        </a:spcBef>
                        <a:spcAft>
                          <a:spcPts val="0"/>
                        </a:spcAft>
                        <a:buNone/>
                      </a:pPr>
                      <a:r>
                        <a:rPr lang="en-US" sz="1400" b="1" u="none" strike="noStrike" cap="none" dirty="0">
                          <a:solidFill>
                            <a:schemeClr val="tx1"/>
                          </a:solidFill>
                          <a:latin typeface="Calibri"/>
                          <a:ea typeface="Calibri"/>
                          <a:cs typeface="Calibri"/>
                          <a:sym typeface="Calibri"/>
                        </a:rPr>
                        <a:t>Welcome PA</a:t>
                      </a:r>
                      <a:endParaRPr sz="1400" b="1" u="none" strike="noStrike" cap="none" dirty="0">
                        <a:solidFill>
                          <a:schemeClr val="tx1"/>
                        </a:solidFill>
                        <a:latin typeface="Calibri"/>
                        <a:ea typeface="Calibri"/>
                        <a:cs typeface="Calibri"/>
                        <a:sym typeface="Calibri"/>
                      </a:endParaRPr>
                    </a:p>
                  </a:txBody>
                  <a:tcPr marL="91450" marR="91450" marT="0" marB="0" anchor="ctr"/>
                </a:tc>
                <a:extLst>
                  <a:ext uri="{0D108BD9-81ED-4DB2-BD59-A6C34878D82A}">
                    <a16:rowId xmlns:a16="http://schemas.microsoft.com/office/drawing/2014/main" val="10000"/>
                  </a:ext>
                </a:extLst>
              </a:tr>
              <a:tr h="278150">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0" u="none" strike="noStrike" cap="none" dirty="0">
                          <a:solidFill>
                            <a:schemeClr val="bg1"/>
                          </a:solidFill>
                          <a:latin typeface="Calibri"/>
                          <a:ea typeface="Calibri"/>
                          <a:cs typeface="Calibri"/>
                          <a:sym typeface="Calibri"/>
                        </a:rPr>
                        <a:t>Next Page</a:t>
                      </a:r>
                    </a:p>
                  </a:txBody>
                  <a:tcPr marL="91450" marR="91450" marT="0" marB="0" anchor="ctr"/>
                </a:tc>
                <a:extLst>
                  <a:ext uri="{0D108BD9-81ED-4DB2-BD59-A6C34878D82A}">
                    <a16:rowId xmlns:a16="http://schemas.microsoft.com/office/drawing/2014/main" val="10002"/>
                  </a:ext>
                </a:extLst>
              </a:tr>
            </a:tbl>
          </a:graphicData>
        </a:graphic>
      </p:graphicFrame>
      <p:pic>
        <p:nvPicPr>
          <p:cNvPr id="4" name="그래픽 3" descr="집 Wi-Fi에서 작업 단색으로 채워진">
            <a:hlinkClick r:id="" action="ppaction://hlinkshowjump?jump=firstslide"/>
            <a:extLst>
              <a:ext uri="{FF2B5EF4-FFF2-40B4-BE49-F238E27FC236}">
                <a16:creationId xmlns:a16="http://schemas.microsoft.com/office/drawing/2014/main" id="{C89B58A8-BDA8-A88E-6025-CB9EEC9E6F5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076084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9">
          <a:extLst>
            <a:ext uri="{FF2B5EF4-FFF2-40B4-BE49-F238E27FC236}">
              <a16:creationId xmlns:a16="http://schemas.microsoft.com/office/drawing/2014/main" id="{5BA0D3EB-0DDA-1A51-ABEA-AC2CF01EA403}"/>
            </a:ext>
          </a:extLst>
        </p:cNvPr>
        <p:cNvGrpSpPr/>
        <p:nvPr/>
      </p:nvGrpSpPr>
      <p:grpSpPr>
        <a:xfrm>
          <a:off x="0" y="0"/>
          <a:ext cx="0" cy="0"/>
          <a:chOff x="0" y="0"/>
          <a:chExt cx="0" cy="0"/>
        </a:xfrm>
      </p:grpSpPr>
      <p:graphicFrame>
        <p:nvGraphicFramePr>
          <p:cNvPr id="371" name="Google Shape;371;p27">
            <a:extLst>
              <a:ext uri="{FF2B5EF4-FFF2-40B4-BE49-F238E27FC236}">
                <a16:creationId xmlns:a16="http://schemas.microsoft.com/office/drawing/2014/main" id="{97C9AC41-143F-0C80-645D-4230AAF27CFF}"/>
              </a:ext>
            </a:extLst>
          </p:cNvPr>
          <p:cNvGraphicFramePr/>
          <p:nvPr>
            <p:extLst>
              <p:ext uri="{D42A27DB-BD31-4B8C-83A1-F6EECF244321}">
                <p14:modId xmlns:p14="http://schemas.microsoft.com/office/powerpoint/2010/main" val="2571800154"/>
              </p:ext>
            </p:extLst>
          </p:nvPr>
        </p:nvGraphicFramePr>
        <p:xfrm>
          <a:off x="114028" y="3763935"/>
          <a:ext cx="2100805" cy="835441"/>
        </p:xfrm>
        <a:graphic>
          <a:graphicData uri="http://schemas.openxmlformats.org/drawingml/2006/table">
            <a:tbl>
              <a:tblPr firstRow="1" bandRow="1">
                <a:noFill/>
                <a:tableStyleId>{A521BE36-7E6F-4EC9-8D66-1CF97A6895EC}</a:tableStyleId>
              </a:tblPr>
              <a:tblGrid>
                <a:gridCol w="528649">
                  <a:extLst>
                    <a:ext uri="{9D8B030D-6E8A-4147-A177-3AD203B41FA5}">
                      <a16:colId xmlns:a16="http://schemas.microsoft.com/office/drawing/2014/main" val="20002"/>
                    </a:ext>
                  </a:extLst>
                </a:gridCol>
                <a:gridCol w="1572156">
                  <a:extLst>
                    <a:ext uri="{9D8B030D-6E8A-4147-A177-3AD203B41FA5}">
                      <a16:colId xmlns:a16="http://schemas.microsoft.com/office/drawing/2014/main" val="20003"/>
                    </a:ext>
                  </a:extLst>
                </a:gridCol>
              </a:tblGrid>
              <a:tr h="215401">
                <a:tc gridSpan="2">
                  <a:txBody>
                    <a:bodyPr/>
                    <a:lstStyle/>
                    <a:p>
                      <a:pPr marL="0" marR="0" lvl="0" indent="0" algn="ctr" rtl="0">
                        <a:spcBef>
                          <a:spcPts val="0"/>
                        </a:spcBef>
                        <a:spcAft>
                          <a:spcPts val="0"/>
                        </a:spcAft>
                        <a:buNone/>
                      </a:pPr>
                      <a:r>
                        <a:rPr lang="en-US" sz="1100" dirty="0">
                          <a:solidFill>
                            <a:schemeClr val="tx1"/>
                          </a:solidFill>
                        </a:rPr>
                        <a:t>Mongo, ME Asia</a:t>
                      </a:r>
                      <a:endParaRPr sz="1100" b="0" dirty="0">
                        <a:solidFill>
                          <a:schemeClr val="tx1"/>
                        </a:solidFill>
                      </a:endParaRPr>
                    </a:p>
                  </a:txBody>
                  <a:tcPr marL="0" marR="0" marT="0" marB="0"/>
                </a:tc>
                <a:tc hMerge="1">
                  <a:txBody>
                    <a:bodyPr/>
                    <a:lstStyle/>
                    <a:p>
                      <a:pPr marL="0" marR="0" lvl="0" indent="0" algn="ctr" rtl="0">
                        <a:spcBef>
                          <a:spcPts val="0"/>
                        </a:spcBef>
                        <a:spcAft>
                          <a:spcPts val="0"/>
                        </a:spcAft>
                        <a:buNone/>
                      </a:pPr>
                      <a:r>
                        <a:rPr lang="ko-KR" altLang="en-US" sz="800" b="0" dirty="0">
                          <a:solidFill>
                            <a:srgbClr val="00B050"/>
                          </a:solidFill>
                        </a:rPr>
                        <a:t>상하이</a:t>
                      </a:r>
                      <a:r>
                        <a:rPr lang="en-US" altLang="ko-KR" sz="800" b="0" dirty="0">
                          <a:solidFill>
                            <a:srgbClr val="00B050"/>
                          </a:solidFill>
                        </a:rPr>
                        <a:t>/</a:t>
                      </a:r>
                      <a:r>
                        <a:rPr lang="ko-KR" altLang="en-US" sz="800" b="0" dirty="0" err="1">
                          <a:solidFill>
                            <a:srgbClr val="00B050"/>
                          </a:solidFill>
                        </a:rPr>
                        <a:t>홍차오</a:t>
                      </a:r>
                      <a:endParaRPr sz="800" b="0" dirty="0">
                        <a:solidFill>
                          <a:srgbClr val="00B050"/>
                        </a:solidFill>
                      </a:endParaRPr>
                    </a:p>
                  </a:txBody>
                  <a:tcPr marL="0" marR="0" marT="0" marB="0"/>
                </a:tc>
                <a:extLst>
                  <a:ext uri="{0D108BD9-81ED-4DB2-BD59-A6C34878D82A}">
                    <a16:rowId xmlns:a16="http://schemas.microsoft.com/office/drawing/2014/main" val="10000"/>
                  </a:ext>
                </a:extLst>
              </a:tr>
              <a:tr h="206680">
                <a:tc>
                  <a:txBody>
                    <a:bodyPr/>
                    <a:lstStyle/>
                    <a:p>
                      <a:pPr marL="0" marR="0" lvl="0" indent="0" algn="ctr" rtl="0">
                        <a:spcBef>
                          <a:spcPts val="0"/>
                        </a:spcBef>
                        <a:spcAft>
                          <a:spcPts val="0"/>
                        </a:spcAft>
                        <a:buNone/>
                      </a:pPr>
                      <a:r>
                        <a:rPr lang="en-US" sz="900" dirty="0">
                          <a:solidFill>
                            <a:srgbClr val="002060"/>
                          </a:solidFill>
                        </a:rPr>
                        <a:t>UBN</a:t>
                      </a:r>
                      <a:endParaRPr sz="900" dirty="0">
                        <a:solidFill>
                          <a:srgbClr val="002060"/>
                        </a:solidFill>
                      </a:endParaRPr>
                    </a:p>
                  </a:txBody>
                  <a:tcPr marL="0" marR="0" marT="0" marB="0" anchor="ctr"/>
                </a:tc>
                <a:tc>
                  <a:txBody>
                    <a:bodyPr/>
                    <a:lstStyle/>
                    <a:p>
                      <a:pPr marL="0" marR="0" lvl="0" indent="0" algn="ctr" rtl="0">
                        <a:spcBef>
                          <a:spcPts val="0"/>
                        </a:spcBef>
                        <a:spcAft>
                          <a:spcPts val="0"/>
                        </a:spcAft>
                        <a:buNone/>
                      </a:pPr>
                      <a:r>
                        <a:rPr lang="ko-KR" altLang="en-US" sz="800" b="0" dirty="0" err="1">
                          <a:solidFill>
                            <a:srgbClr val="002060"/>
                          </a:solidFill>
                        </a:rPr>
                        <a:t>울란바타르</a:t>
                      </a:r>
                      <a:r>
                        <a:rPr lang="en-US" altLang="ko-KR" sz="800" b="0" dirty="0">
                          <a:solidFill>
                            <a:srgbClr val="002060"/>
                          </a:solidFill>
                        </a:rPr>
                        <a:t>/</a:t>
                      </a:r>
                      <a:r>
                        <a:rPr lang="ko-KR" altLang="en-US" sz="800" b="0" dirty="0" err="1">
                          <a:solidFill>
                            <a:srgbClr val="002060"/>
                          </a:solidFill>
                        </a:rPr>
                        <a:t>칭기스칸</a:t>
                      </a:r>
                      <a:endParaRPr sz="800" b="0" dirty="0">
                        <a:solidFill>
                          <a:srgbClr val="002060"/>
                        </a:solidFill>
                      </a:endParaRPr>
                    </a:p>
                  </a:txBody>
                  <a:tcPr marL="0" marR="0" marT="0" marB="0" anchor="ctr"/>
                </a:tc>
                <a:extLst>
                  <a:ext uri="{0D108BD9-81ED-4DB2-BD59-A6C34878D82A}">
                    <a16:rowId xmlns:a16="http://schemas.microsoft.com/office/drawing/2014/main" val="2751862034"/>
                  </a:ext>
                </a:extLst>
              </a:tr>
              <a:tr h="206680">
                <a:tc>
                  <a:txBody>
                    <a:bodyPr/>
                    <a:lstStyle/>
                    <a:p>
                      <a:pPr marL="0" marR="0" lvl="0" indent="0" algn="ctr" rtl="0">
                        <a:spcBef>
                          <a:spcPts val="0"/>
                        </a:spcBef>
                        <a:spcAft>
                          <a:spcPts val="0"/>
                        </a:spcAft>
                        <a:buNone/>
                      </a:pPr>
                      <a:r>
                        <a:rPr lang="en-US" sz="900" dirty="0">
                          <a:solidFill>
                            <a:srgbClr val="002060"/>
                          </a:solidFill>
                        </a:rPr>
                        <a:t>DXB</a:t>
                      </a:r>
                      <a:endParaRPr sz="900" dirty="0">
                        <a:solidFill>
                          <a:srgbClr val="002060"/>
                        </a:solidFill>
                      </a:endParaRPr>
                    </a:p>
                  </a:txBody>
                  <a:tcPr marL="0" marR="0" marT="0" marB="0" anchor="ctr"/>
                </a:tc>
                <a:tc>
                  <a:txBody>
                    <a:bodyPr/>
                    <a:lstStyle/>
                    <a:p>
                      <a:pPr marL="0" marR="0" lvl="0" indent="0" algn="ctr" rtl="0">
                        <a:spcBef>
                          <a:spcPts val="0"/>
                        </a:spcBef>
                        <a:spcAft>
                          <a:spcPts val="0"/>
                        </a:spcAft>
                        <a:buNone/>
                      </a:pPr>
                      <a:r>
                        <a:rPr lang="ko-KR" altLang="en-US" sz="800" b="0" dirty="0">
                          <a:solidFill>
                            <a:srgbClr val="002060"/>
                          </a:solidFill>
                        </a:rPr>
                        <a:t>두바이</a:t>
                      </a:r>
                      <a:endParaRPr sz="800" b="0" dirty="0">
                        <a:solidFill>
                          <a:srgbClr val="002060"/>
                        </a:solidFill>
                      </a:endParaRPr>
                    </a:p>
                  </a:txBody>
                  <a:tcPr marL="0" marR="0" marT="0" marB="0" anchor="ctr"/>
                </a:tc>
                <a:extLst>
                  <a:ext uri="{0D108BD9-81ED-4DB2-BD59-A6C34878D82A}">
                    <a16:rowId xmlns:a16="http://schemas.microsoft.com/office/drawing/2014/main" val="2194080171"/>
                  </a:ext>
                </a:extLst>
              </a:tr>
              <a:tr h="206680">
                <a:tc>
                  <a:txBody>
                    <a:bodyPr/>
                    <a:lstStyle/>
                    <a:p>
                      <a:pPr marL="0" marR="0" lvl="0" indent="0" algn="ctr" rtl="0">
                        <a:spcBef>
                          <a:spcPts val="0"/>
                        </a:spcBef>
                        <a:spcAft>
                          <a:spcPts val="0"/>
                        </a:spcAft>
                        <a:buNone/>
                      </a:pPr>
                      <a:r>
                        <a:rPr lang="en-US" sz="900" dirty="0">
                          <a:solidFill>
                            <a:schemeClr val="bg1"/>
                          </a:solidFill>
                        </a:rPr>
                        <a:t>KTM</a:t>
                      </a:r>
                      <a:endParaRPr sz="900" dirty="0">
                        <a:solidFill>
                          <a:schemeClr val="bg1"/>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a:solidFill>
                            <a:schemeClr val="bg1"/>
                          </a:solidFill>
                        </a:rPr>
                        <a:t>카트만두</a:t>
                      </a:r>
                      <a:r>
                        <a:rPr lang="en-US" altLang="ko-KR" sz="900" b="0" dirty="0">
                          <a:solidFill>
                            <a:schemeClr val="bg1"/>
                          </a:solidFill>
                        </a:rPr>
                        <a:t>/</a:t>
                      </a:r>
                      <a:r>
                        <a:rPr lang="ko-KR" altLang="en-US" sz="900" b="0" dirty="0" err="1">
                          <a:solidFill>
                            <a:schemeClr val="bg1"/>
                          </a:solidFill>
                        </a:rPr>
                        <a:t>트리부반</a:t>
                      </a:r>
                      <a:endParaRPr lang="ko-KR" altLang="en-US" sz="900" b="0" dirty="0">
                        <a:solidFill>
                          <a:schemeClr val="bg1"/>
                        </a:solidFill>
                      </a:endParaRPr>
                    </a:p>
                  </a:txBody>
                  <a:tcPr marL="0" marR="0" marT="0" marB="0" anchor="ctr"/>
                </a:tc>
                <a:extLst>
                  <a:ext uri="{0D108BD9-81ED-4DB2-BD59-A6C34878D82A}">
                    <a16:rowId xmlns:a16="http://schemas.microsoft.com/office/drawing/2014/main" val="3544170142"/>
                  </a:ext>
                </a:extLst>
              </a:tr>
            </a:tbl>
          </a:graphicData>
        </a:graphic>
      </p:graphicFrame>
      <p:graphicFrame>
        <p:nvGraphicFramePr>
          <p:cNvPr id="4" name="Google Shape;370;p27">
            <a:extLst>
              <a:ext uri="{FF2B5EF4-FFF2-40B4-BE49-F238E27FC236}">
                <a16:creationId xmlns:a16="http://schemas.microsoft.com/office/drawing/2014/main" id="{9D899C51-27AF-23F3-734C-79D426155FFB}"/>
              </a:ext>
            </a:extLst>
          </p:cNvPr>
          <p:cNvGraphicFramePr/>
          <p:nvPr/>
        </p:nvGraphicFramePr>
        <p:xfrm>
          <a:off x="0" y="1"/>
          <a:ext cx="2328875" cy="3736015"/>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194766">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1200" b="1" dirty="0">
                          <a:latin typeface="Calibri"/>
                          <a:ea typeface="Calibri"/>
                          <a:cs typeface="Calibri"/>
                          <a:sym typeface="Calibri"/>
                        </a:rPr>
                        <a:t>WELCOME PA</a:t>
                      </a:r>
                      <a:r>
                        <a:rPr lang="ko-KR" altLang="en-US" sz="1200" b="1" dirty="0">
                          <a:latin typeface="Calibri"/>
                          <a:ea typeface="Calibri"/>
                          <a:cs typeface="Calibri"/>
                          <a:sym typeface="Calibri"/>
                        </a:rPr>
                        <a:t> </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(10</a:t>
                      </a:r>
                      <a:r>
                        <a:rPr kumimoji="0" lang="ko-KR" altLang="en-US" sz="600" b="1" i="0" u="none" strike="noStrike" kern="1200" cap="none" spc="0" normalizeH="0" baseline="0" noProof="0" dirty="0" err="1">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분이상</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지연 </a:t>
                      </a:r>
                      <a:r>
                        <a:rPr kumimoji="0" lang="en-US" altLang="ko-KR"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or</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a:t>
                      </a:r>
                      <a:r>
                        <a:rPr kumimoji="0" lang="ko-KR" altLang="en-US" sz="600" b="1" i="0" u="none" strike="noStrike" kern="1200" cap="none" spc="0" normalizeH="0" baseline="0" noProof="0" dirty="0" err="1">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예상시</a:t>
                      </a:r>
                      <a:r>
                        <a:rPr kumimoji="0" lang="ko-KR" altLang="en-US" sz="600" b="1" i="0" u="none" strike="noStrike" kern="1200" cap="none" spc="0" normalizeH="0" baseline="0" noProof="0" dirty="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 지연 방송</a:t>
                      </a:r>
                      <a:r>
                        <a:rPr kumimoji="0" lang="en-US" altLang="ko-KR" sz="600" b="1" i="0" u="none" strike="noStrike" kern="1200" cap="none" spc="0" normalizeH="0" baseline="0" noProof="0">
                          <a:ln>
                            <a:noFill/>
                          </a:ln>
                          <a:solidFill>
                            <a:srgbClr val="FFC000"/>
                          </a:solidFill>
                          <a:effectLst/>
                          <a:uLnTx/>
                          <a:uFillTx/>
                          <a:latin typeface="맑은 고딕" panose="020B0503020000020004" pitchFamily="34" charset="-127"/>
                          <a:ea typeface="맑은 고딕" panose="020B0503020000020004" pitchFamily="34" charset="-127"/>
                          <a:cs typeface="Calibri"/>
                          <a:sym typeface="Calibri"/>
                        </a:rPr>
                        <a:t>)</a:t>
                      </a:r>
                      <a:endParaRPr sz="1200" b="1" dirty="0">
                        <a:latin typeface="Calibri"/>
                        <a:ea typeface="Calibri"/>
                        <a:cs typeface="Calibri"/>
                        <a:sym typeface="Calibri"/>
                      </a:endParaRPr>
                    </a:p>
                  </a:txBody>
                  <a:tcPr marL="91450" marR="91450" marT="45725" marB="45725"/>
                </a:tc>
                <a:extLst>
                  <a:ext uri="{0D108BD9-81ED-4DB2-BD59-A6C34878D82A}">
                    <a16:rowId xmlns:a16="http://schemas.microsoft.com/office/drawing/2014/main" val="10000"/>
                  </a:ext>
                </a:extLst>
              </a:tr>
              <a:tr h="1335400">
                <a:tc>
                  <a:txBody>
                    <a:bodyPr/>
                    <a:lstStyle/>
                    <a:p>
                      <a:pPr marL="0" marR="0" lvl="0" indent="0" algn="l" rtl="0">
                        <a:lnSpc>
                          <a:spcPct val="15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en-US" sz="800" b="1" dirty="0" err="1">
                          <a:latin typeface="Calibri"/>
                          <a:ea typeface="Calibri"/>
                          <a:cs typeface="Calibri"/>
                          <a:sym typeface="Calibri"/>
                        </a:rPr>
                        <a:t>안녕하십니까</a:t>
                      </a:r>
                      <a:r>
                        <a:rPr 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저는</a:t>
                      </a:r>
                      <a:r>
                        <a:rPr lang="en-US" sz="800" b="1" dirty="0">
                          <a:latin typeface="Calibri"/>
                          <a:ea typeface="Calibri"/>
                          <a:cs typeface="Calibri"/>
                          <a:sym typeface="Calibri"/>
                        </a:rPr>
                        <a:t> </a:t>
                      </a:r>
                      <a:r>
                        <a:rPr lang="ko-KR" altLang="en-US" sz="800" b="1" dirty="0">
                          <a:latin typeface="Calibri"/>
                          <a:ea typeface="Calibri"/>
                          <a:cs typeface="Calibri"/>
                          <a:sym typeface="Calibri"/>
                        </a:rPr>
                        <a:t>여러분을 모시고 가는 </a:t>
                      </a:r>
                      <a:r>
                        <a:rPr lang="en-US" sz="800" b="1" dirty="0" err="1">
                          <a:latin typeface="Calibri"/>
                          <a:ea typeface="Calibri"/>
                          <a:cs typeface="Calibri"/>
                          <a:sym typeface="Calibri"/>
                        </a:rPr>
                        <a:t>기장</a:t>
                      </a:r>
                      <a:r>
                        <a:rPr lang="en-US" sz="800" b="1" dirty="0">
                          <a:latin typeface="Calibri"/>
                          <a:ea typeface="Calibri"/>
                          <a:cs typeface="Calibri"/>
                          <a:sym typeface="Calibri"/>
                        </a:rPr>
                        <a:t> ___</a:t>
                      </a:r>
                      <a:r>
                        <a:rPr lang="en-US" sz="800" b="1" dirty="0" err="1">
                          <a:latin typeface="Calibri"/>
                          <a:ea typeface="Calibri"/>
                          <a:cs typeface="Calibri"/>
                          <a:sym typeface="Calibri"/>
                        </a:rPr>
                        <a:t>입니다</a:t>
                      </a:r>
                      <a:r>
                        <a:rPr lang="en-US"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저희</a:t>
                      </a:r>
                      <a:r>
                        <a:rPr lang="en-US" sz="800" b="1" dirty="0">
                          <a:latin typeface="Calibri"/>
                          <a:ea typeface="Calibri"/>
                          <a:cs typeface="Calibri"/>
                          <a:sym typeface="Calibri"/>
                        </a:rPr>
                        <a:t> </a:t>
                      </a:r>
                      <a:r>
                        <a:rPr lang="en-US" sz="800" b="1" dirty="0" err="1">
                          <a:latin typeface="Calibri"/>
                          <a:ea typeface="Calibri"/>
                          <a:cs typeface="Calibri"/>
                          <a:sym typeface="Calibri"/>
                        </a:rPr>
                        <a:t>대한항공을</a:t>
                      </a:r>
                      <a:r>
                        <a:rPr lang="en-US" sz="800" b="1" dirty="0">
                          <a:latin typeface="Calibri"/>
                          <a:ea typeface="Calibri"/>
                          <a:cs typeface="Calibri"/>
                          <a:sym typeface="Calibri"/>
                        </a:rPr>
                        <a:t> </a:t>
                      </a:r>
                      <a:r>
                        <a:rPr lang="en-US" sz="800" b="1" dirty="0" err="1">
                          <a:latin typeface="Calibri"/>
                          <a:ea typeface="Calibri"/>
                          <a:cs typeface="Calibri"/>
                          <a:sym typeface="Calibri"/>
                        </a:rPr>
                        <a:t>이용해</a:t>
                      </a:r>
                      <a:r>
                        <a:rPr lang="en-US" sz="800" b="1" dirty="0">
                          <a:latin typeface="Calibri"/>
                          <a:ea typeface="Calibri"/>
                          <a:cs typeface="Calibri"/>
                          <a:sym typeface="Calibri"/>
                        </a:rPr>
                        <a:t> </a:t>
                      </a:r>
                      <a:r>
                        <a:rPr lang="en-US" sz="800" b="1" dirty="0" err="1">
                          <a:latin typeface="Calibri"/>
                          <a:ea typeface="Calibri"/>
                          <a:cs typeface="Calibri"/>
                          <a:sym typeface="Calibri"/>
                        </a:rPr>
                        <a:t>주셔서</a:t>
                      </a:r>
                      <a:r>
                        <a:rPr lang="en-US" sz="800" b="1" dirty="0">
                          <a:latin typeface="Calibri"/>
                          <a:ea typeface="Calibri"/>
                          <a:cs typeface="Calibri"/>
                          <a:sym typeface="Calibri"/>
                        </a:rPr>
                        <a:t> </a:t>
                      </a:r>
                      <a:r>
                        <a:rPr lang="en-US" sz="800" b="1" dirty="0" err="1">
                          <a:latin typeface="Calibri"/>
                          <a:ea typeface="Calibri"/>
                          <a:cs typeface="Calibri"/>
                          <a:sym typeface="Calibri"/>
                        </a:rPr>
                        <a:t>대단히</a:t>
                      </a:r>
                      <a:r>
                        <a:rPr lang="en-US" sz="800" b="1" dirty="0">
                          <a:latin typeface="Calibri"/>
                          <a:ea typeface="Calibri"/>
                          <a:cs typeface="Calibri"/>
                          <a:sym typeface="Calibri"/>
                        </a:rPr>
                        <a:t> </a:t>
                      </a:r>
                      <a:r>
                        <a:rPr lang="ko-KR" altLang="en-US" sz="800" b="1" dirty="0">
                          <a:latin typeface="Calibri"/>
                          <a:ea typeface="Calibri"/>
                          <a:cs typeface="Calibri"/>
                          <a:sym typeface="Calibri"/>
                        </a:rPr>
                        <a:t>고맙습니다</a:t>
                      </a:r>
                      <a:r>
                        <a:rPr lang="en-US" altLang="ko-KR"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a:latin typeface="Calibri"/>
                          <a:ea typeface="Calibri"/>
                          <a:cs typeface="Calibri"/>
                          <a:sym typeface="Calibri"/>
                        </a:rPr>
                        <a:t>___ (</a:t>
                      </a:r>
                      <a:r>
                        <a:rPr lang="en-US" sz="800" b="1" dirty="0" err="1">
                          <a:latin typeface="Calibri"/>
                          <a:ea typeface="Calibri"/>
                          <a:cs typeface="Calibri"/>
                          <a:sym typeface="Calibri"/>
                        </a:rPr>
                        <a:t>국제</a:t>
                      </a:r>
                      <a:r>
                        <a:rPr lang="en-US" sz="800" b="1" dirty="0">
                          <a:latin typeface="Calibri"/>
                          <a:ea typeface="Calibri"/>
                          <a:cs typeface="Calibri"/>
                          <a:sym typeface="Calibri"/>
                        </a:rPr>
                        <a:t>)</a:t>
                      </a:r>
                      <a:r>
                        <a:rPr lang="en-US" sz="800" b="1" dirty="0" err="1">
                          <a:latin typeface="Calibri"/>
                          <a:ea typeface="Calibri"/>
                          <a:cs typeface="Calibri"/>
                          <a:sym typeface="Calibri"/>
                        </a:rPr>
                        <a:t>공항까지</a:t>
                      </a:r>
                      <a:r>
                        <a:rPr lang="en-US" sz="800" b="1" dirty="0">
                          <a:latin typeface="Calibri"/>
                          <a:ea typeface="Calibri"/>
                          <a:cs typeface="Calibri"/>
                          <a:sym typeface="Calibri"/>
                        </a:rPr>
                        <a:t> </a:t>
                      </a:r>
                      <a:r>
                        <a:rPr lang="ko-KR" altLang="en-US" sz="800" b="1" dirty="0">
                          <a:latin typeface="Calibri"/>
                          <a:ea typeface="Calibri"/>
                          <a:cs typeface="Calibri"/>
                          <a:sym typeface="Calibri"/>
                        </a:rPr>
                        <a:t>비행시간은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시간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분 </a:t>
                      </a:r>
                      <a:r>
                        <a:rPr lang="ko-KR" altLang="en-US" sz="800" b="1" dirty="0" err="1">
                          <a:latin typeface="Calibri"/>
                          <a:ea typeface="Calibri"/>
                          <a:cs typeface="Calibri"/>
                          <a:sym typeface="Calibri"/>
                        </a:rPr>
                        <a:t>으로</a:t>
                      </a:r>
                      <a:r>
                        <a:rPr lang="ko-KR" altLang="en-US" sz="800" b="1" dirty="0">
                          <a:latin typeface="Calibri"/>
                          <a:ea typeface="Calibri"/>
                          <a:cs typeface="Calibri"/>
                          <a:sym typeface="Calibri"/>
                        </a:rPr>
                        <a:t> 예상됩니다</a:t>
                      </a:r>
                      <a:r>
                        <a:rPr lang="en-US" altLang="ko-KR" sz="800" b="1" dirty="0">
                          <a:latin typeface="Calibri"/>
                          <a:ea typeface="Calibri"/>
                          <a:cs typeface="Calibri"/>
                          <a:sym typeface="Calibri"/>
                        </a:rPr>
                        <a:t>.</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비행 중에는 항공기가 갑자기 흔들릴 수도 있으니</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자리에 않아 계실 때에는 항상 좌석벨트를 매주시기 바랍니다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altLang="ko-Kore-KR" sz="800" b="1" dirty="0">
                          <a:latin typeface="Calibri"/>
                          <a:ea typeface="Calibri"/>
                          <a:cs typeface="Calibri"/>
                          <a:sym typeface="Calibri"/>
                        </a:rPr>
                        <a:t>(</a:t>
                      </a:r>
                      <a:r>
                        <a:rPr lang="ko-KR" altLang="en-US" sz="800" b="1" dirty="0">
                          <a:latin typeface="Calibri"/>
                          <a:ea typeface="Calibri"/>
                          <a:cs typeface="Calibri"/>
                          <a:sym typeface="Calibri"/>
                        </a:rPr>
                        <a:t>저희 승무원 모두는</a:t>
                      </a:r>
                      <a:r>
                        <a:rPr lang="en-US" altLang="ko-KR" sz="800" b="1" dirty="0">
                          <a:latin typeface="Calibri"/>
                          <a:ea typeface="Calibri"/>
                          <a:cs typeface="Calibri"/>
                          <a:sym typeface="Calibri"/>
                        </a:rPr>
                        <a:t>)</a:t>
                      </a:r>
                      <a:endParaRPr sz="8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저는 여러분을 안전하게 모시기 위해 최선을 다하겠습니다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고맙습니다</a:t>
                      </a:r>
                      <a:r>
                        <a:rPr lang="en-US" sz="800" b="1" dirty="0">
                          <a:latin typeface="Calibri"/>
                          <a:ea typeface="Calibri"/>
                          <a:cs typeface="Calibri"/>
                          <a:sym typeface="Calibri"/>
                        </a:rPr>
                        <a:t>.</a:t>
                      </a:r>
                      <a:endParaRPr sz="8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1"/>
                  </a:ext>
                </a:extLst>
              </a:tr>
              <a:tr h="1122292">
                <a:tc>
                  <a:txBody>
                    <a:bodyPr/>
                    <a:lstStyle/>
                    <a:p>
                      <a:pPr marL="0" marR="0" lvl="0" indent="0" algn="l" rtl="0">
                        <a:spcBef>
                          <a:spcPts val="0"/>
                        </a:spcBef>
                        <a:spcAft>
                          <a:spcPts val="0"/>
                        </a:spcAft>
                        <a:buNone/>
                      </a:pPr>
                      <a:r>
                        <a:rPr lang="en-US" sz="900" b="1" dirty="0">
                          <a:latin typeface="Calibri"/>
                          <a:ea typeface="Calibri"/>
                          <a:cs typeface="Calibri"/>
                          <a:sym typeface="Calibri"/>
                        </a:rPr>
                        <a:t>Good morning (afternoon /evening), ladies and gentlemen.</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This is captain </a:t>
                      </a:r>
                      <a:r>
                        <a:rPr lang="en-US" sz="900" b="1" u="sng" dirty="0">
                          <a:latin typeface="Calibri"/>
                          <a:ea typeface="Calibri"/>
                          <a:cs typeface="Calibri"/>
                          <a:sym typeface="Calibri"/>
                        </a:rPr>
                        <a:t>last name</a:t>
                      </a:r>
                      <a:r>
                        <a:rPr lang="en-US" sz="900" b="1" dirty="0">
                          <a:latin typeface="Calibri"/>
                          <a:ea typeface="Calibri"/>
                          <a:cs typeface="Calibri"/>
                          <a:sym typeface="Calibri"/>
                        </a:rPr>
                        <a:t> speaking.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Welcome aboard Korean Air. </a:t>
                      </a:r>
                    </a:p>
                    <a:p>
                      <a:pPr marL="0" marR="0" lvl="0" indent="0" algn="l" rtl="0">
                        <a:spcBef>
                          <a:spcPts val="0"/>
                        </a:spcBef>
                        <a:spcAft>
                          <a:spcPts val="0"/>
                        </a:spcAft>
                        <a:buNone/>
                      </a:pPr>
                      <a:r>
                        <a:rPr lang="en-US" sz="900" b="1" dirty="0">
                          <a:latin typeface="Calibri"/>
                          <a:ea typeface="Calibri"/>
                          <a:cs typeface="Calibri"/>
                          <a:sym typeface="Calibri"/>
                        </a:rPr>
                        <a:t>This flight is bound for ___(international) airport</a:t>
                      </a:r>
                      <a:r>
                        <a:rPr lang="ko-KR" altLang="en-US" sz="900" b="1" dirty="0">
                          <a:latin typeface="Calibri"/>
                          <a:ea typeface="Calibri"/>
                          <a:cs typeface="Calibri"/>
                          <a:sym typeface="Calibri"/>
                        </a:rPr>
                        <a:t> </a:t>
                      </a:r>
                      <a:r>
                        <a:rPr lang="en-US" altLang="ko-KR" sz="900" b="1" dirty="0">
                          <a:latin typeface="Calibri"/>
                          <a:ea typeface="Calibri"/>
                          <a:cs typeface="Calibri"/>
                          <a:sym typeface="Calibri"/>
                        </a:rPr>
                        <a:t>and our flight time is ___ hours(s) and minutes.</a:t>
                      </a:r>
                      <a:r>
                        <a:rPr lang="en-US" sz="900" b="1" dirty="0">
                          <a:latin typeface="Calibri"/>
                          <a:ea typeface="Calibri"/>
                          <a:cs typeface="Calibri"/>
                          <a:sym typeface="Calibri"/>
                        </a:rPr>
                        <a:t>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For your safety, keep your seatbelts fastened while you are seated. </a:t>
                      </a:r>
                    </a:p>
                    <a:p>
                      <a:pPr marL="0" marR="0" lvl="0" indent="0" algn="l" rtl="0">
                        <a:spcBef>
                          <a:spcPts val="0"/>
                        </a:spcBef>
                        <a:spcAft>
                          <a:spcPts val="0"/>
                        </a:spcAft>
                        <a:buNone/>
                      </a:pPr>
                      <a:r>
                        <a:rPr lang="en-US" sz="900" b="1" dirty="0">
                          <a:latin typeface="Calibri"/>
                          <a:ea typeface="Calibri"/>
                          <a:cs typeface="Calibri"/>
                          <a:sym typeface="Calibri"/>
                        </a:rPr>
                        <a:t>Thank you for choosing </a:t>
                      </a:r>
                      <a:r>
                        <a:rPr lang="en-US" sz="900" b="1" dirty="0" err="1">
                          <a:latin typeface="Calibri"/>
                          <a:ea typeface="Calibri"/>
                          <a:cs typeface="Calibri"/>
                          <a:sym typeface="Calibri"/>
                        </a:rPr>
                        <a:t>Koreanair</a:t>
                      </a:r>
                      <a:r>
                        <a:rPr lang="en-US" sz="900" b="1" dirty="0">
                          <a:latin typeface="Calibri"/>
                          <a:ea typeface="Calibri"/>
                          <a:cs typeface="Calibri"/>
                          <a:sym typeface="Calibri"/>
                        </a:rPr>
                        <a:t>. </a:t>
                      </a:r>
                    </a:p>
                    <a:p>
                      <a:pPr marL="0" marR="0" lvl="0" indent="0" algn="l" rtl="0">
                        <a:spcBef>
                          <a:spcPts val="0"/>
                        </a:spcBef>
                        <a:spcAft>
                          <a:spcPts val="0"/>
                        </a:spcAft>
                        <a:buNone/>
                      </a:pPr>
                      <a:r>
                        <a:rPr lang="en-US" sz="900" b="1" dirty="0">
                          <a:latin typeface="Calibri"/>
                          <a:ea typeface="Calibri"/>
                          <a:cs typeface="Calibri"/>
                          <a:sym typeface="Calibri"/>
                        </a:rPr>
                        <a:t>Please enjoy your flight. </a:t>
                      </a:r>
                      <a:endParaRPr sz="9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2"/>
                  </a:ext>
                </a:extLst>
              </a:tr>
            </a:tbl>
          </a:graphicData>
        </a:graphic>
      </p:graphicFrame>
      <p:sp>
        <p:nvSpPr>
          <p:cNvPr id="6" name="TextBox 5">
            <a:extLst>
              <a:ext uri="{FF2B5EF4-FFF2-40B4-BE49-F238E27FC236}">
                <a16:creationId xmlns:a16="http://schemas.microsoft.com/office/drawing/2014/main" id="{2CAB0477-8700-3365-FC72-A26290AA5055}"/>
              </a:ext>
            </a:extLst>
          </p:cNvPr>
          <p:cNvSpPr txBox="1"/>
          <p:nvPr/>
        </p:nvSpPr>
        <p:spPr>
          <a:xfrm>
            <a:off x="1584105" y="5291789"/>
            <a:ext cx="910408" cy="276999"/>
          </a:xfrm>
          <a:prstGeom prst="rect">
            <a:avLst/>
          </a:prstGeom>
          <a:noFill/>
        </p:spPr>
        <p:txBody>
          <a:bodyPr wrap="square" rtlCol="0">
            <a:spAutoFit/>
          </a:bodyPr>
          <a:lstStyle/>
          <a:p>
            <a:r>
              <a:rPr kumimoji="1" lang="ko-Kore-KR" altLang="en-US" sz="1200" b="1" dirty="0">
                <a:solidFill>
                  <a:srgbClr val="FF0000"/>
                </a:solidFill>
                <a:hlinkClick r:id="rId3" action="ppaction://hlinksldjump">
                  <a:extLst>
                    <a:ext uri="{A12FA001-AC4F-418D-AE19-62706E023703}">
                      <ahyp:hlinkClr xmlns:ahyp="http://schemas.microsoft.com/office/drawing/2018/hyperlinkcolor" val="tx"/>
                    </a:ext>
                  </a:extLst>
                </a:hlinkClick>
              </a:rPr>
              <a:t>도착</a:t>
            </a:r>
            <a:r>
              <a:rPr kumimoji="1" lang="ko-KR" altLang="en-US" sz="1200" b="1" dirty="0">
                <a:solidFill>
                  <a:srgbClr val="FF0000"/>
                </a:solidFill>
                <a:hlinkClick r:id="rId3" action="ppaction://hlinksldjump">
                  <a:extLst>
                    <a:ext uri="{A12FA001-AC4F-418D-AE19-62706E023703}">
                      <ahyp:hlinkClr xmlns:ahyp="http://schemas.microsoft.com/office/drawing/2018/hyperlinkcolor" val="tx"/>
                    </a:ext>
                  </a:extLst>
                </a:hlinkClick>
              </a:rPr>
              <a:t>방송</a:t>
            </a:r>
            <a:endParaRPr kumimoji="1" lang="ko-Kore-KR" altLang="en-US" sz="1200" b="1" dirty="0">
              <a:solidFill>
                <a:srgbClr val="FF0000"/>
              </a:solidFill>
            </a:endParaRPr>
          </a:p>
        </p:txBody>
      </p:sp>
      <p:pic>
        <p:nvPicPr>
          <p:cNvPr id="2" name="그래픽 1" descr="집 Wi-Fi에서 작업 단색으로 채워진">
            <a:hlinkClick r:id="" action="ppaction://hlinkshowjump?jump=firstslide"/>
            <a:extLst>
              <a:ext uri="{FF2B5EF4-FFF2-40B4-BE49-F238E27FC236}">
                <a16:creationId xmlns:a16="http://schemas.microsoft.com/office/drawing/2014/main" id="{C991B66B-483B-59A9-E54E-40785639C94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5826" y="5114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953416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graphicFrame>
        <p:nvGraphicFramePr>
          <p:cNvPr id="106" name="Google Shape;106;p2"/>
          <p:cNvGraphicFramePr/>
          <p:nvPr>
            <p:extLst>
              <p:ext uri="{D42A27DB-BD31-4B8C-83A1-F6EECF244321}">
                <p14:modId xmlns:p14="http://schemas.microsoft.com/office/powerpoint/2010/main" val="1202235768"/>
              </p:ext>
            </p:extLst>
          </p:nvPr>
        </p:nvGraphicFramePr>
        <p:xfrm>
          <a:off x="0" y="1059290"/>
          <a:ext cx="2339850" cy="193657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76800">
                  <a:extLst>
                    <a:ext uri="{9D8B030D-6E8A-4147-A177-3AD203B41FA5}">
                      <a16:colId xmlns:a16="http://schemas.microsoft.com/office/drawing/2014/main" val="20001"/>
                    </a:ext>
                  </a:extLst>
                </a:gridCol>
                <a:gridCol w="484975">
                  <a:extLst>
                    <a:ext uri="{9D8B030D-6E8A-4147-A177-3AD203B41FA5}">
                      <a16:colId xmlns:a16="http://schemas.microsoft.com/office/drawing/2014/main" val="20002"/>
                    </a:ext>
                  </a:extLst>
                </a:gridCol>
                <a:gridCol w="467475">
                  <a:extLst>
                    <a:ext uri="{9D8B030D-6E8A-4147-A177-3AD203B41FA5}">
                      <a16:colId xmlns:a16="http://schemas.microsoft.com/office/drawing/2014/main" val="20003"/>
                    </a:ext>
                  </a:extLst>
                </a:gridCol>
                <a:gridCol w="70400">
                  <a:extLst>
                    <a:ext uri="{9D8B030D-6E8A-4147-A177-3AD203B41FA5}">
                      <a16:colId xmlns:a16="http://schemas.microsoft.com/office/drawing/2014/main" val="4275541653"/>
                    </a:ext>
                  </a:extLst>
                </a:gridCol>
                <a:gridCol w="439000">
                  <a:extLst>
                    <a:ext uri="{9D8B030D-6E8A-4147-A177-3AD203B41FA5}">
                      <a16:colId xmlns:a16="http://schemas.microsoft.com/office/drawing/2014/main" val="20006"/>
                    </a:ext>
                  </a:extLst>
                </a:gridCol>
                <a:gridCol w="439000">
                  <a:extLst>
                    <a:ext uri="{9D8B030D-6E8A-4147-A177-3AD203B41FA5}">
                      <a16:colId xmlns:a16="http://schemas.microsoft.com/office/drawing/2014/main" val="20008"/>
                    </a:ext>
                  </a:extLst>
                </a:gridCol>
              </a:tblGrid>
              <a:tr h="173836">
                <a:tc gridSpan="7">
                  <a:txBody>
                    <a:bodyPr/>
                    <a:lstStyle/>
                    <a:p>
                      <a:pPr marL="0" marR="0" lvl="0" indent="0" algn="ctr" rtl="0">
                        <a:spcBef>
                          <a:spcPts val="0"/>
                        </a:spcBef>
                        <a:spcAft>
                          <a:spcPts val="0"/>
                        </a:spcAft>
                        <a:buNone/>
                      </a:pPr>
                      <a:r>
                        <a:rPr lang="en-US" sz="800" u="none" strike="noStrike" cap="none" dirty="0"/>
                        <a:t>GMP : </a:t>
                      </a:r>
                      <a:r>
                        <a:rPr lang="en-US" sz="800" u="none" strike="noStrike" cap="none" dirty="0">
                          <a:solidFill>
                            <a:srgbClr val="FFC000"/>
                          </a:solidFill>
                        </a:rPr>
                        <a:t>NADP FX-10</a:t>
                      </a:r>
                      <a:r>
                        <a:rPr lang="ko-KR" altLang="en-US" sz="800" u="none" strike="noStrike" cap="none" dirty="0">
                          <a:solidFill>
                            <a:srgbClr val="FFC000"/>
                          </a:solidFill>
                        </a:rPr>
                        <a:t>도</a:t>
                      </a:r>
                      <a:r>
                        <a:rPr lang="en-US" altLang="ko-KR" sz="800" u="none" strike="noStrike" cap="none" dirty="0">
                          <a:solidFill>
                            <a:srgbClr val="FFC000"/>
                          </a:solidFill>
                        </a:rPr>
                        <a:t>,</a:t>
                      </a:r>
                      <a:r>
                        <a:rPr lang="ko-KR" altLang="en-US" sz="800" u="none" strike="noStrike" cap="none" dirty="0">
                          <a:solidFill>
                            <a:srgbClr val="FFC000"/>
                          </a:solidFill>
                        </a:rPr>
                        <a:t> </a:t>
                      </a:r>
                      <a:r>
                        <a:rPr lang="en-US" altLang="ko-KR" sz="800" u="none" strike="noStrike" cap="none" dirty="0">
                          <a:solidFill>
                            <a:srgbClr val="FFC000"/>
                          </a:solidFill>
                        </a:rPr>
                        <a:t>CLB, CONF 1+F, Acc 4000ft</a:t>
                      </a:r>
                      <a:endParaRPr sz="800" u="none" strike="noStrike" cap="none"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57990">
                <a:tc rowSpan="2">
                  <a:txBody>
                    <a:bodyPr/>
                    <a:lstStyle/>
                    <a:p>
                      <a:pPr marL="0" marR="0" lvl="0" indent="0" algn="ctr" rtl="0">
                        <a:spcBef>
                          <a:spcPts val="0"/>
                        </a:spcBef>
                        <a:spcAft>
                          <a:spcPts val="0"/>
                        </a:spcAft>
                        <a:buNone/>
                      </a:pPr>
                      <a:r>
                        <a:rPr lang="en-US" sz="800" b="1" u="none" strike="noStrike" cap="none"/>
                        <a:t>32L/R</a:t>
                      </a:r>
                      <a:endParaRPr sz="800" b="1" u="none" strike="noStrike" cap="none"/>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BULTI </a:t>
                      </a:r>
                      <a:r>
                        <a:rPr lang="en-US" sz="800" b="1" u="none" strike="noStrike" cap="none" dirty="0" err="1">
                          <a:solidFill>
                            <a:srgbClr val="0070C0"/>
                          </a:solidFill>
                        </a:rPr>
                        <a:t>xT</a:t>
                      </a:r>
                      <a:endParaRPr sz="800" b="1" u="none" strike="noStrike" cap="none" dirty="0">
                        <a:solidFill>
                          <a:srgbClr val="0070C0"/>
                        </a:solidFill>
                      </a:endParaRPr>
                    </a:p>
                  </a:txBody>
                  <a:tcPr marL="36000" marR="36000" marT="36000" marB="36000" anchor="ctr"/>
                </a:tc>
                <a:tc hMerge="1">
                  <a:txBody>
                    <a:bodyPr/>
                    <a:lstStyle/>
                    <a:p>
                      <a:endParaRPr lang="ko-Kore-KR"/>
                    </a:p>
                  </a:txBody>
                  <a:tcPr/>
                </a:tc>
                <a:tc rowSpan="2" gridSpan="4">
                  <a:txBody>
                    <a:bodyPr/>
                    <a:lstStyle/>
                    <a:p>
                      <a:pPr marL="0" marR="0" lvl="0" indent="0" algn="ctr" rtl="0">
                        <a:spcBef>
                          <a:spcPts val="0"/>
                        </a:spcBef>
                        <a:spcAft>
                          <a:spcPts val="0"/>
                        </a:spcAft>
                        <a:buNone/>
                      </a:pPr>
                      <a:r>
                        <a:rPr lang="en-US" sz="800" b="1" u="none" strike="noStrike" cap="none" dirty="0"/>
                        <a:t>HD 324 </a:t>
                      </a:r>
                      <a:r>
                        <a:rPr lang="en-US" sz="800" b="1" u="none" strike="noStrike" cap="none" dirty="0">
                          <a:solidFill>
                            <a:srgbClr val="0070C0"/>
                          </a:solidFill>
                        </a:rPr>
                        <a:t>ALT 5000 </a:t>
                      </a:r>
                      <a:r>
                        <a:rPr lang="en-US" sz="800" b="1" u="none" strike="noStrike" cap="none" dirty="0">
                          <a:solidFill>
                            <a:srgbClr val="C00000"/>
                          </a:solidFill>
                        </a:rPr>
                        <a:t>Mod NADP</a:t>
                      </a:r>
                    </a:p>
                  </a:txBody>
                  <a:tcPr marL="36000" marR="36000" marT="36000" marB="36000" anchor="ctr"/>
                </a:tc>
                <a:tc rowSpan="2" hMerge="1">
                  <a:txBody>
                    <a:bodyPr/>
                    <a:lstStyle/>
                    <a:p>
                      <a:endParaRPr lang="ko-Kore-KR" altLang="en-US"/>
                    </a:p>
                  </a:txBody>
                  <a:tcPr/>
                </a:tc>
                <a:tc rowSpan="2" hMerge="1">
                  <a:txBody>
                    <a:bodyPr/>
                    <a:lstStyle/>
                    <a:p>
                      <a:endParaRPr lang="ko-Kore-KR"/>
                    </a:p>
                  </a:txBody>
                  <a:tcPr/>
                </a:tc>
                <a:tc rowSpan="2" hMerge="1">
                  <a:txBody>
                    <a:bodyPr/>
                    <a:lstStyle/>
                    <a:p>
                      <a:endParaRPr lang="ko-Kore-KR"/>
                    </a:p>
                  </a:txBody>
                  <a:tcPr/>
                </a:tc>
                <a:extLst>
                  <a:ext uri="{0D108BD9-81ED-4DB2-BD59-A6C34878D82A}">
                    <a16:rowId xmlns:a16="http://schemas.microsoft.com/office/drawing/2014/main" val="10001"/>
                  </a:ext>
                </a:extLst>
              </a:tr>
              <a:tr h="157990">
                <a:tc v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a:t>(BULTI xQ)</a:t>
                      </a:r>
                      <a:endParaRPr sz="800" u="none" strike="noStrike" cap="none"/>
                    </a:p>
                  </a:txBody>
                  <a:tcPr marL="36000" marR="36000" marT="36000" marB="36000" anchor="ctr"/>
                </a:tc>
                <a:tc hMerge="1">
                  <a:txBody>
                    <a:bodyPr/>
                    <a:lstStyle/>
                    <a:p>
                      <a:endParaRPr lang="ko-Kore-KR"/>
                    </a:p>
                  </a:txBody>
                  <a:tcPr/>
                </a:tc>
                <a:tc gridSpan="4" vMerge="1">
                  <a:txBody>
                    <a:bodyPr/>
                    <a:lstStyle/>
                    <a:p>
                      <a:pPr marL="0" marR="0" lvl="0" indent="0" algn="ctr" rtl="0">
                        <a:spcBef>
                          <a:spcPts val="0"/>
                        </a:spcBef>
                        <a:spcAft>
                          <a:spcPts val="0"/>
                        </a:spcAft>
                        <a:buNone/>
                      </a:pPr>
                      <a:endParaRPr sz="458" u="none" strike="noStrike" cap="none" dirty="0">
                        <a:solidFill>
                          <a:srgbClr val="C00000"/>
                        </a:solidFill>
                      </a:endParaRPr>
                    </a:p>
                  </a:txBody>
                  <a:tcPr marL="36000" marR="36000" marT="36000" marB="36000" anchor="ctr"/>
                </a:tc>
                <a:tc hMerge="1" vMerge="1">
                  <a:txBody>
                    <a:bodyPr/>
                    <a:lstStyle/>
                    <a:p>
                      <a:endParaRPr lang="ko-Kore-KR" altLang="en-US"/>
                    </a:p>
                  </a:txBody>
                  <a:tcPr/>
                </a:tc>
                <a:tc hMerge="1" vMerge="1">
                  <a:txBody>
                    <a:bodyPr/>
                    <a:lstStyle/>
                    <a:p>
                      <a:endParaRPr lang="ko-Kore-KR"/>
                    </a:p>
                  </a:txBody>
                  <a:tcPr/>
                </a:tc>
                <a:tc hMerge="1" vMerge="1">
                  <a:txBody>
                    <a:bodyPr/>
                    <a:lstStyle/>
                    <a:p>
                      <a:endParaRPr lang="ko-Kore-KR"/>
                    </a:p>
                  </a:txBody>
                  <a:tcPr/>
                </a:tc>
                <a:extLst>
                  <a:ext uri="{0D108BD9-81ED-4DB2-BD59-A6C34878D82A}">
                    <a16:rowId xmlns:a16="http://schemas.microsoft.com/office/drawing/2014/main" val="10002"/>
                  </a:ext>
                </a:extLst>
              </a:tr>
              <a:tr h="157990">
                <a:tc rowSpan="2">
                  <a:txBody>
                    <a:bodyPr/>
                    <a:lstStyle/>
                    <a:p>
                      <a:pPr marL="0" marR="0" lvl="0" indent="0" algn="ctr" rtl="0">
                        <a:spcBef>
                          <a:spcPts val="0"/>
                        </a:spcBef>
                        <a:spcAft>
                          <a:spcPts val="0"/>
                        </a:spcAft>
                        <a:buNone/>
                      </a:pPr>
                      <a:r>
                        <a:rPr lang="en-US" sz="800" b="1" u="none" strike="noStrike" cap="none"/>
                        <a:t>14L/R</a:t>
                      </a:r>
                      <a:endParaRPr sz="800" b="1" u="none" strike="noStrike" cap="none"/>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a:solidFill>
                            <a:srgbClr val="0070C0"/>
                          </a:solidFill>
                        </a:rPr>
                        <a:t>BULTI xU</a:t>
                      </a:r>
                      <a:endParaRPr sz="800" b="1" u="none" strike="noStrike" cap="none">
                        <a:solidFill>
                          <a:srgbClr val="0070C0"/>
                        </a:solidFill>
                      </a:endParaRPr>
                    </a:p>
                  </a:txBody>
                  <a:tcPr marL="36000" marR="36000" marT="36000" marB="36000" anchor="ctr"/>
                </a:tc>
                <a:tc hMerge="1">
                  <a:txBody>
                    <a:bodyPr/>
                    <a:lstStyle/>
                    <a:p>
                      <a:endParaRPr lang="ko-Kore-KR"/>
                    </a:p>
                  </a:txBody>
                  <a:tcPr/>
                </a:tc>
                <a:tc rowSpan="2" gridSpan="4">
                  <a:txBody>
                    <a:bodyPr/>
                    <a:lstStyle/>
                    <a:p>
                      <a:pPr marL="0" marR="0" lvl="0" indent="0" algn="ctr" rtl="0">
                        <a:spcBef>
                          <a:spcPts val="0"/>
                        </a:spcBef>
                        <a:spcAft>
                          <a:spcPts val="0"/>
                        </a:spcAft>
                        <a:buNone/>
                      </a:pPr>
                      <a:r>
                        <a:rPr lang="en-US" sz="800" b="1" u="none" strike="noStrike" cap="none" dirty="0"/>
                        <a:t>HD 144 </a:t>
                      </a:r>
                      <a:r>
                        <a:rPr lang="en-US" sz="800" b="1" u="none" strike="noStrike" cap="none" dirty="0">
                          <a:solidFill>
                            <a:srgbClr val="0070C0"/>
                          </a:solidFill>
                        </a:rPr>
                        <a:t>ALT 6000 </a:t>
                      </a:r>
                      <a:r>
                        <a:rPr lang="en-US" sz="800" b="1" u="none" strike="noStrike" cap="none" dirty="0">
                          <a:solidFill>
                            <a:srgbClr val="C00000"/>
                          </a:solidFill>
                        </a:rPr>
                        <a:t>Mod NADP</a:t>
                      </a:r>
                    </a:p>
                  </a:txBody>
                  <a:tcPr marL="36000" marR="36000" marT="36000" marB="36000" anchor="ctr"/>
                </a:tc>
                <a:tc rowSpan="2" hMerge="1">
                  <a:txBody>
                    <a:bodyPr/>
                    <a:lstStyle/>
                    <a:p>
                      <a:endParaRPr lang="ko-Kore-KR" altLang="en-US"/>
                    </a:p>
                  </a:txBody>
                  <a:tcPr/>
                </a:tc>
                <a:tc rowSpan="2" hMerge="1">
                  <a:txBody>
                    <a:bodyPr/>
                    <a:lstStyle/>
                    <a:p>
                      <a:endParaRPr lang="ko-Kore-KR"/>
                    </a:p>
                  </a:txBody>
                  <a:tcPr/>
                </a:tc>
                <a:tc rowSpan="2" hMerge="1">
                  <a:txBody>
                    <a:bodyPr/>
                    <a:lstStyle/>
                    <a:p>
                      <a:endParaRPr lang="ko-Kore-KR"/>
                    </a:p>
                  </a:txBody>
                  <a:tcPr/>
                </a:tc>
                <a:extLst>
                  <a:ext uri="{0D108BD9-81ED-4DB2-BD59-A6C34878D82A}">
                    <a16:rowId xmlns:a16="http://schemas.microsoft.com/office/drawing/2014/main" val="10003"/>
                  </a:ext>
                </a:extLst>
              </a:tr>
              <a:tr h="157990">
                <a:tc v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dirty="0"/>
                        <a:t>(BULTI </a:t>
                      </a:r>
                      <a:r>
                        <a:rPr lang="en-US" sz="800" u="none" strike="noStrike" cap="none" dirty="0" err="1"/>
                        <a:t>xZ</a:t>
                      </a:r>
                      <a:r>
                        <a:rPr lang="en-US" sz="800" u="none" strike="noStrike" cap="none" dirty="0"/>
                        <a:t>)</a:t>
                      </a:r>
                      <a:endParaRPr sz="800" u="none" strike="noStrike" cap="none" dirty="0"/>
                    </a:p>
                  </a:txBody>
                  <a:tcPr marL="36000" marR="36000" marT="36000" marB="36000" anchor="ctr"/>
                </a:tc>
                <a:tc hMerge="1">
                  <a:txBody>
                    <a:bodyPr/>
                    <a:lstStyle/>
                    <a:p>
                      <a:endParaRPr lang="ko-Kore-KR"/>
                    </a:p>
                  </a:txBody>
                  <a:tcPr/>
                </a:tc>
                <a:tc gridSpan="4" vMerge="1">
                  <a:txBody>
                    <a:bodyPr/>
                    <a:lstStyle/>
                    <a:p>
                      <a:pPr marL="0" marR="0" lvl="0" indent="0" algn="ctr" rtl="0">
                        <a:spcBef>
                          <a:spcPts val="0"/>
                        </a:spcBef>
                        <a:spcAft>
                          <a:spcPts val="0"/>
                        </a:spcAft>
                        <a:buNone/>
                      </a:pPr>
                      <a:endParaRPr sz="458" u="none" strike="noStrike" cap="none" dirty="0">
                        <a:solidFill>
                          <a:srgbClr val="C00000"/>
                        </a:solidFill>
                      </a:endParaRPr>
                    </a:p>
                  </a:txBody>
                  <a:tcPr marL="36000" marR="36000" marT="36000" marB="36000" anchor="ctr"/>
                </a:tc>
                <a:tc hMerge="1" vMerge="1">
                  <a:txBody>
                    <a:bodyPr/>
                    <a:lstStyle/>
                    <a:p>
                      <a:endParaRPr lang="ko-Kore-KR" altLang="en-US"/>
                    </a:p>
                  </a:txBody>
                  <a:tcPr/>
                </a:tc>
                <a:tc hMerge="1" vMerge="1">
                  <a:txBody>
                    <a:bodyPr/>
                    <a:lstStyle/>
                    <a:p>
                      <a:endParaRPr lang="ko-Kore-KR"/>
                    </a:p>
                  </a:txBody>
                  <a:tcPr/>
                </a:tc>
                <a:tc hMerge="1" vMerge="1">
                  <a:txBody>
                    <a:bodyPr/>
                    <a:lstStyle/>
                    <a:p>
                      <a:endParaRPr lang="ko-Kore-KR"/>
                    </a:p>
                  </a:txBody>
                  <a:tcPr/>
                </a:tc>
                <a:extLst>
                  <a:ext uri="{0D108BD9-81ED-4DB2-BD59-A6C34878D82A}">
                    <a16:rowId xmlns:a16="http://schemas.microsoft.com/office/drawing/2014/main" val="10004"/>
                  </a:ext>
                </a:extLst>
              </a:tr>
              <a:tr h="25732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KIP</a:t>
                      </a:r>
                      <a:endParaRPr dirty="0"/>
                    </a:p>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113.6</a:t>
                      </a:r>
                      <a:endParaRPr sz="800" b="1" u="none" strike="noStrike" cap="none"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solidFill>
                            <a:srgbClr val="C00000"/>
                          </a:solidFill>
                        </a:rPr>
                        <a:t>32L IKMO</a:t>
                      </a:r>
                      <a:endParaRPr dirty="0"/>
                    </a:p>
                    <a:p>
                      <a:pPr marL="0" marR="0" lvl="0" indent="0" algn="ctr" rtl="0">
                        <a:spcBef>
                          <a:spcPts val="0"/>
                        </a:spcBef>
                        <a:spcAft>
                          <a:spcPts val="0"/>
                        </a:spcAft>
                        <a:buNone/>
                      </a:pPr>
                      <a:r>
                        <a:rPr lang="en-US" sz="800" b="1" u="none" strike="noStrike" cap="none" dirty="0">
                          <a:solidFill>
                            <a:srgbClr val="C00000"/>
                          </a:solidFill>
                        </a:rPr>
                        <a:t>108.3</a:t>
                      </a:r>
                      <a:endParaRPr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C00000"/>
                          </a:solidFill>
                        </a:rPr>
                        <a:t>32R ISKP</a:t>
                      </a:r>
                      <a:endParaRPr dirty="0"/>
                    </a:p>
                    <a:p>
                      <a:pPr marL="0" marR="0" lvl="0" indent="0" algn="ctr" rtl="0">
                        <a:spcBef>
                          <a:spcPts val="0"/>
                        </a:spcBef>
                        <a:spcAft>
                          <a:spcPts val="0"/>
                        </a:spcAft>
                        <a:buNone/>
                      </a:pPr>
                      <a:r>
                        <a:rPr lang="en-US" sz="800" b="1" u="none" strike="noStrike" cap="none" dirty="0">
                          <a:solidFill>
                            <a:srgbClr val="C00000"/>
                          </a:solidFill>
                        </a:rPr>
                        <a:t>110.7</a:t>
                      </a:r>
                      <a:endParaRPr dirty="0"/>
                    </a:p>
                  </a:txBody>
                  <a:tcPr marL="36000" marR="36000" marT="36000" marB="3600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u="none" strike="noStrike" cap="none" dirty="0">
                          <a:solidFill>
                            <a:srgbClr val="C00000"/>
                          </a:solidFill>
                        </a:rPr>
                        <a:t>14L ISEL 109.9</a:t>
                      </a:r>
                      <a:endParaRP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C00000"/>
                          </a:solidFill>
                        </a:rPr>
                        <a:t>14R </a:t>
                      </a:r>
                      <a:r>
                        <a:rPr lang="en-US" sz="700" b="1" u="none" strike="noStrike" cap="none" dirty="0">
                          <a:solidFill>
                            <a:srgbClr val="C00000"/>
                          </a:solidFill>
                        </a:rPr>
                        <a:t>IOFR</a:t>
                      </a:r>
                      <a:r>
                        <a:rPr lang="en-US" sz="800" b="1" u="none" strike="noStrike" cap="none" dirty="0">
                          <a:solidFill>
                            <a:srgbClr val="C00000"/>
                          </a:solidFill>
                        </a:rPr>
                        <a:t> 108.7</a:t>
                      </a:r>
                      <a:endParaRPr dirty="0"/>
                    </a:p>
                  </a:txBody>
                  <a:tcPr marL="36000" marR="36000" marT="36000" marB="36000" anchor="ctr"/>
                </a:tc>
                <a:extLst>
                  <a:ext uri="{0D108BD9-81ED-4DB2-BD59-A6C34878D82A}">
                    <a16:rowId xmlns:a16="http://schemas.microsoft.com/office/drawing/2014/main" val="10005"/>
                  </a:ext>
                </a:extLst>
              </a:tr>
              <a:tr h="25732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FIX</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u="none" strike="noStrike" cap="none" dirty="0"/>
                        <a:t>32L/R : EO32L/R, R225</a:t>
                      </a:r>
                      <a:r>
                        <a:rPr lang="en-US" altLang="ko-Kore-KR" sz="600" u="none" strike="noStrike" cap="none" dirty="0"/>
                        <a:t>, </a:t>
                      </a:r>
                      <a:r>
                        <a:rPr lang="en-US" altLang="ko-Kore-KR" sz="800" u="none" strike="noStrike" cap="none" dirty="0"/>
                        <a:t>YJU R271</a:t>
                      </a:r>
                    </a:p>
                  </a:txBody>
                  <a:tcPr marL="36000" marR="36000" marT="36000" marB="36000" anchor="ctr"/>
                </a:tc>
                <a:tc hMerge="1">
                  <a:txBody>
                    <a:bodyPr/>
                    <a:lstStyle/>
                    <a:p>
                      <a:endParaRPr lang="ko-Kore-KR"/>
                    </a:p>
                  </a:txBody>
                  <a:tcPr/>
                </a:tc>
                <a:tc gridSpan="3">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u="none" strike="noStrike" cap="none" dirty="0"/>
                        <a:t>14L/R : EO14L/R, R220, P73 /2</a:t>
                      </a: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5799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APRON(130.875) -&gt; GND(121.9)  -&gt; TWR (All by ATC)  </a:t>
                      </a:r>
                    </a:p>
                    <a:p>
                      <a:pPr marL="0" marR="0" lvl="0" indent="0" algn="ctr" defTabSz="116449"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1200" cap="none" spc="0" normalizeH="0" baseline="0" noProof="0" dirty="0">
                          <a:ln>
                            <a:noFill/>
                          </a:ln>
                          <a:solidFill>
                            <a:srgbClr val="0070C0"/>
                          </a:solidFill>
                          <a:effectLst/>
                          <a:uLnTx/>
                          <a:uFillTx/>
                          <a:latin typeface="Calibri"/>
                          <a:ea typeface="Calibri"/>
                          <a:cs typeface="Calibri"/>
                          <a:sym typeface="Calibri"/>
                        </a:rPr>
                        <a:t>(BOKUM, NUNPI, SAMKU)</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bl>
          </a:graphicData>
        </a:graphic>
      </p:graphicFrame>
      <p:graphicFrame>
        <p:nvGraphicFramePr>
          <p:cNvPr id="107" name="Google Shape;107;p2"/>
          <p:cNvGraphicFramePr/>
          <p:nvPr>
            <p:extLst>
              <p:ext uri="{D42A27DB-BD31-4B8C-83A1-F6EECF244321}">
                <p14:modId xmlns:p14="http://schemas.microsoft.com/office/powerpoint/2010/main" val="1963375807"/>
              </p:ext>
            </p:extLst>
          </p:nvPr>
        </p:nvGraphicFramePr>
        <p:xfrm>
          <a:off x="4472" y="3819790"/>
          <a:ext cx="2310728" cy="1727410"/>
        </p:xfrm>
        <a:graphic>
          <a:graphicData uri="http://schemas.openxmlformats.org/drawingml/2006/table">
            <a:tbl>
              <a:tblPr firstRow="1" bandRow="1">
                <a:noFill/>
                <a:tableStyleId>{A521BE36-7E6F-4EC9-8D66-1CF97A6895EC}</a:tableStyleId>
              </a:tblPr>
              <a:tblGrid>
                <a:gridCol w="390499">
                  <a:extLst>
                    <a:ext uri="{9D8B030D-6E8A-4147-A177-3AD203B41FA5}">
                      <a16:colId xmlns:a16="http://schemas.microsoft.com/office/drawing/2014/main" val="20000"/>
                    </a:ext>
                  </a:extLst>
                </a:gridCol>
                <a:gridCol w="209308">
                  <a:extLst>
                    <a:ext uri="{9D8B030D-6E8A-4147-A177-3AD203B41FA5}">
                      <a16:colId xmlns:a16="http://schemas.microsoft.com/office/drawing/2014/main" val="20001"/>
                    </a:ext>
                  </a:extLst>
                </a:gridCol>
                <a:gridCol w="527130">
                  <a:extLst>
                    <a:ext uri="{9D8B030D-6E8A-4147-A177-3AD203B41FA5}">
                      <a16:colId xmlns:a16="http://schemas.microsoft.com/office/drawing/2014/main" val="20002"/>
                    </a:ext>
                  </a:extLst>
                </a:gridCol>
                <a:gridCol w="413260">
                  <a:extLst>
                    <a:ext uri="{9D8B030D-6E8A-4147-A177-3AD203B41FA5}">
                      <a16:colId xmlns:a16="http://schemas.microsoft.com/office/drawing/2014/main" val="20005"/>
                    </a:ext>
                  </a:extLst>
                </a:gridCol>
                <a:gridCol w="770531">
                  <a:extLst>
                    <a:ext uri="{9D8B030D-6E8A-4147-A177-3AD203B41FA5}">
                      <a16:colId xmlns:a16="http://schemas.microsoft.com/office/drawing/2014/main" val="20006"/>
                    </a:ext>
                  </a:extLst>
                </a:gridCol>
              </a:tblGrid>
              <a:tr h="209058">
                <a:tc gridSpan="5">
                  <a:txBody>
                    <a:bodyPr/>
                    <a:lstStyle/>
                    <a:p>
                      <a:pPr marL="0" marR="0" lvl="0" indent="0" algn="ctr" rtl="0">
                        <a:spcBef>
                          <a:spcPts val="0"/>
                        </a:spcBef>
                        <a:spcAft>
                          <a:spcPts val="0"/>
                        </a:spcAft>
                        <a:buNone/>
                      </a:pPr>
                      <a:r>
                        <a:rPr lang="en-US" sz="800" u="none" strike="noStrike" cap="none" dirty="0"/>
                        <a:t>CJU </a:t>
                      </a:r>
                      <a:r>
                        <a:rPr lang="en-US" sz="800" u="none" strike="noStrike" cap="none" dirty="0">
                          <a:solidFill>
                            <a:srgbClr val="00B0F0"/>
                          </a:solidFill>
                        </a:rPr>
                        <a:t>[066/246]</a:t>
                      </a:r>
                      <a:r>
                        <a:rPr lang="en-US" sz="800" u="none" strike="noStrike" cap="none" dirty="0"/>
                        <a:t> : STAR </a:t>
                      </a:r>
                    </a:p>
                    <a:p>
                      <a:pPr marL="0" marR="0" lvl="0" indent="0" algn="ctr" rtl="0">
                        <a:spcBef>
                          <a:spcPts val="0"/>
                        </a:spcBef>
                        <a:spcAft>
                          <a:spcPts val="0"/>
                        </a:spcAft>
                        <a:buNone/>
                      </a:pPr>
                      <a:r>
                        <a:rPr lang="en-US" sz="700" u="none" strike="noStrike" cap="none" dirty="0">
                          <a:solidFill>
                            <a:srgbClr val="FFC000"/>
                          </a:solidFill>
                        </a:rPr>
                        <a:t>AFT Merge PT(220kts) DCT IAF(195kts), FAF (160kts)</a:t>
                      </a:r>
                      <a:endParaRPr sz="700" u="none" strike="noStrike" cap="none" dirty="0">
                        <a:solidFill>
                          <a:srgbClr val="FFC000"/>
                        </a:solidFill>
                      </a:endParaRPr>
                    </a:p>
                  </a:txBody>
                  <a:tcPr marL="91450" marR="91450" marT="45725" marB="45725" anchor="ctr"/>
                </a:tc>
                <a:tc hMerge="1">
                  <a:txBody>
                    <a:bodyPr/>
                    <a:lstStyle/>
                    <a:p>
                      <a:endParaRPr lang="ko-Kore-KR"/>
                    </a:p>
                  </a:txBody>
                  <a:tcPr/>
                </a:tc>
                <a:tc hMerge="1">
                  <a:txBody>
                    <a:bodyPr/>
                    <a:lstStyle/>
                    <a:p>
                      <a:pPr marL="0" marR="0" lvl="0" indent="0" algn="ctr" rtl="0">
                        <a:spcBef>
                          <a:spcPts val="0"/>
                        </a:spcBef>
                        <a:spcAft>
                          <a:spcPts val="0"/>
                        </a:spcAft>
                        <a:buNone/>
                      </a:pPr>
                      <a:endParaRPr sz="700" u="none" strike="noStrike" cap="none"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26670">
                <a:tc>
                  <a:txBody>
                    <a:bodyPr/>
                    <a:lstStyle/>
                    <a:p>
                      <a:pPr marL="0" marR="0" lvl="0" indent="0" algn="ctr" rtl="0">
                        <a:spcBef>
                          <a:spcPts val="0"/>
                        </a:spcBef>
                        <a:spcAft>
                          <a:spcPts val="0"/>
                        </a:spcAft>
                        <a:buNone/>
                      </a:pPr>
                      <a:r>
                        <a:rPr lang="en-US" sz="800" b="1" u="none" strike="noStrike" cap="none" dirty="0"/>
                        <a:t>ILS Z 07</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a:t>DOTOL xP</a:t>
                      </a:r>
                      <a:endParaRPr sz="800" b="1" u="none" strike="noStrike" cap="none"/>
                    </a:p>
                  </a:txBody>
                  <a:tcPr marL="36000" marR="36000" marT="36000" marB="36000" anchor="ctr"/>
                </a:tc>
                <a:tc hMerge="1">
                  <a:txBody>
                    <a:bodyPr/>
                    <a:lstStyle/>
                    <a:p>
                      <a:pPr marL="0" marR="0" lvl="0" indent="0" algn="ctr" rtl="0">
                        <a:spcBef>
                          <a:spcPts val="0"/>
                        </a:spcBef>
                        <a:spcAft>
                          <a:spcPts val="0"/>
                        </a:spcAft>
                        <a:buNone/>
                      </a:pPr>
                      <a:endParaRPr sz="800" b="1" u="none" strike="noStrike" cap="none"/>
                    </a:p>
                  </a:txBody>
                  <a:tcPr marL="36000" marR="36000" marT="36000" marB="36000" anchor="ctr"/>
                </a:tc>
                <a:tc>
                  <a:txBody>
                    <a:bodyPr/>
                    <a:lstStyle/>
                    <a:p>
                      <a:pPr algn="ctr"/>
                      <a:r>
                        <a:rPr lang="en-US" sz="800" b="1" u="none" strike="noStrike" cap="none" dirty="0"/>
                        <a:t>YUMIN</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t>NULDI 160</a:t>
                      </a:r>
                      <a:endParaRPr sz="800" b="1" u="none" strike="noStrike" cap="none" dirty="0"/>
                    </a:p>
                  </a:txBody>
                  <a:tcPr marL="36000" marR="36000" marT="36000" marB="36000" anchor="ctr"/>
                </a:tc>
                <a:extLst>
                  <a:ext uri="{0D108BD9-81ED-4DB2-BD59-A6C34878D82A}">
                    <a16:rowId xmlns:a16="http://schemas.microsoft.com/office/drawing/2014/main" val="10001"/>
                  </a:ext>
                </a:extLst>
              </a:tr>
              <a:tr h="126670">
                <a:tc gridSpan="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70C0"/>
                          </a:solidFill>
                          <a:effectLst/>
                          <a:uLnTx/>
                          <a:uFillTx/>
                          <a:latin typeface="Calibri"/>
                          <a:cs typeface="Calibri"/>
                          <a:sym typeface="Arial"/>
                        </a:rPr>
                        <a:t>RNP Y 07 </a:t>
                      </a:r>
                      <a:r>
                        <a:rPr kumimoji="0" lang="en-US" altLang="ko-Kore-KR" sz="700" b="1" i="0" u="none" strike="noStrike" kern="0" cap="none" spc="0" normalizeH="0" baseline="0" noProof="0" dirty="0">
                          <a:ln>
                            <a:noFill/>
                          </a:ln>
                          <a:solidFill>
                            <a:srgbClr val="C00000"/>
                          </a:solidFill>
                          <a:effectLst/>
                          <a:uLnTx/>
                          <a:uFillTx/>
                          <a:latin typeface="Calibri"/>
                          <a:cs typeface="Calibri"/>
                          <a:sym typeface="Arial"/>
                        </a:rPr>
                        <a:t>(No LPV)</a:t>
                      </a:r>
                      <a:r>
                        <a:rPr kumimoji="0" lang="en-US" altLang="ko-Kore-KR" sz="700" b="1" i="0" u="none" strike="noStrike" kern="0" cap="none" spc="0" normalizeH="0" baseline="0" noProof="0" dirty="0">
                          <a:ln>
                            <a:noFill/>
                          </a:ln>
                          <a:solidFill>
                            <a:srgbClr val="0070C0"/>
                          </a:solidFill>
                          <a:effectLst/>
                          <a:uLnTx/>
                          <a:uFillTx/>
                          <a:latin typeface="Calibri"/>
                          <a:cs typeface="Calibri"/>
                          <a:sym typeface="Arial"/>
                        </a:rPr>
                        <a:t>, RNP Z 07 AR </a:t>
                      </a:r>
                      <a:r>
                        <a:rPr kumimoji="0" lang="en-US" altLang="ko-Kore-KR" sz="700" b="1" i="0" u="none" strike="noStrike" kern="0" cap="none" spc="0" normalizeH="0" baseline="0" noProof="0" dirty="0">
                          <a:ln>
                            <a:noFill/>
                          </a:ln>
                          <a:solidFill>
                            <a:srgbClr val="C00000"/>
                          </a:solidFill>
                          <a:effectLst/>
                          <a:uLnTx/>
                          <a:uFillTx/>
                          <a:latin typeface="Calibri"/>
                          <a:cs typeface="Calibri"/>
                          <a:sym typeface="Arial"/>
                        </a:rPr>
                        <a:t>(RNP 0.11)</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endParaRPr sz="800" b="1" u="none" strike="noStrike" cap="none" dirty="0">
                        <a:solidFill>
                          <a:srgbClr val="C00000"/>
                        </a:solidFill>
                      </a:endParaRPr>
                    </a:p>
                  </a:txBody>
                  <a:tcPr marL="36000" marR="36000" marT="36000" marB="36000" anchor="ctr"/>
                </a:tc>
                <a:tc hMerge="1">
                  <a:txBody>
                    <a:bodyPr/>
                    <a:lstStyle/>
                    <a:p>
                      <a:pPr marL="0" marR="0" lvl="0" indent="0" algn="ctr" rtl="0">
                        <a:spcBef>
                          <a:spcPts val="0"/>
                        </a:spcBef>
                        <a:spcAft>
                          <a:spcPts val="0"/>
                        </a:spcAft>
                        <a:buNone/>
                      </a:pPr>
                      <a:endParaRPr sz="800" b="1" u="none" strike="noStrike" cap="none" dirty="0"/>
                    </a:p>
                  </a:txBody>
                  <a:tcPr marL="36000" marR="3600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sz="800" b="1" u="none" strike="noStrike" cap="none" dirty="0">
                        <a:solidFill>
                          <a:srgbClr val="C00000"/>
                        </a:solidFill>
                      </a:endParaRPr>
                    </a:p>
                  </a:txBody>
                  <a:tcPr marL="36000" marR="36000" marT="36000" marB="36000" anchor="ctr"/>
                </a:tc>
                <a:tc hMerge="1">
                  <a:txBody>
                    <a:bodyPr/>
                    <a:lstStyle/>
                    <a:p>
                      <a:endParaRPr lang="ko-Kore-KR" dirty="0"/>
                    </a:p>
                  </a:txBody>
                  <a:tcPr marL="36000" marR="36000" marT="36000" marB="36000" anchor="ctr"/>
                </a:tc>
                <a:tc hMerge="1">
                  <a:txBody>
                    <a:bodyPr/>
                    <a:lstStyle/>
                    <a:p>
                      <a:pPr marL="0" marR="0" lvl="0" indent="0" algn="ctr" rtl="0">
                        <a:spcBef>
                          <a:spcPts val="0"/>
                        </a:spcBef>
                        <a:spcAft>
                          <a:spcPts val="0"/>
                        </a:spcAft>
                        <a:buNone/>
                      </a:pPr>
                      <a:endParaRPr sz="800" b="1" u="none" strike="noStrike" cap="none" dirty="0"/>
                    </a:p>
                  </a:txBody>
                  <a:tcPr marL="36000" marR="36000" marT="36000" marB="36000" anchor="ctr"/>
                </a:tc>
                <a:extLst>
                  <a:ext uri="{0D108BD9-81ED-4DB2-BD59-A6C34878D82A}">
                    <a16:rowId xmlns:a16="http://schemas.microsoft.com/office/drawing/2014/main" val="3614569801"/>
                  </a:ext>
                </a:extLst>
              </a:tr>
              <a:tr h="126670">
                <a:tc>
                  <a:txBody>
                    <a:bodyPr/>
                    <a:lstStyle/>
                    <a:p>
                      <a:pPr marL="0" marR="0" lvl="0" indent="0" algn="ctr" rtl="0">
                        <a:spcBef>
                          <a:spcPts val="0"/>
                        </a:spcBef>
                        <a:spcAft>
                          <a:spcPts val="0"/>
                        </a:spcAft>
                        <a:buNone/>
                      </a:pPr>
                      <a:r>
                        <a:rPr lang="en-US" sz="800" b="1" u="none" strike="noStrike" cap="none"/>
                        <a:t>ILS Z 25</a:t>
                      </a:r>
                      <a:endParaRPr sz="800" b="1" u="none" strike="noStrike" cap="none"/>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t>DOTOL </a:t>
                      </a:r>
                      <a:r>
                        <a:rPr lang="en-US" sz="800" b="1" u="none" strike="noStrike" cap="none" dirty="0" err="1"/>
                        <a:t>xM</a:t>
                      </a:r>
                      <a:endParaRPr sz="800" b="1" u="none" strike="noStrike" cap="none" dirty="0"/>
                    </a:p>
                  </a:txBody>
                  <a:tcPr marL="36000" marR="36000" marT="36000" marB="36000" anchor="ctr"/>
                </a:tc>
                <a:tc hMerge="1">
                  <a:txBody>
                    <a:bodyPr/>
                    <a:lstStyle/>
                    <a:p>
                      <a:pPr marL="0" marR="0" lvl="0" indent="0" algn="ctr" rtl="0">
                        <a:spcBef>
                          <a:spcPts val="0"/>
                        </a:spcBef>
                        <a:spcAft>
                          <a:spcPts val="0"/>
                        </a:spcAft>
                        <a:buNone/>
                      </a:pPr>
                      <a:endParaRPr sz="800" b="1" u="none" strike="noStrike" cap="none" dirty="0"/>
                    </a:p>
                  </a:txBody>
                  <a:tcPr marL="36000" marR="36000" marT="36000" marB="36000" anchor="ctr"/>
                </a:tc>
                <a:tc>
                  <a:txBody>
                    <a:bodyPr/>
                    <a:lstStyle/>
                    <a:p>
                      <a:pPr algn="ctr"/>
                      <a:r>
                        <a:rPr lang="en-US" sz="800" b="1" u="none" strike="noStrike" cap="none" dirty="0"/>
                        <a:t>DUKAL</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t>NULDI 160</a:t>
                      </a:r>
                      <a:endParaRPr sz="800" b="1" u="none" strike="noStrike" cap="none" dirty="0"/>
                    </a:p>
                  </a:txBody>
                  <a:tcPr marL="36000" marR="36000" marT="36000" marB="36000" anchor="ctr"/>
                </a:tc>
                <a:extLst>
                  <a:ext uri="{0D108BD9-81ED-4DB2-BD59-A6C34878D82A}">
                    <a16:rowId xmlns:a16="http://schemas.microsoft.com/office/drawing/2014/main" val="10002"/>
                  </a:ext>
                </a:extLst>
              </a:tr>
              <a:tr h="150841">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NAV</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ltLang="en-US"/>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70C0"/>
                          </a:solidFill>
                        </a:rPr>
                        <a:t>YDM </a:t>
                      </a:r>
                      <a:r>
                        <a:rPr lang="en-US" sz="800" b="1" u="none" strike="noStrike" cap="none" dirty="0">
                          <a:solidFill>
                            <a:srgbClr val="C00000"/>
                          </a:solidFill>
                        </a:rPr>
                        <a:t>25 ICHE 07 ICJU</a:t>
                      </a:r>
                      <a:endParaRPr sz="800" b="1" u="none" strike="noStrike" cap="none"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2350473488"/>
                  </a:ext>
                </a:extLst>
              </a:tr>
              <a:tr h="209075">
                <a:tc gridSpan="5">
                  <a:txBody>
                    <a:bodyPr/>
                    <a:lstStyle/>
                    <a:p>
                      <a:pPr marL="0" marR="0" lvl="0" indent="0" algn="l" rtl="0">
                        <a:lnSpc>
                          <a:spcPct val="100000"/>
                        </a:lnSpc>
                        <a:spcBef>
                          <a:spcPts val="0"/>
                        </a:spcBef>
                        <a:spcAft>
                          <a:spcPts val="0"/>
                        </a:spcAft>
                        <a:buClr>
                          <a:schemeClr val="dk1"/>
                        </a:buClr>
                        <a:buSzPts val="800"/>
                        <a:buFont typeface="Calibri"/>
                        <a:buNone/>
                      </a:pPr>
                      <a:r>
                        <a:rPr lang="en-US" sz="800" b="1" u="none" strike="noStrike" cap="none" dirty="0">
                          <a:solidFill>
                            <a:schemeClr val="dk1"/>
                          </a:solidFill>
                        </a:rPr>
                        <a:t>07 : </a:t>
                      </a:r>
                      <a:r>
                        <a:rPr lang="en-US" sz="800" b="1" u="none" strike="noStrike" cap="none" dirty="0">
                          <a:solidFill>
                            <a:srgbClr val="0070C0"/>
                          </a:solidFill>
                        </a:rPr>
                        <a:t>P6(5176’), P5(5882’)-HIRO, </a:t>
                      </a:r>
                      <a:r>
                        <a:rPr lang="en-US" sz="800" u="none" strike="noStrike" cap="none" dirty="0">
                          <a:solidFill>
                            <a:schemeClr val="bg1"/>
                          </a:solidFill>
                        </a:rPr>
                        <a:t>P4(6840’-REQ ATC)</a:t>
                      </a:r>
                      <a:endParaRPr dirty="0">
                        <a:solidFill>
                          <a:schemeClr val="bg1"/>
                        </a:solidFill>
                      </a:endParaRPr>
                    </a:p>
                    <a:p>
                      <a:pPr marL="0" marR="0" lvl="0" indent="0" algn="l" rtl="0">
                        <a:lnSpc>
                          <a:spcPct val="100000"/>
                        </a:lnSpc>
                        <a:spcBef>
                          <a:spcPts val="0"/>
                        </a:spcBef>
                        <a:spcAft>
                          <a:spcPts val="0"/>
                        </a:spcAft>
                        <a:buClr>
                          <a:schemeClr val="dk1"/>
                        </a:buClr>
                        <a:buSzPts val="800"/>
                        <a:buFont typeface="Calibri"/>
                        <a:buNone/>
                      </a:pPr>
                      <a:r>
                        <a:rPr lang="en-US" sz="800" b="1" u="none" strike="noStrike" cap="none" dirty="0">
                          <a:solidFill>
                            <a:schemeClr val="dk1"/>
                          </a:solidFill>
                        </a:rPr>
                        <a:t>25 : </a:t>
                      </a:r>
                      <a:r>
                        <a:rPr lang="en-US" sz="800" b="1" u="none" strike="noStrike" cap="none" dirty="0">
                          <a:solidFill>
                            <a:srgbClr val="0070C0"/>
                          </a:solidFill>
                        </a:rPr>
                        <a:t>P7(5219’), P8(5882’)</a:t>
                      </a:r>
                      <a:r>
                        <a:rPr lang="en-US" altLang="ko-Kore-KR" sz="800" b="1" u="none" strike="noStrike" cap="none" dirty="0">
                          <a:solidFill>
                            <a:srgbClr val="0070C0"/>
                          </a:solidFill>
                        </a:rPr>
                        <a:t>-HIRO, </a:t>
                      </a:r>
                      <a:r>
                        <a:rPr lang="en-US" sz="800" u="none" strike="noStrike" cap="none" dirty="0">
                          <a:solidFill>
                            <a:schemeClr val="bg1"/>
                          </a:solidFill>
                        </a:rPr>
                        <a:t>P10(7524’-REQ ATC)</a:t>
                      </a:r>
                      <a:r>
                        <a:rPr lang="en-US" sz="800" u="none" strike="noStrike" cap="none" dirty="0">
                          <a:solidFill>
                            <a:srgbClr val="0070C0"/>
                          </a:solidFill>
                        </a:rPr>
                        <a:t> </a:t>
                      </a:r>
                      <a:endParaRPr dirty="0"/>
                    </a:p>
                  </a:txBody>
                  <a:tcPr marL="36000" marR="36000" marT="36000" marB="36000" anchor="ctr"/>
                </a:tc>
                <a:tc hMerge="1">
                  <a:txBody>
                    <a:bodyPr/>
                    <a:lstStyle/>
                    <a:p>
                      <a:endParaRPr lang="ko-Kore-KR"/>
                    </a:p>
                  </a:txBody>
                  <a:tcPr/>
                </a:tc>
                <a:tc hMerge="1">
                  <a:txBody>
                    <a:bodyPr/>
                    <a:lstStyle/>
                    <a:p>
                      <a:pPr marL="0" marR="0" lvl="0" indent="0" algn="l" rtl="0">
                        <a:lnSpc>
                          <a:spcPct val="100000"/>
                        </a:lnSpc>
                        <a:spcBef>
                          <a:spcPts val="0"/>
                        </a:spcBef>
                        <a:spcAft>
                          <a:spcPts val="0"/>
                        </a:spcAft>
                        <a:buClr>
                          <a:schemeClr val="dk1"/>
                        </a:buClr>
                        <a:buSzPts val="800"/>
                        <a:buFont typeface="Calibri"/>
                        <a:buNone/>
                      </a:pPr>
                      <a:endParaRPr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209075">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Entering Rapid TWY CTC GND 121.675 (STOP x)</a:t>
                      </a:r>
                      <a:endParaRPr dirty="0"/>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HST 40KTS</a:t>
                      </a:r>
                      <a:endParaRPr dirty="0"/>
                    </a:p>
                  </a:txBody>
                  <a:tcPr marL="36000" marR="36000" marT="36000" marB="36000" anchor="ctr"/>
                </a:tc>
                <a:tc hMerge="1">
                  <a:txBody>
                    <a:bodyPr/>
                    <a:lstStyle/>
                    <a:p>
                      <a:endParaRPr lang="ko-Kore-KR"/>
                    </a:p>
                  </a:txBody>
                  <a:tcPr/>
                </a:tc>
                <a:tc hMerge="1">
                  <a:txBody>
                    <a:bodyPr/>
                    <a:lstStyle/>
                    <a:p>
                      <a:pPr marL="0" marR="0" lvl="0" indent="0" algn="ctr" rtl="0">
                        <a:lnSpc>
                          <a:spcPct val="100000"/>
                        </a:lnSpc>
                        <a:spcBef>
                          <a:spcPts val="0"/>
                        </a:spcBef>
                        <a:spcAft>
                          <a:spcPts val="0"/>
                        </a:spcAft>
                        <a:buClr>
                          <a:schemeClr val="dk1"/>
                        </a:buClr>
                        <a:buSzPts val="800"/>
                        <a:buFont typeface="Calibri"/>
                        <a:buNone/>
                      </a:pPr>
                      <a:endParaRPr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108" name="Google Shape;108;p2"/>
          <p:cNvGraphicFramePr/>
          <p:nvPr>
            <p:extLst>
              <p:ext uri="{D42A27DB-BD31-4B8C-83A1-F6EECF244321}">
                <p14:modId xmlns:p14="http://schemas.microsoft.com/office/powerpoint/2010/main" val="3712267667"/>
              </p:ext>
            </p:extLst>
          </p:nvPr>
        </p:nvGraphicFramePr>
        <p:xfrm>
          <a:off x="-2501" y="16503"/>
          <a:ext cx="2328850" cy="563987"/>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05086">
                <a:tc>
                  <a:txBody>
                    <a:bodyPr/>
                    <a:lstStyle/>
                    <a:p>
                      <a:pPr marL="0" marR="0" lvl="0" indent="0" algn="ctr" rtl="0">
                        <a:spcBef>
                          <a:spcPts val="0"/>
                        </a:spcBef>
                        <a:spcAft>
                          <a:spcPts val="0"/>
                        </a:spcAft>
                        <a:buNone/>
                      </a:pPr>
                      <a:r>
                        <a:rPr lang="en-US" sz="1300" u="none" strike="noStrike" cap="none" dirty="0">
                          <a:solidFill>
                            <a:schemeClr val="tx1"/>
                          </a:solidFill>
                          <a:hlinkClick r:id="rId3">
                            <a:extLst>
                              <a:ext uri="{A12FA001-AC4F-418D-AE19-62706E023703}">
                                <ahyp:hlinkClr xmlns:ahyp="http://schemas.microsoft.com/office/drawing/2018/hyperlinkcolor" val="tx"/>
                              </a:ext>
                            </a:extLst>
                          </a:hlinkClick>
                        </a:rPr>
                        <a:t>RKSS(GMP) 59ft</a:t>
                      </a:r>
                      <a:endParaRPr sz="1300" u="none" strike="noStrike" cap="none" dirty="0">
                        <a:solidFill>
                          <a:schemeClr val="tx1"/>
                        </a:solidFill>
                      </a:endParaRPr>
                    </a:p>
                  </a:txBody>
                  <a:tcPr marL="36000" marR="0" marT="0" marB="0" anchor="ctr"/>
                </a:tc>
                <a:tc>
                  <a:txBody>
                    <a:bodyPr/>
                    <a:lstStyle/>
                    <a:p>
                      <a:pPr marL="0" marR="0" lvl="0" indent="0" algn="ctr" rtl="0">
                        <a:spcBef>
                          <a:spcPts val="0"/>
                        </a:spcBef>
                        <a:spcAft>
                          <a:spcPts val="0"/>
                        </a:spcAft>
                        <a:buNone/>
                      </a:pPr>
                      <a:r>
                        <a:rPr lang="en-US" sz="1300" u="none" strike="noStrike" cap="none" dirty="0">
                          <a:solidFill>
                            <a:schemeClr val="tx1"/>
                          </a:solidFill>
                          <a:hlinkClick r:id="rId4">
                            <a:extLst>
                              <a:ext uri="{A12FA001-AC4F-418D-AE19-62706E023703}">
                                <ahyp:hlinkClr xmlns:ahyp="http://schemas.microsoft.com/office/drawing/2018/hyperlinkcolor" val="tx"/>
                              </a:ext>
                            </a:extLst>
                          </a:hlinkClick>
                        </a:rPr>
                        <a:t>RKPC(CJU) 119ft</a:t>
                      </a:r>
                      <a:endParaRPr sz="1300" u="none" strike="noStrike" cap="none" dirty="0">
                        <a:solidFill>
                          <a:schemeClr val="tx1"/>
                        </a:solidFill>
                      </a:endParaRPr>
                    </a:p>
                  </a:txBody>
                  <a:tcPr marL="36000" marR="0" marT="0" marB="0" anchor="ctr"/>
                </a:tc>
                <a:extLst>
                  <a:ext uri="{0D108BD9-81ED-4DB2-BD59-A6C34878D82A}">
                    <a16:rowId xmlns:a16="http://schemas.microsoft.com/office/drawing/2014/main" val="10000"/>
                  </a:ext>
                </a:extLst>
              </a:tr>
              <a:tr h="358901">
                <a:tc>
                  <a:txBody>
                    <a:bodyPr/>
                    <a:lstStyle/>
                    <a:p>
                      <a:pPr marL="0" marR="0" lvl="0" indent="0" algn="ctr" rtl="0">
                        <a:spcBef>
                          <a:spcPts val="0"/>
                        </a:spcBef>
                        <a:spcAft>
                          <a:spcPts val="0"/>
                        </a:spcAft>
                        <a:buNone/>
                      </a:pPr>
                      <a:r>
                        <a:rPr lang="en-US" sz="900" u="none" strike="noStrike" cap="none" dirty="0"/>
                        <a:t>KE GMP 131.15</a:t>
                      </a:r>
                      <a:endParaRPr dirty="0"/>
                    </a:p>
                    <a:p>
                      <a:pPr marL="0" marR="0" lvl="0" indent="0" algn="ctr" rtl="0">
                        <a:spcBef>
                          <a:spcPts val="0"/>
                        </a:spcBef>
                        <a:spcAft>
                          <a:spcPts val="0"/>
                        </a:spcAft>
                        <a:buNone/>
                      </a:pPr>
                      <a:r>
                        <a:rPr lang="en-US" sz="600" u="none" strike="noStrike" cap="none" dirty="0">
                          <a:solidFill>
                            <a:srgbClr val="FF0000"/>
                          </a:solidFill>
                          <a:latin typeface="Calibri"/>
                          <a:ea typeface="Calibri"/>
                          <a:cs typeface="Calibri"/>
                          <a:sym typeface="Calibri"/>
                        </a:rPr>
                        <a:t>DCL -15분 </a:t>
                      </a:r>
                      <a:r>
                        <a:rPr lang="en-US" sz="600" u="none" strike="noStrike" cap="none" dirty="0" err="1">
                          <a:solidFill>
                            <a:srgbClr val="FF0000"/>
                          </a:solidFill>
                          <a:latin typeface="Calibri"/>
                          <a:ea typeface="Calibri"/>
                          <a:cs typeface="Calibri"/>
                          <a:sym typeface="Calibri"/>
                        </a:rPr>
                        <a:t>가능</a:t>
                      </a:r>
                      <a:r>
                        <a:rPr lang="en-US" sz="600" u="none" strike="noStrike" cap="none" dirty="0">
                          <a:solidFill>
                            <a:srgbClr val="FF0000"/>
                          </a:solidFill>
                          <a:latin typeface="Calibri"/>
                          <a:ea typeface="Calibri"/>
                          <a:cs typeface="Calibri"/>
                          <a:sym typeface="Calibri"/>
                        </a:rPr>
                        <a:t> TOBT 5분 </a:t>
                      </a:r>
                      <a:r>
                        <a:rPr lang="en-US" sz="600" u="none" strike="noStrike" cap="none" dirty="0" err="1">
                          <a:solidFill>
                            <a:srgbClr val="FF0000"/>
                          </a:solidFill>
                          <a:latin typeface="Calibri"/>
                          <a:ea typeface="Calibri"/>
                          <a:cs typeface="Calibri"/>
                          <a:sym typeface="Calibri"/>
                        </a:rPr>
                        <a:t>차이시</a:t>
                      </a:r>
                      <a:r>
                        <a:rPr lang="en-US" sz="600" u="none" strike="noStrike" cap="none" dirty="0">
                          <a:solidFill>
                            <a:srgbClr val="FF0000"/>
                          </a:solidFill>
                          <a:latin typeface="Calibri"/>
                          <a:ea typeface="Calibri"/>
                          <a:cs typeface="Calibri"/>
                          <a:sym typeface="Calibri"/>
                        </a:rPr>
                        <a:t> CTC Comm</a:t>
                      </a:r>
                      <a:endParaRPr sz="800" u="none" strike="noStrike" cap="none" dirty="0">
                        <a:solidFill>
                          <a:srgbClr val="FF0000"/>
                        </a:solidFill>
                        <a:latin typeface="Calibri"/>
                        <a:ea typeface="Calibri"/>
                        <a:cs typeface="Calibri"/>
                        <a:sym typeface="Calibri"/>
                      </a:endParaRPr>
                    </a:p>
                  </a:txBody>
                  <a:tcPr marL="72000" marR="72000" marT="0" marB="0" anchor="ctr"/>
                </a:tc>
                <a:tc>
                  <a:txBody>
                    <a:bodyPr/>
                    <a:lstStyle/>
                    <a:p>
                      <a:pPr marL="0" marR="0" lvl="0" indent="0" algn="ctr" rtl="0">
                        <a:spcBef>
                          <a:spcPts val="0"/>
                        </a:spcBef>
                        <a:spcAft>
                          <a:spcPts val="0"/>
                        </a:spcAft>
                        <a:buNone/>
                      </a:pPr>
                      <a:r>
                        <a:rPr lang="en-US" sz="900" u="none" strike="noStrike" cap="none" dirty="0"/>
                        <a:t>KE CJU 129.4</a:t>
                      </a:r>
                      <a:endParaRPr sz="900" u="none" strike="noStrike" cap="none" dirty="0"/>
                    </a:p>
                  </a:txBody>
                  <a:tcPr marL="91450" marR="91450" marT="45725" marB="45725" anchor="ctr"/>
                </a:tc>
                <a:extLst>
                  <a:ext uri="{0D108BD9-81ED-4DB2-BD59-A6C34878D82A}">
                    <a16:rowId xmlns:a16="http://schemas.microsoft.com/office/drawing/2014/main" val="10001"/>
                  </a:ext>
                </a:extLst>
              </a:tr>
            </a:tbl>
          </a:graphicData>
        </a:graphic>
      </p:graphicFrame>
      <p:sp>
        <p:nvSpPr>
          <p:cNvPr id="109" name="Google Shape;109;p2"/>
          <p:cNvSpPr txBox="1"/>
          <p:nvPr/>
        </p:nvSpPr>
        <p:spPr>
          <a:xfrm>
            <a:off x="649003" y="585439"/>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latin typeface="Calibri"/>
                <a:ea typeface="Calibri"/>
                <a:cs typeface="Calibri"/>
                <a:sym typeface="Calibri"/>
              </a:rPr>
              <a:t>Rwy</a:t>
            </a:r>
            <a:r>
              <a:rPr lang="en-US" sz="800" dirty="0">
                <a:latin typeface="Calibri"/>
                <a:ea typeface="Calibri"/>
                <a:cs typeface="Calibri"/>
                <a:sym typeface="Calibri"/>
              </a:rPr>
              <a:t> 32R </a:t>
            </a:r>
            <a:r>
              <a:rPr lang="en-US" sz="1000" b="1" dirty="0">
                <a:solidFill>
                  <a:srgbClr val="C00000"/>
                </a:solidFill>
                <a:latin typeface="Calibri"/>
                <a:ea typeface="Calibri"/>
                <a:cs typeface="Calibri"/>
                <a:sym typeface="Calibri"/>
              </a:rPr>
              <a:t>Takeoff</a:t>
            </a:r>
            <a:r>
              <a:rPr lang="en-US" sz="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800" dirty="0">
                <a:latin typeface="Calibri"/>
                <a:ea typeface="Calibri"/>
                <a:cs typeface="Calibri"/>
                <a:sym typeface="Calibri"/>
              </a:rPr>
              <a:t>(06:00L~0900L / 12:00L~15:00L /18:00L~21:00L)</a:t>
            </a:r>
            <a:endParaRPr dirty="0"/>
          </a:p>
        </p:txBody>
      </p:sp>
      <p:pic>
        <p:nvPicPr>
          <p:cNvPr id="5" name="그림 4">
            <a:extLst>
              <a:ext uri="{FF2B5EF4-FFF2-40B4-BE49-F238E27FC236}">
                <a16:creationId xmlns:a16="http://schemas.microsoft.com/office/drawing/2014/main" id="{01395358-67C5-B17F-BCD1-397471B84CD8}"/>
              </a:ext>
            </a:extLst>
          </p:cNvPr>
          <p:cNvPicPr>
            <a:picLocks noChangeAspect="1"/>
          </p:cNvPicPr>
          <p:nvPr/>
        </p:nvPicPr>
        <p:blipFill>
          <a:blip r:embed="rId5"/>
          <a:stretch>
            <a:fillRect/>
          </a:stretch>
        </p:blipFill>
        <p:spPr>
          <a:xfrm>
            <a:off x="148563" y="602614"/>
            <a:ext cx="451728" cy="451728"/>
          </a:xfrm>
          <a:prstGeom prst="rect">
            <a:avLst/>
          </a:prstGeom>
          <a:ln>
            <a:noFill/>
          </a:ln>
        </p:spPr>
      </p:pic>
      <p:pic>
        <p:nvPicPr>
          <p:cNvPr id="3" name="그림 2" descr="텍스트, 지도, 폰트, 도표이(가) 표시된 사진&#10;&#10;자동 생성된 설명">
            <a:extLst>
              <a:ext uri="{FF2B5EF4-FFF2-40B4-BE49-F238E27FC236}">
                <a16:creationId xmlns:a16="http://schemas.microsoft.com/office/drawing/2014/main" id="{0A4BE269-C442-8267-320E-C71929B74F32}"/>
              </a:ext>
            </a:extLst>
          </p:cNvPr>
          <p:cNvPicPr>
            <a:picLocks noChangeAspect="1"/>
          </p:cNvPicPr>
          <p:nvPr/>
        </p:nvPicPr>
        <p:blipFill>
          <a:blip r:embed="rId6"/>
          <a:stretch>
            <a:fillRect/>
          </a:stretch>
        </p:blipFill>
        <p:spPr>
          <a:xfrm>
            <a:off x="9224" y="3011690"/>
            <a:ext cx="729331" cy="727785"/>
          </a:xfrm>
          <a:prstGeom prst="rect">
            <a:avLst/>
          </a:prstGeom>
        </p:spPr>
      </p:pic>
      <p:sp>
        <p:nvSpPr>
          <p:cNvPr id="2" name="직사각형 1">
            <a:hlinkClick r:id="" action="ppaction://hlinkshowjump?jump=firstslide"/>
            <a:extLst>
              <a:ext uri="{FF2B5EF4-FFF2-40B4-BE49-F238E27FC236}">
                <a16:creationId xmlns:a16="http://schemas.microsoft.com/office/drawing/2014/main" id="{B1E1E6C3-2FAC-67D6-CA78-10767C1FFA44}"/>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4" name="그래픽 3" descr="집 Wi-Fi에서 작업 단색으로 채워진">
            <a:hlinkClick r:id="" action="ppaction://hlinkshowjump?jump=firstslide"/>
            <a:extLst>
              <a:ext uri="{FF2B5EF4-FFF2-40B4-BE49-F238E27FC236}">
                <a16:creationId xmlns:a16="http://schemas.microsoft.com/office/drawing/2014/main" id="{1081EFB0-D11A-4A21-0FEF-698BAD74319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2895920203"/>
              </p:ext>
            </p:extLst>
          </p:nvPr>
        </p:nvGraphicFramePr>
        <p:xfrm>
          <a:off x="0" y="1070883"/>
          <a:ext cx="2339850" cy="142681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76800">
                  <a:extLst>
                    <a:ext uri="{9D8B030D-6E8A-4147-A177-3AD203B41FA5}">
                      <a16:colId xmlns:a16="http://schemas.microsoft.com/office/drawing/2014/main" val="20001"/>
                    </a:ext>
                  </a:extLst>
                </a:gridCol>
                <a:gridCol w="339600">
                  <a:extLst>
                    <a:ext uri="{9D8B030D-6E8A-4147-A177-3AD203B41FA5}">
                      <a16:colId xmlns:a16="http://schemas.microsoft.com/office/drawing/2014/main" val="20002"/>
                    </a:ext>
                  </a:extLst>
                </a:gridCol>
                <a:gridCol w="145375">
                  <a:extLst>
                    <a:ext uri="{9D8B030D-6E8A-4147-A177-3AD203B41FA5}">
                      <a16:colId xmlns:a16="http://schemas.microsoft.com/office/drawing/2014/main" val="20003"/>
                    </a:ext>
                  </a:extLst>
                </a:gridCol>
                <a:gridCol w="637275">
                  <a:extLst>
                    <a:ext uri="{9D8B030D-6E8A-4147-A177-3AD203B41FA5}">
                      <a16:colId xmlns:a16="http://schemas.microsoft.com/office/drawing/2014/main" val="20004"/>
                    </a:ext>
                  </a:extLst>
                </a:gridCol>
                <a:gridCol w="778600">
                  <a:extLst>
                    <a:ext uri="{9D8B030D-6E8A-4147-A177-3AD203B41FA5}">
                      <a16:colId xmlns:a16="http://schemas.microsoft.com/office/drawing/2014/main" val="20007"/>
                    </a:ext>
                  </a:extLst>
                </a:gridCol>
              </a:tblGrid>
              <a:tr h="0">
                <a:tc gridSpan="6">
                  <a:txBody>
                    <a:bodyPr/>
                    <a:lstStyle/>
                    <a:p>
                      <a:pPr marL="0" marR="0" lvl="0" indent="0" algn="ctr" rtl="0">
                        <a:spcBef>
                          <a:spcPts val="0"/>
                        </a:spcBef>
                        <a:spcAft>
                          <a:spcPts val="0"/>
                        </a:spcAft>
                        <a:buNone/>
                      </a:pPr>
                      <a:r>
                        <a:rPr lang="en-US" sz="800" u="none" strike="noStrike" cap="none"/>
                        <a:t>CJU : SID (NADP 1)</a:t>
                      </a:r>
                      <a:endParaRPr sz="800" u="none" strike="noStrike" cap="none"/>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a:t>07</a:t>
                      </a:r>
                      <a:endParaRPr sz="800" b="1" u="none" strike="noStrike" cap="none"/>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a:solidFill>
                            <a:srgbClr val="0070C0"/>
                          </a:solidFill>
                        </a:rPr>
                        <a:t>KAMIT xE</a:t>
                      </a:r>
                      <a:endParaRPr sz="800" b="1" u="none" strike="noStrike" cap="none">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t>HD 066 </a:t>
                      </a:r>
                      <a:r>
                        <a:rPr lang="en-US" sz="800" b="1" u="none" strike="noStrike" cap="none" dirty="0">
                          <a:solidFill>
                            <a:srgbClr val="0070C0"/>
                          </a:solidFill>
                        </a:rPr>
                        <a:t>ALT 10000</a:t>
                      </a:r>
                      <a:endParaRPr sz="800" b="1" u="none" strike="noStrike" cap="none" dirty="0">
                        <a:solidFill>
                          <a:srgbClr val="0070C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a:t>25</a:t>
                      </a:r>
                      <a:endParaRPr sz="800" b="1" u="none" strike="noStrike" cap="none"/>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a:solidFill>
                            <a:srgbClr val="0070C0"/>
                          </a:solidFill>
                        </a:rPr>
                        <a:t>KAMIT xW</a:t>
                      </a:r>
                      <a:endParaRPr sz="800" b="1" u="none" strike="noStrike" cap="none">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altLang="ko-KR" sz="800" b="1" u="none" strike="noStrike" cap="none" dirty="0"/>
                        <a:t>HD </a:t>
                      </a:r>
                      <a:r>
                        <a:rPr lang="en-US" sz="800" b="1" u="none" strike="noStrike" cap="none" dirty="0"/>
                        <a:t>246</a:t>
                      </a:r>
                      <a:r>
                        <a:rPr lang="en-US" sz="800" b="1" u="none" strike="noStrike" cap="none" dirty="0">
                          <a:solidFill>
                            <a:schemeClr val="dk1"/>
                          </a:solidFill>
                        </a:rPr>
                        <a:t> </a:t>
                      </a:r>
                      <a:r>
                        <a:rPr lang="en-US" sz="800" b="1" u="none" strike="noStrike" cap="none" dirty="0">
                          <a:solidFill>
                            <a:srgbClr val="0070C0"/>
                          </a:solidFill>
                        </a:rPr>
                        <a:t>ALT 10000</a:t>
                      </a:r>
                      <a:endParaRPr sz="800" b="1" u="none" strike="noStrike" cap="none" dirty="0">
                        <a:solidFill>
                          <a:srgbClr val="0070C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a:solidFill>
                            <a:srgbClr val="0070C0"/>
                          </a:solidFill>
                        </a:rPr>
                        <a:t>YDM 109.0</a:t>
                      </a:r>
                      <a:endParaRPr sz="800" b="1" u="none" strike="noStrike" cap="none">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07 ICJU 109.9</a:t>
                      </a:r>
                      <a:endParaRPr dirty="0"/>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25 ICHE 111.3</a:t>
                      </a:r>
                      <a:endParaRPr dirty="0"/>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FIX</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4">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u="none" strike="noStrike" cap="none" dirty="0"/>
                        <a:t>RW25 : YDM246/3, R290</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07 : Passing G4 CTC TWR </a:t>
                      </a:r>
                      <a:endParaRPr dirty="0"/>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25 : 31 Holding PSN on P, E1,2,3 CTC TWR</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Caution RW31 Holding Sign</a:t>
                      </a:r>
                      <a:endParaRPr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118" name="Google Shape;118;p3"/>
          <p:cNvGraphicFramePr/>
          <p:nvPr>
            <p:extLst>
              <p:ext uri="{D42A27DB-BD31-4B8C-83A1-F6EECF244321}">
                <p14:modId xmlns:p14="http://schemas.microsoft.com/office/powerpoint/2010/main" val="2672238098"/>
              </p:ext>
            </p:extLst>
          </p:nvPr>
        </p:nvGraphicFramePr>
        <p:xfrm>
          <a:off x="-1981" y="3694345"/>
          <a:ext cx="2330850" cy="1864570"/>
        </p:xfrm>
        <a:graphic>
          <a:graphicData uri="http://schemas.openxmlformats.org/drawingml/2006/table">
            <a:tbl>
              <a:tblPr firstRow="1" bandRow="1">
                <a:noFill/>
                <a:tableStyleId>{A521BE36-7E6F-4EC9-8D66-1CF97A6895EC}</a:tableStyleId>
              </a:tblPr>
              <a:tblGrid>
                <a:gridCol w="456500">
                  <a:extLst>
                    <a:ext uri="{9D8B030D-6E8A-4147-A177-3AD203B41FA5}">
                      <a16:colId xmlns:a16="http://schemas.microsoft.com/office/drawing/2014/main" val="20000"/>
                    </a:ext>
                  </a:extLst>
                </a:gridCol>
                <a:gridCol w="107600">
                  <a:extLst>
                    <a:ext uri="{9D8B030D-6E8A-4147-A177-3AD203B41FA5}">
                      <a16:colId xmlns:a16="http://schemas.microsoft.com/office/drawing/2014/main" val="20002"/>
                    </a:ext>
                  </a:extLst>
                </a:gridCol>
                <a:gridCol w="564100">
                  <a:extLst>
                    <a:ext uri="{9D8B030D-6E8A-4147-A177-3AD203B41FA5}">
                      <a16:colId xmlns:a16="http://schemas.microsoft.com/office/drawing/2014/main" val="20003"/>
                    </a:ext>
                  </a:extLst>
                </a:gridCol>
                <a:gridCol w="515550">
                  <a:extLst>
                    <a:ext uri="{9D8B030D-6E8A-4147-A177-3AD203B41FA5}">
                      <a16:colId xmlns:a16="http://schemas.microsoft.com/office/drawing/2014/main" val="20005"/>
                    </a:ext>
                  </a:extLst>
                </a:gridCol>
                <a:gridCol w="687100">
                  <a:extLst>
                    <a:ext uri="{9D8B030D-6E8A-4147-A177-3AD203B41FA5}">
                      <a16:colId xmlns:a16="http://schemas.microsoft.com/office/drawing/2014/main" val="20007"/>
                    </a:ext>
                  </a:extLst>
                </a:gridCol>
              </a:tblGrid>
              <a:tr h="0">
                <a:tc gridSpan="5">
                  <a:txBody>
                    <a:bodyPr/>
                    <a:lstStyle/>
                    <a:p>
                      <a:pPr marL="0" marR="0" lvl="0" indent="0" algn="ctr" rtl="0">
                        <a:spcBef>
                          <a:spcPts val="0"/>
                        </a:spcBef>
                        <a:spcAft>
                          <a:spcPts val="0"/>
                        </a:spcAft>
                        <a:buNone/>
                      </a:pPr>
                      <a:r>
                        <a:rPr lang="en-US" sz="800" u="none" strike="noStrike" cap="none" dirty="0"/>
                        <a:t>GMP </a:t>
                      </a:r>
                      <a:r>
                        <a:rPr lang="en-US" sz="800" u="none" strike="noStrike" cap="none" dirty="0">
                          <a:solidFill>
                            <a:srgbClr val="00B0F0"/>
                          </a:solidFill>
                        </a:rPr>
                        <a:t>[324/144]</a:t>
                      </a:r>
                      <a:r>
                        <a:rPr lang="en-US" sz="800" u="none" strike="noStrike" cap="none" dirty="0"/>
                        <a:t> : STAR</a:t>
                      </a:r>
                      <a:endParaRPr sz="800" u="none" strike="noStrike" cap="none"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gridSpan="2">
                  <a:txBody>
                    <a:bodyPr/>
                    <a:lstStyle/>
                    <a:p>
                      <a:pPr marL="0" marR="0" lvl="0" indent="0" algn="ctr" rtl="0">
                        <a:spcBef>
                          <a:spcPts val="0"/>
                        </a:spcBef>
                        <a:spcAft>
                          <a:spcPts val="0"/>
                        </a:spcAft>
                        <a:buNone/>
                      </a:pPr>
                      <a:r>
                        <a:rPr lang="en-US" sz="800" b="1" u="none" strike="noStrike" cap="none" dirty="0"/>
                        <a:t>ILS 32L/R</a:t>
                      </a:r>
                      <a:endParaRPr sz="800" b="1" u="none" strike="noStrike" cap="none" dirty="0"/>
                    </a:p>
                  </a:txBody>
                  <a:tcPr marL="36000" marR="36000" marT="36000" marB="36000" anchor="ctr"/>
                </a:tc>
                <a:tc hMerge="1">
                  <a:txBody>
                    <a:bodyPr/>
                    <a:lstStyle/>
                    <a:p>
                      <a:r>
                        <a:rPr lang="en-US" sz="800" b="1" u="none" strike="noStrike" cap="none"/>
                        <a:t>OLMEN xT</a:t>
                      </a:r>
                      <a:endParaRPr lang="ko-Kore-KR"/>
                    </a:p>
                  </a:txBody>
                  <a:tcPr marL="36000" marR="36000" marT="36000" marB="36000" anchor="ctr"/>
                </a:tc>
                <a:tc>
                  <a:txBody>
                    <a:bodyPr/>
                    <a:lstStyle/>
                    <a:p>
                      <a:pPr algn="ctr"/>
                      <a:r>
                        <a:rPr lang="en-US" sz="800" b="1" u="none" strike="noStrike" cap="none"/>
                        <a:t>OLMEN xT</a:t>
                      </a:r>
                      <a:endParaRPr lang="ko-Kore-KR"/>
                    </a:p>
                  </a:txBody>
                  <a:tcPr marL="36000" marR="36000" marT="36000" marB="36000" anchor="ctr"/>
                </a:tc>
                <a:tc>
                  <a:txBody>
                    <a:bodyPr/>
                    <a:lstStyle/>
                    <a:p>
                      <a:pPr marL="0" marR="0" lvl="0" indent="0" algn="ctr" rtl="0">
                        <a:spcBef>
                          <a:spcPts val="0"/>
                        </a:spcBef>
                        <a:spcAft>
                          <a:spcPts val="0"/>
                        </a:spcAft>
                        <a:buNone/>
                      </a:pPr>
                      <a:r>
                        <a:rPr lang="en-US" sz="800" b="1" u="none" strike="noStrike" cap="none"/>
                        <a:t>BUMSI</a:t>
                      </a:r>
                      <a:endParaRPr sz="458" b="1" u="none" strike="noStrike" cap="none"/>
                    </a:p>
                  </a:txBody>
                  <a:tcPr marL="36000" marR="36000" marT="36000" marB="36000" anchor="ctr"/>
                </a:tc>
                <a:tc>
                  <a:txBody>
                    <a:bodyPr/>
                    <a:lstStyle/>
                    <a:p>
                      <a:pPr marL="0" marR="0" lvl="0" indent="0" algn="ctr" rtl="0">
                        <a:spcBef>
                          <a:spcPts val="0"/>
                        </a:spcBef>
                        <a:spcAft>
                          <a:spcPts val="0"/>
                        </a:spcAft>
                        <a:buNone/>
                      </a:pPr>
                      <a:r>
                        <a:rPr lang="en-US" sz="800" b="1" u="none" strike="noStrike" cap="none"/>
                        <a:t>OLMEN 160</a:t>
                      </a:r>
                      <a:endParaRPr sz="458" b="1" u="none" strike="noStrike" cap="none"/>
                    </a:p>
                  </a:txBody>
                  <a:tcPr marL="36000" marR="36000" marT="36000" marB="36000" anchor="ctr"/>
                </a:tc>
                <a:extLst>
                  <a:ext uri="{0D108BD9-81ED-4DB2-BD59-A6C34878D82A}">
                    <a16:rowId xmlns:a16="http://schemas.microsoft.com/office/drawing/2014/main" val="10001"/>
                  </a:ext>
                </a:extLst>
              </a:tr>
              <a:tr h="101600">
                <a:tc gridSpan="2">
                  <a:txBody>
                    <a:bodyPr/>
                    <a:lstStyle/>
                    <a:p>
                      <a:pPr marL="0" marR="0" lvl="0" indent="0" algn="ctr" rtl="0">
                        <a:spcBef>
                          <a:spcPts val="0"/>
                        </a:spcBef>
                        <a:spcAft>
                          <a:spcPts val="0"/>
                        </a:spcAft>
                        <a:buNone/>
                      </a:pPr>
                      <a:r>
                        <a:rPr lang="en-US" sz="800" b="1" u="none" strike="noStrike" cap="none" dirty="0"/>
                        <a:t>ILS 14R</a:t>
                      </a:r>
                      <a:endParaRPr sz="800" b="1" u="none" strike="noStrike" cap="none" dirty="0"/>
                    </a:p>
                  </a:txBody>
                  <a:tcPr marL="36000" marR="36000" marT="36000" marB="36000" anchor="ctr"/>
                </a:tc>
                <a:tc hMerge="1">
                  <a:txBody>
                    <a:bodyPr/>
                    <a:lstStyle/>
                    <a:p>
                      <a:r>
                        <a:rPr lang="en-US" sz="800" b="1" u="none" strike="noStrike" cap="none" dirty="0"/>
                        <a:t>OLMEN </a:t>
                      </a:r>
                      <a:r>
                        <a:rPr lang="en-US" sz="800" b="1" u="none" strike="noStrike" cap="none" dirty="0" err="1"/>
                        <a:t>xU</a:t>
                      </a:r>
                      <a:endParaRPr lang="ko-Kore-KR" dirty="0"/>
                    </a:p>
                  </a:txBody>
                  <a:tcPr marL="36000" marR="36000" marT="36000" marB="36000" anchor="ctr"/>
                </a:tc>
                <a:tc>
                  <a:txBody>
                    <a:bodyPr/>
                    <a:lstStyle/>
                    <a:p>
                      <a:pPr algn="ctr"/>
                      <a:r>
                        <a:rPr lang="en-US" sz="800" b="1" u="none" strike="noStrike" cap="none" dirty="0"/>
                        <a:t>OLMEN </a:t>
                      </a:r>
                      <a:r>
                        <a:rPr lang="en-US" sz="800" b="1" u="none" strike="noStrike" cap="none" dirty="0" err="1"/>
                        <a:t>xU</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a:t>DOKDO</a:t>
                      </a:r>
                      <a:endParaRPr sz="458" b="1" u="none" strike="noStrike" cap="none"/>
                    </a:p>
                  </a:txBody>
                  <a:tcPr marL="36000" marR="36000" marT="36000" marB="36000" anchor="ctr"/>
                </a:tc>
                <a:tc>
                  <a:txBody>
                    <a:bodyPr/>
                    <a:lstStyle/>
                    <a:p>
                      <a:pPr marL="0" marR="0" lvl="0" indent="0" algn="ctr" rtl="0">
                        <a:spcBef>
                          <a:spcPts val="0"/>
                        </a:spcBef>
                        <a:spcAft>
                          <a:spcPts val="0"/>
                        </a:spcAft>
                        <a:buNone/>
                      </a:pPr>
                      <a:r>
                        <a:rPr lang="en-US" sz="800" b="1" u="none" strike="noStrike" cap="none"/>
                        <a:t>OLMEN 160</a:t>
                      </a:r>
                      <a:endParaRPr sz="458" b="1" u="none" strike="noStrike" cap="none"/>
                    </a:p>
                  </a:txBody>
                  <a:tcPr marL="36000" marR="36000" marT="36000" marB="36000" anchor="ctr"/>
                </a:tc>
                <a:extLst>
                  <a:ext uri="{0D108BD9-81ED-4DB2-BD59-A6C34878D82A}">
                    <a16:rowId xmlns:a16="http://schemas.microsoft.com/office/drawing/2014/main" val="10002"/>
                  </a:ext>
                </a:extLst>
              </a:tr>
              <a:tr h="156400">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white"/>
                          </a:solidFill>
                          <a:effectLst/>
                          <a:uLnTx/>
                          <a:uFillTx/>
                          <a:latin typeface="Calibri"/>
                          <a:cs typeface="Calibri"/>
                          <a:sym typeface="Calibri"/>
                        </a:rPr>
                        <a:t>NAV</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solidFill>
                      <a:schemeClr val="accent1"/>
                    </a:solidFill>
                  </a:tcPr>
                </a:tc>
                <a:tc gridSpan="4">
                  <a:txBody>
                    <a:bodyPr/>
                    <a:lstStyle/>
                    <a:p>
                      <a:pPr marL="0" marR="0" lvl="0" indent="0" algn="l" rtl="0">
                        <a:spcBef>
                          <a:spcPts val="0"/>
                        </a:spcBef>
                        <a:spcAft>
                          <a:spcPts val="0"/>
                        </a:spcAft>
                        <a:buNone/>
                      </a:pPr>
                      <a:r>
                        <a:rPr lang="en-US" sz="800" b="1" dirty="0">
                          <a:solidFill>
                            <a:srgbClr val="0070C0"/>
                          </a:solidFill>
                        </a:rPr>
                        <a:t>KIP </a:t>
                      </a:r>
                      <a:r>
                        <a:rPr lang="en-US" sz="800" b="1" dirty="0">
                          <a:solidFill>
                            <a:srgbClr val="C00000"/>
                          </a:solidFill>
                        </a:rPr>
                        <a:t>32L IKMO, 32R ISKP, 14L ISEL, 14R IOFR</a:t>
                      </a:r>
                      <a:endParaRPr sz="800" b="1"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906004732"/>
                  </a:ext>
                </a:extLst>
              </a:tr>
              <a:tr h="156400">
                <a:tc>
                  <a:txBody>
                    <a:bodyPr/>
                    <a:lstStyle/>
                    <a:p>
                      <a:pPr marL="0" marR="0" lvl="0" indent="0" algn="ctr" rtl="0">
                        <a:spcBef>
                          <a:spcPts val="0"/>
                        </a:spcBef>
                        <a:spcAft>
                          <a:spcPts val="0"/>
                        </a:spcAft>
                        <a:buNone/>
                      </a:pPr>
                      <a:r>
                        <a:rPr lang="en-US" sz="800" u="none" strike="noStrike" cap="none"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4">
                  <a:txBody>
                    <a:bodyPr/>
                    <a:lstStyle/>
                    <a:p>
                      <a:pPr marL="0" marR="0" lvl="0" indent="0" algn="l" rtl="0">
                        <a:spcBef>
                          <a:spcPts val="0"/>
                        </a:spcBef>
                        <a:spcAft>
                          <a:spcPts val="0"/>
                        </a:spcAft>
                        <a:buNone/>
                      </a:pPr>
                      <a:r>
                        <a:rPr lang="en-US" sz="800" u="none" strike="noStrike" cap="none" dirty="0"/>
                        <a:t>YJU R271, P73 /2, P518 068, 278</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01600">
                <a:tc gridSpan="5">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32L : D3(6532’), E2(9117’), 32R</a:t>
                      </a:r>
                      <a:r>
                        <a:rPr lang="en-US" sz="800" b="1" dirty="0">
                          <a:solidFill>
                            <a:srgbClr val="C00000"/>
                          </a:solidFill>
                          <a:latin typeface="Calibri"/>
                          <a:ea typeface="Calibri"/>
                          <a:cs typeface="Calibri"/>
                          <a:sym typeface="Calibri"/>
                        </a:rPr>
                        <a:t>(No CL L/T)</a:t>
                      </a:r>
                      <a:r>
                        <a:rPr lang="en-US" sz="800" b="1" dirty="0">
                          <a:solidFill>
                            <a:schemeClr val="dk1"/>
                          </a:solidFill>
                          <a:latin typeface="Calibri"/>
                          <a:ea typeface="Calibri"/>
                          <a:cs typeface="Calibri"/>
                          <a:sym typeface="Calibri"/>
                        </a:rPr>
                        <a:t> : E1(6614’)</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14R : C1(6578’)</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01600">
                <a:tc gridSpan="5">
                  <a:txBody>
                    <a:bodyPr/>
                    <a:lstStyle/>
                    <a:p>
                      <a:pPr marL="0" marR="0" lvl="0" indent="0" algn="l" rtl="0">
                        <a:spcBef>
                          <a:spcPts val="0"/>
                        </a:spcBef>
                        <a:spcAft>
                          <a:spcPts val="0"/>
                        </a:spcAft>
                        <a:buNone/>
                      </a:pPr>
                      <a:r>
                        <a:rPr lang="en-US" sz="800" dirty="0">
                          <a:latin typeface="Calibri"/>
                          <a:ea typeface="Calibri"/>
                          <a:cs typeface="Calibri"/>
                          <a:sym typeface="Calibri"/>
                        </a:rPr>
                        <a:t>32L/R : ILS 7 DME L/G DN, 14R : LOC CAPT L/G DN</a:t>
                      </a:r>
                      <a:endParaRPr dirty="0"/>
                    </a:p>
                    <a:p>
                      <a:pPr marL="0" marR="0" lvl="0" indent="0" algn="l" rtl="0">
                        <a:spcBef>
                          <a:spcPts val="0"/>
                        </a:spcBef>
                        <a:spcAft>
                          <a:spcPts val="0"/>
                        </a:spcAft>
                        <a:buNone/>
                      </a:pPr>
                      <a:r>
                        <a:rPr lang="en-US" sz="800" dirty="0">
                          <a:latin typeface="Calibri"/>
                          <a:ea typeface="Calibri"/>
                          <a:cs typeface="Calibri"/>
                          <a:sym typeface="Calibri"/>
                        </a:rPr>
                        <a:t>FAF : Final Flap</a:t>
                      </a:r>
                      <a:endParaRPr dirty="0"/>
                    </a:p>
                    <a:p>
                      <a:pPr marL="0" marR="0" lvl="0" indent="0" algn="l" rtl="0">
                        <a:spcBef>
                          <a:spcPts val="0"/>
                        </a:spcBef>
                        <a:spcAft>
                          <a:spcPts val="0"/>
                        </a:spcAft>
                        <a:buNone/>
                      </a:pPr>
                      <a:r>
                        <a:rPr lang="en-US" sz="800" dirty="0">
                          <a:latin typeface="Calibri"/>
                          <a:ea typeface="Calibri"/>
                          <a:cs typeface="Calibri"/>
                          <a:sym typeface="Calibri"/>
                        </a:rPr>
                        <a:t>TWR -&gt; GND -&gt; APRON (All by ATC) </a:t>
                      </a:r>
                    </a:p>
                    <a:p>
                      <a:pPr marL="0" marR="0" lvl="0" indent="0" algn="l" rtl="0">
                        <a:spcBef>
                          <a:spcPts val="0"/>
                        </a:spcBef>
                        <a:spcAft>
                          <a:spcPts val="0"/>
                        </a:spcAft>
                        <a:buNone/>
                      </a:pPr>
                      <a:r>
                        <a:rPr lang="en-US" sz="800" b="1" dirty="0">
                          <a:solidFill>
                            <a:srgbClr val="0070C0"/>
                          </a:solidFill>
                          <a:latin typeface="Calibri"/>
                          <a:ea typeface="Calibri"/>
                          <a:cs typeface="Calibri"/>
                          <a:sym typeface="Calibri"/>
                        </a:rPr>
                        <a:t>RTE 1 : D3-P6-N1 H.S P5 (BOKUM, NUNPI, SAMKU)</a:t>
                      </a:r>
                      <a:endParaRPr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bl>
          </a:graphicData>
        </a:graphic>
      </p:graphicFrame>
      <p:graphicFrame>
        <p:nvGraphicFramePr>
          <p:cNvPr id="119" name="Google Shape;119;p3"/>
          <p:cNvGraphicFramePr/>
          <p:nvPr>
            <p:extLst>
              <p:ext uri="{D42A27DB-BD31-4B8C-83A1-F6EECF244321}">
                <p14:modId xmlns:p14="http://schemas.microsoft.com/office/powerpoint/2010/main" val="1751314156"/>
              </p:ext>
            </p:extLst>
          </p:nvPr>
        </p:nvGraphicFramePr>
        <p:xfrm>
          <a:off x="-2501" y="16504"/>
          <a:ext cx="2328850" cy="5746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u="none" strike="noStrike" cap="none" dirty="0">
                          <a:solidFill>
                            <a:schemeClr val="tx1"/>
                          </a:solidFill>
                          <a:hlinkClick r:id="rId3">
                            <a:extLst>
                              <a:ext uri="{A12FA001-AC4F-418D-AE19-62706E023703}">
                                <ahyp:hlinkClr xmlns:ahyp="http://schemas.microsoft.com/office/drawing/2018/hyperlinkcolor" val="tx"/>
                              </a:ext>
                            </a:extLst>
                          </a:hlinkClick>
                        </a:rPr>
                        <a:t>RKPC(CJU) 119ft</a:t>
                      </a:r>
                      <a:endParaRPr lang="en-US" altLang="ko-Kore-KR" sz="1300" u="none" strike="noStrike" cap="none"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u="none" strike="noStrike" cap="none" dirty="0">
                          <a:solidFill>
                            <a:schemeClr val="tx1"/>
                          </a:solidFill>
                          <a:hlinkClick r:id="rId4">
                            <a:extLst>
                              <a:ext uri="{A12FA001-AC4F-418D-AE19-62706E023703}">
                                <ahyp:hlinkClr xmlns:ahyp="http://schemas.microsoft.com/office/drawing/2018/hyperlinkcolor" val="tx"/>
                              </a:ext>
                            </a:extLst>
                          </a:hlinkClick>
                        </a:rPr>
                        <a:t>RKSS(GMP) 59ft</a:t>
                      </a:r>
                      <a:endParaRPr lang="en-US" altLang="ko-Kore-KR" sz="1300" u="none" strike="noStrike" cap="none"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CJU 129.4</a:t>
                      </a:r>
                      <a:endParaRPr/>
                    </a:p>
                    <a:p>
                      <a:pPr marL="0" marR="0" lvl="0" indent="0" algn="ctr" rtl="0">
                        <a:spcBef>
                          <a:spcPts val="0"/>
                        </a:spcBef>
                        <a:spcAft>
                          <a:spcPts val="0"/>
                        </a:spcAft>
                        <a:buNone/>
                      </a:pPr>
                      <a:r>
                        <a:rPr lang="en-US" sz="700">
                          <a:solidFill>
                            <a:srgbClr val="FF0000"/>
                          </a:solidFill>
                        </a:rPr>
                        <a:t>DCL -10분</a:t>
                      </a:r>
                      <a:endParaRPr sz="700">
                        <a:solidFill>
                          <a:srgbClr val="FF0000"/>
                        </a:solidFill>
                      </a:endParaRPr>
                    </a:p>
                  </a:txBody>
                  <a:tcPr marL="72000" marR="72000" marT="36000" marB="36000" anchor="ctr"/>
                </a:tc>
                <a:tc>
                  <a:txBody>
                    <a:bodyPr/>
                    <a:lstStyle/>
                    <a:p>
                      <a:pPr marL="0" marR="0" lvl="0" indent="0" algn="ctr" rtl="0">
                        <a:spcBef>
                          <a:spcPts val="0"/>
                        </a:spcBef>
                        <a:spcAft>
                          <a:spcPts val="0"/>
                        </a:spcAft>
                        <a:buNone/>
                      </a:pPr>
                      <a:r>
                        <a:rPr lang="en-US" sz="900" dirty="0"/>
                        <a:t>KE GMP 131.15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120" name="Google Shape;120;p3"/>
          <p:cNvSpPr txBox="1"/>
          <p:nvPr/>
        </p:nvSpPr>
        <p:spPr>
          <a:xfrm>
            <a:off x="-35514" y="602871"/>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latin typeface="Calibri"/>
                <a:ea typeface="Calibri"/>
                <a:cs typeface="Calibri"/>
                <a:sym typeface="Calibri"/>
              </a:rPr>
              <a:t>Rwy</a:t>
            </a:r>
            <a:r>
              <a:rPr lang="en-US" sz="800" dirty="0">
                <a:latin typeface="Calibri"/>
                <a:ea typeface="Calibri"/>
                <a:cs typeface="Calibri"/>
                <a:sym typeface="Calibri"/>
              </a:rPr>
              <a:t> 32L </a:t>
            </a:r>
            <a:r>
              <a:rPr lang="en-US" sz="1000" b="1" dirty="0">
                <a:solidFill>
                  <a:srgbClr val="C00000"/>
                </a:solidFill>
                <a:latin typeface="Calibri"/>
                <a:ea typeface="Calibri"/>
                <a:cs typeface="Calibri"/>
                <a:sym typeface="Calibri"/>
              </a:rPr>
              <a:t>Landing</a:t>
            </a:r>
            <a:r>
              <a:rPr lang="en-US" sz="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800" dirty="0">
                <a:latin typeface="Calibri"/>
                <a:ea typeface="Calibri"/>
                <a:cs typeface="Calibri"/>
                <a:sym typeface="Calibri"/>
              </a:rPr>
              <a:t>(06:00L~0900L / 12:00L~15:00L /18:00L~21:00L)</a:t>
            </a:r>
            <a:endParaRPr dirty="0"/>
          </a:p>
        </p:txBody>
      </p:sp>
      <p:pic>
        <p:nvPicPr>
          <p:cNvPr id="130" name="Google Shape;130;p3"/>
          <p:cNvPicPr preferRelativeResize="0"/>
          <p:nvPr/>
        </p:nvPicPr>
        <p:blipFill rotWithShape="1">
          <a:blip r:embed="rId5">
            <a:alphaModFix/>
          </a:blip>
          <a:srcRect/>
          <a:stretch/>
        </p:blipFill>
        <p:spPr>
          <a:xfrm>
            <a:off x="-2501" y="2521791"/>
            <a:ext cx="1166932" cy="829288"/>
          </a:xfrm>
          <a:prstGeom prst="rect">
            <a:avLst/>
          </a:prstGeom>
          <a:noFill/>
          <a:ln>
            <a:noFill/>
          </a:ln>
        </p:spPr>
      </p:pic>
      <p:pic>
        <p:nvPicPr>
          <p:cNvPr id="4" name="그림 3" descr="텍스트, 시계이(가) 표시된 사진&#10;&#10;자동 생성된 설명">
            <a:extLst>
              <a:ext uri="{FF2B5EF4-FFF2-40B4-BE49-F238E27FC236}">
                <a16:creationId xmlns:a16="http://schemas.microsoft.com/office/drawing/2014/main" id="{2AAA03F3-9C76-BDAE-2BA4-2B888A8439F6}"/>
              </a:ext>
            </a:extLst>
          </p:cNvPr>
          <p:cNvPicPr>
            <a:picLocks noChangeAspect="1"/>
          </p:cNvPicPr>
          <p:nvPr/>
        </p:nvPicPr>
        <p:blipFill>
          <a:blip r:embed="rId6"/>
          <a:stretch>
            <a:fillRect/>
          </a:stretch>
        </p:blipFill>
        <p:spPr>
          <a:xfrm>
            <a:off x="1602416" y="584746"/>
            <a:ext cx="492402" cy="492402"/>
          </a:xfrm>
          <a:prstGeom prst="rect">
            <a:avLst/>
          </a:prstGeom>
        </p:spPr>
      </p:pic>
      <p:sp>
        <p:nvSpPr>
          <p:cNvPr id="3" name="직사각형 2">
            <a:hlinkClick r:id="" action="ppaction://hlinkshowjump?jump=firstslide"/>
            <a:extLst>
              <a:ext uri="{FF2B5EF4-FFF2-40B4-BE49-F238E27FC236}">
                <a16:creationId xmlns:a16="http://schemas.microsoft.com/office/drawing/2014/main" id="{DD9173A3-1ECF-6009-194E-99FFD55E035C}"/>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5" name="그래픽 4" descr="집 Wi-Fi에서 작업 단색으로 채워진">
            <a:hlinkClick r:id="" action="ppaction://hlinkshowjump?jump=firstslide"/>
            <a:extLst>
              <a:ext uri="{FF2B5EF4-FFF2-40B4-BE49-F238E27FC236}">
                <a16:creationId xmlns:a16="http://schemas.microsoft.com/office/drawing/2014/main" id="{50D6773A-6336-7BA1-7A64-79AA12E3E0B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2" name="그림 1" descr="텍스트, 지도, 폰트, 도표이(가) 표시된 사진&#10;&#10;자동 생성된 설명">
            <a:extLst>
              <a:ext uri="{FF2B5EF4-FFF2-40B4-BE49-F238E27FC236}">
                <a16:creationId xmlns:a16="http://schemas.microsoft.com/office/drawing/2014/main" id="{1D9EE3FE-3D0C-40C8-D531-747FC2E143D7}"/>
              </a:ext>
            </a:extLst>
          </p:cNvPr>
          <p:cNvPicPr>
            <a:picLocks noChangeAspect="1"/>
          </p:cNvPicPr>
          <p:nvPr/>
        </p:nvPicPr>
        <p:blipFill>
          <a:blip r:embed="rId3"/>
          <a:stretch>
            <a:fillRect/>
          </a:stretch>
        </p:blipFill>
        <p:spPr>
          <a:xfrm>
            <a:off x="-3340" y="2993379"/>
            <a:ext cx="750216" cy="748625"/>
          </a:xfrm>
          <a:prstGeom prst="rect">
            <a:avLst/>
          </a:prstGeom>
        </p:spPr>
      </p:pic>
      <p:graphicFrame>
        <p:nvGraphicFramePr>
          <p:cNvPr id="136" name="Google Shape;136;p4"/>
          <p:cNvGraphicFramePr/>
          <p:nvPr>
            <p:extLst>
              <p:ext uri="{D42A27DB-BD31-4B8C-83A1-F6EECF244321}">
                <p14:modId xmlns:p14="http://schemas.microsoft.com/office/powerpoint/2010/main" val="1979773020"/>
              </p:ext>
            </p:extLst>
          </p:nvPr>
        </p:nvGraphicFramePr>
        <p:xfrm>
          <a:off x="0" y="1049052"/>
          <a:ext cx="2339850" cy="193657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76800">
                  <a:extLst>
                    <a:ext uri="{9D8B030D-6E8A-4147-A177-3AD203B41FA5}">
                      <a16:colId xmlns:a16="http://schemas.microsoft.com/office/drawing/2014/main" val="20001"/>
                    </a:ext>
                  </a:extLst>
                </a:gridCol>
                <a:gridCol w="484975">
                  <a:extLst>
                    <a:ext uri="{9D8B030D-6E8A-4147-A177-3AD203B41FA5}">
                      <a16:colId xmlns:a16="http://schemas.microsoft.com/office/drawing/2014/main" val="20002"/>
                    </a:ext>
                  </a:extLst>
                </a:gridCol>
                <a:gridCol w="467475">
                  <a:extLst>
                    <a:ext uri="{9D8B030D-6E8A-4147-A177-3AD203B41FA5}">
                      <a16:colId xmlns:a16="http://schemas.microsoft.com/office/drawing/2014/main" val="20003"/>
                    </a:ext>
                  </a:extLst>
                </a:gridCol>
                <a:gridCol w="70400">
                  <a:extLst>
                    <a:ext uri="{9D8B030D-6E8A-4147-A177-3AD203B41FA5}">
                      <a16:colId xmlns:a16="http://schemas.microsoft.com/office/drawing/2014/main" val="1866786423"/>
                    </a:ext>
                  </a:extLst>
                </a:gridCol>
                <a:gridCol w="439000">
                  <a:extLst>
                    <a:ext uri="{9D8B030D-6E8A-4147-A177-3AD203B41FA5}">
                      <a16:colId xmlns:a16="http://schemas.microsoft.com/office/drawing/2014/main" val="20006"/>
                    </a:ext>
                  </a:extLst>
                </a:gridCol>
                <a:gridCol w="439000">
                  <a:extLst>
                    <a:ext uri="{9D8B030D-6E8A-4147-A177-3AD203B41FA5}">
                      <a16:colId xmlns:a16="http://schemas.microsoft.com/office/drawing/2014/main" val="20008"/>
                    </a:ext>
                  </a:extLst>
                </a:gridCol>
              </a:tblGrid>
              <a:tr h="150825">
                <a:tc gridSpan="7">
                  <a:txBody>
                    <a:bodyPr/>
                    <a:lstStyle/>
                    <a:p>
                      <a:pPr marL="0" marR="0" lvl="0" indent="0" algn="ctr" rtl="0">
                        <a:spcBef>
                          <a:spcPts val="0"/>
                        </a:spcBef>
                        <a:spcAft>
                          <a:spcPts val="0"/>
                        </a:spcAft>
                        <a:buNone/>
                      </a:pPr>
                      <a:r>
                        <a:rPr lang="en-US" altLang="ko-Kore-KR" sz="800" u="none" strike="noStrike" cap="none" dirty="0"/>
                        <a:t>GMP : </a:t>
                      </a:r>
                      <a:r>
                        <a:rPr lang="en-US" altLang="ko-Kore-KR" sz="800" u="none" strike="noStrike" cap="none" dirty="0">
                          <a:solidFill>
                            <a:srgbClr val="FFC000"/>
                          </a:solidFill>
                        </a:rPr>
                        <a:t>NADP FX-10</a:t>
                      </a:r>
                      <a:r>
                        <a:rPr lang="ko-KR" altLang="en-US" sz="800" u="none" strike="noStrike" cap="none" dirty="0">
                          <a:solidFill>
                            <a:srgbClr val="FFC000"/>
                          </a:solidFill>
                        </a:rPr>
                        <a:t>도</a:t>
                      </a:r>
                      <a:r>
                        <a:rPr lang="en-US" altLang="ko-KR" sz="800" u="none" strike="noStrike" cap="none" dirty="0">
                          <a:solidFill>
                            <a:srgbClr val="FFC000"/>
                          </a:solidFill>
                        </a:rPr>
                        <a:t>,</a:t>
                      </a:r>
                      <a:r>
                        <a:rPr lang="ko-KR" altLang="en-US" sz="800" u="none" strike="noStrike" cap="none" dirty="0">
                          <a:solidFill>
                            <a:srgbClr val="FFC000"/>
                          </a:solidFill>
                        </a:rPr>
                        <a:t> </a:t>
                      </a:r>
                      <a:r>
                        <a:rPr lang="en-US" altLang="ko-KR" sz="800" u="none" strike="noStrike" cap="none" dirty="0">
                          <a:solidFill>
                            <a:srgbClr val="FFC000"/>
                          </a:solidFill>
                        </a:rPr>
                        <a:t>CLB, CONF 1+F, Acc 4000ft</a:t>
                      </a:r>
                      <a:endParaRPr lang="en-US" altLang="ko-Kore-KR" sz="800" u="none" strike="noStrike" cap="none"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7075">
                <a:tc rowSpan="2">
                  <a:txBody>
                    <a:bodyPr/>
                    <a:lstStyle/>
                    <a:p>
                      <a:pPr marL="0" marR="0" lvl="0" indent="0" algn="ctr" rtl="0">
                        <a:spcBef>
                          <a:spcPts val="0"/>
                        </a:spcBef>
                        <a:spcAft>
                          <a:spcPts val="0"/>
                        </a:spcAft>
                        <a:buNone/>
                      </a:pPr>
                      <a:r>
                        <a:rPr lang="en-US" sz="800" b="1"/>
                        <a:t>32L/R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xT</a:t>
                      </a:r>
                      <a:endParaRPr sz="800" b="1">
                        <a:solidFill>
                          <a:srgbClr val="0070C0"/>
                        </a:solidFill>
                      </a:endParaRPr>
                    </a:p>
                  </a:txBody>
                  <a:tcPr marL="36000" marR="36000" marT="36000" marB="36000" anchor="ctr"/>
                </a:tc>
                <a:tc hMerge="1">
                  <a:txBody>
                    <a:bodyPr/>
                    <a:lstStyle/>
                    <a:p>
                      <a:endParaRPr lang="ko-Kore-KR"/>
                    </a:p>
                  </a:txBody>
                  <a:tcPr/>
                </a:tc>
                <a:tc rowSpan="2" gridSpan="4">
                  <a:txBody>
                    <a:bodyPr/>
                    <a:lstStyle/>
                    <a:p>
                      <a:pPr marL="0" marR="0" lvl="0" indent="0" algn="ctr" rtl="0">
                        <a:spcBef>
                          <a:spcPts val="0"/>
                        </a:spcBef>
                        <a:spcAft>
                          <a:spcPts val="0"/>
                        </a:spcAft>
                        <a:buNone/>
                      </a:pPr>
                      <a:r>
                        <a:rPr lang="en-US" sz="800" b="1" dirty="0"/>
                        <a:t>HD 324</a:t>
                      </a:r>
                      <a:r>
                        <a:rPr lang="en-US" sz="800" b="1" dirty="0">
                          <a:solidFill>
                            <a:schemeClr val="dk1"/>
                          </a:solidFill>
                        </a:rPr>
                        <a:t> </a:t>
                      </a:r>
                      <a:r>
                        <a:rPr lang="en-US" sz="800" b="1" dirty="0">
                          <a:solidFill>
                            <a:srgbClr val="0070C0"/>
                          </a:solidFill>
                        </a:rPr>
                        <a:t>ALT 5000 </a:t>
                      </a:r>
                      <a:r>
                        <a:rPr lang="en-US" sz="800" b="1" dirty="0">
                          <a:solidFill>
                            <a:srgbClr val="C00000"/>
                          </a:solidFill>
                        </a:rPr>
                        <a:t>Modi NADP</a:t>
                      </a:r>
                    </a:p>
                  </a:txBody>
                  <a:tcPr marL="36000" marR="36000" marT="36000" marB="36000" anchor="ctr"/>
                </a:tc>
                <a:tc rowSpan="2" hMerge="1">
                  <a:txBody>
                    <a:bodyPr/>
                    <a:lstStyle/>
                    <a:p>
                      <a:endParaRPr lang="ko-Kore-KR" altLang="en-US"/>
                    </a:p>
                  </a:txBody>
                  <a:tcPr/>
                </a:tc>
                <a:tc rowSpan="2" hMerge="1">
                  <a:txBody>
                    <a:bodyPr/>
                    <a:lstStyle/>
                    <a:p>
                      <a:endParaRPr lang="ko-Kore-KR"/>
                    </a:p>
                  </a:txBody>
                  <a:tcPr/>
                </a:tc>
                <a:tc rowSpan="2" hMerge="1">
                  <a:txBody>
                    <a:bodyPr/>
                    <a:lstStyle/>
                    <a:p>
                      <a:endParaRPr lang="ko-Kore-KR"/>
                    </a:p>
                  </a:txBody>
                  <a:tcPr/>
                </a:tc>
                <a:extLst>
                  <a:ext uri="{0D108BD9-81ED-4DB2-BD59-A6C34878D82A}">
                    <a16:rowId xmlns:a16="http://schemas.microsoft.com/office/drawing/2014/main" val="10001"/>
                  </a:ext>
                </a:extLst>
              </a:tr>
              <a:tr h="137075">
                <a:tc vMerge="1">
                  <a:txBody>
                    <a:bodyPr/>
                    <a:lstStyle/>
                    <a:p>
                      <a:endParaRPr lang="ko-Kore-KR"/>
                    </a:p>
                  </a:txBody>
                  <a:tcPr/>
                </a:tc>
                <a:tc gridSpan="2">
                  <a:txBody>
                    <a:bodyPr/>
                    <a:lstStyle/>
                    <a:p>
                      <a:pPr marL="0" marR="0" lvl="0" indent="0" algn="ctr" rtl="0">
                        <a:spcBef>
                          <a:spcPts val="0"/>
                        </a:spcBef>
                        <a:spcAft>
                          <a:spcPts val="0"/>
                        </a:spcAft>
                        <a:buNone/>
                      </a:pPr>
                      <a:r>
                        <a:rPr lang="en-US" sz="800"/>
                        <a:t>(OSPOT xQ)</a:t>
                      </a:r>
                      <a:endParaRPr sz="800"/>
                    </a:p>
                  </a:txBody>
                  <a:tcPr marL="36000" marR="36000" marT="36000" marB="36000" anchor="ctr"/>
                </a:tc>
                <a:tc hMerge="1">
                  <a:txBody>
                    <a:bodyPr/>
                    <a:lstStyle/>
                    <a:p>
                      <a:endParaRPr lang="ko-Kore-KR"/>
                    </a:p>
                  </a:txBody>
                  <a:tcPr/>
                </a:tc>
                <a:tc gridSpan="4" vMerge="1">
                  <a:txBody>
                    <a:bodyPr/>
                    <a:lstStyle/>
                    <a:p>
                      <a:pPr marL="0" marR="0" lvl="0" indent="0" algn="ctr" rtl="0">
                        <a:spcBef>
                          <a:spcPts val="0"/>
                        </a:spcBef>
                        <a:spcAft>
                          <a:spcPts val="0"/>
                        </a:spcAft>
                        <a:buNone/>
                      </a:pPr>
                      <a:endParaRPr sz="458" dirty="0">
                        <a:solidFill>
                          <a:srgbClr val="C00000"/>
                        </a:solidFill>
                      </a:endParaRPr>
                    </a:p>
                  </a:txBody>
                  <a:tcPr marL="36000" marR="36000" marT="36000" marB="36000" anchor="ctr"/>
                </a:tc>
                <a:tc hMerge="1" vMerge="1">
                  <a:txBody>
                    <a:bodyPr/>
                    <a:lstStyle/>
                    <a:p>
                      <a:endParaRPr lang="ko-Kore-KR" altLang="en-US"/>
                    </a:p>
                  </a:txBody>
                  <a:tcPr/>
                </a:tc>
                <a:tc hMerge="1" vMerge="1">
                  <a:txBody>
                    <a:bodyPr/>
                    <a:lstStyle/>
                    <a:p>
                      <a:endParaRPr lang="ko-Kore-KR"/>
                    </a:p>
                  </a:txBody>
                  <a:tcPr/>
                </a:tc>
                <a:tc hMerge="1" vMerge="1">
                  <a:txBody>
                    <a:bodyPr/>
                    <a:lstStyle/>
                    <a:p>
                      <a:endParaRPr lang="ko-Kore-KR"/>
                    </a:p>
                  </a:txBody>
                  <a:tcPr/>
                </a:tc>
                <a:extLst>
                  <a:ext uri="{0D108BD9-81ED-4DB2-BD59-A6C34878D82A}">
                    <a16:rowId xmlns:a16="http://schemas.microsoft.com/office/drawing/2014/main" val="10002"/>
                  </a:ext>
                </a:extLst>
              </a:tr>
              <a:tr h="137075">
                <a:tc rowSpan="2">
                  <a:txBody>
                    <a:bodyPr/>
                    <a:lstStyle/>
                    <a:p>
                      <a:pPr marL="0" marR="0" lvl="0" indent="0" algn="ctr" rtl="0">
                        <a:spcBef>
                          <a:spcPts val="0"/>
                        </a:spcBef>
                        <a:spcAft>
                          <a:spcPts val="0"/>
                        </a:spcAft>
                        <a:buNone/>
                      </a:pPr>
                      <a:r>
                        <a:rPr lang="en-US" sz="800" b="1" dirty="0"/>
                        <a:t>14L/R</a:t>
                      </a:r>
                      <a:endParaRPr sz="800" b="1" dirty="0"/>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xU</a:t>
                      </a:r>
                      <a:endParaRPr sz="800" b="1">
                        <a:solidFill>
                          <a:srgbClr val="0070C0"/>
                        </a:solidFill>
                      </a:endParaRPr>
                    </a:p>
                  </a:txBody>
                  <a:tcPr marL="36000" marR="36000" marT="36000" marB="36000" anchor="ctr"/>
                </a:tc>
                <a:tc hMerge="1">
                  <a:txBody>
                    <a:bodyPr/>
                    <a:lstStyle/>
                    <a:p>
                      <a:endParaRPr lang="ko-Kore-KR"/>
                    </a:p>
                  </a:txBody>
                  <a:tcPr/>
                </a:tc>
                <a:tc rowSpan="2" gridSpan="4">
                  <a:txBody>
                    <a:bodyPr/>
                    <a:lstStyle/>
                    <a:p>
                      <a:pPr marL="0" marR="0" lvl="0" indent="0" algn="ctr" rtl="0">
                        <a:spcBef>
                          <a:spcPts val="0"/>
                        </a:spcBef>
                        <a:spcAft>
                          <a:spcPts val="0"/>
                        </a:spcAft>
                        <a:buNone/>
                      </a:pPr>
                      <a:r>
                        <a:rPr lang="en-US" sz="800" b="1" dirty="0"/>
                        <a:t>HD 144</a:t>
                      </a:r>
                      <a:r>
                        <a:rPr lang="en-US" sz="800" b="1" dirty="0">
                          <a:solidFill>
                            <a:schemeClr val="dk1"/>
                          </a:solidFill>
                        </a:rPr>
                        <a:t> </a:t>
                      </a:r>
                      <a:r>
                        <a:rPr lang="en-US" sz="800" b="1" dirty="0">
                          <a:solidFill>
                            <a:srgbClr val="0070C0"/>
                          </a:solidFill>
                        </a:rPr>
                        <a:t>ALT 6000 </a:t>
                      </a:r>
                      <a:r>
                        <a:rPr lang="en-US" sz="800" b="1" dirty="0">
                          <a:solidFill>
                            <a:srgbClr val="C00000"/>
                          </a:solidFill>
                        </a:rPr>
                        <a:t>Modi NADP</a:t>
                      </a:r>
                    </a:p>
                  </a:txBody>
                  <a:tcPr marL="36000" marR="36000" marT="36000" marB="36000" anchor="ctr"/>
                </a:tc>
                <a:tc rowSpan="2" hMerge="1">
                  <a:txBody>
                    <a:bodyPr/>
                    <a:lstStyle/>
                    <a:p>
                      <a:endParaRPr lang="ko-Kore-KR" altLang="en-US"/>
                    </a:p>
                  </a:txBody>
                  <a:tcPr/>
                </a:tc>
                <a:tc rowSpan="2" hMerge="1">
                  <a:txBody>
                    <a:bodyPr/>
                    <a:lstStyle/>
                    <a:p>
                      <a:endParaRPr lang="ko-Kore-KR"/>
                    </a:p>
                  </a:txBody>
                  <a:tcPr/>
                </a:tc>
                <a:tc rowSpan="2" hMerge="1">
                  <a:txBody>
                    <a:bodyPr/>
                    <a:lstStyle/>
                    <a:p>
                      <a:endParaRPr lang="ko-Kore-KR"/>
                    </a:p>
                  </a:txBody>
                  <a:tcPr/>
                </a:tc>
                <a:extLst>
                  <a:ext uri="{0D108BD9-81ED-4DB2-BD59-A6C34878D82A}">
                    <a16:rowId xmlns:a16="http://schemas.microsoft.com/office/drawing/2014/main" val="10003"/>
                  </a:ext>
                </a:extLst>
              </a:tr>
              <a:tr h="137075">
                <a:tc vMerge="1">
                  <a:txBody>
                    <a:bodyPr/>
                    <a:lstStyle/>
                    <a:p>
                      <a:endParaRPr lang="ko-Kore-KR"/>
                    </a:p>
                  </a:txBody>
                  <a:tcPr/>
                </a:tc>
                <a:tc gridSpan="2">
                  <a:txBody>
                    <a:bodyPr/>
                    <a:lstStyle/>
                    <a:p>
                      <a:pPr marL="0" marR="0" lvl="0" indent="0" algn="ctr" rtl="0">
                        <a:spcBef>
                          <a:spcPts val="0"/>
                        </a:spcBef>
                        <a:spcAft>
                          <a:spcPts val="0"/>
                        </a:spcAft>
                        <a:buNone/>
                      </a:pPr>
                      <a:r>
                        <a:rPr lang="en-US" sz="800"/>
                        <a:t>(OSPOT xZ)</a:t>
                      </a:r>
                      <a:endParaRPr sz="800"/>
                    </a:p>
                  </a:txBody>
                  <a:tcPr marL="36000" marR="36000" marT="36000" marB="36000" anchor="ctr"/>
                </a:tc>
                <a:tc hMerge="1">
                  <a:txBody>
                    <a:bodyPr/>
                    <a:lstStyle/>
                    <a:p>
                      <a:endParaRPr lang="ko-Kore-KR"/>
                    </a:p>
                  </a:txBody>
                  <a:tcPr/>
                </a:tc>
                <a:tc gridSpan="4" vMerge="1">
                  <a:txBody>
                    <a:bodyPr/>
                    <a:lstStyle/>
                    <a:p>
                      <a:pPr marL="0" marR="0" lvl="0" indent="0" algn="ctr" rtl="0">
                        <a:spcBef>
                          <a:spcPts val="0"/>
                        </a:spcBef>
                        <a:spcAft>
                          <a:spcPts val="0"/>
                        </a:spcAft>
                        <a:buNone/>
                      </a:pPr>
                      <a:endParaRPr sz="458" dirty="0">
                        <a:solidFill>
                          <a:srgbClr val="C00000"/>
                        </a:solidFill>
                      </a:endParaRPr>
                    </a:p>
                  </a:txBody>
                  <a:tcPr marL="36000" marR="36000" marT="36000" marB="36000" anchor="ctr"/>
                </a:tc>
                <a:tc hMerge="1" vMerge="1">
                  <a:txBody>
                    <a:bodyPr/>
                    <a:lstStyle/>
                    <a:p>
                      <a:endParaRPr lang="ko-Kore-KR" altLang="en-US"/>
                    </a:p>
                  </a:txBody>
                  <a:tcPr/>
                </a:tc>
                <a:tc hMerge="1" vMerge="1">
                  <a:txBody>
                    <a:bodyPr/>
                    <a:lstStyle/>
                    <a:p>
                      <a:endParaRPr lang="ko-Kore-KR"/>
                    </a:p>
                  </a:txBody>
                  <a:tcPr/>
                </a:tc>
                <a:tc hMerge="1" vMerge="1">
                  <a:txBody>
                    <a:bodyPr/>
                    <a:lstStyle/>
                    <a:p>
                      <a:endParaRPr lang="ko-Kore-KR"/>
                    </a:p>
                  </a:txBody>
                  <a:tcPr/>
                </a:tc>
                <a:extLst>
                  <a:ext uri="{0D108BD9-81ED-4DB2-BD59-A6C34878D82A}">
                    <a16:rowId xmlns:a16="http://schemas.microsoft.com/office/drawing/2014/main" val="10004"/>
                  </a:ext>
                </a:extLst>
              </a:tr>
              <a:tr h="22325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KIP</a:t>
                      </a:r>
                      <a:endParaRPr dirty="0"/>
                    </a:p>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113.6</a:t>
                      </a:r>
                      <a:endParaRPr sz="800" b="1" u="none" strike="noStrike" cap="none"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solidFill>
                            <a:srgbClr val="C00000"/>
                          </a:solidFill>
                        </a:rPr>
                        <a:t>32L IKMO</a:t>
                      </a:r>
                      <a:endParaRPr dirty="0"/>
                    </a:p>
                    <a:p>
                      <a:pPr marL="0" marR="0" lvl="0" indent="0" algn="ctr" rtl="0">
                        <a:spcBef>
                          <a:spcPts val="0"/>
                        </a:spcBef>
                        <a:spcAft>
                          <a:spcPts val="0"/>
                        </a:spcAft>
                        <a:buNone/>
                      </a:pPr>
                      <a:r>
                        <a:rPr lang="en-US" sz="800" b="1" u="none" strike="noStrike" cap="none" dirty="0">
                          <a:solidFill>
                            <a:srgbClr val="C00000"/>
                          </a:solidFill>
                        </a:rPr>
                        <a:t>108.3</a:t>
                      </a:r>
                      <a:endParaRPr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C00000"/>
                          </a:solidFill>
                        </a:rPr>
                        <a:t>32R ISKP</a:t>
                      </a:r>
                      <a:endParaRPr dirty="0"/>
                    </a:p>
                    <a:p>
                      <a:pPr marL="0" marR="0" lvl="0" indent="0" algn="ctr" rtl="0">
                        <a:spcBef>
                          <a:spcPts val="0"/>
                        </a:spcBef>
                        <a:spcAft>
                          <a:spcPts val="0"/>
                        </a:spcAft>
                        <a:buNone/>
                      </a:pPr>
                      <a:r>
                        <a:rPr lang="en-US" sz="800" b="1" u="none" strike="noStrike" cap="none" dirty="0">
                          <a:solidFill>
                            <a:srgbClr val="C00000"/>
                          </a:solidFill>
                        </a:rPr>
                        <a:t>110.7</a:t>
                      </a:r>
                      <a:endParaRPr dirty="0"/>
                    </a:p>
                  </a:txBody>
                  <a:tcPr marL="36000" marR="36000" marT="36000" marB="3600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u="none" strike="noStrike" cap="none" dirty="0">
                          <a:solidFill>
                            <a:srgbClr val="C00000"/>
                          </a:solidFill>
                        </a:rPr>
                        <a:t>14L ISEL 109.9</a:t>
                      </a:r>
                      <a:endParaRP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C00000"/>
                          </a:solidFill>
                        </a:rPr>
                        <a:t>14R </a:t>
                      </a:r>
                      <a:r>
                        <a:rPr lang="en-US" sz="700" b="1" u="none" strike="noStrike" cap="none" dirty="0">
                          <a:solidFill>
                            <a:srgbClr val="C00000"/>
                          </a:solidFill>
                        </a:rPr>
                        <a:t>IOFR</a:t>
                      </a:r>
                      <a:r>
                        <a:rPr lang="en-US" sz="800" b="1" u="none" strike="noStrike" cap="none" dirty="0">
                          <a:solidFill>
                            <a:srgbClr val="C00000"/>
                          </a:solidFill>
                        </a:rPr>
                        <a:t> 108.7</a:t>
                      </a:r>
                      <a:endParaRPr dirty="0"/>
                    </a:p>
                  </a:txBody>
                  <a:tcPr marL="36000" marR="36000" marT="36000" marB="36000" anchor="ctr"/>
                </a:tc>
                <a:extLst>
                  <a:ext uri="{0D108BD9-81ED-4DB2-BD59-A6C34878D82A}">
                    <a16:rowId xmlns:a16="http://schemas.microsoft.com/office/drawing/2014/main" val="10005"/>
                  </a:ext>
                </a:extLst>
              </a:tr>
              <a:tr h="137075">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dirty="0"/>
                        <a:t>32L/R : EO32L/R, R225, YJU R271</a:t>
                      </a:r>
                    </a:p>
                  </a:txBody>
                  <a:tcPr marL="36000" marR="36000" marT="36000" marB="36000" anchor="ctr"/>
                </a:tc>
                <a:tc hMerge="1">
                  <a:txBody>
                    <a:bodyPr/>
                    <a:lstStyle/>
                    <a:p>
                      <a:endParaRPr lang="ko-Kore-KR"/>
                    </a:p>
                  </a:txBody>
                  <a:tcPr/>
                </a:tc>
                <a:tc gridSpan="3">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dirty="0"/>
                        <a:t>14L/R : EO14L/R, R220, P73 /2</a:t>
                      </a: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2325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u="none" strike="noStrike" cap="none" dirty="0"/>
                        <a:t>APRON(130.875) -&gt; GND(121.9)  -&gt; TWR (All by ATC)  </a:t>
                      </a:r>
                    </a:p>
                    <a:p>
                      <a:pPr marL="0" marR="0" lvl="0" indent="0" algn="ctr" defTabSz="116449"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1200" cap="none" spc="0" normalizeH="0" baseline="0" noProof="0" dirty="0">
                          <a:ln>
                            <a:noFill/>
                          </a:ln>
                          <a:solidFill>
                            <a:srgbClr val="0070C0"/>
                          </a:solidFill>
                          <a:effectLst/>
                          <a:uLnTx/>
                          <a:uFillTx/>
                          <a:latin typeface="Calibri"/>
                          <a:ea typeface="Calibri"/>
                          <a:cs typeface="Calibri"/>
                          <a:sym typeface="Calibri"/>
                        </a:rPr>
                        <a:t>(BOKUM, NUNPI, SAMKU)</a:t>
                      </a:r>
                      <a:endParaRPr lang="en-US" altLang="ko-Kore-KR" sz="6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bl>
          </a:graphicData>
        </a:graphic>
      </p:graphicFrame>
      <p:graphicFrame>
        <p:nvGraphicFramePr>
          <p:cNvPr id="137" name="Google Shape;137;p4"/>
          <p:cNvGraphicFramePr/>
          <p:nvPr>
            <p:extLst>
              <p:ext uri="{D42A27DB-BD31-4B8C-83A1-F6EECF244321}">
                <p14:modId xmlns:p14="http://schemas.microsoft.com/office/powerpoint/2010/main" val="987548827"/>
              </p:ext>
            </p:extLst>
          </p:nvPr>
        </p:nvGraphicFramePr>
        <p:xfrm>
          <a:off x="-3340" y="3941493"/>
          <a:ext cx="2328850" cy="1635970"/>
        </p:xfrm>
        <a:graphic>
          <a:graphicData uri="http://schemas.openxmlformats.org/drawingml/2006/table">
            <a:tbl>
              <a:tblPr firstRow="1" bandRow="1">
                <a:noFill/>
                <a:tableStyleId>{A521BE36-7E6F-4EC9-8D66-1CF97A6895EC}</a:tableStyleId>
              </a:tblPr>
              <a:tblGrid>
                <a:gridCol w="382193">
                  <a:extLst>
                    <a:ext uri="{9D8B030D-6E8A-4147-A177-3AD203B41FA5}">
                      <a16:colId xmlns:a16="http://schemas.microsoft.com/office/drawing/2014/main" val="20000"/>
                    </a:ext>
                  </a:extLst>
                </a:gridCol>
                <a:gridCol w="497325">
                  <a:extLst>
                    <a:ext uri="{9D8B030D-6E8A-4147-A177-3AD203B41FA5}">
                      <a16:colId xmlns:a16="http://schemas.microsoft.com/office/drawing/2014/main" val="20001"/>
                    </a:ext>
                  </a:extLst>
                </a:gridCol>
                <a:gridCol w="396856">
                  <a:extLst>
                    <a:ext uri="{9D8B030D-6E8A-4147-A177-3AD203B41FA5}">
                      <a16:colId xmlns:a16="http://schemas.microsoft.com/office/drawing/2014/main" val="20003"/>
                    </a:ext>
                  </a:extLst>
                </a:gridCol>
                <a:gridCol w="1052476">
                  <a:extLst>
                    <a:ext uri="{9D8B030D-6E8A-4147-A177-3AD203B41FA5}">
                      <a16:colId xmlns:a16="http://schemas.microsoft.com/office/drawing/2014/main" val="20005"/>
                    </a:ext>
                  </a:extLst>
                </a:gridCol>
              </a:tblGrid>
              <a:tr h="146675">
                <a:tc gridSpan="4">
                  <a:txBody>
                    <a:bodyPr/>
                    <a:lstStyle/>
                    <a:p>
                      <a:pPr marL="0" marR="0" lvl="0" indent="0" algn="ctr" rtl="0">
                        <a:spcBef>
                          <a:spcPts val="0"/>
                        </a:spcBef>
                        <a:spcAft>
                          <a:spcPts val="0"/>
                        </a:spcAft>
                        <a:buNone/>
                      </a:pPr>
                      <a:r>
                        <a:rPr lang="en-US" sz="800" dirty="0"/>
                        <a:t>PUS </a:t>
                      </a:r>
                      <a:r>
                        <a:rPr lang="en-US" sz="800" dirty="0">
                          <a:solidFill>
                            <a:srgbClr val="00B0F0"/>
                          </a:solidFill>
                        </a:rPr>
                        <a:t>[002/182] </a:t>
                      </a:r>
                      <a:r>
                        <a:rPr lang="en-US" sz="800" dirty="0"/>
                        <a:t>: STAR </a:t>
                      </a:r>
                      <a:r>
                        <a:rPr lang="en-US" sz="600" dirty="0">
                          <a:solidFill>
                            <a:srgbClr val="FFC000"/>
                          </a:solidFill>
                        </a:rPr>
                        <a:t>(T</a:t>
                      </a:r>
                      <a:r>
                        <a:rPr lang="en-US" altLang="ko-KR" sz="600" dirty="0">
                          <a:solidFill>
                            <a:srgbClr val="FFC000"/>
                          </a:solidFill>
                        </a:rPr>
                        <a:t>/</a:t>
                      </a:r>
                      <a:r>
                        <a:rPr lang="en-US" sz="600" dirty="0">
                          <a:solidFill>
                            <a:srgbClr val="FFC000"/>
                          </a:solidFill>
                        </a:rPr>
                        <a:t>W </a:t>
                      </a:r>
                      <a:r>
                        <a:rPr lang="en-US" altLang="ko-KR" sz="600" dirty="0">
                          <a:solidFill>
                            <a:srgbClr val="FFC000"/>
                          </a:solidFill>
                        </a:rPr>
                        <a:t>10tks, </a:t>
                      </a:r>
                      <a:r>
                        <a:rPr lang="en-US" sz="600" dirty="0">
                          <a:solidFill>
                            <a:srgbClr val="FFC000"/>
                          </a:solidFill>
                        </a:rPr>
                        <a:t>36R</a:t>
                      </a:r>
                      <a:r>
                        <a:rPr lang="en-US" altLang="ko-KR" sz="600" dirty="0">
                          <a:solidFill>
                            <a:srgbClr val="FFC000"/>
                          </a:solidFill>
                        </a:rPr>
                        <a:t>,</a:t>
                      </a:r>
                      <a:r>
                        <a:rPr lang="en-US" sz="600" dirty="0">
                          <a:solidFill>
                            <a:srgbClr val="FFC000"/>
                          </a:solidFill>
                        </a:rPr>
                        <a:t> 360000lbs </a:t>
                      </a:r>
                      <a:r>
                        <a:rPr lang="ko-KR" altLang="en-US" sz="600" dirty="0">
                          <a:solidFill>
                            <a:srgbClr val="FFC000"/>
                          </a:solidFill>
                        </a:rPr>
                        <a:t>제한</a:t>
                      </a:r>
                      <a:r>
                        <a:rPr lang="en-US" sz="600" dirty="0">
                          <a:solidFill>
                            <a:srgbClr val="FFC000"/>
                          </a:solidFill>
                        </a:rPr>
                        <a:t>)</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3325">
                <a:tc>
                  <a:txBody>
                    <a:bodyPr/>
                    <a:lstStyle/>
                    <a:p>
                      <a:pPr marL="0" marR="0" lvl="0" indent="0" algn="ctr" rtl="0">
                        <a:spcBef>
                          <a:spcPts val="0"/>
                        </a:spcBef>
                        <a:spcAft>
                          <a:spcPts val="0"/>
                        </a:spcAft>
                        <a:buNone/>
                      </a:pPr>
                      <a:r>
                        <a:rPr lang="en-US" sz="800" b="1" dirty="0"/>
                        <a:t>ILS 36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KEVOX x</a:t>
                      </a:r>
                      <a:endParaRPr sz="800" b="1"/>
                    </a:p>
                  </a:txBody>
                  <a:tcPr marL="36000" marR="36000" marT="36000" marB="36000" anchor="ctr"/>
                </a:tc>
                <a:tc>
                  <a:txBody>
                    <a:bodyPr/>
                    <a:lstStyle/>
                    <a:p>
                      <a:pPr marL="0" marR="0" lvl="0" indent="0" algn="ctr" rtl="0">
                        <a:spcBef>
                          <a:spcPts val="0"/>
                        </a:spcBef>
                        <a:spcAft>
                          <a:spcPts val="0"/>
                        </a:spcAft>
                        <a:buNone/>
                      </a:pPr>
                      <a:r>
                        <a:rPr lang="en-US" sz="800" b="1"/>
                        <a:t>MASTA</a:t>
                      </a:r>
                      <a:endParaRPr sz="458" b="1"/>
                    </a:p>
                  </a:txBody>
                  <a:tcPr marL="36000" marR="36000" marT="36000" marB="36000" anchor="ctr"/>
                </a:tc>
                <a:tc>
                  <a:txBody>
                    <a:bodyPr/>
                    <a:lstStyle/>
                    <a:p>
                      <a:pPr marL="0" marR="0" lvl="0" indent="0" algn="l" rtl="0">
                        <a:spcBef>
                          <a:spcPts val="0"/>
                        </a:spcBef>
                        <a:spcAft>
                          <a:spcPts val="0"/>
                        </a:spcAft>
                        <a:buNone/>
                      </a:pPr>
                      <a:r>
                        <a:rPr lang="en-US" sz="800" b="0" dirty="0">
                          <a:solidFill>
                            <a:schemeClr val="dk1"/>
                          </a:solidFill>
                        </a:rPr>
                        <a:t>9DME LG, 8DME FLAP</a:t>
                      </a:r>
                      <a:endParaRPr sz="800" b="0" dirty="0">
                        <a:solidFill>
                          <a:schemeClr val="dk1"/>
                        </a:solidFill>
                      </a:endParaRPr>
                    </a:p>
                  </a:txBody>
                  <a:tcPr marL="36000" marR="36000" marT="36000" marB="36000" anchor="ctr"/>
                </a:tc>
                <a:extLst>
                  <a:ext uri="{0D108BD9-81ED-4DB2-BD59-A6C34878D82A}">
                    <a16:rowId xmlns:a16="http://schemas.microsoft.com/office/drawing/2014/main" val="10001"/>
                  </a:ext>
                </a:extLst>
              </a:tr>
              <a:tr h="133325">
                <a:tc>
                  <a:txBody>
                    <a:bodyPr/>
                    <a:lstStyle/>
                    <a:p>
                      <a:pPr marL="0" marR="0" lvl="0" indent="0" algn="ctr" rtl="0">
                        <a:spcBef>
                          <a:spcPts val="0"/>
                        </a:spcBef>
                        <a:spcAft>
                          <a:spcPts val="0"/>
                        </a:spcAft>
                        <a:buNone/>
                      </a:pPr>
                      <a:r>
                        <a:rPr lang="en-US" sz="800" b="1" dirty="0"/>
                        <a:t>VOR 18</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GAYHA x</a:t>
                      </a:r>
                      <a:endParaRPr sz="800" b="1"/>
                    </a:p>
                  </a:txBody>
                  <a:tcPr marL="36000" marR="36000" marT="36000" marB="36000" anchor="ctr"/>
                </a:tc>
                <a:tc>
                  <a:txBody>
                    <a:bodyPr/>
                    <a:lstStyle/>
                    <a:p>
                      <a:pPr marL="0" marR="0" lvl="0" indent="0" algn="ctr" rtl="0">
                        <a:spcBef>
                          <a:spcPts val="0"/>
                        </a:spcBef>
                        <a:spcAft>
                          <a:spcPts val="0"/>
                        </a:spcAft>
                        <a:buNone/>
                      </a:pPr>
                      <a:r>
                        <a:rPr lang="en-US" sz="800" b="1"/>
                        <a:t>MASTA</a:t>
                      </a:r>
                      <a:endParaRPr sz="458" b="1"/>
                    </a:p>
                  </a:txBody>
                  <a:tcPr marL="36000" marR="36000" marT="36000" marB="36000" anchor="ctr"/>
                </a:tc>
                <a:tc>
                  <a:txBody>
                    <a:bodyPr/>
                    <a:lstStyle/>
                    <a:p>
                      <a:pPr marL="0" marR="0" lvl="0" indent="0" algn="ctr" rtl="0">
                        <a:spcBef>
                          <a:spcPts val="0"/>
                        </a:spcBef>
                        <a:spcAft>
                          <a:spcPts val="0"/>
                        </a:spcAft>
                        <a:buNone/>
                      </a:pPr>
                      <a:r>
                        <a:rPr lang="en-US" sz="900" b="1" dirty="0">
                          <a:solidFill>
                            <a:srgbClr val="C00000"/>
                          </a:solidFill>
                          <a:hlinkClick r:id="rId4" action="ppaction://hlinksldjump">
                            <a:extLst>
                              <a:ext uri="{A12FA001-AC4F-418D-AE19-62706E023703}">
                                <ahyp:hlinkClr xmlns:ahyp="http://schemas.microsoft.com/office/drawing/2018/hyperlinkcolor" val="tx"/>
                              </a:ext>
                            </a:extLst>
                          </a:hlinkClick>
                        </a:rPr>
                        <a:t>18 Circling Click!!</a:t>
                      </a:r>
                      <a:endParaRPr sz="600" b="1" dirty="0">
                        <a:solidFill>
                          <a:srgbClr val="C00000"/>
                        </a:solidFill>
                      </a:endParaRPr>
                    </a:p>
                  </a:txBody>
                  <a:tcPr marL="36000" marR="36000" marT="36000" marB="36000" anchor="ctr"/>
                </a:tc>
                <a:extLst>
                  <a:ext uri="{0D108BD9-81ED-4DB2-BD59-A6C34878D82A}">
                    <a16:rowId xmlns:a16="http://schemas.microsoft.com/office/drawing/2014/main" val="10002"/>
                  </a:ext>
                </a:extLst>
              </a:tr>
              <a:tr h="101600">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l" rtl="0">
                        <a:lnSpc>
                          <a:spcPct val="100000"/>
                        </a:lnSpc>
                        <a:spcBef>
                          <a:spcPts val="0"/>
                        </a:spcBef>
                        <a:spcAft>
                          <a:spcPts val="0"/>
                        </a:spcAft>
                        <a:buClr>
                          <a:schemeClr val="dk1"/>
                        </a:buClr>
                        <a:buSzPts val="800"/>
                        <a:buFont typeface="Calibri"/>
                        <a:buNone/>
                      </a:pPr>
                      <a:r>
                        <a:rPr lang="en-US" sz="800" dirty="0">
                          <a:solidFill>
                            <a:srgbClr val="0070C0"/>
                          </a:solidFill>
                        </a:rPr>
                        <a:t> </a:t>
                      </a:r>
                      <a:r>
                        <a:rPr lang="en-US" sz="800" b="1" dirty="0">
                          <a:solidFill>
                            <a:srgbClr val="0070C0"/>
                          </a:solidFill>
                        </a:rPr>
                        <a:t>KMH, </a:t>
                      </a:r>
                      <a:r>
                        <a:rPr lang="en-US" sz="800" b="1" dirty="0">
                          <a:solidFill>
                            <a:srgbClr val="C00000"/>
                          </a:solidFill>
                        </a:rPr>
                        <a:t>36L IKMA, 36R IKHE</a:t>
                      </a:r>
                      <a:endParaRPr sz="800" b="1" dirty="0">
                        <a:solidFill>
                          <a:srgbClr val="C00000"/>
                        </a:solidFill>
                      </a:endParaRPr>
                    </a:p>
                  </a:txBody>
                  <a:tcPr marL="0" marR="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chemeClr val="dk1"/>
                        </a:buClr>
                        <a:buSzPts val="800"/>
                        <a:buFont typeface="Calibri"/>
                        <a:buNone/>
                      </a:pPr>
                      <a:endParaRPr sz="800" b="0" dirty="0">
                        <a:solidFill>
                          <a:schemeClr val="dk1"/>
                        </a:solidFill>
                      </a:endParaRPr>
                    </a:p>
                  </a:txBody>
                  <a:tcPr marL="36000" marR="36000" marT="36000" marB="36000" anchor="ctr"/>
                </a:tc>
                <a:extLst>
                  <a:ext uri="{0D108BD9-81ED-4DB2-BD59-A6C34878D82A}">
                    <a16:rowId xmlns:a16="http://schemas.microsoft.com/office/drawing/2014/main" val="2720678057"/>
                  </a:ext>
                </a:extLst>
              </a:tr>
              <a:tr h="101600">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36 : IKMA/IKHE /9, /8</a:t>
                      </a:r>
                      <a:endParaRPr dirty="0"/>
                    </a:p>
                  </a:txBody>
                  <a:tcPr marL="0" marR="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18 : KMH R284, R280</a:t>
                      </a:r>
                      <a:endParaRPr sz="800" b="0" dirty="0">
                        <a:solidFill>
                          <a:schemeClr val="dk1"/>
                        </a:solidFill>
                      </a:endParaRPr>
                    </a:p>
                  </a:txBody>
                  <a:tcPr marL="36000" marR="36000" marT="36000" marB="36000" anchor="ctr"/>
                </a:tc>
                <a:extLst>
                  <a:ext uri="{0D108BD9-81ED-4DB2-BD59-A6C34878D82A}">
                    <a16:rowId xmlns:a16="http://schemas.microsoft.com/office/drawing/2014/main" val="10005"/>
                  </a:ext>
                </a:extLst>
              </a:tr>
              <a:tr h="220050">
                <a:tc gridSpan="4">
                  <a:txBody>
                    <a:bodyPr/>
                    <a:lstStyle/>
                    <a:p>
                      <a:pPr marL="0" marR="0" lvl="0" indent="0" algn="l" rtl="0">
                        <a:lnSpc>
                          <a:spcPct val="100000"/>
                        </a:lnSpc>
                        <a:spcBef>
                          <a:spcPts val="0"/>
                        </a:spcBef>
                        <a:spcAft>
                          <a:spcPts val="0"/>
                        </a:spcAft>
                        <a:buClr>
                          <a:srgbClr val="00B050"/>
                        </a:buClr>
                        <a:buSzPts val="800"/>
                        <a:buFont typeface="Calibri"/>
                        <a:buNone/>
                      </a:pPr>
                      <a:r>
                        <a:rPr lang="en-US" sz="800" b="1" dirty="0">
                          <a:solidFill>
                            <a:schemeClr val="bg1"/>
                          </a:solidFill>
                        </a:rPr>
                        <a:t>36L : </a:t>
                      </a:r>
                      <a:r>
                        <a:rPr lang="en-US" sz="800" b="1" dirty="0">
                          <a:solidFill>
                            <a:srgbClr val="FF0000"/>
                          </a:solidFill>
                        </a:rPr>
                        <a:t>C4 (6299’), </a:t>
                      </a:r>
                      <a:r>
                        <a:rPr lang="en-US" sz="800" b="1" dirty="0">
                          <a:solidFill>
                            <a:schemeClr val="dk1"/>
                          </a:solidFill>
                        </a:rPr>
                        <a:t>C2(7795’)   36R : E3(5866’), E2(7339’)</a:t>
                      </a:r>
                      <a:endParaRPr dirty="0"/>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18R</a:t>
                      </a:r>
                      <a:r>
                        <a:rPr lang="en-US" sz="800" b="1" dirty="0">
                          <a:solidFill>
                            <a:srgbClr val="C00000"/>
                          </a:solidFill>
                        </a:rPr>
                        <a:t>(DIS)</a:t>
                      </a:r>
                      <a:r>
                        <a:rPr lang="en-US" sz="800" b="1" dirty="0">
                          <a:solidFill>
                            <a:schemeClr val="dk1"/>
                          </a:solidFill>
                        </a:rPr>
                        <a:t>:C6(5770’),C7(6824’) 18L:E4(5882’),E5(8792’)</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2005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Vacate </a:t>
                      </a:r>
                      <a:r>
                        <a:rPr lang="en-US" sz="800" dirty="0">
                          <a:solidFill>
                            <a:srgbClr val="C00000"/>
                          </a:solidFill>
                        </a:rPr>
                        <a:t>C3,C4 </a:t>
                      </a:r>
                      <a:r>
                        <a:rPr lang="en-US" sz="800" dirty="0"/>
                        <a:t>by ATC only. Max Taxi SPD 20KTS</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C2 HOLD SHORT </a:t>
                      </a:r>
                      <a:r>
                        <a:rPr lang="en-US" sz="800" dirty="0" err="1"/>
                        <a:t>가까움</a:t>
                      </a:r>
                      <a:r>
                        <a:rPr lang="en-US" sz="800" dirty="0"/>
                        <a:t>(Vacate </a:t>
                      </a:r>
                      <a:r>
                        <a:rPr lang="en-US" sz="800" dirty="0" err="1"/>
                        <a:t>TaxiSPD</a:t>
                      </a:r>
                      <a:r>
                        <a:rPr lang="en-US" sz="800" dirty="0"/>
                        <a:t>)</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138" name="Google Shape;138;p4"/>
          <p:cNvGraphicFramePr/>
          <p:nvPr>
            <p:extLst>
              <p:ext uri="{D42A27DB-BD31-4B8C-83A1-F6EECF244321}">
                <p14:modId xmlns:p14="http://schemas.microsoft.com/office/powerpoint/2010/main" val="2029818870"/>
              </p:ext>
            </p:extLst>
          </p:nvPr>
        </p:nvGraphicFramePr>
        <p:xfrm>
          <a:off x="-2501" y="16504"/>
          <a:ext cx="2328850" cy="586110"/>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13131">
                <a:tc>
                  <a:txBody>
                    <a:bodyPr/>
                    <a:lstStyle/>
                    <a:p>
                      <a:pPr marL="0" marR="0" lvl="0" indent="0" algn="ctr" rtl="0">
                        <a:spcBef>
                          <a:spcPts val="0"/>
                        </a:spcBef>
                        <a:spcAft>
                          <a:spcPts val="0"/>
                        </a:spcAft>
                        <a:buNone/>
                      </a:pPr>
                      <a:r>
                        <a:rPr lang="en-US" altLang="ko-Kore-KR" sz="1300" u="none" strike="noStrike" cap="none" dirty="0">
                          <a:solidFill>
                            <a:schemeClr val="tx1"/>
                          </a:solidFill>
                          <a:hlinkClick r:id="rId5">
                            <a:extLst>
                              <a:ext uri="{A12FA001-AC4F-418D-AE19-62706E023703}">
                                <ahyp:hlinkClr xmlns:ahyp="http://schemas.microsoft.com/office/drawing/2018/hyperlinkcolor" val="tx"/>
                              </a:ext>
                            </a:extLst>
                          </a:hlinkClick>
                        </a:rPr>
                        <a:t>RKSS(GMP) 59ft</a:t>
                      </a:r>
                      <a:endParaRPr lang="en-US" altLang="ko-Kore-KR" sz="1300" u="none" strike="noStrike" cap="none"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rgbClr val="C00000"/>
                          </a:solidFill>
                          <a:hlinkClick r:id="rId6">
                            <a:extLst>
                              <a:ext uri="{A12FA001-AC4F-418D-AE19-62706E023703}">
                                <ahyp:hlinkClr xmlns:ahyp="http://schemas.microsoft.com/office/drawing/2018/hyperlinkcolor" val="tx"/>
                              </a:ext>
                            </a:extLst>
                          </a:hlinkClick>
                        </a:rPr>
                        <a:t>RKPK(PUS) 13ft</a:t>
                      </a:r>
                      <a:endParaRPr sz="1300" dirty="0">
                        <a:solidFill>
                          <a:srgbClr val="C00000"/>
                        </a:solidFill>
                      </a:endParaRPr>
                    </a:p>
                  </a:txBody>
                  <a:tcPr marL="0" marR="0" marT="0" marB="0" anchor="ctr"/>
                </a:tc>
                <a:extLst>
                  <a:ext uri="{0D108BD9-81ED-4DB2-BD59-A6C34878D82A}">
                    <a16:rowId xmlns:a16="http://schemas.microsoft.com/office/drawing/2014/main" val="10000"/>
                  </a:ext>
                </a:extLst>
              </a:tr>
              <a:tr h="372979">
                <a:tc>
                  <a:txBody>
                    <a:bodyPr/>
                    <a:lstStyle/>
                    <a:p>
                      <a:pPr marL="0" marR="0" lvl="0" indent="0" algn="ctr" rtl="0">
                        <a:spcBef>
                          <a:spcPts val="0"/>
                        </a:spcBef>
                        <a:spcAft>
                          <a:spcPts val="0"/>
                        </a:spcAft>
                        <a:buNone/>
                      </a:pPr>
                      <a:r>
                        <a:rPr lang="en-US" sz="900" dirty="0"/>
                        <a:t>KE GMP 131.15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-15분 </a:t>
                      </a:r>
                      <a:r>
                        <a:rPr lang="en-US" sz="600" dirty="0" err="1">
                          <a:solidFill>
                            <a:srgbClr val="FF0000"/>
                          </a:solidFill>
                          <a:latin typeface="Calibri"/>
                          <a:ea typeface="Calibri"/>
                          <a:cs typeface="Calibri"/>
                          <a:sym typeface="Calibri"/>
                        </a:rPr>
                        <a:t>가능</a:t>
                      </a:r>
                      <a:r>
                        <a:rPr lang="en-US" sz="600" dirty="0">
                          <a:solidFill>
                            <a:srgbClr val="FF0000"/>
                          </a:solidFill>
                          <a:latin typeface="Calibri"/>
                          <a:ea typeface="Calibri"/>
                          <a:cs typeface="Calibri"/>
                          <a:sym typeface="Calibri"/>
                        </a:rPr>
                        <a:t>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KE </a:t>
                      </a:r>
                      <a:r>
                        <a:rPr lang="en-US" sz="900" dirty="0" err="1"/>
                        <a:t>Gimhae</a:t>
                      </a:r>
                      <a:r>
                        <a:rPr lang="en-US" sz="900" dirty="0"/>
                        <a:t> 129.2</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139" name="Google Shape;139;p4"/>
          <p:cNvSpPr txBox="1"/>
          <p:nvPr/>
        </p:nvSpPr>
        <p:spPr>
          <a:xfrm>
            <a:off x="649003" y="585439"/>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latin typeface="Calibri"/>
                <a:ea typeface="Calibri"/>
                <a:cs typeface="Calibri"/>
                <a:sym typeface="Calibri"/>
              </a:rPr>
              <a:t>Rwy</a:t>
            </a:r>
            <a:r>
              <a:rPr lang="en-US" sz="800" dirty="0">
                <a:latin typeface="Calibri"/>
                <a:ea typeface="Calibri"/>
                <a:cs typeface="Calibri"/>
                <a:sym typeface="Calibri"/>
              </a:rPr>
              <a:t> 32R </a:t>
            </a:r>
            <a:r>
              <a:rPr lang="en-US" sz="1000" b="1" dirty="0">
                <a:solidFill>
                  <a:srgbClr val="C00000"/>
                </a:solidFill>
                <a:latin typeface="Calibri"/>
                <a:ea typeface="Calibri"/>
                <a:cs typeface="Calibri"/>
                <a:sym typeface="Calibri"/>
              </a:rPr>
              <a:t>Takeoff </a:t>
            </a:r>
            <a:endParaRPr sz="1800" b="1" dirty="0">
              <a:solidFill>
                <a:srgbClr val="C00000"/>
              </a:solidFill>
            </a:endParaRPr>
          </a:p>
          <a:p>
            <a:pPr marL="0" marR="0" lvl="0" indent="0" algn="l" rtl="0">
              <a:spcBef>
                <a:spcPts val="0"/>
              </a:spcBef>
              <a:spcAft>
                <a:spcPts val="0"/>
              </a:spcAft>
              <a:buNone/>
            </a:pPr>
            <a:r>
              <a:rPr lang="en-US" sz="800" dirty="0">
                <a:latin typeface="Calibri"/>
                <a:ea typeface="Calibri"/>
                <a:cs typeface="Calibri"/>
                <a:sym typeface="Calibri"/>
              </a:rPr>
              <a:t>(06:00L~0900L / 12:00L~15:00L /18:00L~21:00L)</a:t>
            </a:r>
            <a:endParaRPr dirty="0"/>
          </a:p>
        </p:txBody>
      </p:sp>
      <p:pic>
        <p:nvPicPr>
          <p:cNvPr id="3" name="그림 2">
            <a:extLst>
              <a:ext uri="{FF2B5EF4-FFF2-40B4-BE49-F238E27FC236}">
                <a16:creationId xmlns:a16="http://schemas.microsoft.com/office/drawing/2014/main" id="{3DF371A0-F72D-9E9E-6B0B-BD68FCA24974}"/>
              </a:ext>
            </a:extLst>
          </p:cNvPr>
          <p:cNvPicPr>
            <a:picLocks noChangeAspect="1"/>
          </p:cNvPicPr>
          <p:nvPr/>
        </p:nvPicPr>
        <p:blipFill>
          <a:blip r:embed="rId7"/>
          <a:stretch>
            <a:fillRect/>
          </a:stretch>
        </p:blipFill>
        <p:spPr>
          <a:xfrm>
            <a:off x="148563" y="602614"/>
            <a:ext cx="451728" cy="451728"/>
          </a:xfrm>
          <a:prstGeom prst="rect">
            <a:avLst/>
          </a:prstGeom>
        </p:spPr>
      </p:pic>
      <p:sp>
        <p:nvSpPr>
          <p:cNvPr id="4" name="직사각형 3">
            <a:hlinkClick r:id="" action="ppaction://hlinkshowjump?jump=firstslide"/>
            <a:extLst>
              <a:ext uri="{FF2B5EF4-FFF2-40B4-BE49-F238E27FC236}">
                <a16:creationId xmlns:a16="http://schemas.microsoft.com/office/drawing/2014/main" id="{959ADE64-A15F-6E0A-A757-78B60E7B3429}"/>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8"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6" name="그래픽 5" descr="집 Wi-Fi에서 작업 단색으로 채워진">
            <a:hlinkClick r:id="" action="ppaction://hlinkshowjump?jump=firstslide"/>
            <a:extLst>
              <a:ext uri="{FF2B5EF4-FFF2-40B4-BE49-F238E27FC236}">
                <a16:creationId xmlns:a16="http://schemas.microsoft.com/office/drawing/2014/main" id="{63803F54-E73A-2897-04E3-9D581817A79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graphicFrame>
        <p:nvGraphicFramePr>
          <p:cNvPr id="155" name="Google Shape;155;p5"/>
          <p:cNvGraphicFramePr/>
          <p:nvPr>
            <p:extLst>
              <p:ext uri="{D42A27DB-BD31-4B8C-83A1-F6EECF244321}">
                <p14:modId xmlns:p14="http://schemas.microsoft.com/office/powerpoint/2010/main" val="2610911268"/>
              </p:ext>
            </p:extLst>
          </p:nvPr>
        </p:nvGraphicFramePr>
        <p:xfrm>
          <a:off x="0" y="1063540"/>
          <a:ext cx="2330925" cy="142681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122800">
                  <a:extLst>
                    <a:ext uri="{9D8B030D-6E8A-4147-A177-3AD203B41FA5}">
                      <a16:colId xmlns:a16="http://schemas.microsoft.com/office/drawing/2014/main" val="20001"/>
                    </a:ext>
                  </a:extLst>
                </a:gridCol>
                <a:gridCol w="167075">
                  <a:extLst>
                    <a:ext uri="{9D8B030D-6E8A-4147-A177-3AD203B41FA5}">
                      <a16:colId xmlns:a16="http://schemas.microsoft.com/office/drawing/2014/main" val="20002"/>
                    </a:ext>
                  </a:extLst>
                </a:gridCol>
                <a:gridCol w="317900">
                  <a:extLst>
                    <a:ext uri="{9D8B030D-6E8A-4147-A177-3AD203B41FA5}">
                      <a16:colId xmlns:a16="http://schemas.microsoft.com/office/drawing/2014/main" val="20003"/>
                    </a:ext>
                  </a:extLst>
                </a:gridCol>
                <a:gridCol w="304175">
                  <a:extLst>
                    <a:ext uri="{9D8B030D-6E8A-4147-A177-3AD203B41FA5}">
                      <a16:colId xmlns:a16="http://schemas.microsoft.com/office/drawing/2014/main" val="20004"/>
                    </a:ext>
                  </a:extLst>
                </a:gridCol>
                <a:gridCol w="558675">
                  <a:extLst>
                    <a:ext uri="{9D8B030D-6E8A-4147-A177-3AD203B41FA5}">
                      <a16:colId xmlns:a16="http://schemas.microsoft.com/office/drawing/2014/main" val="20005"/>
                    </a:ext>
                  </a:extLst>
                </a:gridCol>
                <a:gridCol w="498100">
                  <a:extLst>
                    <a:ext uri="{9D8B030D-6E8A-4147-A177-3AD203B41FA5}">
                      <a16:colId xmlns:a16="http://schemas.microsoft.com/office/drawing/2014/main" val="20009"/>
                    </a:ext>
                  </a:extLst>
                </a:gridCol>
              </a:tblGrid>
              <a:tr h="0">
                <a:tc gridSpan="7">
                  <a:txBody>
                    <a:bodyPr/>
                    <a:lstStyle/>
                    <a:p>
                      <a:pPr marL="0" marR="0" lvl="0" indent="0" algn="ctr" rtl="0">
                        <a:spcBef>
                          <a:spcPts val="0"/>
                        </a:spcBef>
                        <a:spcAft>
                          <a:spcPts val="0"/>
                        </a:spcAft>
                        <a:buNone/>
                      </a:pPr>
                      <a:r>
                        <a:rPr lang="en-US" sz="800" dirty="0"/>
                        <a:t>PUS : </a:t>
                      </a:r>
                      <a:r>
                        <a:rPr lang="en-US" sz="800" dirty="0">
                          <a:solidFill>
                            <a:srgbClr val="FFC000"/>
                          </a:solidFill>
                        </a:rPr>
                        <a:t>NADP CLB 1</a:t>
                      </a:r>
                      <a:r>
                        <a:rPr lang="en-US" altLang="ko-KR" sz="800" dirty="0">
                          <a:solidFill>
                            <a:srgbClr val="FFC000"/>
                          </a:solidFill>
                        </a:rPr>
                        <a:t>5</a:t>
                      </a:r>
                      <a:r>
                        <a:rPr lang="en-US" sz="800" dirty="0">
                          <a:solidFill>
                            <a:srgbClr val="FFC000"/>
                          </a:solidFill>
                        </a:rPr>
                        <a:t>00, </a:t>
                      </a:r>
                      <a:r>
                        <a:rPr lang="en-US" altLang="ko-KR" sz="800" dirty="0">
                          <a:solidFill>
                            <a:srgbClr val="FFC000"/>
                          </a:solidFill>
                        </a:rPr>
                        <a:t>360</a:t>
                      </a:r>
                      <a:r>
                        <a:rPr lang="en-US" sz="800" dirty="0">
                          <a:solidFill>
                            <a:srgbClr val="FFC000"/>
                          </a:solidFill>
                        </a:rPr>
                        <a:t>000lbs TOGA, CONF 1+F</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36</a:t>
                      </a:r>
                      <a:endParaRPr sz="800" b="1" dirty="0"/>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SOORO x</a:t>
                      </a:r>
                      <a:endParaRPr sz="800" b="1" dirty="0">
                        <a:solidFill>
                          <a:srgbClr val="0070C0"/>
                        </a:solidFill>
                      </a:endParaRPr>
                    </a:p>
                    <a:p>
                      <a:pPr marL="0" marR="0" lvl="0" indent="0" algn="ctr" rtl="0">
                        <a:spcBef>
                          <a:spcPts val="0"/>
                        </a:spcBef>
                        <a:spcAft>
                          <a:spcPts val="0"/>
                        </a:spcAft>
                        <a:buNone/>
                      </a:pPr>
                      <a:r>
                        <a:rPr lang="en-US" sz="800" b="1" dirty="0">
                          <a:solidFill>
                            <a:srgbClr val="0070C0"/>
                          </a:solidFill>
                        </a:rPr>
                        <a:t>KALOD </a:t>
                      </a:r>
                      <a:r>
                        <a:rPr lang="en-US" sz="800" b="1" dirty="0" err="1">
                          <a:solidFill>
                            <a:srgbClr val="0070C0"/>
                          </a:solidFill>
                        </a:rPr>
                        <a:t>tx</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HD 002 </a:t>
                      </a:r>
                      <a:r>
                        <a:rPr lang="en-US" sz="800" b="1" dirty="0">
                          <a:solidFill>
                            <a:srgbClr val="0070C0"/>
                          </a:solidFill>
                        </a:rPr>
                        <a:t>ALT ATC </a:t>
                      </a:r>
                      <a:r>
                        <a:rPr lang="en-US" sz="800" b="1" dirty="0">
                          <a:solidFill>
                            <a:srgbClr val="C00000"/>
                          </a:solidFill>
                        </a:rPr>
                        <a:t>Modi NADP</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18</a:t>
                      </a:r>
                      <a:endParaRPr sz="800" b="1" dirty="0"/>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GIMHAE x</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HD 182 </a:t>
                      </a:r>
                      <a:r>
                        <a:rPr lang="en-US" sz="800" b="1" dirty="0">
                          <a:solidFill>
                            <a:srgbClr val="0070C0"/>
                          </a:solidFill>
                        </a:rPr>
                        <a:t>ALT 5000 </a:t>
                      </a:r>
                      <a:r>
                        <a:rPr lang="en-US" sz="800" b="1" dirty="0">
                          <a:solidFill>
                            <a:srgbClr val="C00000"/>
                          </a:solidFill>
                        </a:rPr>
                        <a:t>Modi NADP</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KMH 113.8</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B050"/>
                          </a:solidFill>
                        </a:rPr>
                        <a:t>PSN 114.0</a:t>
                      </a:r>
                      <a:endParaRPr sz="458" dirty="0">
                        <a:solidFill>
                          <a:srgbClr val="00B05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36L IKMA 108.5</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36R IKHE 109.5</a:t>
                      </a:r>
                      <a:endParaRPr dirty="0"/>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5">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dirty="0"/>
                        <a:t>36 : KMH R091, R271, R185</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RWY36 400ft Man L/H turn, Max Taxi SPD 20KTS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156" name="Google Shape;156;p5"/>
          <p:cNvGraphicFramePr/>
          <p:nvPr>
            <p:extLst>
              <p:ext uri="{D42A27DB-BD31-4B8C-83A1-F6EECF244321}">
                <p14:modId xmlns:p14="http://schemas.microsoft.com/office/powerpoint/2010/main" val="3017455645"/>
              </p:ext>
            </p:extLst>
          </p:nvPr>
        </p:nvGraphicFramePr>
        <p:xfrm>
          <a:off x="-2501" y="3686185"/>
          <a:ext cx="2338300" cy="1864570"/>
        </p:xfrm>
        <a:graphic>
          <a:graphicData uri="http://schemas.openxmlformats.org/drawingml/2006/table">
            <a:tbl>
              <a:tblPr firstRow="1" bandRow="1">
                <a:noFill/>
                <a:tableStyleId>{A521BE36-7E6F-4EC9-8D66-1CF97A6895EC}</a:tableStyleId>
              </a:tblPr>
              <a:tblGrid>
                <a:gridCol w="442251">
                  <a:extLst>
                    <a:ext uri="{9D8B030D-6E8A-4147-A177-3AD203B41FA5}">
                      <a16:colId xmlns:a16="http://schemas.microsoft.com/office/drawing/2014/main" val="20000"/>
                    </a:ext>
                  </a:extLst>
                </a:gridCol>
                <a:gridCol w="215242">
                  <a:extLst>
                    <a:ext uri="{9D8B030D-6E8A-4147-A177-3AD203B41FA5}">
                      <a16:colId xmlns:a16="http://schemas.microsoft.com/office/drawing/2014/main" val="20002"/>
                    </a:ext>
                  </a:extLst>
                </a:gridCol>
                <a:gridCol w="536660">
                  <a:extLst>
                    <a:ext uri="{9D8B030D-6E8A-4147-A177-3AD203B41FA5}">
                      <a16:colId xmlns:a16="http://schemas.microsoft.com/office/drawing/2014/main" val="20003"/>
                    </a:ext>
                  </a:extLst>
                </a:gridCol>
                <a:gridCol w="490471">
                  <a:extLst>
                    <a:ext uri="{9D8B030D-6E8A-4147-A177-3AD203B41FA5}">
                      <a16:colId xmlns:a16="http://schemas.microsoft.com/office/drawing/2014/main" val="20005"/>
                    </a:ext>
                  </a:extLst>
                </a:gridCol>
                <a:gridCol w="653676">
                  <a:extLst>
                    <a:ext uri="{9D8B030D-6E8A-4147-A177-3AD203B41FA5}">
                      <a16:colId xmlns:a16="http://schemas.microsoft.com/office/drawing/2014/main" val="20007"/>
                    </a:ext>
                  </a:extLst>
                </a:gridCol>
              </a:tblGrid>
              <a:tr h="0">
                <a:tc gridSpan="5">
                  <a:txBody>
                    <a:bodyPr/>
                    <a:lstStyle/>
                    <a:p>
                      <a:pPr marL="0" marR="0" lvl="0" indent="0" algn="ctr" rtl="0">
                        <a:spcBef>
                          <a:spcPts val="0"/>
                        </a:spcBef>
                        <a:spcAft>
                          <a:spcPts val="0"/>
                        </a:spcAft>
                        <a:buNone/>
                      </a:pPr>
                      <a:r>
                        <a:rPr lang="en-US" sz="800" dirty="0"/>
                        <a:t>GMP </a:t>
                      </a:r>
                      <a:r>
                        <a:rPr lang="en-US" sz="800" dirty="0">
                          <a:solidFill>
                            <a:srgbClr val="00B0F0"/>
                          </a:solidFill>
                        </a:rPr>
                        <a:t>[324/144]</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gridSpan="2">
                  <a:txBody>
                    <a:bodyPr/>
                    <a:lstStyle/>
                    <a:p>
                      <a:pPr marL="0" marR="0" lvl="0" indent="0" algn="ctr" rtl="0">
                        <a:spcBef>
                          <a:spcPts val="0"/>
                        </a:spcBef>
                        <a:spcAft>
                          <a:spcPts val="0"/>
                        </a:spcAft>
                        <a:buNone/>
                      </a:pPr>
                      <a:r>
                        <a:rPr lang="en-US" sz="800" b="1" dirty="0"/>
                        <a:t>ILS 32L/R</a:t>
                      </a:r>
                      <a:endParaRPr sz="800" b="1" dirty="0"/>
                    </a:p>
                  </a:txBody>
                  <a:tcPr marL="36000" marR="36000" marT="36000" marB="36000" anchor="ctr"/>
                </a:tc>
                <a:tc hMerge="1">
                  <a:txBody>
                    <a:bodyPr/>
                    <a:lstStyle/>
                    <a:p>
                      <a:endParaRPr lang="ko-Kore-KR"/>
                    </a:p>
                  </a:txBody>
                  <a:tcPr/>
                </a:tc>
                <a:tc>
                  <a:txBody>
                    <a:bodyPr/>
                    <a:lstStyle/>
                    <a:p>
                      <a:pPr algn="ctr"/>
                      <a:r>
                        <a:rPr lang="en-US" sz="800" b="1"/>
                        <a:t>GUKDO xT</a:t>
                      </a:r>
                      <a:endParaRPr lang="ko-Kore-KR"/>
                    </a:p>
                  </a:txBody>
                  <a:tcPr marL="36000" marR="36000" marT="36000" marB="36000" anchor="ctr"/>
                </a:tc>
                <a:tc>
                  <a:txBody>
                    <a:bodyPr/>
                    <a:lstStyle/>
                    <a:p>
                      <a:pPr marL="0" marR="0" lvl="0" indent="0" algn="ctr" rtl="0">
                        <a:spcBef>
                          <a:spcPts val="0"/>
                        </a:spcBef>
                        <a:spcAft>
                          <a:spcPts val="0"/>
                        </a:spcAft>
                        <a:buNone/>
                      </a:pPr>
                      <a:r>
                        <a:rPr lang="en-US" sz="800" b="1"/>
                        <a:t>BUMSI</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160</a:t>
                      </a:r>
                      <a:endParaRPr sz="458" b="1"/>
                    </a:p>
                  </a:txBody>
                  <a:tcPr marL="36000" marR="36000" marT="36000" marB="36000" anchor="ctr"/>
                </a:tc>
                <a:extLst>
                  <a:ext uri="{0D108BD9-81ED-4DB2-BD59-A6C34878D82A}">
                    <a16:rowId xmlns:a16="http://schemas.microsoft.com/office/drawing/2014/main" val="10001"/>
                  </a:ext>
                </a:extLst>
              </a:tr>
              <a:tr h="101600">
                <a:tc gridSpan="2">
                  <a:txBody>
                    <a:bodyPr/>
                    <a:lstStyle/>
                    <a:p>
                      <a:pPr marL="0" marR="0" lvl="0" indent="0" algn="ctr" rtl="0">
                        <a:spcBef>
                          <a:spcPts val="0"/>
                        </a:spcBef>
                        <a:spcAft>
                          <a:spcPts val="0"/>
                        </a:spcAft>
                        <a:buNone/>
                      </a:pPr>
                      <a:r>
                        <a:rPr lang="en-US" sz="800" b="1" dirty="0"/>
                        <a:t>ILS 14R</a:t>
                      </a:r>
                      <a:endParaRPr sz="800" b="1" dirty="0"/>
                    </a:p>
                  </a:txBody>
                  <a:tcPr marL="36000" marR="36000" marT="36000" marB="36000" anchor="ctr"/>
                </a:tc>
                <a:tc hMerge="1">
                  <a:txBody>
                    <a:bodyPr/>
                    <a:lstStyle/>
                    <a:p>
                      <a:endParaRPr lang="ko-Kore-KR"/>
                    </a:p>
                  </a:txBody>
                  <a:tcPr/>
                </a:tc>
                <a:tc>
                  <a:txBody>
                    <a:bodyPr/>
                    <a:lstStyle/>
                    <a:p>
                      <a:pPr algn="ctr"/>
                      <a:r>
                        <a:rPr lang="en-US" sz="800" b="1" dirty="0"/>
                        <a:t>GUKDO </a:t>
                      </a:r>
                      <a:r>
                        <a:rPr lang="en-US" sz="800" b="1" dirty="0" err="1"/>
                        <a:t>xU</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a:t>DOKDO</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160</a:t>
                      </a:r>
                      <a:endParaRPr sz="458" b="1"/>
                    </a:p>
                  </a:txBody>
                  <a:tcPr marL="36000" marR="36000" marT="36000" marB="36000" anchor="ctr"/>
                </a:tc>
                <a:extLst>
                  <a:ext uri="{0D108BD9-81ED-4DB2-BD59-A6C34878D82A}">
                    <a16:rowId xmlns:a16="http://schemas.microsoft.com/office/drawing/2014/main" val="10002"/>
                  </a:ext>
                </a:extLst>
              </a:tr>
              <a:tr h="156400">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white"/>
                          </a:solidFill>
                          <a:effectLst/>
                          <a:uLnTx/>
                          <a:uFillTx/>
                          <a:latin typeface="Calibri"/>
                          <a:cs typeface="Calibri"/>
                          <a:sym typeface="Calibri"/>
                        </a:rPr>
                        <a:t>NAV</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solidFill>
                      <a:schemeClr val="accent1"/>
                    </a:solidFill>
                  </a:tcPr>
                </a:tc>
                <a:tc gridSpan="4">
                  <a:txBody>
                    <a:bodyPr/>
                    <a:lstStyle/>
                    <a:p>
                      <a:pPr marL="0" marR="0" lvl="0" indent="0" algn="l" rtl="0">
                        <a:spcBef>
                          <a:spcPts val="0"/>
                        </a:spcBef>
                        <a:spcAft>
                          <a:spcPts val="0"/>
                        </a:spcAft>
                        <a:buNone/>
                      </a:pPr>
                      <a:r>
                        <a:rPr lang="en-US" altLang="ko-Kore-KR" sz="800" b="1" dirty="0">
                          <a:solidFill>
                            <a:srgbClr val="0070C0"/>
                          </a:solidFill>
                        </a:rPr>
                        <a:t>KIP </a:t>
                      </a:r>
                      <a:r>
                        <a:rPr lang="en-US" altLang="ko-Kore-KR" sz="800" b="1" dirty="0">
                          <a:solidFill>
                            <a:srgbClr val="C00000"/>
                          </a:solidFill>
                        </a:rPr>
                        <a:t>32L IKMO, 32R ISKP, 14L ISEL, 14R IOFR</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90674759"/>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4">
                  <a:txBody>
                    <a:bodyPr/>
                    <a:lstStyle/>
                    <a:p>
                      <a:pPr marL="0" marR="0" lvl="0" indent="0" algn="l" rtl="0">
                        <a:spcBef>
                          <a:spcPts val="0"/>
                        </a:spcBef>
                        <a:spcAft>
                          <a:spcPts val="0"/>
                        </a:spcAft>
                        <a:buNone/>
                      </a:pPr>
                      <a:r>
                        <a:rPr lang="en-US" sz="800" dirty="0"/>
                        <a:t>YJU R271, P73 /2, P518 068,278</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01600">
                <a:tc gridSpan="5">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32L : D3(6532’), E2(9117’), 32R </a:t>
                      </a:r>
                      <a:r>
                        <a:rPr lang="en-US" altLang="ko-Kore-KR" sz="800" b="1" dirty="0">
                          <a:solidFill>
                            <a:srgbClr val="C00000"/>
                          </a:solidFill>
                          <a:latin typeface="Calibri"/>
                          <a:ea typeface="Calibri"/>
                          <a:cs typeface="Calibri"/>
                          <a:sym typeface="Calibri"/>
                        </a:rPr>
                        <a:t>(No CL L/T)</a:t>
                      </a:r>
                      <a:r>
                        <a:rPr lang="en-US" altLang="ko-Kore-KR" sz="800" b="1" dirty="0">
                          <a:solidFill>
                            <a:schemeClr val="dk1"/>
                          </a:solidFill>
                          <a:latin typeface="Calibri"/>
                          <a:ea typeface="Calibri"/>
                          <a:cs typeface="Calibri"/>
                          <a:sym typeface="Calibri"/>
                        </a:rPr>
                        <a:t> </a:t>
                      </a:r>
                      <a:r>
                        <a:rPr lang="en-US" sz="800" b="1" dirty="0">
                          <a:solidFill>
                            <a:schemeClr val="dk1"/>
                          </a:solidFill>
                          <a:latin typeface="Calibri"/>
                          <a:ea typeface="Calibri"/>
                          <a:cs typeface="Calibri"/>
                          <a:sym typeface="Calibri"/>
                        </a:rPr>
                        <a:t>: E1(6614’)</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14R : C1(6578’)</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01600">
                <a:tc gridSpan="5">
                  <a:txBody>
                    <a:bodyPr/>
                    <a:lstStyle/>
                    <a:p>
                      <a:pPr marL="0" marR="0" lvl="0" indent="0" algn="l" rtl="0">
                        <a:spcBef>
                          <a:spcPts val="0"/>
                        </a:spcBef>
                        <a:spcAft>
                          <a:spcPts val="0"/>
                        </a:spcAft>
                        <a:buNone/>
                      </a:pPr>
                      <a:r>
                        <a:rPr lang="en-US" sz="800" dirty="0">
                          <a:latin typeface="Calibri"/>
                          <a:ea typeface="Calibri"/>
                          <a:cs typeface="Calibri"/>
                          <a:sym typeface="Calibri"/>
                        </a:rPr>
                        <a:t>32L/R : ILS 7 DME L/G DN, 14R : LOC CAPT L/G DN</a:t>
                      </a:r>
                      <a:endParaRPr dirty="0"/>
                    </a:p>
                    <a:p>
                      <a:pPr marL="0" marR="0" lvl="0" indent="0" algn="l" rtl="0">
                        <a:spcBef>
                          <a:spcPts val="0"/>
                        </a:spcBef>
                        <a:spcAft>
                          <a:spcPts val="0"/>
                        </a:spcAft>
                        <a:buNone/>
                      </a:pPr>
                      <a:r>
                        <a:rPr lang="en-US" sz="800" dirty="0">
                          <a:latin typeface="Calibri"/>
                          <a:ea typeface="Calibri"/>
                          <a:cs typeface="Calibri"/>
                          <a:sym typeface="Calibri"/>
                        </a:rPr>
                        <a:t>FAF : Final Flap</a:t>
                      </a:r>
                      <a:endParaRPr dirty="0"/>
                    </a:p>
                    <a:p>
                      <a:pPr marL="0" marR="0" lvl="0" indent="0" algn="l" rtl="0">
                        <a:spcBef>
                          <a:spcPts val="0"/>
                        </a:spcBef>
                        <a:spcAft>
                          <a:spcPts val="0"/>
                        </a:spcAft>
                        <a:buNone/>
                      </a:pPr>
                      <a:r>
                        <a:rPr lang="en-US" sz="800" dirty="0">
                          <a:latin typeface="Calibri"/>
                          <a:ea typeface="Calibri"/>
                          <a:cs typeface="Calibri"/>
                          <a:sym typeface="Calibri"/>
                        </a:rPr>
                        <a:t>TWR -&gt; GND -&gt; APRON (All by ATC)</a:t>
                      </a:r>
                      <a:endParaRPr dirty="0"/>
                    </a:p>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RTE 1 : D3-P6-N1 H.S P5 (BOKUM, NUNPI, SAMKU)</a:t>
                      </a:r>
                      <a:endParaRPr lang="en-US" altLang="ko-Kore-KR" sz="6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bl>
          </a:graphicData>
        </a:graphic>
      </p:graphicFrame>
      <p:graphicFrame>
        <p:nvGraphicFramePr>
          <p:cNvPr id="157" name="Google Shape;157;p5"/>
          <p:cNvGraphicFramePr/>
          <p:nvPr>
            <p:extLst>
              <p:ext uri="{D42A27DB-BD31-4B8C-83A1-F6EECF244321}">
                <p14:modId xmlns:p14="http://schemas.microsoft.com/office/powerpoint/2010/main" val="4109556011"/>
              </p:ext>
            </p:extLst>
          </p:nvPr>
        </p:nvGraphicFramePr>
        <p:xfrm>
          <a:off x="-2501" y="16504"/>
          <a:ext cx="2328850" cy="568240"/>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32950">
                <a:tc>
                  <a:txBody>
                    <a:bodyPr/>
                    <a:lstStyle/>
                    <a:p>
                      <a:pPr marL="0" marR="0" lvl="0" indent="0" algn="ctr" rtl="0">
                        <a:spcBef>
                          <a:spcPts val="0"/>
                        </a:spcBef>
                        <a:spcAft>
                          <a:spcPts val="0"/>
                        </a:spcAft>
                        <a:buNone/>
                      </a:pPr>
                      <a:r>
                        <a:rPr lang="en-US" altLang="ko-Kore-KR" sz="1300" dirty="0">
                          <a:solidFill>
                            <a:srgbClr val="C00000"/>
                          </a:solidFill>
                          <a:hlinkClick r:id="rId3">
                            <a:extLst>
                              <a:ext uri="{A12FA001-AC4F-418D-AE19-62706E023703}">
                                <ahyp:hlinkClr xmlns:ahyp="http://schemas.microsoft.com/office/drawing/2018/hyperlinkcolor" val="tx"/>
                              </a:ext>
                            </a:extLst>
                          </a:hlinkClick>
                        </a:rPr>
                        <a:t>RKPK(PUS) 13ft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u="none" strike="noStrike" cap="none" dirty="0">
                          <a:solidFill>
                            <a:schemeClr val="tx1"/>
                          </a:solidFill>
                          <a:hlinkClick r:id="rId4">
                            <a:extLst>
                              <a:ext uri="{A12FA001-AC4F-418D-AE19-62706E023703}">
                                <ahyp:hlinkClr xmlns:ahyp="http://schemas.microsoft.com/office/drawing/2018/hyperlinkcolor" val="tx"/>
                              </a:ext>
                            </a:extLst>
                          </a:hlinkClick>
                        </a:rPr>
                        <a:t>RKSS(GMP) 59ft</a:t>
                      </a:r>
                      <a:endParaRPr lang="en-US" altLang="ko-Kore-KR" sz="1300" u="none" strike="noStrike" cap="none" dirty="0">
                        <a:solidFill>
                          <a:schemeClr val="tx1"/>
                        </a:solidFill>
                      </a:endParaRPr>
                    </a:p>
                  </a:txBody>
                  <a:tcPr marL="0" marR="0" marT="0" marB="0" anchor="ctr"/>
                </a:tc>
                <a:extLst>
                  <a:ext uri="{0D108BD9-81ED-4DB2-BD59-A6C34878D82A}">
                    <a16:rowId xmlns:a16="http://schemas.microsoft.com/office/drawing/2014/main" val="10000"/>
                  </a:ext>
                </a:extLst>
              </a:tr>
              <a:tr h="301450">
                <a:tc>
                  <a:txBody>
                    <a:bodyPr/>
                    <a:lstStyle/>
                    <a:p>
                      <a:pPr marL="0" marR="0" lvl="0" indent="0" algn="ctr" rtl="0">
                        <a:spcBef>
                          <a:spcPts val="0"/>
                        </a:spcBef>
                        <a:spcAft>
                          <a:spcPts val="0"/>
                        </a:spcAft>
                        <a:buNone/>
                      </a:pPr>
                      <a:r>
                        <a:rPr lang="en-US" sz="900" dirty="0"/>
                        <a:t>KE </a:t>
                      </a:r>
                      <a:r>
                        <a:rPr lang="en-US" sz="900" dirty="0" err="1"/>
                        <a:t>Gimhae</a:t>
                      </a:r>
                      <a:r>
                        <a:rPr lang="en-US" sz="900" dirty="0"/>
                        <a:t> 129.2</a:t>
                      </a:r>
                      <a:endParaRPr dirty="0"/>
                    </a:p>
                    <a:p>
                      <a:pPr marL="0" marR="0" lvl="0" indent="0" algn="ctr" rtl="0">
                        <a:spcBef>
                          <a:spcPts val="0"/>
                        </a:spcBef>
                        <a:spcAft>
                          <a:spcPts val="0"/>
                        </a:spcAft>
                        <a:buNone/>
                      </a:pPr>
                      <a:r>
                        <a:rPr lang="en-US" sz="700" dirty="0">
                          <a:solidFill>
                            <a:srgbClr val="FF0000"/>
                          </a:solidFill>
                        </a:rPr>
                        <a:t>DCL -5분</a:t>
                      </a:r>
                      <a:endParaRPr sz="7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GMP 131.15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158" name="Google Shape;158;p5"/>
          <p:cNvSpPr txBox="1"/>
          <p:nvPr/>
        </p:nvSpPr>
        <p:spPr>
          <a:xfrm>
            <a:off x="-35514" y="602871"/>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latin typeface="Calibri"/>
                <a:ea typeface="Calibri"/>
                <a:cs typeface="Calibri"/>
                <a:sym typeface="Calibri"/>
              </a:rPr>
              <a:t>Rwy</a:t>
            </a:r>
            <a:r>
              <a:rPr lang="en-US" sz="800" dirty="0">
                <a:latin typeface="Calibri"/>
                <a:ea typeface="Calibri"/>
                <a:cs typeface="Calibri"/>
                <a:sym typeface="Calibri"/>
              </a:rPr>
              <a:t> 32L </a:t>
            </a:r>
            <a:r>
              <a:rPr lang="en-US" sz="1000" b="1" dirty="0">
                <a:solidFill>
                  <a:srgbClr val="C00000"/>
                </a:solidFill>
                <a:latin typeface="Calibri"/>
                <a:ea typeface="Calibri"/>
                <a:cs typeface="Calibri"/>
                <a:sym typeface="Calibri"/>
              </a:rPr>
              <a:t>Landing</a:t>
            </a:r>
            <a:r>
              <a:rPr lang="en-US" sz="800" b="1" dirty="0">
                <a:solidFill>
                  <a:schemeClr val="dk1"/>
                </a:solidFill>
                <a:latin typeface="Calibri"/>
                <a:ea typeface="Calibri"/>
                <a:cs typeface="Calibri"/>
                <a:sym typeface="Calibri"/>
              </a:rPr>
              <a:t> </a:t>
            </a:r>
            <a:endParaRPr b="1" dirty="0"/>
          </a:p>
          <a:p>
            <a:pPr marL="0" marR="0" lvl="0" indent="0" algn="l" rtl="0">
              <a:spcBef>
                <a:spcPts val="0"/>
              </a:spcBef>
              <a:spcAft>
                <a:spcPts val="0"/>
              </a:spcAft>
              <a:buNone/>
            </a:pPr>
            <a:r>
              <a:rPr lang="en-US" sz="800" dirty="0">
                <a:latin typeface="Calibri"/>
                <a:ea typeface="Calibri"/>
                <a:cs typeface="Calibri"/>
                <a:sym typeface="Calibri"/>
              </a:rPr>
              <a:t>(06:00L~0900L / 12:00L~15:00L /18:00L~21:00L)</a:t>
            </a:r>
            <a:endParaRPr dirty="0"/>
          </a:p>
        </p:txBody>
      </p:sp>
      <p:pic>
        <p:nvPicPr>
          <p:cNvPr id="168" name="Google Shape;168;p5"/>
          <p:cNvPicPr preferRelativeResize="0"/>
          <p:nvPr/>
        </p:nvPicPr>
        <p:blipFill rotWithShape="1">
          <a:blip r:embed="rId5">
            <a:alphaModFix/>
          </a:blip>
          <a:srcRect/>
          <a:stretch/>
        </p:blipFill>
        <p:spPr>
          <a:xfrm>
            <a:off x="0" y="2520861"/>
            <a:ext cx="1056807" cy="719976"/>
          </a:xfrm>
          <a:prstGeom prst="rect">
            <a:avLst/>
          </a:prstGeom>
          <a:noFill/>
          <a:ln>
            <a:noFill/>
          </a:ln>
        </p:spPr>
      </p:pic>
      <p:pic>
        <p:nvPicPr>
          <p:cNvPr id="3" name="그림 2" descr="텍스트, 시계이(가) 표시된 사진&#10;&#10;자동 생성된 설명">
            <a:extLst>
              <a:ext uri="{FF2B5EF4-FFF2-40B4-BE49-F238E27FC236}">
                <a16:creationId xmlns:a16="http://schemas.microsoft.com/office/drawing/2014/main" id="{55C3732C-B99F-06C8-0284-40550C1D6F87}"/>
              </a:ext>
            </a:extLst>
          </p:cNvPr>
          <p:cNvPicPr>
            <a:picLocks noChangeAspect="1"/>
          </p:cNvPicPr>
          <p:nvPr/>
        </p:nvPicPr>
        <p:blipFill>
          <a:blip r:embed="rId6"/>
          <a:stretch>
            <a:fillRect/>
          </a:stretch>
        </p:blipFill>
        <p:spPr>
          <a:xfrm>
            <a:off x="1602416" y="584746"/>
            <a:ext cx="492402" cy="492402"/>
          </a:xfrm>
          <a:prstGeom prst="rect">
            <a:avLst/>
          </a:prstGeom>
        </p:spPr>
      </p:pic>
      <p:sp>
        <p:nvSpPr>
          <p:cNvPr id="4" name="직사각형 3">
            <a:hlinkClick r:id="" action="ppaction://hlinkshowjump?jump=firstslide"/>
            <a:extLst>
              <a:ext uri="{FF2B5EF4-FFF2-40B4-BE49-F238E27FC236}">
                <a16:creationId xmlns:a16="http://schemas.microsoft.com/office/drawing/2014/main" id="{D08367DE-04CA-9C27-2F38-9B696219DB24}"/>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5" name="그래픽 4" descr="집 Wi-Fi에서 작업 단색으로 채워진">
            <a:hlinkClick r:id="" action="ppaction://hlinkshowjump?jump=firstslide"/>
            <a:extLst>
              <a:ext uri="{FF2B5EF4-FFF2-40B4-BE49-F238E27FC236}">
                <a16:creationId xmlns:a16="http://schemas.microsoft.com/office/drawing/2014/main" id="{55D61B2C-E47D-4E61-4356-23A2EAB5283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graphicFrame>
        <p:nvGraphicFramePr>
          <p:cNvPr id="234" name="Google Shape;234;p12"/>
          <p:cNvGraphicFramePr/>
          <p:nvPr>
            <p:extLst>
              <p:ext uri="{D42A27DB-BD31-4B8C-83A1-F6EECF244321}">
                <p14:modId xmlns:p14="http://schemas.microsoft.com/office/powerpoint/2010/main" val="2014079777"/>
              </p:ext>
            </p:extLst>
          </p:nvPr>
        </p:nvGraphicFramePr>
        <p:xfrm>
          <a:off x="0" y="639107"/>
          <a:ext cx="2339850" cy="142681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76800">
                  <a:extLst>
                    <a:ext uri="{9D8B030D-6E8A-4147-A177-3AD203B41FA5}">
                      <a16:colId xmlns:a16="http://schemas.microsoft.com/office/drawing/2014/main" val="20001"/>
                    </a:ext>
                  </a:extLst>
                </a:gridCol>
                <a:gridCol w="339600">
                  <a:extLst>
                    <a:ext uri="{9D8B030D-6E8A-4147-A177-3AD203B41FA5}">
                      <a16:colId xmlns:a16="http://schemas.microsoft.com/office/drawing/2014/main" val="20002"/>
                    </a:ext>
                  </a:extLst>
                </a:gridCol>
                <a:gridCol w="145375">
                  <a:extLst>
                    <a:ext uri="{9D8B030D-6E8A-4147-A177-3AD203B41FA5}">
                      <a16:colId xmlns:a16="http://schemas.microsoft.com/office/drawing/2014/main" val="20003"/>
                    </a:ext>
                  </a:extLst>
                </a:gridCol>
                <a:gridCol w="637275">
                  <a:extLst>
                    <a:ext uri="{9D8B030D-6E8A-4147-A177-3AD203B41FA5}">
                      <a16:colId xmlns:a16="http://schemas.microsoft.com/office/drawing/2014/main" val="20004"/>
                    </a:ext>
                  </a:extLst>
                </a:gridCol>
                <a:gridCol w="778600">
                  <a:extLst>
                    <a:ext uri="{9D8B030D-6E8A-4147-A177-3AD203B41FA5}">
                      <a16:colId xmlns:a16="http://schemas.microsoft.com/office/drawing/2014/main" val="20007"/>
                    </a:ext>
                  </a:extLst>
                </a:gridCol>
              </a:tblGrid>
              <a:tr h="0">
                <a:tc gridSpan="6">
                  <a:txBody>
                    <a:bodyPr/>
                    <a:lstStyle/>
                    <a:p>
                      <a:pPr marL="0" marR="0" lvl="0" indent="0" algn="ctr" rtl="0">
                        <a:spcBef>
                          <a:spcPts val="0"/>
                        </a:spcBef>
                        <a:spcAft>
                          <a:spcPts val="0"/>
                        </a:spcAft>
                        <a:buNone/>
                      </a:pPr>
                      <a:r>
                        <a:rPr lang="en-US" sz="800" dirty="0"/>
                        <a:t>CJU : SID (NADP 1)</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t>07</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AKPON xE</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t>HD 066 </a:t>
                      </a:r>
                      <a:r>
                        <a:rPr lang="en-US" sz="800" b="1" dirty="0">
                          <a:solidFill>
                            <a:srgbClr val="0070C0"/>
                          </a:solidFill>
                        </a:rPr>
                        <a:t>ALT 9000</a:t>
                      </a:r>
                      <a:endParaRPr sz="800" b="1" dirty="0">
                        <a:solidFill>
                          <a:srgbClr val="0070C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t>25</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AKPON xW</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t>HD 246 </a:t>
                      </a:r>
                      <a:r>
                        <a:rPr lang="en-US" sz="800" b="1" dirty="0">
                          <a:solidFill>
                            <a:srgbClr val="0070C0"/>
                          </a:solidFill>
                        </a:rPr>
                        <a:t>ALT ATC</a:t>
                      </a:r>
                      <a:endParaRPr sz="800" b="1" dirty="0">
                        <a:solidFill>
                          <a:srgbClr val="0070C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YDM 109.0</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dirty="0">
                          <a:solidFill>
                            <a:srgbClr val="C00000"/>
                          </a:solidFill>
                        </a:rPr>
                        <a:t>07 ICJU 109.9</a:t>
                      </a:r>
                      <a:endParaRPr dirty="0"/>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rgbClr val="C00000"/>
                        </a:buClr>
                        <a:buSzPts val="800"/>
                        <a:buFont typeface="Calibri"/>
                        <a:buNone/>
                      </a:pPr>
                      <a:r>
                        <a:rPr lang="en-US" sz="800" b="1" dirty="0">
                          <a:solidFill>
                            <a:srgbClr val="C00000"/>
                          </a:solidFill>
                        </a:rPr>
                        <a:t>25 ICHE 111.3</a:t>
                      </a:r>
                      <a:endParaRPr dirty="0"/>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4">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dirty="0"/>
                        <a:t>25 : YDM246/3, R290</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07 : Passing G4 CTC TWR </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25 : 31 Holding PSN on P, E1,2,3 CTC TWR</a:t>
                      </a: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1" i="0" u="none" strike="noStrike" kern="1200" cap="none" spc="0" normalizeH="0" baseline="0" noProof="0" dirty="0">
                          <a:ln>
                            <a:noFill/>
                          </a:ln>
                          <a:solidFill>
                            <a:srgbClr val="0070C0"/>
                          </a:solidFill>
                          <a:effectLst/>
                          <a:uLnTx/>
                          <a:uFillTx/>
                          <a:latin typeface="Calibri"/>
                          <a:cs typeface="Calibri"/>
                        </a:rPr>
                        <a:t>Caution RW31 Holding Sign</a:t>
                      </a:r>
                      <a:endParaRPr kumimoji="0" lang="en-US" altLang="ko-Kore-KR" sz="458" b="1" i="0" u="none" strike="noStrike" kern="1200" cap="none" spc="0" normalizeH="0" baseline="0" noProof="0" dirty="0">
                        <a:ln>
                          <a:noFill/>
                        </a:ln>
                        <a:solidFill>
                          <a:srgbClr val="0070C0"/>
                        </a:solidFill>
                        <a:effectLst/>
                        <a:uLnTx/>
                        <a:uFillTx/>
                        <a:latin typeface="Calibri"/>
                        <a:cs typeface="Calibri"/>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235" name="Google Shape;235;p12"/>
          <p:cNvGraphicFramePr/>
          <p:nvPr>
            <p:extLst>
              <p:ext uri="{D42A27DB-BD31-4B8C-83A1-F6EECF244321}">
                <p14:modId xmlns:p14="http://schemas.microsoft.com/office/powerpoint/2010/main" val="1352141372"/>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u="none" strike="noStrike" cap="none" dirty="0">
                          <a:solidFill>
                            <a:schemeClr val="tx1"/>
                          </a:solidFill>
                          <a:hlinkClick r:id="rId3">
                            <a:extLst>
                              <a:ext uri="{A12FA001-AC4F-418D-AE19-62706E023703}">
                                <ahyp:hlinkClr xmlns:ahyp="http://schemas.microsoft.com/office/drawing/2018/hyperlinkcolor" val="tx"/>
                              </a:ext>
                            </a:extLst>
                          </a:hlinkClick>
                        </a:rPr>
                        <a:t>RKPC(CJU) 119ft</a:t>
                      </a:r>
                      <a:endParaRPr lang="en-US" altLang="ko-Kore-KR" sz="1300" u="none" strike="noStrike" cap="none"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rgbClr val="C00000"/>
                          </a:solidFill>
                          <a:hlinkClick r:id="rId4">
                            <a:extLst>
                              <a:ext uri="{A12FA001-AC4F-418D-AE19-62706E023703}">
                                <ahyp:hlinkClr xmlns:ahyp="http://schemas.microsoft.com/office/drawing/2018/hyperlinkcolor" val="tx"/>
                              </a:ext>
                            </a:extLst>
                          </a:hlinkClick>
                        </a:rPr>
                        <a:t>RKPK(PUS) 13ft</a:t>
                      </a:r>
                      <a:endParaRPr lang="en-US" altLang="ko-Kore-K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CJU 129.4</a:t>
                      </a:r>
                      <a:endParaRPr/>
                    </a:p>
                    <a:p>
                      <a:pPr marL="0" marR="0" lvl="0" indent="0" algn="ctr" rtl="0">
                        <a:spcBef>
                          <a:spcPts val="0"/>
                        </a:spcBef>
                        <a:spcAft>
                          <a:spcPts val="0"/>
                        </a:spcAft>
                        <a:buNone/>
                      </a:pPr>
                      <a:r>
                        <a:rPr lang="en-US" sz="700">
                          <a:solidFill>
                            <a:srgbClr val="FF0000"/>
                          </a:solidFill>
                        </a:rPr>
                        <a:t>DCL -10분</a:t>
                      </a:r>
                      <a:endParaRPr sz="7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a:t>
                      </a:r>
                      <a:r>
                        <a:rPr lang="en-US" sz="900" dirty="0" err="1"/>
                        <a:t>Gimhae</a:t>
                      </a:r>
                      <a:r>
                        <a:rPr lang="en-US" sz="900" dirty="0"/>
                        <a:t> 129.2</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pic>
        <p:nvPicPr>
          <p:cNvPr id="238" name="Google Shape;238;p12"/>
          <p:cNvPicPr preferRelativeResize="0"/>
          <p:nvPr/>
        </p:nvPicPr>
        <p:blipFill rotWithShape="1">
          <a:blip r:embed="rId5">
            <a:alphaModFix/>
          </a:blip>
          <a:srcRect/>
          <a:stretch/>
        </p:blipFill>
        <p:spPr>
          <a:xfrm>
            <a:off x="-3340" y="2084933"/>
            <a:ext cx="1511235" cy="828243"/>
          </a:xfrm>
          <a:prstGeom prst="rect">
            <a:avLst/>
          </a:prstGeom>
          <a:noFill/>
          <a:ln>
            <a:noFill/>
          </a:ln>
        </p:spPr>
      </p:pic>
      <p:graphicFrame>
        <p:nvGraphicFramePr>
          <p:cNvPr id="3" name="Google Shape;137;p4">
            <a:extLst>
              <a:ext uri="{FF2B5EF4-FFF2-40B4-BE49-F238E27FC236}">
                <a16:creationId xmlns:a16="http://schemas.microsoft.com/office/drawing/2014/main" id="{C219BCFB-D529-B116-FE7F-CEFD0CAC2DD7}"/>
              </a:ext>
            </a:extLst>
          </p:cNvPr>
          <p:cNvGraphicFramePr/>
          <p:nvPr>
            <p:extLst>
              <p:ext uri="{D42A27DB-BD31-4B8C-83A1-F6EECF244321}">
                <p14:modId xmlns:p14="http://schemas.microsoft.com/office/powerpoint/2010/main" val="2334979880"/>
              </p:ext>
            </p:extLst>
          </p:nvPr>
        </p:nvGraphicFramePr>
        <p:xfrm>
          <a:off x="-3340" y="3933668"/>
          <a:ext cx="2339140" cy="1635970"/>
        </p:xfrm>
        <a:graphic>
          <a:graphicData uri="http://schemas.openxmlformats.org/drawingml/2006/table">
            <a:tbl>
              <a:tblPr firstRow="1" bandRow="1">
                <a:noFill/>
                <a:tableStyleId>{A521BE36-7E6F-4EC9-8D66-1CF97A6895EC}</a:tableStyleId>
              </a:tblPr>
              <a:tblGrid>
                <a:gridCol w="393866">
                  <a:extLst>
                    <a:ext uri="{9D8B030D-6E8A-4147-A177-3AD203B41FA5}">
                      <a16:colId xmlns:a16="http://schemas.microsoft.com/office/drawing/2014/main" val="20000"/>
                    </a:ext>
                  </a:extLst>
                </a:gridCol>
                <a:gridCol w="512515">
                  <a:extLst>
                    <a:ext uri="{9D8B030D-6E8A-4147-A177-3AD203B41FA5}">
                      <a16:colId xmlns:a16="http://schemas.microsoft.com/office/drawing/2014/main" val="20001"/>
                    </a:ext>
                  </a:extLst>
                </a:gridCol>
                <a:gridCol w="460134">
                  <a:extLst>
                    <a:ext uri="{9D8B030D-6E8A-4147-A177-3AD203B41FA5}">
                      <a16:colId xmlns:a16="http://schemas.microsoft.com/office/drawing/2014/main" val="20003"/>
                    </a:ext>
                  </a:extLst>
                </a:gridCol>
                <a:gridCol w="972625">
                  <a:extLst>
                    <a:ext uri="{9D8B030D-6E8A-4147-A177-3AD203B41FA5}">
                      <a16:colId xmlns:a16="http://schemas.microsoft.com/office/drawing/2014/main" val="20005"/>
                    </a:ext>
                  </a:extLst>
                </a:gridCol>
              </a:tblGrid>
              <a:tr h="146675">
                <a:tc gridSpan="4">
                  <a:txBody>
                    <a:bodyPr/>
                    <a:lstStyle/>
                    <a:p>
                      <a:pPr marL="0" marR="0" lvl="0" indent="0" algn="ctr" rtl="0">
                        <a:spcBef>
                          <a:spcPts val="0"/>
                        </a:spcBef>
                        <a:spcAft>
                          <a:spcPts val="0"/>
                        </a:spcAft>
                        <a:buNone/>
                      </a:pPr>
                      <a:r>
                        <a:rPr lang="en-US" altLang="ko-Kore-KR" sz="800" dirty="0"/>
                        <a:t>PUS </a:t>
                      </a:r>
                      <a:r>
                        <a:rPr lang="en-US" altLang="ko-Kore-KR" sz="800" dirty="0">
                          <a:solidFill>
                            <a:srgbClr val="00B0F0"/>
                          </a:solidFill>
                        </a:rPr>
                        <a:t>[002/182] </a:t>
                      </a:r>
                      <a:r>
                        <a:rPr lang="en-US" altLang="ko-Kore-KR" sz="800" dirty="0"/>
                        <a:t>: STAR </a:t>
                      </a:r>
                      <a:r>
                        <a:rPr lang="en-US" altLang="ko-Kore-KR" sz="700" dirty="0">
                          <a:solidFill>
                            <a:srgbClr val="FFC000"/>
                          </a:solidFill>
                        </a:rPr>
                        <a:t>(T</a:t>
                      </a:r>
                      <a:r>
                        <a:rPr lang="en-US" altLang="ko-KR" sz="700" dirty="0">
                          <a:solidFill>
                            <a:srgbClr val="FFC000"/>
                          </a:solidFill>
                        </a:rPr>
                        <a:t>/</a:t>
                      </a:r>
                      <a:r>
                        <a:rPr lang="en-US" altLang="ko-Kore-KR" sz="700" dirty="0">
                          <a:solidFill>
                            <a:srgbClr val="FFC000"/>
                          </a:solidFill>
                        </a:rPr>
                        <a:t>W </a:t>
                      </a:r>
                      <a:r>
                        <a:rPr lang="en-US" altLang="ko-KR" sz="700" dirty="0">
                          <a:solidFill>
                            <a:srgbClr val="FFC000"/>
                          </a:solidFill>
                        </a:rPr>
                        <a:t>10tks, </a:t>
                      </a:r>
                      <a:r>
                        <a:rPr lang="en-US" altLang="ko-Kore-KR" sz="700" dirty="0">
                          <a:solidFill>
                            <a:srgbClr val="FFC000"/>
                          </a:solidFill>
                        </a:rPr>
                        <a:t>36R</a:t>
                      </a:r>
                      <a:r>
                        <a:rPr lang="en-US" altLang="ko-KR" sz="700" dirty="0">
                          <a:solidFill>
                            <a:srgbClr val="FFC000"/>
                          </a:solidFill>
                        </a:rPr>
                        <a:t>,</a:t>
                      </a:r>
                      <a:r>
                        <a:rPr lang="en-US" altLang="ko-Kore-KR" sz="700" dirty="0">
                          <a:solidFill>
                            <a:srgbClr val="FFC000"/>
                          </a:solidFill>
                        </a:rPr>
                        <a:t> 360000lbs </a:t>
                      </a:r>
                      <a:r>
                        <a:rPr lang="ko-KR" altLang="en-US" sz="700" dirty="0">
                          <a:solidFill>
                            <a:srgbClr val="FFC000"/>
                          </a:solidFill>
                        </a:rPr>
                        <a:t>제한</a:t>
                      </a:r>
                      <a:r>
                        <a:rPr lang="en-US" altLang="ko-KR" sz="700" dirty="0">
                          <a:solidFill>
                            <a:srgbClr val="FFC000"/>
                          </a:solidFill>
                        </a:rPr>
                        <a:t>)</a:t>
                      </a:r>
                      <a:endParaRPr lang="ko-KR" altLang="en-US"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3325">
                <a:tc>
                  <a:txBody>
                    <a:bodyPr/>
                    <a:lstStyle/>
                    <a:p>
                      <a:pPr marL="0" marR="0" lvl="0" indent="0" algn="ctr" rtl="0">
                        <a:spcBef>
                          <a:spcPts val="0"/>
                        </a:spcBef>
                        <a:spcAft>
                          <a:spcPts val="0"/>
                        </a:spcAft>
                        <a:buNone/>
                      </a:pPr>
                      <a:r>
                        <a:rPr lang="en-US" sz="800" b="1" dirty="0"/>
                        <a:t>ILS 36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KEVOX x</a:t>
                      </a:r>
                      <a:endParaRPr sz="800" b="1"/>
                    </a:p>
                  </a:txBody>
                  <a:tcPr marL="36000" marR="36000" marT="36000" marB="36000" anchor="ctr"/>
                </a:tc>
                <a:tc>
                  <a:txBody>
                    <a:bodyPr/>
                    <a:lstStyle/>
                    <a:p>
                      <a:pPr marL="0" marR="0" lvl="0" indent="0" algn="ctr" rtl="0">
                        <a:spcBef>
                          <a:spcPts val="0"/>
                        </a:spcBef>
                        <a:spcAft>
                          <a:spcPts val="0"/>
                        </a:spcAft>
                        <a:buNone/>
                      </a:pPr>
                      <a:r>
                        <a:rPr lang="en-US" altLang="ko-KR" sz="800" b="1" dirty="0"/>
                        <a:t>ANROD</a:t>
                      </a:r>
                      <a:endParaRPr sz="458" b="1" dirty="0"/>
                    </a:p>
                  </a:txBody>
                  <a:tcPr marL="36000" marR="36000" marT="36000" marB="36000" anchor="ctr"/>
                </a:tc>
                <a:tc>
                  <a:txBody>
                    <a:bodyPr/>
                    <a:lstStyle/>
                    <a:p>
                      <a:pPr marL="0" marR="0" lvl="0" indent="0" algn="l" rtl="0">
                        <a:spcBef>
                          <a:spcPts val="0"/>
                        </a:spcBef>
                        <a:spcAft>
                          <a:spcPts val="0"/>
                        </a:spcAft>
                        <a:buNone/>
                      </a:pPr>
                      <a:r>
                        <a:rPr lang="en-US" sz="800" b="0" dirty="0">
                          <a:solidFill>
                            <a:schemeClr val="dk1"/>
                          </a:solidFill>
                        </a:rPr>
                        <a:t>9DME LG, 8DME FLAP</a:t>
                      </a:r>
                      <a:endParaRPr sz="800" b="0" dirty="0">
                        <a:solidFill>
                          <a:schemeClr val="dk1"/>
                        </a:solidFill>
                      </a:endParaRPr>
                    </a:p>
                  </a:txBody>
                  <a:tcPr marL="36000" marR="36000" marT="36000" marB="36000" anchor="ctr"/>
                </a:tc>
                <a:extLst>
                  <a:ext uri="{0D108BD9-81ED-4DB2-BD59-A6C34878D82A}">
                    <a16:rowId xmlns:a16="http://schemas.microsoft.com/office/drawing/2014/main" val="10001"/>
                  </a:ext>
                </a:extLst>
              </a:tr>
              <a:tr h="133325">
                <a:tc>
                  <a:txBody>
                    <a:bodyPr/>
                    <a:lstStyle/>
                    <a:p>
                      <a:pPr marL="0" marR="0" lvl="0" indent="0" algn="ctr" rtl="0">
                        <a:spcBef>
                          <a:spcPts val="0"/>
                        </a:spcBef>
                        <a:spcAft>
                          <a:spcPts val="0"/>
                        </a:spcAft>
                        <a:buNone/>
                      </a:pPr>
                      <a:r>
                        <a:rPr lang="en-US" sz="800" b="1" dirty="0"/>
                        <a:t>VOR 18</a:t>
                      </a:r>
                      <a:endParaRPr sz="800" b="1" dirty="0">
                        <a:solidFill>
                          <a:srgbClr val="00B0F0"/>
                        </a:solidFill>
                      </a:endParaRPr>
                    </a:p>
                  </a:txBody>
                  <a:tcPr marL="36000" marR="36000" marT="36000" marB="36000" anchor="ctr"/>
                </a:tc>
                <a:tc>
                  <a:txBody>
                    <a:bodyPr/>
                    <a:lstStyle/>
                    <a:p>
                      <a:pPr marL="0" marR="0" lvl="0" indent="0" algn="ctr" rtl="0">
                        <a:spcBef>
                          <a:spcPts val="0"/>
                        </a:spcBef>
                        <a:spcAft>
                          <a:spcPts val="0"/>
                        </a:spcAft>
                        <a:buNone/>
                      </a:pPr>
                      <a:r>
                        <a:rPr lang="en-US" sz="800" b="1" dirty="0"/>
                        <a:t>GAYHA x</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ANROD</a:t>
                      </a:r>
                      <a:endParaRPr sz="458" b="1" dirty="0"/>
                    </a:p>
                  </a:txBody>
                  <a:tcPr marL="36000" marR="36000" marT="36000" marB="36000" anchor="ctr"/>
                </a:tc>
                <a:tc>
                  <a:txBody>
                    <a:bodyPr/>
                    <a:lstStyle/>
                    <a:p>
                      <a:pPr marL="0" marR="0" lvl="0" indent="0" algn="ctr" rtl="0">
                        <a:spcBef>
                          <a:spcPts val="0"/>
                        </a:spcBef>
                        <a:spcAft>
                          <a:spcPts val="0"/>
                        </a:spcAft>
                        <a:buNone/>
                      </a:pPr>
                      <a:r>
                        <a:rPr lang="en-US" altLang="ko-Kore-KR" sz="900" b="1" dirty="0">
                          <a:solidFill>
                            <a:srgbClr val="C00000"/>
                          </a:solidFill>
                          <a:hlinkClick r:id="rId6" action="ppaction://hlinksldjump">
                            <a:extLst>
                              <a:ext uri="{A12FA001-AC4F-418D-AE19-62706E023703}">
                                <ahyp:hlinkClr xmlns:ahyp="http://schemas.microsoft.com/office/drawing/2018/hyperlinkcolor" val="tx"/>
                              </a:ext>
                            </a:extLst>
                          </a:hlinkClick>
                        </a:rPr>
                        <a:t>18 Circling Click!!</a:t>
                      </a:r>
                      <a:endParaRPr lang="en-US" altLang="ko-Kore-KR" sz="600" b="1" dirty="0">
                        <a:solidFill>
                          <a:srgbClr val="C00000"/>
                        </a:solidFill>
                      </a:endParaRPr>
                    </a:p>
                  </a:txBody>
                  <a:tcPr marL="36000" marR="36000" marT="36000" marB="36000" anchor="ctr"/>
                </a:tc>
                <a:extLst>
                  <a:ext uri="{0D108BD9-81ED-4DB2-BD59-A6C34878D82A}">
                    <a16:rowId xmlns:a16="http://schemas.microsoft.com/office/drawing/2014/main" val="10002"/>
                  </a:ext>
                </a:extLst>
              </a:tr>
              <a:tr h="101600">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l" rtl="0">
                        <a:lnSpc>
                          <a:spcPct val="100000"/>
                        </a:lnSpc>
                        <a:spcBef>
                          <a:spcPts val="0"/>
                        </a:spcBef>
                        <a:spcAft>
                          <a:spcPts val="0"/>
                        </a:spcAft>
                        <a:buClr>
                          <a:schemeClr val="dk1"/>
                        </a:buClr>
                        <a:buSzPts val="800"/>
                        <a:buFont typeface="Calibri"/>
                        <a:buNone/>
                      </a:pPr>
                      <a:r>
                        <a:rPr lang="en-US" sz="800" dirty="0">
                          <a:solidFill>
                            <a:srgbClr val="0070C0"/>
                          </a:solidFill>
                        </a:rPr>
                        <a:t> </a:t>
                      </a:r>
                      <a:r>
                        <a:rPr lang="en-US" altLang="ko-Kore-KR" sz="800" b="1" dirty="0">
                          <a:solidFill>
                            <a:srgbClr val="0070C0"/>
                          </a:solidFill>
                        </a:rPr>
                        <a:t>KMH, </a:t>
                      </a:r>
                      <a:r>
                        <a:rPr lang="en-US" altLang="ko-Kore-KR" sz="800" b="1" dirty="0">
                          <a:solidFill>
                            <a:srgbClr val="C00000"/>
                          </a:solidFill>
                        </a:rPr>
                        <a:t>36L IKMA, 36R IKHE</a:t>
                      </a:r>
                      <a:endParaRPr sz="800" b="1" dirty="0">
                        <a:solidFill>
                          <a:srgbClr val="0070C0"/>
                        </a:solidFill>
                      </a:endParaRPr>
                    </a:p>
                  </a:txBody>
                  <a:tcPr marL="0" marR="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chemeClr val="dk1"/>
                        </a:buClr>
                        <a:buSzPts val="800"/>
                        <a:buFont typeface="Calibri"/>
                        <a:buNone/>
                      </a:pPr>
                      <a:endParaRPr sz="800" b="0" dirty="0">
                        <a:solidFill>
                          <a:schemeClr val="dk1"/>
                        </a:solidFill>
                      </a:endParaRPr>
                    </a:p>
                  </a:txBody>
                  <a:tcPr marL="36000" marR="36000" marT="36000" marB="36000" anchor="ctr"/>
                </a:tc>
                <a:extLst>
                  <a:ext uri="{0D108BD9-81ED-4DB2-BD59-A6C34878D82A}">
                    <a16:rowId xmlns:a16="http://schemas.microsoft.com/office/drawing/2014/main" val="504523579"/>
                  </a:ext>
                </a:extLst>
              </a:tr>
              <a:tr h="101600">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36 : IKMA/IKHE /9, /8</a:t>
                      </a:r>
                      <a:endParaRPr dirty="0"/>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18 : KMH R284, R280</a:t>
                      </a:r>
                      <a:endParaRPr sz="800" b="0" dirty="0">
                        <a:solidFill>
                          <a:schemeClr val="dk1"/>
                        </a:solidFill>
                      </a:endParaRPr>
                    </a:p>
                  </a:txBody>
                  <a:tcPr marL="36000" marR="36000" marT="36000" marB="36000" anchor="ctr"/>
                </a:tc>
                <a:extLst>
                  <a:ext uri="{0D108BD9-81ED-4DB2-BD59-A6C34878D82A}">
                    <a16:rowId xmlns:a16="http://schemas.microsoft.com/office/drawing/2014/main" val="10005"/>
                  </a:ext>
                </a:extLst>
              </a:tr>
              <a:tr h="220050">
                <a:tc gridSpan="4">
                  <a:txBody>
                    <a:bodyPr/>
                    <a:lstStyle/>
                    <a:p>
                      <a:pPr marL="0" marR="0" lvl="0" indent="0" algn="l" rtl="0">
                        <a:lnSpc>
                          <a:spcPct val="100000"/>
                        </a:lnSpc>
                        <a:spcBef>
                          <a:spcPts val="0"/>
                        </a:spcBef>
                        <a:spcAft>
                          <a:spcPts val="0"/>
                        </a:spcAft>
                        <a:buClr>
                          <a:srgbClr val="00B050"/>
                        </a:buClr>
                        <a:buSzPts val="800"/>
                        <a:buFont typeface="Calibri"/>
                        <a:buNone/>
                      </a:pPr>
                      <a:r>
                        <a:rPr lang="en-US" sz="800" b="1" dirty="0">
                          <a:solidFill>
                            <a:schemeClr val="bg1"/>
                          </a:solidFill>
                        </a:rPr>
                        <a:t>36L : </a:t>
                      </a:r>
                      <a:r>
                        <a:rPr lang="en-US" sz="800" b="1" dirty="0">
                          <a:solidFill>
                            <a:srgbClr val="FF0000"/>
                          </a:solidFill>
                        </a:rPr>
                        <a:t>C4 (6299’), </a:t>
                      </a:r>
                      <a:r>
                        <a:rPr lang="en-US" sz="800" b="1" dirty="0">
                          <a:solidFill>
                            <a:schemeClr val="dk1"/>
                          </a:solidFill>
                        </a:rPr>
                        <a:t>C2(7795’) / 36R : E3(5866’), E2(7339’)</a:t>
                      </a:r>
                      <a:endParaRPr dirty="0"/>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18R</a:t>
                      </a:r>
                      <a:r>
                        <a:rPr lang="en-US" sz="800" b="1" dirty="0">
                          <a:solidFill>
                            <a:srgbClr val="C00000"/>
                          </a:solidFill>
                        </a:rPr>
                        <a:t>(DIS):</a:t>
                      </a:r>
                      <a:r>
                        <a:rPr lang="en-US" sz="800" b="1" dirty="0">
                          <a:solidFill>
                            <a:schemeClr val="dk1"/>
                          </a:solidFill>
                        </a:rPr>
                        <a:t>C6(5770’),C7(6824’)  18L:E4(5882’),E5(8792’)</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2005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Vacate </a:t>
                      </a:r>
                      <a:r>
                        <a:rPr lang="en-US" sz="800" dirty="0">
                          <a:solidFill>
                            <a:srgbClr val="C00000"/>
                          </a:solidFill>
                        </a:rPr>
                        <a:t>C3,C4 </a:t>
                      </a:r>
                      <a:r>
                        <a:rPr lang="en-US" sz="800" dirty="0"/>
                        <a:t>by ATC only. Max Taxi SPD 20KTS</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C2 HOLD SHORT </a:t>
                      </a:r>
                      <a:r>
                        <a:rPr lang="en-US" sz="800" dirty="0" err="1"/>
                        <a:t>가까움</a:t>
                      </a:r>
                      <a:r>
                        <a:rPr lang="en-US" sz="800" dirty="0"/>
                        <a:t>(Vacate </a:t>
                      </a:r>
                      <a:r>
                        <a:rPr lang="en-US" sz="800" dirty="0" err="1"/>
                        <a:t>TaxiSPD</a:t>
                      </a:r>
                      <a:r>
                        <a:rPr lang="en-US" sz="800" dirty="0"/>
                        <a:t>)</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sp>
        <p:nvSpPr>
          <p:cNvPr id="2" name="직사각형 1">
            <a:hlinkClick r:id="" action="ppaction://hlinkshowjump?jump=firstslide"/>
            <a:extLst>
              <a:ext uri="{FF2B5EF4-FFF2-40B4-BE49-F238E27FC236}">
                <a16:creationId xmlns:a16="http://schemas.microsoft.com/office/drawing/2014/main" id="{3F183D78-F73C-097D-0450-1B0DF23C0E75}"/>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5" name="그래픽 4" descr="집 Wi-Fi에서 작업 단색으로 채워진">
            <a:hlinkClick r:id="" action="ppaction://hlinkshowjump?jump=firstslide"/>
            <a:extLst>
              <a:ext uri="{FF2B5EF4-FFF2-40B4-BE49-F238E27FC236}">
                <a16:creationId xmlns:a16="http://schemas.microsoft.com/office/drawing/2014/main" id="{E2DF737A-1B19-2424-7810-B57914B3F68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graphicFrame>
        <p:nvGraphicFramePr>
          <p:cNvPr id="244" name="Google Shape;244;p13"/>
          <p:cNvGraphicFramePr/>
          <p:nvPr>
            <p:extLst>
              <p:ext uri="{D42A27DB-BD31-4B8C-83A1-F6EECF244321}">
                <p14:modId xmlns:p14="http://schemas.microsoft.com/office/powerpoint/2010/main" val="2882569181"/>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rgbClr val="C00000"/>
                          </a:solidFill>
                          <a:hlinkClick r:id="rId3">
                            <a:extLst>
                              <a:ext uri="{A12FA001-AC4F-418D-AE19-62706E023703}">
                                <ahyp:hlinkClr xmlns:ahyp="http://schemas.microsoft.com/office/drawing/2018/hyperlinkcolor" val="tx"/>
                              </a:ext>
                            </a:extLst>
                          </a:hlinkClick>
                        </a:rPr>
                        <a:t>RKPK(PUS) 13ft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u="none" strike="noStrike" cap="none" dirty="0">
                          <a:solidFill>
                            <a:schemeClr val="tx1"/>
                          </a:solidFill>
                          <a:hlinkClick r:id="rId4">
                            <a:extLst>
                              <a:ext uri="{A12FA001-AC4F-418D-AE19-62706E023703}">
                                <ahyp:hlinkClr xmlns:ahyp="http://schemas.microsoft.com/office/drawing/2018/hyperlinkcolor" val="tx"/>
                              </a:ext>
                            </a:extLst>
                          </a:hlinkClick>
                        </a:rPr>
                        <a:t>RKPC(CJU) 119ft</a:t>
                      </a:r>
                      <a:endParaRPr lang="en-US" altLang="ko-Kore-KR" sz="1300" u="none" strike="noStrike" cap="none"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Gimhae 129.2</a:t>
                      </a:r>
                      <a:endParaRPr/>
                    </a:p>
                    <a:p>
                      <a:pPr marL="0" marR="0" lvl="0" indent="0" algn="ctr" rtl="0">
                        <a:spcBef>
                          <a:spcPts val="0"/>
                        </a:spcBef>
                        <a:spcAft>
                          <a:spcPts val="0"/>
                        </a:spcAft>
                        <a:buNone/>
                      </a:pPr>
                      <a:r>
                        <a:rPr lang="en-US" sz="700">
                          <a:solidFill>
                            <a:srgbClr val="FF0000"/>
                          </a:solidFill>
                        </a:rPr>
                        <a:t>DCL -5분</a:t>
                      </a:r>
                      <a:endParaRPr sz="7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CJU 129.4</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graphicFrame>
        <p:nvGraphicFramePr>
          <p:cNvPr id="247" name="Google Shape;247;p13"/>
          <p:cNvGraphicFramePr/>
          <p:nvPr>
            <p:extLst>
              <p:ext uri="{D42A27DB-BD31-4B8C-83A1-F6EECF244321}">
                <p14:modId xmlns:p14="http://schemas.microsoft.com/office/powerpoint/2010/main" val="211283244"/>
              </p:ext>
            </p:extLst>
          </p:nvPr>
        </p:nvGraphicFramePr>
        <p:xfrm>
          <a:off x="0" y="630013"/>
          <a:ext cx="2330925" cy="154873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122800">
                  <a:extLst>
                    <a:ext uri="{9D8B030D-6E8A-4147-A177-3AD203B41FA5}">
                      <a16:colId xmlns:a16="http://schemas.microsoft.com/office/drawing/2014/main" val="20001"/>
                    </a:ext>
                  </a:extLst>
                </a:gridCol>
                <a:gridCol w="167075">
                  <a:extLst>
                    <a:ext uri="{9D8B030D-6E8A-4147-A177-3AD203B41FA5}">
                      <a16:colId xmlns:a16="http://schemas.microsoft.com/office/drawing/2014/main" val="20002"/>
                    </a:ext>
                  </a:extLst>
                </a:gridCol>
                <a:gridCol w="317900">
                  <a:extLst>
                    <a:ext uri="{9D8B030D-6E8A-4147-A177-3AD203B41FA5}">
                      <a16:colId xmlns:a16="http://schemas.microsoft.com/office/drawing/2014/main" val="20003"/>
                    </a:ext>
                  </a:extLst>
                </a:gridCol>
                <a:gridCol w="304175">
                  <a:extLst>
                    <a:ext uri="{9D8B030D-6E8A-4147-A177-3AD203B41FA5}">
                      <a16:colId xmlns:a16="http://schemas.microsoft.com/office/drawing/2014/main" val="20004"/>
                    </a:ext>
                  </a:extLst>
                </a:gridCol>
                <a:gridCol w="558675">
                  <a:extLst>
                    <a:ext uri="{9D8B030D-6E8A-4147-A177-3AD203B41FA5}">
                      <a16:colId xmlns:a16="http://schemas.microsoft.com/office/drawing/2014/main" val="20005"/>
                    </a:ext>
                  </a:extLst>
                </a:gridCol>
                <a:gridCol w="498100">
                  <a:extLst>
                    <a:ext uri="{9D8B030D-6E8A-4147-A177-3AD203B41FA5}">
                      <a16:colId xmlns:a16="http://schemas.microsoft.com/office/drawing/2014/main" val="20009"/>
                    </a:ext>
                  </a:extLst>
                </a:gridCol>
              </a:tblGrid>
              <a:tr h="0">
                <a:tc gridSpan="7">
                  <a:txBody>
                    <a:bodyPr/>
                    <a:lstStyle/>
                    <a:p>
                      <a:pPr marL="0" marR="0" lvl="0" indent="0" algn="ctr" rtl="0">
                        <a:spcBef>
                          <a:spcPts val="0"/>
                        </a:spcBef>
                        <a:spcAft>
                          <a:spcPts val="0"/>
                        </a:spcAft>
                        <a:buNone/>
                      </a:pPr>
                      <a:r>
                        <a:rPr lang="en-US" altLang="ko-Kore-KR" sz="800" dirty="0"/>
                        <a:t>PUS : </a:t>
                      </a:r>
                      <a:r>
                        <a:rPr lang="en-US" altLang="ko-Kore-KR" sz="800" dirty="0">
                          <a:solidFill>
                            <a:srgbClr val="FFC000"/>
                          </a:solidFill>
                        </a:rPr>
                        <a:t>NADP CLB 1</a:t>
                      </a:r>
                      <a:r>
                        <a:rPr lang="en-US" altLang="ko-KR" sz="800" dirty="0">
                          <a:solidFill>
                            <a:srgbClr val="FFC000"/>
                          </a:solidFill>
                        </a:rPr>
                        <a:t>5</a:t>
                      </a:r>
                      <a:r>
                        <a:rPr lang="en-US" altLang="ko-Kore-KR" sz="800" dirty="0">
                          <a:solidFill>
                            <a:srgbClr val="FFC000"/>
                          </a:solidFill>
                        </a:rPr>
                        <a:t>00, </a:t>
                      </a:r>
                      <a:r>
                        <a:rPr lang="en-US" altLang="ko-KR" sz="800" dirty="0">
                          <a:solidFill>
                            <a:srgbClr val="FFC000"/>
                          </a:solidFill>
                        </a:rPr>
                        <a:t>360</a:t>
                      </a:r>
                      <a:r>
                        <a:rPr lang="en-US" altLang="ko-Kore-KR" sz="800" dirty="0">
                          <a:solidFill>
                            <a:srgbClr val="FFC000"/>
                          </a:solidFill>
                        </a:rPr>
                        <a:t>000lbs TOGA, CONF 1+F</a:t>
                      </a: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t>36</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SOORO x</a:t>
                      </a:r>
                      <a:endParaRPr/>
                    </a:p>
                    <a:p>
                      <a:pPr marL="0" marR="0" lvl="0" indent="0" algn="ctr" rtl="0">
                        <a:spcBef>
                          <a:spcPts val="0"/>
                        </a:spcBef>
                        <a:spcAft>
                          <a:spcPts val="0"/>
                        </a:spcAft>
                        <a:buNone/>
                      </a:pPr>
                      <a:r>
                        <a:rPr lang="en-US" sz="800" b="1">
                          <a:solidFill>
                            <a:srgbClr val="0070C0"/>
                          </a:solidFill>
                        </a:rPr>
                        <a:t>TOPAX tx</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HD 002 </a:t>
                      </a:r>
                      <a:r>
                        <a:rPr lang="en-US" sz="800" b="1" dirty="0">
                          <a:solidFill>
                            <a:srgbClr val="0070C0"/>
                          </a:solidFill>
                        </a:rPr>
                        <a:t>ALT ATC </a:t>
                      </a:r>
                      <a:r>
                        <a:rPr lang="en-US" sz="800" b="1" dirty="0">
                          <a:solidFill>
                            <a:srgbClr val="C00000"/>
                          </a:solidFill>
                        </a:rPr>
                        <a:t>Modi NADP</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t>18</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BULIM x</a:t>
                      </a:r>
                      <a:endParaRPr dirty="0"/>
                    </a:p>
                    <a:p>
                      <a:pPr marL="0" marR="0" lvl="0" indent="0" algn="ctr" rtl="0">
                        <a:spcBef>
                          <a:spcPts val="0"/>
                        </a:spcBef>
                        <a:spcAft>
                          <a:spcPts val="0"/>
                        </a:spcAft>
                        <a:buNone/>
                      </a:pPr>
                      <a:r>
                        <a:rPr lang="en-US" sz="800" b="1" dirty="0">
                          <a:solidFill>
                            <a:srgbClr val="0070C0"/>
                          </a:solidFill>
                        </a:rPr>
                        <a:t>ENGOT </a:t>
                      </a:r>
                      <a:r>
                        <a:rPr lang="en-US" sz="800" b="1" dirty="0" err="1">
                          <a:solidFill>
                            <a:srgbClr val="0070C0"/>
                          </a:solidFill>
                        </a:rPr>
                        <a:t>tx</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HD 182 </a:t>
                      </a:r>
                      <a:r>
                        <a:rPr lang="en-US" sz="800" b="1" dirty="0">
                          <a:solidFill>
                            <a:srgbClr val="0070C0"/>
                          </a:solidFill>
                        </a:rPr>
                        <a:t>ALT 5000 </a:t>
                      </a:r>
                      <a:r>
                        <a:rPr lang="en-US" sz="800" b="1" dirty="0">
                          <a:solidFill>
                            <a:srgbClr val="C00000"/>
                          </a:solidFill>
                        </a:rPr>
                        <a:t>Modi NADP</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KMH 113.8</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B050"/>
                          </a:solidFill>
                        </a:rPr>
                        <a:t>PSN 114.0</a:t>
                      </a:r>
                      <a:endParaRPr sz="458" dirty="0">
                        <a:solidFill>
                          <a:srgbClr val="00B05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36L IKMA 108.5</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36R IKHE 109.5</a:t>
                      </a:r>
                      <a:endParaRPr dirty="0"/>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5">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dirty="0"/>
                        <a:t>36 : KMH R091, R271, R185</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RWY36 400ft Man L/H turn, Max Taxi SPD 20KTS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pic>
        <p:nvPicPr>
          <p:cNvPr id="248" name="Google Shape;248;p13"/>
          <p:cNvPicPr preferRelativeResize="0"/>
          <p:nvPr/>
        </p:nvPicPr>
        <p:blipFill rotWithShape="1">
          <a:blip r:embed="rId5">
            <a:alphaModFix/>
          </a:blip>
          <a:srcRect/>
          <a:stretch/>
        </p:blipFill>
        <p:spPr>
          <a:xfrm>
            <a:off x="4472" y="2205301"/>
            <a:ext cx="1559909" cy="651823"/>
          </a:xfrm>
          <a:prstGeom prst="rect">
            <a:avLst/>
          </a:prstGeom>
          <a:noFill/>
          <a:ln>
            <a:noFill/>
          </a:ln>
        </p:spPr>
      </p:pic>
      <p:graphicFrame>
        <p:nvGraphicFramePr>
          <p:cNvPr id="2" name="Google Shape;227;p11">
            <a:extLst>
              <a:ext uri="{FF2B5EF4-FFF2-40B4-BE49-F238E27FC236}">
                <a16:creationId xmlns:a16="http://schemas.microsoft.com/office/drawing/2014/main" id="{04159ABD-A06E-9C8C-66B0-59FD50E49E56}"/>
              </a:ext>
            </a:extLst>
          </p:cNvPr>
          <p:cNvGraphicFramePr/>
          <p:nvPr>
            <p:extLst>
              <p:ext uri="{D42A27DB-BD31-4B8C-83A1-F6EECF244321}">
                <p14:modId xmlns:p14="http://schemas.microsoft.com/office/powerpoint/2010/main" val="1051214526"/>
              </p:ext>
            </p:extLst>
          </p:nvPr>
        </p:nvGraphicFramePr>
        <p:xfrm>
          <a:off x="4472" y="3801933"/>
          <a:ext cx="2326800" cy="1743468"/>
        </p:xfrm>
        <a:graphic>
          <a:graphicData uri="http://schemas.openxmlformats.org/drawingml/2006/table">
            <a:tbl>
              <a:tblPr firstRow="1" bandRow="1">
                <a:noFill/>
                <a:tableStyleId>{A521BE36-7E6F-4EC9-8D66-1CF97A6895EC}</a:tableStyleId>
              </a:tblPr>
              <a:tblGrid>
                <a:gridCol w="406975">
                  <a:extLst>
                    <a:ext uri="{9D8B030D-6E8A-4147-A177-3AD203B41FA5}">
                      <a16:colId xmlns:a16="http://schemas.microsoft.com/office/drawing/2014/main" val="20000"/>
                    </a:ext>
                  </a:extLst>
                </a:gridCol>
                <a:gridCol w="754125">
                  <a:extLst>
                    <a:ext uri="{9D8B030D-6E8A-4147-A177-3AD203B41FA5}">
                      <a16:colId xmlns:a16="http://schemas.microsoft.com/office/drawing/2014/main" val="20001"/>
                    </a:ext>
                  </a:extLst>
                </a:gridCol>
                <a:gridCol w="582850">
                  <a:extLst>
                    <a:ext uri="{9D8B030D-6E8A-4147-A177-3AD203B41FA5}">
                      <a16:colId xmlns:a16="http://schemas.microsoft.com/office/drawing/2014/main" val="20003"/>
                    </a:ext>
                  </a:extLst>
                </a:gridCol>
                <a:gridCol w="582850">
                  <a:extLst>
                    <a:ext uri="{9D8B030D-6E8A-4147-A177-3AD203B41FA5}">
                      <a16:colId xmlns:a16="http://schemas.microsoft.com/office/drawing/2014/main" val="20005"/>
                    </a:ext>
                  </a:extLst>
                </a:gridCol>
              </a:tblGrid>
              <a:tr h="156000">
                <a:tc grid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FFFFFF"/>
                          </a:solidFill>
                          <a:effectLst/>
                          <a:uLnTx/>
                          <a:uFillTx/>
                          <a:latin typeface="Calibri"/>
                          <a:cs typeface="Calibri"/>
                          <a:sym typeface="Arial"/>
                        </a:rPr>
                        <a:t>CJU </a:t>
                      </a:r>
                      <a:r>
                        <a:rPr kumimoji="0" lang="en-US" altLang="ko-Kore-KR" sz="800" b="1" i="0" u="none" strike="noStrike" kern="0" cap="none" spc="0" normalizeH="0" baseline="0" noProof="0" dirty="0">
                          <a:ln>
                            <a:noFill/>
                          </a:ln>
                          <a:solidFill>
                            <a:srgbClr val="00B0F0"/>
                          </a:solidFill>
                          <a:effectLst/>
                          <a:uLnTx/>
                          <a:uFillTx/>
                          <a:latin typeface="Calibri"/>
                          <a:cs typeface="Calibri"/>
                          <a:sym typeface="Arial"/>
                        </a:rPr>
                        <a:t>[066/246]</a:t>
                      </a:r>
                      <a:r>
                        <a:rPr kumimoji="0" lang="en-US" altLang="ko-Kore-KR" sz="800" b="1" i="0" u="none" strike="noStrike" kern="0" cap="none" spc="0" normalizeH="0" baseline="0" noProof="0" dirty="0">
                          <a:ln>
                            <a:noFill/>
                          </a:ln>
                          <a:solidFill>
                            <a:srgbClr val="FFFFFF"/>
                          </a:solidFill>
                          <a:effectLst/>
                          <a:uLnTx/>
                          <a:uFillTx/>
                          <a:latin typeface="Calibri"/>
                          <a:cs typeface="Calibri"/>
                          <a:sym typeface="Arial"/>
                        </a:rPr>
                        <a:t> : STAR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FFC000"/>
                          </a:solidFill>
                          <a:effectLst/>
                          <a:uLnTx/>
                          <a:uFillTx/>
                          <a:latin typeface="Calibri"/>
                          <a:cs typeface="Calibri"/>
                          <a:sym typeface="Arial"/>
                        </a:rPr>
                        <a:t>AFT Merge PT(220kts) DCT IAF(195kts), FAF (160kts)</a:t>
                      </a:r>
                      <a:endParaRPr kumimoji="0" lang="en-US" altLang="ko-Kore-KR" sz="800" b="1" i="0" u="none" strike="noStrike" kern="0" cap="none" spc="0" normalizeH="0" baseline="0" noProof="0" dirty="0">
                        <a:ln>
                          <a:noFill/>
                        </a:ln>
                        <a:solidFill>
                          <a:srgbClr val="FFC000"/>
                        </a:solidFill>
                        <a:effectLst/>
                        <a:uLnTx/>
                        <a:uFillTx/>
                        <a:latin typeface="Calibri"/>
                        <a:cs typeface="Calibri"/>
                        <a:sym typeface="Aria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41800">
                <a:tc>
                  <a:txBody>
                    <a:bodyPr/>
                    <a:lstStyle/>
                    <a:p>
                      <a:pPr marL="0" marR="0" lvl="0" indent="0" algn="ctr" rtl="0">
                        <a:spcBef>
                          <a:spcPts val="0"/>
                        </a:spcBef>
                        <a:spcAft>
                          <a:spcPts val="0"/>
                        </a:spcAft>
                        <a:buNone/>
                      </a:pPr>
                      <a:r>
                        <a:rPr lang="en-US" sz="800" b="1" dirty="0"/>
                        <a:t>ILS Z 07</a:t>
                      </a:r>
                      <a:endParaRPr sz="800" b="1" dirty="0">
                        <a:solidFill>
                          <a:srgbClr val="00B0F0"/>
                        </a:solidFill>
                      </a:endParaRPr>
                    </a:p>
                  </a:txBody>
                  <a:tcPr marL="36000" marR="36000" marT="36000" marB="36000" anchor="ctr"/>
                </a:tc>
                <a:tc>
                  <a:txBody>
                    <a:bodyPr/>
                    <a:lstStyle/>
                    <a:p>
                      <a:pPr marL="0" marR="0" lvl="0" indent="0" algn="ctr" rtl="0">
                        <a:spcBef>
                          <a:spcPts val="0"/>
                        </a:spcBef>
                        <a:spcAft>
                          <a:spcPts val="0"/>
                        </a:spcAft>
                        <a:buNone/>
                      </a:pPr>
                      <a:r>
                        <a:rPr lang="en-US" sz="800" b="1" dirty="0"/>
                        <a:t>UPGOS </a:t>
                      </a:r>
                      <a:r>
                        <a:rPr lang="en-US" sz="800" b="1" dirty="0" err="1"/>
                        <a:t>xP</a:t>
                      </a:r>
                      <a:endParaRPr sz="458" dirty="0"/>
                    </a:p>
                  </a:txBody>
                  <a:tcPr marL="36000" marR="36000" marT="36000" marB="36000" anchor="ctr"/>
                </a:tc>
                <a:tc>
                  <a:txBody>
                    <a:bodyPr/>
                    <a:lstStyle/>
                    <a:p>
                      <a:pPr marL="0" marR="0" lvl="0" indent="0" algn="ctr" rtl="0">
                        <a:spcBef>
                          <a:spcPts val="0"/>
                        </a:spcBef>
                        <a:spcAft>
                          <a:spcPts val="0"/>
                        </a:spcAft>
                        <a:buNone/>
                      </a:pPr>
                      <a:r>
                        <a:rPr lang="en-US" sz="800" b="1"/>
                        <a:t>YUMIN</a:t>
                      </a:r>
                      <a:endParaRPr sz="458"/>
                    </a:p>
                  </a:txBody>
                  <a:tcPr marL="36000" marR="36000" marT="36000" marB="3600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endParaRPr sz="458" dirty="0"/>
                    </a:p>
                  </a:txBody>
                  <a:tcPr marL="36000" marR="36000" marT="36000" marB="36000" anchor="ctr"/>
                </a:tc>
                <a:extLst>
                  <a:ext uri="{0D108BD9-81ED-4DB2-BD59-A6C34878D82A}">
                    <a16:rowId xmlns:a16="http://schemas.microsoft.com/office/drawing/2014/main" val="10001"/>
                  </a:ext>
                </a:extLst>
              </a:tr>
              <a:tr h="141800">
                <a:tc grid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70C0"/>
                          </a:solidFill>
                          <a:effectLst/>
                          <a:uLnTx/>
                          <a:uFillTx/>
                          <a:latin typeface="Calibri"/>
                          <a:cs typeface="Calibri"/>
                          <a:sym typeface="Arial"/>
                        </a:rPr>
                        <a:t>RNP Y 07 </a:t>
                      </a:r>
                      <a:r>
                        <a:rPr kumimoji="0" lang="en-US" altLang="ko-Kore-KR" sz="700" b="1" i="0" u="none" strike="noStrike" kern="0" cap="none" spc="0" normalizeH="0" baseline="0" noProof="0" dirty="0">
                          <a:ln>
                            <a:noFill/>
                          </a:ln>
                          <a:solidFill>
                            <a:srgbClr val="C00000"/>
                          </a:solidFill>
                          <a:effectLst/>
                          <a:uLnTx/>
                          <a:uFillTx/>
                          <a:latin typeface="Calibri"/>
                          <a:cs typeface="Calibri"/>
                          <a:sym typeface="Arial"/>
                        </a:rPr>
                        <a:t>(No LPV)</a:t>
                      </a:r>
                      <a:r>
                        <a:rPr kumimoji="0" lang="en-US" altLang="ko-Kore-KR" sz="700" b="1" i="0" u="none" strike="noStrike" kern="0" cap="none" spc="0" normalizeH="0" baseline="0" noProof="0" dirty="0">
                          <a:ln>
                            <a:noFill/>
                          </a:ln>
                          <a:solidFill>
                            <a:srgbClr val="0070C0"/>
                          </a:solidFill>
                          <a:effectLst/>
                          <a:uLnTx/>
                          <a:uFillTx/>
                          <a:latin typeface="Calibri"/>
                          <a:cs typeface="Calibri"/>
                          <a:sym typeface="Arial"/>
                        </a:rPr>
                        <a:t>, RNP Z 07 AR </a:t>
                      </a:r>
                      <a:r>
                        <a:rPr kumimoji="0" lang="en-US" altLang="ko-Kore-KR" sz="700" b="1" i="0" u="none" strike="noStrike" kern="0" cap="none" spc="0" normalizeH="0" baseline="0" noProof="0" dirty="0">
                          <a:ln>
                            <a:noFill/>
                          </a:ln>
                          <a:solidFill>
                            <a:srgbClr val="C00000"/>
                          </a:solidFill>
                          <a:effectLst/>
                          <a:uLnTx/>
                          <a:uFillTx/>
                          <a:latin typeface="Calibri"/>
                          <a:cs typeface="Calibri"/>
                          <a:sym typeface="Arial"/>
                        </a:rPr>
                        <a:t>(RNP 0.11)</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p>
                  </a:txBody>
                  <a:tcPr marL="36000" marR="36000" marT="36000" marB="36000" anchor="ctr"/>
                </a:tc>
                <a:tc hMerge="1">
                  <a:txBody>
                    <a:bodyPr/>
                    <a:lstStyle/>
                    <a:p>
                      <a:pPr marL="0" marR="0" lvl="0" indent="0" algn="ctr" rtl="0">
                        <a:spcBef>
                          <a:spcPts val="0"/>
                        </a:spcBef>
                        <a:spcAft>
                          <a:spcPts val="0"/>
                        </a:spcAft>
                        <a:buNone/>
                      </a:pPr>
                      <a:endParaRPr sz="458"/>
                    </a:p>
                  </a:txBody>
                  <a:tcPr marL="36000" marR="36000" marT="36000" marB="36000" anchor="ctr"/>
                </a:tc>
                <a:tc hMerge="1">
                  <a:txBody>
                    <a:bodyPr/>
                    <a:lstStyle/>
                    <a:p>
                      <a:pPr marL="0" marR="0" lvl="0" indent="0" algn="ctr" rtl="0">
                        <a:spcBef>
                          <a:spcPts val="0"/>
                        </a:spcBef>
                        <a:spcAft>
                          <a:spcPts val="0"/>
                        </a:spcAft>
                        <a:buNone/>
                      </a:pPr>
                      <a:endParaRPr sz="458"/>
                    </a:p>
                  </a:txBody>
                  <a:tcPr marL="36000" marR="36000" marT="36000" marB="36000" anchor="ctr"/>
                </a:tc>
                <a:tc hMerge="1">
                  <a:txBody>
                    <a:bodyPr/>
                    <a:lstStyle/>
                    <a:p>
                      <a:pPr marL="0" marR="0" lvl="0" indent="0" algn="l" rtl="0">
                        <a:spcBef>
                          <a:spcPts val="0"/>
                        </a:spcBef>
                        <a:spcAft>
                          <a:spcPts val="0"/>
                        </a:spcAft>
                        <a:buNone/>
                      </a:pPr>
                      <a:endParaRPr sz="458" dirty="0"/>
                    </a:p>
                  </a:txBody>
                  <a:tcPr marL="36000" marR="36000" marT="36000" marB="36000" anchor="ctr"/>
                </a:tc>
                <a:extLst>
                  <a:ext uri="{0D108BD9-81ED-4DB2-BD59-A6C34878D82A}">
                    <a16:rowId xmlns:a16="http://schemas.microsoft.com/office/drawing/2014/main" val="285528768"/>
                  </a:ext>
                </a:extLst>
              </a:tr>
              <a:tr h="141800">
                <a:tc>
                  <a:txBody>
                    <a:bodyPr/>
                    <a:lstStyle/>
                    <a:p>
                      <a:pPr marL="0" marR="0" lvl="0" indent="0" algn="ctr" rtl="0">
                        <a:spcBef>
                          <a:spcPts val="0"/>
                        </a:spcBef>
                        <a:spcAft>
                          <a:spcPts val="0"/>
                        </a:spcAft>
                        <a:buNone/>
                      </a:pPr>
                      <a:r>
                        <a:rPr lang="en-US" sz="800" b="1" dirty="0"/>
                        <a:t>ILS Z 25</a:t>
                      </a:r>
                      <a:endParaRPr sz="800" b="1" dirty="0">
                        <a:solidFill>
                          <a:srgbClr val="00B0F0"/>
                        </a:solidFill>
                      </a:endParaRPr>
                    </a:p>
                  </a:txBody>
                  <a:tcPr marL="36000" marR="36000" marT="36000" marB="36000" anchor="ctr"/>
                </a:tc>
                <a:tc>
                  <a:txBody>
                    <a:bodyPr/>
                    <a:lstStyle/>
                    <a:p>
                      <a:pPr marL="0" marR="0" lvl="0" indent="0" algn="ctr" rtl="0">
                        <a:spcBef>
                          <a:spcPts val="0"/>
                        </a:spcBef>
                        <a:spcAft>
                          <a:spcPts val="0"/>
                        </a:spcAft>
                        <a:buNone/>
                      </a:pPr>
                      <a:r>
                        <a:rPr lang="en-US" sz="800" b="1" dirty="0"/>
                        <a:t>UPGOS </a:t>
                      </a:r>
                      <a:r>
                        <a:rPr lang="en-US" sz="800" b="1" dirty="0" err="1"/>
                        <a:t>xT</a:t>
                      </a:r>
                      <a:r>
                        <a:rPr lang="en-US" sz="800" b="1" dirty="0"/>
                        <a:t>(</a:t>
                      </a:r>
                      <a:r>
                        <a:rPr lang="en-US" sz="800" b="1" dirty="0" err="1"/>
                        <a:t>xM</a:t>
                      </a:r>
                      <a:r>
                        <a:rPr lang="en-US" sz="800" b="1" dirty="0"/>
                        <a:t>)</a:t>
                      </a:r>
                      <a:endParaRPr sz="458" dirty="0"/>
                    </a:p>
                  </a:txBody>
                  <a:tcPr marL="36000" marR="36000" marT="36000" marB="36000" anchor="ctr"/>
                </a:tc>
                <a:tc>
                  <a:txBody>
                    <a:bodyPr/>
                    <a:lstStyle/>
                    <a:p>
                      <a:pPr marL="0" marR="0" lvl="0" indent="0" algn="ctr" rtl="0">
                        <a:spcBef>
                          <a:spcPts val="0"/>
                        </a:spcBef>
                        <a:spcAft>
                          <a:spcPts val="0"/>
                        </a:spcAft>
                        <a:buNone/>
                      </a:pPr>
                      <a:r>
                        <a:rPr lang="en-US" sz="800" b="1"/>
                        <a:t>DUKAL</a:t>
                      </a:r>
                      <a:endParaRPr sz="458"/>
                    </a:p>
                  </a:txBody>
                  <a:tcPr marL="36000" marR="36000" marT="36000" marB="36000" anchor="ctr"/>
                </a:tc>
                <a:tc>
                  <a:txBody>
                    <a:bodyPr/>
                    <a:lstStyle/>
                    <a:p>
                      <a:pPr marL="0" marR="0" lvl="0" indent="0" algn="l" rtl="0">
                        <a:spcBef>
                          <a:spcPts val="0"/>
                        </a:spcBef>
                        <a:spcAft>
                          <a:spcPts val="0"/>
                        </a:spcAft>
                        <a:buNone/>
                      </a:pPr>
                      <a:endParaRPr sz="600" dirty="0"/>
                    </a:p>
                  </a:txBody>
                  <a:tcPr marL="36000" marR="36000" marT="36000" marB="36000" anchor="ctr"/>
                </a:tc>
                <a:extLst>
                  <a:ext uri="{0D108BD9-81ED-4DB2-BD59-A6C34878D82A}">
                    <a16:rowId xmlns:a16="http://schemas.microsoft.com/office/drawing/2014/main" val="10002"/>
                  </a:ext>
                </a:extLst>
              </a:tr>
              <a:tr h="201508">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YDM </a:t>
                      </a:r>
                      <a:r>
                        <a:rPr lang="en-US" sz="800" b="1" dirty="0">
                          <a:solidFill>
                            <a:srgbClr val="C00000"/>
                          </a:solidFill>
                        </a:rPr>
                        <a:t>25 ICHE 07 ICJU</a:t>
                      </a:r>
                      <a:endParaRPr sz="800" b="1"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753293955"/>
                  </a:ext>
                </a:extLst>
              </a:tr>
              <a:tr h="320075">
                <a:tc gridSpan="4">
                  <a:txBody>
                    <a:bodyPr/>
                    <a:lstStyle/>
                    <a:p>
                      <a:pPr marL="0" marR="0" lvl="0" indent="0" algn="l" rtl="0">
                        <a:lnSpc>
                          <a:spcPct val="100000"/>
                        </a:lnSpc>
                        <a:spcBef>
                          <a:spcPts val="0"/>
                        </a:spcBef>
                        <a:spcAft>
                          <a:spcPts val="0"/>
                        </a:spcAft>
                        <a:buClr>
                          <a:schemeClr val="dk1"/>
                        </a:buClr>
                        <a:buSzPts val="800"/>
                        <a:buFont typeface="Calibri"/>
                        <a:buNone/>
                      </a:pPr>
                      <a:r>
                        <a:rPr lang="en-US" altLang="ko-Kore-KR" sz="800" b="1" u="none" strike="noStrike" cap="none" dirty="0">
                          <a:solidFill>
                            <a:schemeClr val="dk1"/>
                          </a:solidFill>
                        </a:rPr>
                        <a:t>07 : </a:t>
                      </a:r>
                      <a:r>
                        <a:rPr lang="en-US" altLang="ko-Kore-KR" sz="800" b="1" u="none" strike="noStrike" cap="none" dirty="0">
                          <a:solidFill>
                            <a:srgbClr val="0070C0"/>
                          </a:solidFill>
                        </a:rPr>
                        <a:t>P6(5176’), P5(5882’)-HIRO, </a:t>
                      </a:r>
                      <a:r>
                        <a:rPr lang="en-US" altLang="ko-Kore-KR" sz="800" u="none" strike="noStrike" cap="none" dirty="0">
                          <a:solidFill>
                            <a:schemeClr val="bg1"/>
                          </a:solidFill>
                        </a:rPr>
                        <a:t>P4(6840’-REQ ATC)</a:t>
                      </a:r>
                      <a:endParaRPr lang="en-US" altLang="ko-Kore-KR" sz="600" dirty="0">
                        <a:solidFill>
                          <a:schemeClr val="bg1"/>
                        </a:solidFill>
                      </a:endParaRPr>
                    </a:p>
                    <a:p>
                      <a:pPr marL="0" marR="0" lvl="0" indent="0" algn="l" rtl="0">
                        <a:lnSpc>
                          <a:spcPct val="100000"/>
                        </a:lnSpc>
                        <a:spcBef>
                          <a:spcPts val="0"/>
                        </a:spcBef>
                        <a:spcAft>
                          <a:spcPts val="0"/>
                        </a:spcAft>
                        <a:buClr>
                          <a:schemeClr val="dk1"/>
                        </a:buClr>
                        <a:buSzPts val="800"/>
                        <a:buFont typeface="Calibri"/>
                        <a:buNone/>
                      </a:pPr>
                      <a:r>
                        <a:rPr lang="en-US" altLang="ko-Kore-KR" sz="800" b="1" u="none" strike="noStrike" cap="none" dirty="0">
                          <a:solidFill>
                            <a:schemeClr val="dk1"/>
                          </a:solidFill>
                        </a:rPr>
                        <a:t>25 : </a:t>
                      </a:r>
                      <a:r>
                        <a:rPr lang="en-US" altLang="ko-Kore-KR" sz="800" b="1" u="none" strike="noStrike" cap="none" dirty="0">
                          <a:solidFill>
                            <a:srgbClr val="0070C0"/>
                          </a:solidFill>
                        </a:rPr>
                        <a:t>P7(5219’), P8(5882’)-HIRO, </a:t>
                      </a:r>
                      <a:r>
                        <a:rPr lang="en-US" altLang="ko-Kore-KR" sz="800" u="none" strike="noStrike" cap="none" dirty="0">
                          <a:solidFill>
                            <a:schemeClr val="bg1"/>
                          </a:solidFill>
                        </a:rPr>
                        <a:t>P10(7524’-REQ ATC)</a:t>
                      </a:r>
                      <a:r>
                        <a:rPr lang="en-US" altLang="ko-Kore-KR" sz="800" u="none" strike="noStrike" cap="none" dirty="0">
                          <a:solidFill>
                            <a:srgbClr val="0070C0"/>
                          </a:solidFill>
                        </a:rPr>
                        <a:t> </a:t>
                      </a:r>
                      <a:endParaRPr lang="en-US" altLang="ko-Kore-KR" sz="6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32007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Entering Rapid TWY CTC GND 121.675, STOP X</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HST 40KTS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sp>
        <p:nvSpPr>
          <p:cNvPr id="3" name="직사각형 2">
            <a:hlinkClick r:id="" action="ppaction://hlinkshowjump?jump=firstslide"/>
            <a:extLst>
              <a:ext uri="{FF2B5EF4-FFF2-40B4-BE49-F238E27FC236}">
                <a16:creationId xmlns:a16="http://schemas.microsoft.com/office/drawing/2014/main" id="{85E11C70-1767-EB3D-06A8-A5C6ED6404CD}"/>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5" name="그래픽 4" descr="집 Wi-Fi에서 작업 단색으로 채워진">
            <a:hlinkClick r:id="" action="ppaction://hlinkshowjump?jump=firstslide"/>
            <a:extLst>
              <a:ext uri="{FF2B5EF4-FFF2-40B4-BE49-F238E27FC236}">
                <a16:creationId xmlns:a16="http://schemas.microsoft.com/office/drawing/2014/main" id="{C804B8AA-8DCD-B0C3-D877-EE77694B74C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graphicFrame>
        <p:nvGraphicFramePr>
          <p:cNvPr id="273" name="Google Shape;273;p16"/>
          <p:cNvGraphicFramePr/>
          <p:nvPr>
            <p:extLst>
              <p:ext uri="{D42A27DB-BD31-4B8C-83A1-F6EECF244321}">
                <p14:modId xmlns:p14="http://schemas.microsoft.com/office/powerpoint/2010/main" val="1647887819"/>
              </p:ext>
            </p:extLst>
          </p:nvPr>
        </p:nvGraphicFramePr>
        <p:xfrm>
          <a:off x="-9657" y="3887067"/>
          <a:ext cx="2356629" cy="1682380"/>
        </p:xfrm>
        <a:graphic>
          <a:graphicData uri="http://schemas.openxmlformats.org/drawingml/2006/table">
            <a:tbl>
              <a:tblPr firstRow="1" bandRow="1">
                <a:noFill/>
                <a:tableStyleId>{A521BE36-7E6F-4EC9-8D66-1CF97A6895EC}</a:tableStyleId>
              </a:tblPr>
              <a:tblGrid>
                <a:gridCol w="411725">
                  <a:extLst>
                    <a:ext uri="{9D8B030D-6E8A-4147-A177-3AD203B41FA5}">
                      <a16:colId xmlns:a16="http://schemas.microsoft.com/office/drawing/2014/main" val="20000"/>
                    </a:ext>
                  </a:extLst>
                </a:gridCol>
                <a:gridCol w="468445">
                  <a:extLst>
                    <a:ext uri="{9D8B030D-6E8A-4147-A177-3AD203B41FA5}">
                      <a16:colId xmlns:a16="http://schemas.microsoft.com/office/drawing/2014/main" val="20001"/>
                    </a:ext>
                  </a:extLst>
                </a:gridCol>
                <a:gridCol w="464949">
                  <a:extLst>
                    <a:ext uri="{9D8B030D-6E8A-4147-A177-3AD203B41FA5}">
                      <a16:colId xmlns:a16="http://schemas.microsoft.com/office/drawing/2014/main" val="20003"/>
                    </a:ext>
                  </a:extLst>
                </a:gridCol>
                <a:gridCol w="1011510">
                  <a:extLst>
                    <a:ext uri="{9D8B030D-6E8A-4147-A177-3AD203B41FA5}">
                      <a16:colId xmlns:a16="http://schemas.microsoft.com/office/drawing/2014/main" val="20005"/>
                    </a:ext>
                  </a:extLst>
                </a:gridCol>
              </a:tblGrid>
              <a:tr h="146675">
                <a:tc gridSpan="4">
                  <a:txBody>
                    <a:bodyPr/>
                    <a:lstStyle/>
                    <a:p>
                      <a:pPr marL="0" marR="0" lvl="0" indent="0" algn="ctr" rtl="0">
                        <a:spcBef>
                          <a:spcPts val="0"/>
                        </a:spcBef>
                        <a:spcAft>
                          <a:spcPts val="0"/>
                        </a:spcAft>
                        <a:buNone/>
                      </a:pPr>
                      <a:r>
                        <a:rPr lang="en-US" altLang="ko-Kore-KR" sz="800" dirty="0"/>
                        <a:t>PUS </a:t>
                      </a:r>
                      <a:r>
                        <a:rPr lang="en-US" altLang="ko-Kore-KR" sz="800" dirty="0">
                          <a:solidFill>
                            <a:srgbClr val="00B0F0"/>
                          </a:solidFill>
                        </a:rPr>
                        <a:t>[002/182]</a:t>
                      </a:r>
                      <a:r>
                        <a:rPr lang="en-US" altLang="ko-Kore-KR" sz="800" dirty="0"/>
                        <a:t> : STAR </a:t>
                      </a:r>
                      <a:r>
                        <a:rPr lang="en-US" altLang="ko-Kore-KR" sz="700" dirty="0">
                          <a:solidFill>
                            <a:srgbClr val="FFC000"/>
                          </a:solidFill>
                        </a:rPr>
                        <a:t>(T</a:t>
                      </a:r>
                      <a:r>
                        <a:rPr lang="en-US" altLang="ko-KR" sz="700" dirty="0">
                          <a:solidFill>
                            <a:srgbClr val="FFC000"/>
                          </a:solidFill>
                        </a:rPr>
                        <a:t>/</a:t>
                      </a:r>
                      <a:r>
                        <a:rPr lang="en-US" altLang="ko-Kore-KR" sz="700" dirty="0">
                          <a:solidFill>
                            <a:srgbClr val="FFC000"/>
                          </a:solidFill>
                        </a:rPr>
                        <a:t>W </a:t>
                      </a:r>
                      <a:r>
                        <a:rPr lang="en-US" altLang="ko-KR" sz="700" dirty="0">
                          <a:solidFill>
                            <a:srgbClr val="FFC000"/>
                          </a:solidFill>
                        </a:rPr>
                        <a:t>10tks, </a:t>
                      </a:r>
                      <a:r>
                        <a:rPr lang="en-US" altLang="ko-Kore-KR" sz="700" dirty="0">
                          <a:solidFill>
                            <a:srgbClr val="FFC000"/>
                          </a:solidFill>
                        </a:rPr>
                        <a:t>36R</a:t>
                      </a:r>
                      <a:r>
                        <a:rPr lang="en-US" altLang="ko-KR" sz="700" dirty="0">
                          <a:solidFill>
                            <a:srgbClr val="FFC000"/>
                          </a:solidFill>
                        </a:rPr>
                        <a:t>,</a:t>
                      </a:r>
                      <a:r>
                        <a:rPr lang="en-US" altLang="ko-Kore-KR" sz="700" dirty="0">
                          <a:solidFill>
                            <a:srgbClr val="FFC000"/>
                          </a:solidFill>
                        </a:rPr>
                        <a:t> 360000lbs </a:t>
                      </a:r>
                      <a:r>
                        <a:rPr lang="ko-KR" altLang="en-US" sz="700" dirty="0">
                          <a:solidFill>
                            <a:srgbClr val="FFC000"/>
                          </a:solidFill>
                        </a:rPr>
                        <a:t>제한</a:t>
                      </a:r>
                      <a:r>
                        <a:rPr lang="en-US" altLang="ko-KR" sz="700" dirty="0">
                          <a:solidFill>
                            <a:srgbClr val="FFC000"/>
                          </a:solidFill>
                        </a:rPr>
                        <a:t>)</a:t>
                      </a:r>
                      <a:endParaRPr lang="ko-KR" altLang="en-US"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3325">
                <a:tc>
                  <a:txBody>
                    <a:bodyPr/>
                    <a:lstStyle/>
                    <a:p>
                      <a:pPr marL="0" marR="0" lvl="0" indent="0" algn="ctr" rtl="0">
                        <a:spcBef>
                          <a:spcPts val="0"/>
                        </a:spcBef>
                        <a:spcAft>
                          <a:spcPts val="0"/>
                        </a:spcAft>
                        <a:buNone/>
                      </a:pPr>
                      <a:r>
                        <a:rPr lang="en-US" sz="800" b="1" dirty="0"/>
                        <a:t>ILS 36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KEVOX x</a:t>
                      </a:r>
                      <a:endParaRPr sz="800" b="1"/>
                    </a:p>
                  </a:txBody>
                  <a:tcPr marL="36000" marR="36000" marT="36000" marB="36000" anchor="ctr"/>
                </a:tc>
                <a:tc>
                  <a:txBody>
                    <a:bodyPr/>
                    <a:lstStyle/>
                    <a:p>
                      <a:pPr marL="0" marR="0" lvl="0" indent="0" algn="ctr" rtl="0">
                        <a:spcBef>
                          <a:spcPts val="0"/>
                        </a:spcBef>
                        <a:spcAft>
                          <a:spcPts val="0"/>
                        </a:spcAft>
                        <a:buNone/>
                      </a:pPr>
                      <a:r>
                        <a:rPr lang="en-US" sz="800" b="1"/>
                        <a:t>MASTA</a:t>
                      </a:r>
                      <a:endParaRPr sz="458" b="1"/>
                    </a:p>
                  </a:txBody>
                  <a:tcPr marL="36000" marR="36000" marT="36000" marB="36000" anchor="ctr"/>
                </a:tc>
                <a:tc>
                  <a:txBody>
                    <a:bodyPr/>
                    <a:lstStyle/>
                    <a:p>
                      <a:pPr marL="0" marR="0" lvl="0" indent="0" algn="l" rtl="0">
                        <a:spcBef>
                          <a:spcPts val="0"/>
                        </a:spcBef>
                        <a:spcAft>
                          <a:spcPts val="0"/>
                        </a:spcAft>
                        <a:buNone/>
                      </a:pPr>
                      <a:r>
                        <a:rPr lang="en-US" sz="800" b="0" dirty="0">
                          <a:solidFill>
                            <a:schemeClr val="dk1"/>
                          </a:solidFill>
                        </a:rPr>
                        <a:t>9DME LG, 8DME FLAP</a:t>
                      </a:r>
                      <a:endParaRPr sz="800" b="0" dirty="0">
                        <a:solidFill>
                          <a:schemeClr val="dk1"/>
                        </a:solidFill>
                      </a:endParaRPr>
                    </a:p>
                  </a:txBody>
                  <a:tcPr marL="36000" marR="36000" marT="36000" marB="36000" anchor="ctr"/>
                </a:tc>
                <a:extLst>
                  <a:ext uri="{0D108BD9-81ED-4DB2-BD59-A6C34878D82A}">
                    <a16:rowId xmlns:a16="http://schemas.microsoft.com/office/drawing/2014/main" val="10001"/>
                  </a:ext>
                </a:extLst>
              </a:tr>
              <a:tr h="133325">
                <a:tc>
                  <a:txBody>
                    <a:bodyPr/>
                    <a:lstStyle/>
                    <a:p>
                      <a:pPr marL="0" marR="0" lvl="0" indent="0" algn="ctr" rtl="0">
                        <a:spcBef>
                          <a:spcPts val="0"/>
                        </a:spcBef>
                        <a:spcAft>
                          <a:spcPts val="0"/>
                        </a:spcAft>
                        <a:buNone/>
                      </a:pPr>
                      <a:r>
                        <a:rPr lang="en-US" sz="800" b="1" dirty="0"/>
                        <a:t>VOR 18</a:t>
                      </a:r>
                      <a:endParaRPr sz="800" b="1" dirty="0">
                        <a:solidFill>
                          <a:srgbClr val="00B0F0"/>
                        </a:solidFill>
                      </a:endParaRPr>
                    </a:p>
                  </a:txBody>
                  <a:tcPr marL="36000" marR="36000" marT="36000" marB="36000" anchor="ctr"/>
                </a:tc>
                <a:tc>
                  <a:txBody>
                    <a:bodyPr/>
                    <a:lstStyle/>
                    <a:p>
                      <a:pPr marL="0" marR="0" lvl="0" indent="0" algn="ctr" rtl="0">
                        <a:spcBef>
                          <a:spcPts val="0"/>
                        </a:spcBef>
                        <a:spcAft>
                          <a:spcPts val="0"/>
                        </a:spcAft>
                        <a:buNone/>
                      </a:pPr>
                      <a:r>
                        <a:rPr lang="en-US" sz="800" b="1"/>
                        <a:t>GAYHA x</a:t>
                      </a:r>
                      <a:endParaRPr sz="800" b="1"/>
                    </a:p>
                  </a:txBody>
                  <a:tcPr marL="36000" marR="36000" marT="36000" marB="36000" anchor="ctr"/>
                </a:tc>
                <a:tc>
                  <a:txBody>
                    <a:bodyPr/>
                    <a:lstStyle/>
                    <a:p>
                      <a:pPr marL="0" marR="0" lvl="0" indent="0" algn="ctr" rtl="0">
                        <a:spcBef>
                          <a:spcPts val="0"/>
                        </a:spcBef>
                        <a:spcAft>
                          <a:spcPts val="0"/>
                        </a:spcAft>
                        <a:buNone/>
                      </a:pPr>
                      <a:r>
                        <a:rPr lang="en-US" sz="800" b="1"/>
                        <a:t>MASTA</a:t>
                      </a:r>
                      <a:endParaRPr sz="458" b="1"/>
                    </a:p>
                  </a:txBody>
                  <a:tcPr marL="36000" marR="36000" marT="36000" marB="36000" anchor="ctr"/>
                </a:tc>
                <a:tc>
                  <a:txBody>
                    <a:bodyPr/>
                    <a:lstStyle/>
                    <a:p>
                      <a:pPr marL="0" marR="0" lvl="0" indent="0" algn="ctr" rtl="0">
                        <a:spcBef>
                          <a:spcPts val="0"/>
                        </a:spcBef>
                        <a:spcAft>
                          <a:spcPts val="0"/>
                        </a:spcAft>
                        <a:buNone/>
                      </a:pPr>
                      <a:r>
                        <a:rPr lang="en-US" altLang="ko-Kore-KR" sz="900" b="1" dirty="0">
                          <a:solidFill>
                            <a:srgbClr val="C00000"/>
                          </a:solidFill>
                          <a:hlinkClick r:id="rId3" action="ppaction://hlinksldjump">
                            <a:extLst>
                              <a:ext uri="{A12FA001-AC4F-418D-AE19-62706E023703}">
                                <ahyp:hlinkClr xmlns:ahyp="http://schemas.microsoft.com/office/drawing/2018/hyperlinkcolor" val="tx"/>
                              </a:ext>
                            </a:extLst>
                          </a:hlinkClick>
                        </a:rPr>
                        <a:t>18 Circling Click!!</a:t>
                      </a:r>
                      <a:endParaRPr lang="en-US" altLang="ko-Kore-KR" sz="600" b="1" dirty="0">
                        <a:solidFill>
                          <a:srgbClr val="C00000"/>
                        </a:solidFill>
                      </a:endParaRPr>
                    </a:p>
                  </a:txBody>
                  <a:tcPr marL="36000" marR="36000" marT="36000" marB="36000" anchor="ctr"/>
                </a:tc>
                <a:extLst>
                  <a:ext uri="{0D108BD9-81ED-4DB2-BD59-A6C34878D82A}">
                    <a16:rowId xmlns:a16="http://schemas.microsoft.com/office/drawing/2014/main" val="10002"/>
                  </a:ext>
                </a:extLst>
              </a:tr>
              <a:tr h="21712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KMH </a:t>
                      </a:r>
                      <a:r>
                        <a:rPr lang="en-US" altLang="ko-Kore-KR" sz="800" b="1" dirty="0">
                          <a:solidFill>
                            <a:srgbClr val="0070C0"/>
                          </a:solidFill>
                        </a:rPr>
                        <a:t>KMH, </a:t>
                      </a:r>
                      <a:r>
                        <a:rPr lang="en-US" altLang="ko-Kore-KR" sz="800" b="1" dirty="0">
                          <a:solidFill>
                            <a:srgbClr val="C00000"/>
                          </a:solidFill>
                        </a:rPr>
                        <a:t>36L IKMA, 36R IKHE</a:t>
                      </a:r>
                      <a:endParaRPr sz="800" b="1" dirty="0">
                        <a:solidFill>
                          <a:srgbClr val="0070C0"/>
                        </a:solidFill>
                      </a:endParaRPr>
                    </a:p>
                  </a:txBody>
                  <a:tcPr marL="0" marR="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chemeClr val="dk1"/>
                        </a:buClr>
                        <a:buSzPts val="800"/>
                        <a:buFont typeface="Calibri"/>
                        <a:buNone/>
                      </a:pPr>
                      <a:endParaRPr sz="800" b="0" dirty="0">
                        <a:solidFill>
                          <a:schemeClr val="dk1"/>
                        </a:solidFill>
                      </a:endParaRPr>
                    </a:p>
                  </a:txBody>
                  <a:tcPr marL="36000" marR="36000" marT="36000" marB="36000" anchor="ctr"/>
                </a:tc>
                <a:extLst>
                  <a:ext uri="{0D108BD9-81ED-4DB2-BD59-A6C34878D82A}">
                    <a16:rowId xmlns:a16="http://schemas.microsoft.com/office/drawing/2014/main" val="1338834639"/>
                  </a:ext>
                </a:extLst>
              </a:tr>
              <a:tr h="21712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36 : IKMA/IKHE /9, /8</a:t>
                      </a:r>
                      <a:endParaRPr dirty="0"/>
                    </a:p>
                  </a:txBody>
                  <a:tcPr marL="0" marR="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18 : KMH R284, R280</a:t>
                      </a:r>
                      <a:endParaRPr sz="800" b="0" dirty="0">
                        <a:solidFill>
                          <a:schemeClr val="dk1"/>
                        </a:solidFill>
                      </a:endParaRPr>
                    </a:p>
                  </a:txBody>
                  <a:tcPr marL="36000" marR="36000" marT="36000" marB="36000" anchor="ctr"/>
                </a:tc>
                <a:extLst>
                  <a:ext uri="{0D108BD9-81ED-4DB2-BD59-A6C34878D82A}">
                    <a16:rowId xmlns:a16="http://schemas.microsoft.com/office/drawing/2014/main" val="10005"/>
                  </a:ext>
                </a:extLst>
              </a:tr>
              <a:tr h="220050">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bg1"/>
                          </a:solidFill>
                        </a:rPr>
                        <a:t>36L : </a:t>
                      </a:r>
                      <a:r>
                        <a:rPr lang="en-US" sz="800" b="1" dirty="0">
                          <a:solidFill>
                            <a:srgbClr val="FF0000"/>
                          </a:solidFill>
                        </a:rPr>
                        <a:t>C4 (6299’), </a:t>
                      </a:r>
                      <a:r>
                        <a:rPr lang="en-US" sz="800" b="1" dirty="0">
                          <a:solidFill>
                            <a:schemeClr val="dk1"/>
                          </a:solidFill>
                        </a:rPr>
                        <a:t>C2(7795’) / 36R : E3(5866’), E2(7339’)</a:t>
                      </a:r>
                      <a:endParaRPr dirty="0"/>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18R</a:t>
                      </a:r>
                      <a:r>
                        <a:rPr lang="en-US" sz="800" b="1" dirty="0">
                          <a:solidFill>
                            <a:srgbClr val="C00000"/>
                          </a:solidFill>
                        </a:rPr>
                        <a:t>(DIS)</a:t>
                      </a:r>
                      <a:r>
                        <a:rPr lang="en-US" sz="800" b="1" dirty="0">
                          <a:solidFill>
                            <a:schemeClr val="dk1"/>
                          </a:solidFill>
                        </a:rPr>
                        <a:t>: C6(5770’),C7(6824’) 18L:E4(5882’),E5(8792’)</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2005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Vacate </a:t>
                      </a:r>
                      <a:r>
                        <a:rPr lang="en-US" sz="800" b="1" dirty="0">
                          <a:solidFill>
                            <a:srgbClr val="C00000"/>
                          </a:solidFill>
                        </a:rPr>
                        <a:t>C3,C4 </a:t>
                      </a:r>
                      <a:r>
                        <a:rPr lang="en-US" sz="800" dirty="0"/>
                        <a:t>by ATC only, Max Taxi SPD 20KTS</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C2 HOLD SHORT </a:t>
                      </a:r>
                      <a:r>
                        <a:rPr lang="en-US" sz="800" dirty="0" err="1"/>
                        <a:t>가까움</a:t>
                      </a:r>
                      <a:r>
                        <a:rPr lang="en-US" sz="800" dirty="0"/>
                        <a:t>(Vacate </a:t>
                      </a:r>
                      <a:r>
                        <a:rPr lang="en-US" sz="800" dirty="0" err="1"/>
                        <a:t>TaxiSPD</a:t>
                      </a:r>
                      <a:r>
                        <a:rPr lang="en-US" sz="800" dirty="0"/>
                        <a:t>)</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74" name="Google Shape;274;p16"/>
          <p:cNvGraphicFramePr/>
          <p:nvPr>
            <p:extLst>
              <p:ext uri="{D42A27DB-BD31-4B8C-83A1-F6EECF244321}">
                <p14:modId xmlns:p14="http://schemas.microsoft.com/office/powerpoint/2010/main" val="2021202401"/>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RKSI(ICN) 23ft</a:t>
                      </a:r>
                      <a:endParaRP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rgbClr val="C00000"/>
                          </a:solidFill>
                          <a:hlinkClick r:id="rId5">
                            <a:extLst>
                              <a:ext uri="{A12FA001-AC4F-418D-AE19-62706E023703}">
                                <ahyp:hlinkClr xmlns:ahyp="http://schemas.microsoft.com/office/drawing/2018/hyperlinkcolor" val="tx"/>
                              </a:ext>
                            </a:extLst>
                          </a:hlinkClick>
                        </a:rPr>
                        <a:t>RKPK(PUS) 13ft</a:t>
                      </a:r>
                      <a:endParaRPr lang="en-US" altLang="ko-Kore-K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KE </a:t>
                      </a:r>
                      <a:r>
                        <a:rPr lang="en-US" sz="900" dirty="0" err="1"/>
                        <a:t>Gimhae</a:t>
                      </a:r>
                      <a:r>
                        <a:rPr lang="en-US" sz="900" dirty="0"/>
                        <a:t> 129.2</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graphicFrame>
        <p:nvGraphicFramePr>
          <p:cNvPr id="276" name="Google Shape;276;p16"/>
          <p:cNvGraphicFramePr/>
          <p:nvPr>
            <p:extLst>
              <p:ext uri="{D42A27DB-BD31-4B8C-83A1-F6EECF244321}">
                <p14:modId xmlns:p14="http://schemas.microsoft.com/office/powerpoint/2010/main" val="3871882027"/>
              </p:ext>
            </p:extLst>
          </p:nvPr>
        </p:nvGraphicFramePr>
        <p:xfrm>
          <a:off x="1" y="60723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xE/A</a:t>
                      </a:r>
                      <a:endParaRPr sz="800" b="1">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5500/ATC </a:t>
                      </a:r>
                      <a:r>
                        <a:rPr lang="en-US" sz="800" b="1" dirty="0">
                          <a:solidFill>
                            <a:srgbClr val="7030A0"/>
                          </a:solidFill>
                        </a:rPr>
                        <a:t>SPD 230/x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OSPOT xY</a:t>
                      </a:r>
                      <a:endParaRPr sz="80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 </a:t>
                      </a:r>
                      <a:r>
                        <a:rPr lang="en-US" sz="800" dirty="0">
                          <a:solidFill>
                            <a:srgbClr val="7030A0"/>
                          </a:solidFill>
                        </a:rPr>
                        <a:t>SPD 230</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OSPOT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OSPOT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2" name="직사각형 1">
            <a:hlinkClick r:id="" action="ppaction://hlinkshowjump?jump=firstslide"/>
            <a:extLst>
              <a:ext uri="{FF2B5EF4-FFF2-40B4-BE49-F238E27FC236}">
                <a16:creationId xmlns:a16="http://schemas.microsoft.com/office/drawing/2014/main" id="{F4EAB618-D8DC-48CF-B02D-8D5856DA3E57}"/>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4" name="그래픽 3" descr="집 Wi-Fi에서 작업 단색으로 채워진">
            <a:hlinkClick r:id="" action="ppaction://hlinkshowjump?jump=firstslide"/>
            <a:extLst>
              <a:ext uri="{FF2B5EF4-FFF2-40B4-BE49-F238E27FC236}">
                <a16:creationId xmlns:a16="http://schemas.microsoft.com/office/drawing/2014/main" id="{3F39A323-FBD3-D6DC-02B1-956629174DA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20306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graphicFrame>
        <p:nvGraphicFramePr>
          <p:cNvPr id="282" name="Google Shape;282;p17"/>
          <p:cNvGraphicFramePr/>
          <p:nvPr>
            <p:extLst>
              <p:ext uri="{D42A27DB-BD31-4B8C-83A1-F6EECF244321}">
                <p14:modId xmlns:p14="http://schemas.microsoft.com/office/powerpoint/2010/main" val="2127194926"/>
              </p:ext>
            </p:extLst>
          </p:nvPr>
        </p:nvGraphicFramePr>
        <p:xfrm>
          <a:off x="6595" y="623810"/>
          <a:ext cx="2330925" cy="142681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122800">
                  <a:extLst>
                    <a:ext uri="{9D8B030D-6E8A-4147-A177-3AD203B41FA5}">
                      <a16:colId xmlns:a16="http://schemas.microsoft.com/office/drawing/2014/main" val="20001"/>
                    </a:ext>
                  </a:extLst>
                </a:gridCol>
                <a:gridCol w="167075">
                  <a:extLst>
                    <a:ext uri="{9D8B030D-6E8A-4147-A177-3AD203B41FA5}">
                      <a16:colId xmlns:a16="http://schemas.microsoft.com/office/drawing/2014/main" val="20002"/>
                    </a:ext>
                  </a:extLst>
                </a:gridCol>
                <a:gridCol w="317900">
                  <a:extLst>
                    <a:ext uri="{9D8B030D-6E8A-4147-A177-3AD203B41FA5}">
                      <a16:colId xmlns:a16="http://schemas.microsoft.com/office/drawing/2014/main" val="20003"/>
                    </a:ext>
                  </a:extLst>
                </a:gridCol>
                <a:gridCol w="304175">
                  <a:extLst>
                    <a:ext uri="{9D8B030D-6E8A-4147-A177-3AD203B41FA5}">
                      <a16:colId xmlns:a16="http://schemas.microsoft.com/office/drawing/2014/main" val="20004"/>
                    </a:ext>
                  </a:extLst>
                </a:gridCol>
                <a:gridCol w="558675">
                  <a:extLst>
                    <a:ext uri="{9D8B030D-6E8A-4147-A177-3AD203B41FA5}">
                      <a16:colId xmlns:a16="http://schemas.microsoft.com/office/drawing/2014/main" val="20005"/>
                    </a:ext>
                  </a:extLst>
                </a:gridCol>
                <a:gridCol w="498100">
                  <a:extLst>
                    <a:ext uri="{9D8B030D-6E8A-4147-A177-3AD203B41FA5}">
                      <a16:colId xmlns:a16="http://schemas.microsoft.com/office/drawing/2014/main" val="20009"/>
                    </a:ext>
                  </a:extLst>
                </a:gridCol>
              </a:tblGrid>
              <a:tr h="0">
                <a:tc gridSpan="7">
                  <a:txBody>
                    <a:bodyPr/>
                    <a:lstStyle/>
                    <a:p>
                      <a:pPr marL="0" marR="0" lvl="0" indent="0" algn="ctr" rtl="0">
                        <a:spcBef>
                          <a:spcPts val="0"/>
                        </a:spcBef>
                        <a:spcAft>
                          <a:spcPts val="0"/>
                        </a:spcAft>
                        <a:buNone/>
                      </a:pPr>
                      <a:r>
                        <a:rPr lang="en-US" altLang="ko-Kore-KR" sz="800" dirty="0"/>
                        <a:t>PUS : </a:t>
                      </a:r>
                      <a:r>
                        <a:rPr lang="en-US" altLang="ko-Kore-KR" sz="800" dirty="0">
                          <a:solidFill>
                            <a:srgbClr val="FFC000"/>
                          </a:solidFill>
                        </a:rPr>
                        <a:t>NADP CLB 1</a:t>
                      </a:r>
                      <a:r>
                        <a:rPr lang="en-US" altLang="ko-KR" sz="800" dirty="0">
                          <a:solidFill>
                            <a:srgbClr val="FFC000"/>
                          </a:solidFill>
                        </a:rPr>
                        <a:t>5</a:t>
                      </a:r>
                      <a:r>
                        <a:rPr lang="en-US" altLang="ko-Kore-KR" sz="800" dirty="0">
                          <a:solidFill>
                            <a:srgbClr val="FFC000"/>
                          </a:solidFill>
                        </a:rPr>
                        <a:t>00, </a:t>
                      </a:r>
                      <a:r>
                        <a:rPr lang="en-US" altLang="ko-KR" sz="800" dirty="0">
                          <a:solidFill>
                            <a:srgbClr val="FFC000"/>
                          </a:solidFill>
                        </a:rPr>
                        <a:t>360</a:t>
                      </a:r>
                      <a:r>
                        <a:rPr lang="en-US" altLang="ko-Kore-KR" sz="800" dirty="0">
                          <a:solidFill>
                            <a:srgbClr val="FFC000"/>
                          </a:solidFill>
                        </a:rPr>
                        <a:t>000lbs TOFA, CONF 1+F</a:t>
                      </a: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t>36</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SOORO x</a:t>
                      </a:r>
                      <a:endParaRPr dirty="0"/>
                    </a:p>
                    <a:p>
                      <a:pPr marL="0" marR="0" lvl="0" indent="0" algn="ctr" rtl="0">
                        <a:spcBef>
                          <a:spcPts val="0"/>
                        </a:spcBef>
                        <a:spcAft>
                          <a:spcPts val="0"/>
                        </a:spcAft>
                        <a:buNone/>
                      </a:pPr>
                      <a:r>
                        <a:rPr lang="en-US" sz="800" b="1" dirty="0">
                          <a:solidFill>
                            <a:srgbClr val="0070C0"/>
                          </a:solidFill>
                        </a:rPr>
                        <a:t>KALOD </a:t>
                      </a:r>
                      <a:r>
                        <a:rPr lang="en-US" sz="800" b="1" dirty="0" err="1">
                          <a:solidFill>
                            <a:srgbClr val="0070C0"/>
                          </a:solidFill>
                        </a:rPr>
                        <a:t>tx</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HD 002 </a:t>
                      </a:r>
                      <a:r>
                        <a:rPr lang="en-US" sz="800" b="1" dirty="0">
                          <a:solidFill>
                            <a:srgbClr val="0070C0"/>
                          </a:solidFill>
                        </a:rPr>
                        <a:t>ALT ATC</a:t>
                      </a:r>
                    </a:p>
                    <a:p>
                      <a:pPr marL="0" marR="0" lvl="0" indent="0" algn="ctr" rtl="0">
                        <a:spcBef>
                          <a:spcPts val="0"/>
                        </a:spcBef>
                        <a:spcAft>
                          <a:spcPts val="0"/>
                        </a:spcAft>
                        <a:buNone/>
                      </a:pPr>
                      <a:r>
                        <a:rPr lang="en-US" sz="800" b="1" dirty="0">
                          <a:solidFill>
                            <a:srgbClr val="C00000"/>
                          </a:solidFill>
                        </a:rPr>
                        <a:t>Modi NADP</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t>18</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GIMHAE x</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HD 182 </a:t>
                      </a:r>
                      <a:r>
                        <a:rPr lang="en-US" sz="800" b="1" dirty="0">
                          <a:solidFill>
                            <a:srgbClr val="0070C0"/>
                          </a:solidFill>
                        </a:rPr>
                        <a:t>ALT 5000 </a:t>
                      </a:r>
                      <a:r>
                        <a:rPr lang="en-US" sz="800" b="1" dirty="0">
                          <a:solidFill>
                            <a:srgbClr val="C00000"/>
                          </a:solidFill>
                        </a:rPr>
                        <a:t>Modi NADP</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KMH 113.8</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B050"/>
                          </a:solidFill>
                        </a:rPr>
                        <a:t>PSN 114.0</a:t>
                      </a:r>
                      <a:endParaRPr sz="458">
                        <a:solidFill>
                          <a:srgbClr val="00B05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36L IKMA 108.5</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36R IKHE 109.5</a:t>
                      </a:r>
                      <a:endParaRPr dirty="0"/>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5">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dirty="0"/>
                        <a:t>36 : KMH R091, R271, R185</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 36 400ft Man L/H turn, Max Taxi SPD 20KTS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284" name="Google Shape;284;p17"/>
          <p:cNvGraphicFramePr/>
          <p:nvPr>
            <p:extLst>
              <p:ext uri="{D42A27DB-BD31-4B8C-83A1-F6EECF244321}">
                <p14:modId xmlns:p14="http://schemas.microsoft.com/office/powerpoint/2010/main" val="3489562742"/>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rgbClr val="C00000"/>
                          </a:solidFill>
                          <a:hlinkClick r:id="rId3">
                            <a:extLst>
                              <a:ext uri="{A12FA001-AC4F-418D-AE19-62706E023703}">
                                <ahyp:hlinkClr xmlns:ahyp="http://schemas.microsoft.com/office/drawing/2018/hyperlinkcolor" val="tx"/>
                              </a:ext>
                            </a:extLst>
                          </a:hlinkClick>
                        </a:rPr>
                        <a:t>RKPK(PUS) 13ft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Gimhae 129.2</a:t>
                      </a:r>
                      <a:endParaRPr/>
                    </a:p>
                    <a:p>
                      <a:pPr marL="0" marR="0" lvl="0" indent="0" algn="ctr" rtl="0">
                        <a:spcBef>
                          <a:spcPts val="0"/>
                        </a:spcBef>
                        <a:spcAft>
                          <a:spcPts val="0"/>
                        </a:spcAft>
                        <a:buNone/>
                      </a:pPr>
                      <a:r>
                        <a:rPr lang="en-US" sz="700">
                          <a:solidFill>
                            <a:srgbClr val="FF0000"/>
                          </a:solidFill>
                        </a:rPr>
                        <a:t>DCL -5분</a:t>
                      </a:r>
                      <a:endParaRPr sz="7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F9A4E246-6724-775D-52E5-7C58BBF23B11}"/>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4" name="Google Shape;248;p13">
            <a:extLst>
              <a:ext uri="{FF2B5EF4-FFF2-40B4-BE49-F238E27FC236}">
                <a16:creationId xmlns:a16="http://schemas.microsoft.com/office/drawing/2014/main" id="{1AB5D64E-E354-45AD-A465-5F4490814AF5}"/>
              </a:ext>
            </a:extLst>
          </p:cNvPr>
          <p:cNvPicPr preferRelativeResize="0"/>
          <p:nvPr/>
        </p:nvPicPr>
        <p:blipFill rotWithShape="1">
          <a:blip r:embed="rId6">
            <a:alphaModFix/>
          </a:blip>
          <a:srcRect/>
          <a:stretch/>
        </p:blipFill>
        <p:spPr>
          <a:xfrm>
            <a:off x="4472" y="2072681"/>
            <a:ext cx="1559909" cy="651823"/>
          </a:xfrm>
          <a:prstGeom prst="rect">
            <a:avLst/>
          </a:prstGeom>
          <a:noFill/>
          <a:ln>
            <a:noFill/>
          </a:ln>
        </p:spPr>
      </p:pic>
      <p:pic>
        <p:nvPicPr>
          <p:cNvPr id="5" name="그래픽 4" descr="집 Wi-Fi에서 작업 단색으로 채워진">
            <a:hlinkClick r:id="" action="ppaction://hlinkshowjump?jump=firstslide"/>
            <a:extLst>
              <a:ext uri="{FF2B5EF4-FFF2-40B4-BE49-F238E27FC236}">
                <a16:creationId xmlns:a16="http://schemas.microsoft.com/office/drawing/2014/main" id="{50FFFDC4-29D6-ADBF-1961-D8EEFFC7AE7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2915521"/>
            <a:ext cx="457200" cy="457200"/>
          </a:xfrm>
          <a:prstGeom prst="rect">
            <a:avLst/>
          </a:prstGeom>
          <a:effectLst>
            <a:outerShdw blurRad="50800" dist="50800" dir="3660000" algn="ctr" rotWithShape="0">
              <a:schemeClr val="bg1">
                <a:alpha val="82714"/>
              </a:schemeClr>
            </a:outerShdw>
          </a:effectLst>
        </p:spPr>
      </p:pic>
      <p:graphicFrame>
        <p:nvGraphicFramePr>
          <p:cNvPr id="3" name="Google Shape;283;p17">
            <a:extLst>
              <a:ext uri="{FF2B5EF4-FFF2-40B4-BE49-F238E27FC236}">
                <a16:creationId xmlns:a16="http://schemas.microsoft.com/office/drawing/2014/main" id="{1FCC2624-E781-95C1-E0B0-9B50AE82A2AB}"/>
              </a:ext>
            </a:extLst>
          </p:cNvPr>
          <p:cNvGraphicFramePr/>
          <p:nvPr>
            <p:extLst>
              <p:ext uri="{D42A27DB-BD31-4B8C-83A1-F6EECF244321}">
                <p14:modId xmlns:p14="http://schemas.microsoft.com/office/powerpoint/2010/main" val="4193807153"/>
              </p:ext>
            </p:extLst>
          </p:nvPr>
        </p:nvGraphicFramePr>
        <p:xfrm>
          <a:off x="11588" y="3418356"/>
          <a:ext cx="2314761" cy="213049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GUKDO x 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p>
                  </a:txBody>
                  <a:tcPr marL="36000" marR="36000" marT="36000" marB="36000" anchor="ctr"/>
                </a:tc>
                <a:tc>
                  <a:txBody>
                    <a:bodyPr/>
                    <a:lstStyle/>
                    <a:p>
                      <a:pPr marL="0" marR="0" lvl="0" indent="0" algn="ctr" rtl="0">
                        <a:spcBef>
                          <a:spcPts val="0"/>
                        </a:spcBef>
                        <a:spcAft>
                          <a:spcPts val="0"/>
                        </a:spcAft>
                        <a:buNone/>
                      </a:pPr>
                      <a:r>
                        <a:rPr lang="en-US" sz="800" b="1" dirty="0"/>
                        <a:t>GUKDO x H</a:t>
                      </a:r>
                    </a:p>
                    <a:p>
                      <a:pPr marL="0" marR="0" lvl="0" indent="0" algn="ctr" rtl="0">
                        <a:spcBef>
                          <a:spcPts val="0"/>
                        </a:spcBef>
                        <a:spcAft>
                          <a:spcPts val="0"/>
                        </a:spcAft>
                        <a:buNone/>
                      </a:pPr>
                      <a:r>
                        <a:rPr lang="en-US" sz="800" b="1" dirty="0"/>
                        <a:t>GUKDO x C</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p>
                  </a:txBody>
                  <a:tcPr marL="36000" marR="36000" marT="36000" marB="36000" anchor="ctr"/>
                </a:tc>
                <a:tc>
                  <a:txBody>
                    <a:bodyPr/>
                    <a:lstStyle/>
                    <a:p>
                      <a:pPr marL="0" marR="0" lvl="0" indent="0" algn="ctr" rtl="0">
                        <a:spcBef>
                          <a:spcPts val="0"/>
                        </a:spcBef>
                        <a:spcAft>
                          <a:spcPts val="0"/>
                        </a:spcAft>
                        <a:buNone/>
                      </a:pPr>
                      <a:r>
                        <a:rPr lang="en-US" sz="800" b="1" dirty="0"/>
                        <a:t>GUKDO 180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9501929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3">
          <a:extLst>
            <a:ext uri="{FF2B5EF4-FFF2-40B4-BE49-F238E27FC236}">
              <a16:creationId xmlns:a16="http://schemas.microsoft.com/office/drawing/2014/main" id="{83CE0CE4-8F9A-F1EF-2834-B923CA99399E}"/>
            </a:ext>
          </a:extLst>
        </p:cNvPr>
        <p:cNvGrpSpPr/>
        <p:nvPr/>
      </p:nvGrpSpPr>
      <p:grpSpPr>
        <a:xfrm>
          <a:off x="0" y="0"/>
          <a:ext cx="0" cy="0"/>
          <a:chOff x="0" y="0"/>
          <a:chExt cx="0" cy="0"/>
        </a:xfrm>
      </p:grpSpPr>
      <p:graphicFrame>
        <p:nvGraphicFramePr>
          <p:cNvPr id="346" name="Google Shape;346;p24">
            <a:extLst>
              <a:ext uri="{FF2B5EF4-FFF2-40B4-BE49-F238E27FC236}">
                <a16:creationId xmlns:a16="http://schemas.microsoft.com/office/drawing/2014/main" id="{B1F2E5FC-2E37-0FC2-4269-99F4601A0512}"/>
              </a:ext>
            </a:extLst>
          </p:cNvPr>
          <p:cNvGraphicFramePr/>
          <p:nvPr>
            <p:extLst>
              <p:ext uri="{D42A27DB-BD31-4B8C-83A1-F6EECF244321}">
                <p14:modId xmlns:p14="http://schemas.microsoft.com/office/powerpoint/2010/main" val="1879618775"/>
              </p:ext>
            </p:extLst>
          </p:nvPr>
        </p:nvGraphicFramePr>
        <p:xfrm>
          <a:off x="1596" y="3252792"/>
          <a:ext cx="2340063" cy="2359090"/>
        </p:xfrm>
        <a:graphic>
          <a:graphicData uri="http://schemas.openxmlformats.org/drawingml/2006/table">
            <a:tbl>
              <a:tblPr firstRow="1" bandRow="1">
                <a:noFill/>
                <a:tableStyleId>{A521BE36-7E6F-4EC9-8D66-1CF97A6895EC}</a:tableStyleId>
              </a:tblPr>
              <a:tblGrid>
                <a:gridCol w="360350">
                  <a:extLst>
                    <a:ext uri="{9D8B030D-6E8A-4147-A177-3AD203B41FA5}">
                      <a16:colId xmlns:a16="http://schemas.microsoft.com/office/drawing/2014/main" val="20000"/>
                    </a:ext>
                  </a:extLst>
                </a:gridCol>
                <a:gridCol w="420688">
                  <a:extLst>
                    <a:ext uri="{9D8B030D-6E8A-4147-A177-3AD203B41FA5}">
                      <a16:colId xmlns:a16="http://schemas.microsoft.com/office/drawing/2014/main" val="20001"/>
                    </a:ext>
                  </a:extLst>
                </a:gridCol>
                <a:gridCol w="684775">
                  <a:extLst>
                    <a:ext uri="{9D8B030D-6E8A-4147-A177-3AD203B41FA5}">
                      <a16:colId xmlns:a16="http://schemas.microsoft.com/office/drawing/2014/main" val="20002"/>
                    </a:ext>
                  </a:extLst>
                </a:gridCol>
                <a:gridCol w="874250">
                  <a:extLst>
                    <a:ext uri="{9D8B030D-6E8A-4147-A177-3AD203B41FA5}">
                      <a16:colId xmlns:a16="http://schemas.microsoft.com/office/drawing/2014/main" val="20003"/>
                    </a:ext>
                  </a:extLst>
                </a:gridCol>
              </a:tblGrid>
              <a:tr h="190290">
                <a:tc gridSpan="4">
                  <a:txBody>
                    <a:bodyPr/>
                    <a:lstStyle/>
                    <a:p>
                      <a:pPr marL="0" marR="0" lvl="0" indent="0" algn="ctr" rtl="0">
                        <a:spcBef>
                          <a:spcPts val="0"/>
                        </a:spcBef>
                        <a:spcAft>
                          <a:spcPts val="0"/>
                        </a:spcAft>
                        <a:buNone/>
                      </a:pPr>
                      <a:r>
                        <a:rPr lang="en-US" sz="800" dirty="0"/>
                        <a:t>HND : </a:t>
                      </a:r>
                      <a:r>
                        <a:rPr lang="en-US" altLang="ko-Kore-KR" sz="800" dirty="0">
                          <a:solidFill>
                            <a:srgbClr val="FFC000"/>
                          </a:solidFill>
                        </a:rPr>
                        <a:t>STAR </a:t>
                      </a:r>
                      <a:r>
                        <a:rPr lang="en-US" sz="800" dirty="0">
                          <a:solidFill>
                            <a:srgbClr val="FFC000"/>
                          </a:solidFill>
                        </a:rPr>
                        <a:t>XAC Night– APP xxx Y 1400z~</a:t>
                      </a:r>
                      <a:r>
                        <a:rPr lang="en-US" sz="800" dirty="0"/>
                        <a:t> </a:t>
                      </a:r>
                      <a:r>
                        <a:rPr lang="en-US" altLang="ko-Kore-KR" sz="800" dirty="0"/>
                        <a:t>SPENS 220</a:t>
                      </a:r>
                    </a:p>
                    <a:p>
                      <a:pPr marL="0" marR="0" lvl="0" indent="0" algn="ctr" rtl="0">
                        <a:spcBef>
                          <a:spcPts val="0"/>
                        </a:spcBef>
                        <a:spcAft>
                          <a:spcPts val="0"/>
                        </a:spcAft>
                        <a:buNone/>
                      </a:pPr>
                      <a:r>
                        <a:rPr lang="en-US" sz="800" dirty="0">
                          <a:solidFill>
                            <a:srgbClr val="FFC000"/>
                          </a:solidFill>
                        </a:rPr>
                        <a:t>22/23 LDA, VOR 16L/</a:t>
                      </a:r>
                      <a:r>
                        <a:rPr lang="en-US" sz="800">
                          <a:solidFill>
                            <a:srgbClr val="FFC000"/>
                          </a:solidFill>
                        </a:rPr>
                        <a:t>R Tailored </a:t>
                      </a:r>
                      <a:r>
                        <a:rPr lang="en-US" sz="800" dirty="0">
                          <a:solidFill>
                            <a:srgbClr val="FFC000"/>
                          </a:solidFill>
                        </a:rPr>
                        <a:t>Procedure</a:t>
                      </a:r>
                      <a:endParaRPr sz="800" dirty="0">
                        <a:solidFill>
                          <a:srgbClr val="FFC000"/>
                        </a:solidFill>
                      </a:endParaRPr>
                    </a:p>
                  </a:txBody>
                  <a:tcPr marL="36000" marR="36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10057">
                <a:tc>
                  <a:txBody>
                    <a:bodyPr/>
                    <a:lstStyle/>
                    <a:p>
                      <a:pPr marL="0" marR="0" lvl="0" indent="0" algn="ctr" rtl="0">
                        <a:spcBef>
                          <a:spcPts val="0"/>
                        </a:spcBef>
                        <a:spcAft>
                          <a:spcPts val="0"/>
                        </a:spcAft>
                        <a:buNone/>
                      </a:pPr>
                      <a:r>
                        <a:rPr lang="en-US" sz="800" b="1" dirty="0"/>
                        <a:t>34L</a:t>
                      </a:r>
                      <a:r>
                        <a:rPr lang="en-US" sz="800" b="0" dirty="0"/>
                        <a:t>/R</a:t>
                      </a:r>
                      <a:endParaRPr sz="800" b="0" dirty="0"/>
                    </a:p>
                  </a:txBody>
                  <a:tcPr marL="0" marR="0" marT="36000" marB="36000" anchor="ctr"/>
                </a:tc>
                <a:tc>
                  <a:txBody>
                    <a:bodyPr/>
                    <a:lstStyle/>
                    <a:p>
                      <a:pPr marL="0" marR="0" lvl="0" indent="0" algn="ctr" rtl="0">
                        <a:spcBef>
                          <a:spcPts val="0"/>
                        </a:spcBef>
                        <a:spcAft>
                          <a:spcPts val="0"/>
                        </a:spcAft>
                        <a:buNone/>
                      </a:pPr>
                      <a:r>
                        <a:rPr lang="en-US" sz="800" b="1" dirty="0"/>
                        <a:t>XAC </a:t>
                      </a:r>
                      <a:r>
                        <a:rPr lang="en-US" sz="800" b="1" dirty="0" err="1"/>
                        <a:t>xK</a:t>
                      </a:r>
                      <a:r>
                        <a:rPr lang="en-US" sz="800" b="0" dirty="0"/>
                        <a:t>/H</a:t>
                      </a:r>
                      <a:endParaRPr sz="800" b="0" dirty="0"/>
                    </a:p>
                  </a:txBody>
                  <a:tcPr marL="0" marR="0" marT="36000" marB="36000" anchor="ctr"/>
                </a:tc>
                <a:tc>
                  <a:txBody>
                    <a:bodyPr/>
                    <a:lstStyle/>
                    <a:p>
                      <a:pPr marL="0" marR="0" lvl="0" indent="0" algn="ctr" rtl="0">
                        <a:spcBef>
                          <a:spcPts val="0"/>
                        </a:spcBef>
                        <a:spcAft>
                          <a:spcPts val="0"/>
                        </a:spcAft>
                        <a:buNone/>
                      </a:pPr>
                      <a:r>
                        <a:rPr lang="en-US" sz="800" b="1" dirty="0"/>
                        <a:t>KAIHO</a:t>
                      </a:r>
                      <a:r>
                        <a:rPr lang="en-US" sz="800" b="0" dirty="0"/>
                        <a:t>/CACAO</a:t>
                      </a:r>
                      <a:endParaRPr b="0" dirty="0"/>
                    </a:p>
                  </a:txBody>
                  <a:tcPr marL="0" marR="0" marT="36000" marB="36000" anchor="ctr"/>
                </a:tc>
                <a:tc>
                  <a:txBody>
                    <a:bodyPr/>
                    <a:lstStyle/>
                    <a:p>
                      <a:pPr marL="0" marR="0" lvl="0" indent="0" algn="ctr" rtl="0">
                        <a:spcBef>
                          <a:spcPts val="0"/>
                        </a:spcBef>
                        <a:spcAft>
                          <a:spcPts val="0"/>
                        </a:spcAft>
                        <a:buNone/>
                      </a:pPr>
                      <a:r>
                        <a:rPr lang="en-US" sz="800" b="1" dirty="0"/>
                        <a:t>ILS X </a:t>
                      </a:r>
                      <a:r>
                        <a:rPr lang="en-US" sz="800" b="0" dirty="0"/>
                        <a:t>/ VIS</a:t>
                      </a:r>
                      <a:endParaRPr sz="458" b="0" dirty="0"/>
                    </a:p>
                  </a:txBody>
                  <a:tcPr marL="0" marR="0" marT="36000" marB="36000" anchor="ctr"/>
                </a:tc>
                <a:extLst>
                  <a:ext uri="{0D108BD9-81ED-4DB2-BD59-A6C34878D82A}">
                    <a16:rowId xmlns:a16="http://schemas.microsoft.com/office/drawing/2014/main" val="10001"/>
                  </a:ext>
                </a:extLst>
              </a:tr>
              <a:tr h="110057">
                <a:tc>
                  <a:txBody>
                    <a:bodyPr/>
                    <a:lstStyle/>
                    <a:p>
                      <a:pPr marL="0" marR="0" lvl="0" indent="0" algn="ctr" rtl="0">
                        <a:spcBef>
                          <a:spcPts val="0"/>
                        </a:spcBef>
                        <a:spcAft>
                          <a:spcPts val="0"/>
                        </a:spcAft>
                        <a:buNone/>
                      </a:pPr>
                      <a:r>
                        <a:rPr lang="en-US" sz="800" b="1" dirty="0"/>
                        <a:t>22</a:t>
                      </a:r>
                      <a:r>
                        <a:rPr lang="en-US" sz="800" b="1" dirty="0">
                          <a:solidFill>
                            <a:srgbClr val="00B0F0"/>
                          </a:solidFill>
                        </a:rPr>
                        <a:t>[222]</a:t>
                      </a:r>
                      <a:endParaRPr sz="800" b="1" dirty="0">
                        <a:solidFill>
                          <a:srgbClr val="00B0F0"/>
                        </a:solidFill>
                      </a:endParaRPr>
                    </a:p>
                  </a:txBody>
                  <a:tcPr marL="0" marR="0" marT="36000" marB="36000" anchor="ctr"/>
                </a:tc>
                <a:tc>
                  <a:txBody>
                    <a:bodyPr/>
                    <a:lstStyle/>
                    <a:p>
                      <a:pPr marL="0" marR="0" lvl="0" indent="0" algn="ctr" rtl="0">
                        <a:spcBef>
                          <a:spcPts val="0"/>
                        </a:spcBef>
                        <a:spcAft>
                          <a:spcPts val="0"/>
                        </a:spcAft>
                        <a:buNone/>
                      </a:pPr>
                      <a:r>
                        <a:rPr lang="en-US" sz="800" b="1" dirty="0"/>
                        <a:t>XAC </a:t>
                      </a:r>
                      <a:r>
                        <a:rPr lang="en-US" altLang="ko-KR" sz="800" b="1" dirty="0"/>
                        <a:t>1</a:t>
                      </a:r>
                      <a:r>
                        <a:rPr lang="en-US" sz="800" b="1" dirty="0"/>
                        <a:t>B</a:t>
                      </a:r>
                      <a:endParaRPr sz="800" b="1" dirty="0"/>
                    </a:p>
                  </a:txBody>
                  <a:tcPr marL="0" marR="0" marT="36000" marB="36000" anchor="ctr"/>
                </a:tc>
                <a:tc>
                  <a:txBody>
                    <a:bodyPr/>
                    <a:lstStyle/>
                    <a:p>
                      <a:pPr marL="0" marR="0" lvl="0" indent="0" algn="ctr" rtl="0">
                        <a:spcBef>
                          <a:spcPts val="0"/>
                        </a:spcBef>
                        <a:spcAft>
                          <a:spcPts val="0"/>
                        </a:spcAft>
                        <a:buNone/>
                      </a:pPr>
                      <a:r>
                        <a:rPr lang="en-US" sz="800" b="1" dirty="0"/>
                        <a:t>BACON</a:t>
                      </a:r>
                      <a:endParaRPr sz="800" b="1" dirty="0"/>
                    </a:p>
                  </a:txBody>
                  <a:tcPr marL="0" marR="0" marT="36000" marB="36000" anchor="ctr"/>
                </a:tc>
                <a:tc>
                  <a:txBody>
                    <a:bodyPr/>
                    <a:lstStyle/>
                    <a:p>
                      <a:pPr marL="0" marR="0" lvl="0" indent="0" algn="ctr" rtl="0">
                        <a:spcBef>
                          <a:spcPts val="0"/>
                        </a:spcBef>
                        <a:spcAft>
                          <a:spcPts val="0"/>
                        </a:spcAft>
                        <a:buNone/>
                      </a:pPr>
                      <a:r>
                        <a:rPr lang="en-US" sz="800" b="1" dirty="0"/>
                        <a:t>LDA W(</a:t>
                      </a:r>
                      <a:r>
                        <a:rPr lang="en-US" sz="800" b="1" dirty="0">
                          <a:solidFill>
                            <a:srgbClr val="0070C0"/>
                          </a:solidFill>
                        </a:rPr>
                        <a:t>RNV22-W</a:t>
                      </a:r>
                      <a:r>
                        <a:rPr lang="en-US" sz="800" b="1" dirty="0"/>
                        <a:t>)</a:t>
                      </a:r>
                      <a:endParaRPr sz="458" dirty="0"/>
                    </a:p>
                  </a:txBody>
                  <a:tcPr marL="0" marR="0" marT="36000" marB="36000" anchor="ctr"/>
                </a:tc>
                <a:extLst>
                  <a:ext uri="{0D108BD9-81ED-4DB2-BD59-A6C34878D82A}">
                    <a16:rowId xmlns:a16="http://schemas.microsoft.com/office/drawing/2014/main" val="10002"/>
                  </a:ext>
                </a:extLst>
              </a:tr>
              <a:tr h="110057">
                <a:tc>
                  <a:txBody>
                    <a:bodyPr/>
                    <a:lstStyle/>
                    <a:p>
                      <a:pPr marL="0" marR="0" lvl="0" indent="0" algn="ctr" rtl="0">
                        <a:spcBef>
                          <a:spcPts val="0"/>
                        </a:spcBef>
                        <a:spcAft>
                          <a:spcPts val="0"/>
                        </a:spcAft>
                        <a:buNone/>
                      </a:pPr>
                      <a:r>
                        <a:rPr lang="en-US" sz="800" b="1" dirty="0"/>
                        <a:t>16R</a:t>
                      </a:r>
                      <a:r>
                        <a:rPr lang="en-US" sz="800" b="0" dirty="0"/>
                        <a:t>/L</a:t>
                      </a:r>
                      <a:endParaRPr sz="800" b="0" dirty="0"/>
                    </a:p>
                  </a:txBody>
                  <a:tcPr marL="0" marR="0" marT="36000" marB="36000" anchor="ctr"/>
                </a:tc>
                <a:tc>
                  <a:txBody>
                    <a:bodyPr/>
                    <a:lstStyle/>
                    <a:p>
                      <a:pPr marL="0" marR="0" lvl="0" indent="0" algn="ctr" rtl="0">
                        <a:spcBef>
                          <a:spcPts val="0"/>
                        </a:spcBef>
                        <a:spcAft>
                          <a:spcPts val="0"/>
                        </a:spcAft>
                        <a:buNone/>
                      </a:pPr>
                      <a:r>
                        <a:rPr lang="en-US" sz="800" b="1" dirty="0"/>
                        <a:t>XAC R</a:t>
                      </a:r>
                      <a:endParaRPr sz="800" b="1" dirty="0"/>
                    </a:p>
                  </a:txBody>
                  <a:tcPr marL="0" marR="0" marT="36000" marB="36000" anchor="ctr"/>
                </a:tc>
                <a:tc>
                  <a:txBody>
                    <a:bodyPr/>
                    <a:lstStyle/>
                    <a:p>
                      <a:pPr marL="0" marR="0" lvl="0" indent="0" algn="ctr" rtl="0">
                        <a:spcBef>
                          <a:spcPts val="0"/>
                        </a:spcBef>
                        <a:spcAft>
                          <a:spcPts val="0"/>
                        </a:spcAft>
                        <a:buNone/>
                      </a:pPr>
                      <a:r>
                        <a:rPr lang="en-US" sz="800" b="1" dirty="0"/>
                        <a:t>NATTY</a:t>
                      </a:r>
                      <a:r>
                        <a:rPr lang="en-US" sz="800" b="0" dirty="0"/>
                        <a:t>/SANDY</a:t>
                      </a:r>
                      <a:endParaRPr sz="800" b="0" dirty="0"/>
                    </a:p>
                  </a:txBody>
                  <a:tcPr marL="0" marR="0" marT="36000" marB="36000" anchor="ctr"/>
                </a:tc>
                <a:tc>
                  <a:txBody>
                    <a:bodyPr/>
                    <a:lstStyle/>
                    <a:p>
                      <a:pPr marL="0" marR="0" lvl="0" indent="0" algn="ctr" rtl="0">
                        <a:lnSpc>
                          <a:spcPct val="100000"/>
                        </a:lnSpc>
                        <a:spcBef>
                          <a:spcPts val="0"/>
                        </a:spcBef>
                        <a:spcAft>
                          <a:spcPts val="0"/>
                        </a:spcAft>
                        <a:buClr>
                          <a:srgbClr val="000000"/>
                        </a:buClr>
                        <a:buSzPts val="800"/>
                        <a:buFont typeface="Calibri"/>
                        <a:buNone/>
                      </a:pPr>
                      <a:r>
                        <a:rPr lang="en-US" sz="800" b="1" i="0" u="none" strike="noStrike" cap="none" dirty="0">
                          <a:solidFill>
                            <a:srgbClr val="000000"/>
                          </a:solidFill>
                          <a:latin typeface="Calibri"/>
                          <a:ea typeface="Calibri"/>
                          <a:cs typeface="Calibri"/>
                          <a:sym typeface="Calibri"/>
                        </a:rPr>
                        <a:t>RNP(</a:t>
                      </a:r>
                      <a:r>
                        <a:rPr lang="en-US" sz="800" b="1" i="0" u="none" strike="noStrike" cap="none" dirty="0">
                          <a:solidFill>
                            <a:srgbClr val="0070C0"/>
                          </a:solidFill>
                          <a:latin typeface="Calibri"/>
                          <a:ea typeface="Calibri"/>
                          <a:cs typeface="Calibri"/>
                          <a:sym typeface="Calibri"/>
                        </a:rPr>
                        <a:t>RNV16R</a:t>
                      </a:r>
                      <a:r>
                        <a:rPr lang="en-US" sz="800" b="0" i="0" u="none" strike="noStrike" cap="none" dirty="0">
                          <a:solidFill>
                            <a:srgbClr val="0070C0"/>
                          </a:solidFill>
                          <a:latin typeface="Calibri"/>
                          <a:ea typeface="Calibri"/>
                          <a:cs typeface="Calibri"/>
                          <a:sym typeface="Calibri"/>
                        </a:rPr>
                        <a:t>/L</a:t>
                      </a:r>
                      <a:r>
                        <a:rPr lang="en-US" sz="800" b="1" i="0" u="none" strike="noStrike" cap="none" dirty="0">
                          <a:solidFill>
                            <a:srgbClr val="000000"/>
                          </a:solidFill>
                          <a:latin typeface="Calibri"/>
                          <a:ea typeface="Calibri"/>
                          <a:cs typeface="Calibri"/>
                          <a:sym typeface="Calibri"/>
                        </a:rPr>
                        <a:t>)</a:t>
                      </a:r>
                      <a:endParaRPr sz="458" b="0" i="0" u="none" strike="noStrike" cap="none" dirty="0">
                        <a:solidFill>
                          <a:srgbClr val="000000"/>
                        </a:solidFill>
                        <a:latin typeface="Calibri"/>
                        <a:ea typeface="Calibri"/>
                        <a:cs typeface="Calibri"/>
                        <a:sym typeface="Calibri"/>
                      </a:endParaRPr>
                    </a:p>
                  </a:txBody>
                  <a:tcPr marL="0" marR="0" marT="36000" marB="36000" anchor="ctr"/>
                </a:tc>
                <a:extLst>
                  <a:ext uri="{0D108BD9-81ED-4DB2-BD59-A6C34878D82A}">
                    <a16:rowId xmlns:a16="http://schemas.microsoft.com/office/drawing/2014/main" val="10003"/>
                  </a:ext>
                </a:extLst>
              </a:tr>
              <a:tr h="110057">
                <a:tc>
                  <a:txBody>
                    <a:bodyPr/>
                    <a:lstStyle/>
                    <a:p>
                      <a:pPr marL="0" marR="0" lvl="0" indent="0" algn="ctr" rtl="0">
                        <a:spcBef>
                          <a:spcPts val="0"/>
                        </a:spcBef>
                        <a:spcAft>
                          <a:spcPts val="0"/>
                        </a:spcAft>
                        <a:buNone/>
                      </a:pPr>
                      <a:r>
                        <a:rPr lang="en-US" sz="800" b="1" dirty="0"/>
                        <a:t>23</a:t>
                      </a:r>
                      <a:r>
                        <a:rPr lang="en-US" sz="800" b="1" dirty="0">
                          <a:solidFill>
                            <a:srgbClr val="00B0F0"/>
                          </a:solidFill>
                        </a:rPr>
                        <a:t>[232]</a:t>
                      </a:r>
                      <a:endParaRPr sz="800" b="1" dirty="0">
                        <a:solidFill>
                          <a:srgbClr val="00B0F0"/>
                        </a:solidFill>
                      </a:endParaRPr>
                    </a:p>
                  </a:txBody>
                  <a:tcPr marL="0" marR="0" marT="36000" marB="36000" anchor="ctr"/>
                </a:tc>
                <a:tc>
                  <a:txBody>
                    <a:bodyPr/>
                    <a:lstStyle/>
                    <a:p>
                      <a:pPr marL="0" marR="0" lvl="0" indent="0" algn="ctr" rtl="0">
                        <a:spcBef>
                          <a:spcPts val="0"/>
                        </a:spcBef>
                        <a:spcAft>
                          <a:spcPts val="0"/>
                        </a:spcAft>
                        <a:buNone/>
                      </a:pPr>
                      <a:r>
                        <a:rPr lang="en-US" sz="800" b="1" dirty="0"/>
                        <a:t>XAC 2B</a:t>
                      </a:r>
                      <a:endParaRPr sz="800" b="1" dirty="0"/>
                    </a:p>
                  </a:txBody>
                  <a:tcPr marL="0" marR="0" marT="36000" marB="36000" anchor="ctr"/>
                </a:tc>
                <a:tc>
                  <a:txBody>
                    <a:bodyPr/>
                    <a:lstStyle/>
                    <a:p>
                      <a:pPr marL="0" marR="0" lvl="0" indent="0" algn="ctr" rtl="0">
                        <a:spcBef>
                          <a:spcPts val="0"/>
                        </a:spcBef>
                        <a:spcAft>
                          <a:spcPts val="0"/>
                        </a:spcAft>
                        <a:buNone/>
                      </a:pPr>
                      <a:r>
                        <a:rPr lang="en-US" sz="800" b="1"/>
                        <a:t>DANON</a:t>
                      </a:r>
                      <a:endParaRPr sz="800" b="1"/>
                    </a:p>
                  </a:txBody>
                  <a:tcPr marL="0" marR="0" marT="36000" marB="36000" anchor="ctr"/>
                </a:tc>
                <a:tc>
                  <a:txBody>
                    <a:bodyPr/>
                    <a:lstStyle/>
                    <a:p>
                      <a:pPr marL="0" marR="0" lvl="0" indent="0" algn="ctr" rtl="0">
                        <a:spcBef>
                          <a:spcPts val="0"/>
                        </a:spcBef>
                        <a:spcAft>
                          <a:spcPts val="0"/>
                        </a:spcAft>
                        <a:buNone/>
                      </a:pPr>
                      <a:r>
                        <a:rPr lang="en-US" sz="800" b="1" dirty="0"/>
                        <a:t>LDA W(</a:t>
                      </a:r>
                      <a:r>
                        <a:rPr lang="en-US" sz="800" b="1" dirty="0">
                          <a:solidFill>
                            <a:srgbClr val="0070C0"/>
                          </a:solidFill>
                        </a:rPr>
                        <a:t>RNV23-W</a:t>
                      </a:r>
                      <a:r>
                        <a:rPr lang="en-US" sz="800" b="1" dirty="0"/>
                        <a:t>)</a:t>
                      </a:r>
                      <a:endParaRPr sz="458" dirty="0"/>
                    </a:p>
                  </a:txBody>
                  <a:tcPr marL="0" marR="0" marT="36000" marB="36000" anchor="ctr"/>
                </a:tc>
                <a:extLst>
                  <a:ext uri="{0D108BD9-81ED-4DB2-BD59-A6C34878D82A}">
                    <a16:rowId xmlns:a16="http://schemas.microsoft.com/office/drawing/2014/main" val="10004"/>
                  </a:ext>
                </a:extLst>
              </a:tr>
              <a:tr h="11005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l" rtl="0">
                        <a:lnSpc>
                          <a:spcPct val="100000"/>
                        </a:lnSpc>
                        <a:spcBef>
                          <a:spcPts val="0"/>
                        </a:spcBef>
                        <a:spcAft>
                          <a:spcPts val="0"/>
                        </a:spcAft>
                        <a:buClr>
                          <a:srgbClr val="00B050"/>
                        </a:buClr>
                        <a:buSzPts val="800"/>
                        <a:buFont typeface="Calibri"/>
                        <a:buNone/>
                      </a:pPr>
                      <a:r>
                        <a:rPr lang="en-US" sz="800" b="1" dirty="0">
                          <a:solidFill>
                            <a:srgbClr val="0070C0"/>
                          </a:solidFill>
                        </a:rPr>
                        <a:t>TTE, </a:t>
                      </a:r>
                      <a:r>
                        <a:rPr lang="en-US" sz="800" b="1" dirty="0">
                          <a:solidFill>
                            <a:srgbClr val="C00000"/>
                          </a:solidFill>
                        </a:rPr>
                        <a:t>34L IHA, 34R ITC</a:t>
                      </a:r>
                      <a:r>
                        <a:rPr lang="en-US" sz="800" b="1" dirty="0">
                          <a:solidFill>
                            <a:srgbClr val="AA47F5"/>
                          </a:solidFill>
                        </a:rPr>
                        <a:t>(LDA chk:22 IKL,23 ITL)</a:t>
                      </a:r>
                      <a:endParaRPr sz="800" b="1" dirty="0">
                        <a:solidFill>
                          <a:srgbClr val="AA47F5"/>
                        </a:solidFill>
                      </a:endParaRPr>
                    </a:p>
                  </a:txBody>
                  <a:tcPr marL="36000" marR="3600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chemeClr val="bg1"/>
                        </a:solidFill>
                      </a:endParaRPr>
                    </a:p>
                  </a:txBody>
                  <a:tcPr marL="36000" marR="36000" marT="36000" marB="36000" anchor="ctr"/>
                </a:tc>
                <a:extLst>
                  <a:ext uri="{0D108BD9-81ED-4DB2-BD59-A6C34878D82A}">
                    <a16:rowId xmlns:a16="http://schemas.microsoft.com/office/drawing/2014/main" val="2793146324"/>
                  </a:ext>
                </a:extLst>
              </a:tr>
              <a:tr h="1792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2">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ore-KR" sz="800" b="1" i="0" u="none" strike="noStrike" kern="1200" cap="none" spc="0" normalizeH="0" baseline="0" noProof="0" dirty="0">
                          <a:ln>
                            <a:noFill/>
                          </a:ln>
                          <a:solidFill>
                            <a:srgbClr val="0070C0"/>
                          </a:solidFill>
                          <a:effectLst/>
                          <a:uLnTx/>
                          <a:uFillTx/>
                          <a:latin typeface="Calibri"/>
                          <a:cs typeface="Calibri"/>
                        </a:rPr>
                        <a:t>22 : IKL /8, /3</a:t>
                      </a:r>
                      <a:r>
                        <a:rPr kumimoji="0" lang="en-US" altLang="ko-KR" sz="800" b="1" i="0" u="none" strike="noStrike" kern="1200" cap="none" spc="0" normalizeH="0" baseline="0" noProof="0" dirty="0">
                          <a:ln>
                            <a:noFill/>
                          </a:ln>
                          <a:solidFill>
                            <a:srgbClr val="0070C0"/>
                          </a:solidFill>
                          <a:effectLst/>
                          <a:uLnTx/>
                          <a:uFillTx/>
                          <a:latin typeface="Calibri"/>
                          <a:cs typeface="Calibri"/>
                        </a:rPr>
                        <a:t>,</a:t>
                      </a:r>
                      <a:r>
                        <a:rPr kumimoji="0" lang="ko-KR" altLang="en-US" sz="800" b="1" i="0" u="none" strike="noStrike" kern="1200" cap="none" spc="0" normalizeH="0" baseline="0" noProof="0" dirty="0">
                          <a:ln>
                            <a:noFill/>
                          </a:ln>
                          <a:solidFill>
                            <a:srgbClr val="0070C0"/>
                          </a:solidFill>
                          <a:effectLst/>
                          <a:uLnTx/>
                          <a:uFillTx/>
                          <a:latin typeface="Calibri"/>
                          <a:cs typeface="Calibri"/>
                        </a:rPr>
                        <a:t> </a:t>
                      </a:r>
                      <a:r>
                        <a:rPr kumimoji="0" lang="en-US" altLang="ko-KR" sz="800" b="1" i="0" u="none" strike="noStrike" kern="1200" cap="none" spc="0" normalizeH="0" baseline="0" noProof="0" dirty="0">
                          <a:ln>
                            <a:noFill/>
                          </a:ln>
                          <a:solidFill>
                            <a:srgbClr val="0070C0"/>
                          </a:solidFill>
                          <a:effectLst/>
                          <a:uLnTx/>
                          <a:uFillTx/>
                          <a:latin typeface="Calibri"/>
                          <a:cs typeface="Calibri"/>
                        </a:rPr>
                        <a:t>TTE 015</a:t>
                      </a:r>
                      <a:endParaRPr kumimoji="0" lang="en-US" altLang="ko-Kore-KR" sz="800" b="1" i="0" u="none" strike="noStrike" kern="1200" cap="none" spc="0" normalizeH="0" baseline="0" noProof="0" dirty="0">
                        <a:ln>
                          <a:noFill/>
                        </a:ln>
                        <a:solidFill>
                          <a:srgbClr val="0070C0"/>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ore-KR" sz="800" b="1" i="0" u="none" strike="noStrike" kern="1200" cap="none" spc="0" normalizeH="0" baseline="0" noProof="0" dirty="0">
                          <a:ln>
                            <a:noFill/>
                          </a:ln>
                          <a:solidFill>
                            <a:srgbClr val="0070C0"/>
                          </a:solidFill>
                          <a:effectLst/>
                          <a:uLnTx/>
                          <a:uFillTx/>
                          <a:latin typeface="Calibri"/>
                          <a:cs typeface="Calibri"/>
                        </a:rPr>
                        <a:t>23 : ITL /12,/7, TTE 178</a:t>
                      </a:r>
                    </a:p>
                  </a:txBody>
                  <a:tcPr marL="36000" marR="36000" marT="36000" marB="36000" anchor="ctr"/>
                </a:tc>
                <a:tc hMerge="1">
                  <a:txBody>
                    <a:bodyPr/>
                    <a:lstStyle/>
                    <a:p>
                      <a:endParaRPr lang="ko-Kore-KR"/>
                    </a:p>
                  </a:txBody>
                  <a:tcPr/>
                </a:tc>
                <a:tc>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Z 34L : IHA /10, /5</a:t>
                      </a:r>
                    </a:p>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Z 34R : ITC /10, /5</a:t>
                      </a:r>
                    </a:p>
                  </a:txBody>
                  <a:tcPr marL="36000" marR="36000" marT="36000" marB="36000" anchor="ctr"/>
                </a:tc>
                <a:extLst>
                  <a:ext uri="{0D108BD9-81ED-4DB2-BD59-A6C34878D82A}">
                    <a16:rowId xmlns:a16="http://schemas.microsoft.com/office/drawing/2014/main" val="10005"/>
                  </a:ext>
                </a:extLst>
              </a:tr>
              <a:tr h="239796">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34L:L12(6515),L13(7165), </a:t>
                      </a:r>
                      <a:r>
                        <a:rPr lang="en-US" altLang="ko-Kore-KR" sz="800" b="1" dirty="0">
                          <a:solidFill>
                            <a:schemeClr val="dk1"/>
                          </a:solidFill>
                        </a:rPr>
                        <a:t>16R</a:t>
                      </a:r>
                      <a:r>
                        <a:rPr lang="en-US" altLang="ko-Kore-KR" sz="800" b="1" dirty="0">
                          <a:solidFill>
                            <a:srgbClr val="C00000"/>
                          </a:solidFill>
                        </a:rPr>
                        <a:t>(DIS)</a:t>
                      </a:r>
                      <a:r>
                        <a:rPr lang="en-US" altLang="ko-Kore-KR" sz="800" b="1" dirty="0">
                          <a:solidFill>
                            <a:schemeClr val="dk1"/>
                          </a:solidFill>
                        </a:rPr>
                        <a:t>:L5(5147),L3(6361)</a:t>
                      </a:r>
                      <a:r>
                        <a:rPr lang="en-US" sz="800" b="1" dirty="0">
                          <a:solidFill>
                            <a:schemeClr val="dk1"/>
                          </a:solidFill>
                        </a:rPr>
                        <a:t> </a:t>
                      </a:r>
                    </a:p>
                    <a:p>
                      <a:pPr marL="0" marR="0" lvl="0" indent="0" algn="l" defTabSz="116449" rtl="0" eaLnBrk="1" fontAlgn="auto" latinLnBrk="0" hangingPunct="1">
                        <a:lnSpc>
                          <a:spcPct val="100000"/>
                        </a:lnSpc>
                        <a:spcBef>
                          <a:spcPts val="0"/>
                        </a:spcBef>
                        <a:spcAft>
                          <a:spcPts val="0"/>
                        </a:spcAft>
                        <a:buClr>
                          <a:schemeClr val="dk1"/>
                        </a:buClr>
                        <a:buSzPts val="800"/>
                        <a:buFont typeface="Calibri"/>
                        <a:buNone/>
                        <a:tabLst/>
                        <a:defRPr/>
                      </a:pPr>
                      <a:r>
                        <a:rPr lang="en-US" sz="800" b="1" dirty="0">
                          <a:solidFill>
                            <a:schemeClr val="dk1"/>
                          </a:solidFill>
                        </a:rPr>
                        <a:t>22 : B4(6207), B3(6830),    </a:t>
                      </a:r>
                      <a:r>
                        <a:rPr kumimoji="0" lang="en-US" altLang="ko-Kore-KR" sz="800" b="1" i="0" u="none" strike="noStrike" kern="1200" cap="none" spc="0" normalizeH="0" baseline="0" noProof="0" dirty="0">
                          <a:ln>
                            <a:noFill/>
                          </a:ln>
                          <a:solidFill>
                            <a:prstClr val="black"/>
                          </a:solidFill>
                          <a:effectLst/>
                          <a:uLnTx/>
                          <a:uFillTx/>
                          <a:latin typeface="Calibri"/>
                          <a:cs typeface="Calibri"/>
                        </a:rPr>
                        <a:t>23:</a:t>
                      </a:r>
                      <a:r>
                        <a:rPr kumimoji="0" lang="en-US" altLang="ko-Kore-KR" sz="800" b="0" i="0" u="none" strike="noStrike" kern="1200" cap="none" spc="0" normalizeH="0" baseline="0" noProof="0" dirty="0">
                          <a:ln>
                            <a:noFill/>
                          </a:ln>
                          <a:solidFill>
                            <a:prstClr val="black"/>
                          </a:solidFill>
                          <a:effectLst/>
                          <a:uLnTx/>
                          <a:uFillTx/>
                          <a:latin typeface="Calibri"/>
                          <a:cs typeface="Calibri"/>
                        </a:rPr>
                        <a:t> </a:t>
                      </a:r>
                      <a:r>
                        <a:rPr kumimoji="0" lang="en-US" altLang="ko-Kore-KR" sz="800" b="1" i="0" u="none" strike="noStrike" kern="1200" cap="none" spc="0" normalizeH="0" baseline="0" noProof="0" dirty="0">
                          <a:ln>
                            <a:noFill/>
                          </a:ln>
                          <a:solidFill>
                            <a:prstClr val="black"/>
                          </a:solidFill>
                          <a:effectLst/>
                          <a:uLnTx/>
                          <a:uFillTx/>
                          <a:latin typeface="Calibri"/>
                          <a:cs typeface="Calibri"/>
                        </a:rPr>
                        <a:t>D5(5072),D3(6391)</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altLang="ko-Kore-KR" sz="700" b="1" dirty="0">
                          <a:solidFill>
                            <a:schemeClr val="dk1"/>
                          </a:solidFill>
                        </a:rPr>
                        <a:t>34R</a:t>
                      </a:r>
                      <a:r>
                        <a:rPr lang="en-US" altLang="ko-Kore-KR" sz="700" b="1" dirty="0">
                          <a:solidFill>
                            <a:srgbClr val="C00000"/>
                          </a:solidFill>
                        </a:rPr>
                        <a:t>(DIS)</a:t>
                      </a:r>
                      <a:r>
                        <a:rPr lang="en-US" altLang="ko-Kore-KR" sz="700" b="1" dirty="0">
                          <a:solidFill>
                            <a:schemeClr val="dk1"/>
                          </a:solidFill>
                        </a:rPr>
                        <a:t>:C10(5780),C11(7270), 16L</a:t>
                      </a:r>
                      <a:r>
                        <a:rPr lang="en-US" altLang="ko-Kore-KR" sz="700" b="1" dirty="0">
                          <a:solidFill>
                            <a:srgbClr val="C00000"/>
                          </a:solidFill>
                        </a:rPr>
                        <a:t>(DIS)</a:t>
                      </a:r>
                      <a:r>
                        <a:rPr lang="en-US" altLang="ko-Kore-KR" sz="700" b="1" dirty="0">
                          <a:solidFill>
                            <a:schemeClr val="dk1"/>
                          </a:solidFill>
                        </a:rPr>
                        <a:t>:C6(5925),C4(7004)</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79251">
                <a:tc gridSpan="4">
                  <a:txBody>
                    <a:bodyPr/>
                    <a:lstStyle/>
                    <a:p>
                      <a:pPr marL="0" marR="0" lvl="0" indent="0" algn="ctr" rtl="0">
                        <a:lnSpc>
                          <a:spcPct val="100000"/>
                        </a:lnSpc>
                        <a:spcBef>
                          <a:spcPts val="0"/>
                        </a:spcBef>
                        <a:spcAft>
                          <a:spcPts val="0"/>
                        </a:spcAft>
                        <a:buClr>
                          <a:schemeClr val="dk1"/>
                        </a:buClr>
                        <a:buSzPts val="700"/>
                        <a:buFont typeface="Calibri"/>
                        <a:buNone/>
                      </a:pPr>
                      <a:r>
                        <a:rPr lang="en-US" sz="800" b="1" dirty="0">
                          <a:solidFill>
                            <a:srgbClr val="0070C0"/>
                          </a:solidFill>
                        </a:rPr>
                        <a:t>xxx Z : 180kts, 160kts limit APP Chart, xxx Y After 1400z</a:t>
                      </a:r>
                    </a:p>
                    <a:p>
                      <a:pPr marL="0" marR="0" lvl="0" indent="0" algn="ctr" rtl="0">
                        <a:lnSpc>
                          <a:spcPct val="100000"/>
                        </a:lnSpc>
                        <a:spcBef>
                          <a:spcPts val="0"/>
                        </a:spcBef>
                        <a:spcAft>
                          <a:spcPts val="0"/>
                        </a:spcAft>
                        <a:buClr>
                          <a:schemeClr val="dk1"/>
                        </a:buClr>
                        <a:buSzPts val="700"/>
                        <a:buFont typeface="Calibri"/>
                        <a:buNone/>
                      </a:pPr>
                      <a:r>
                        <a:rPr lang="en-US" sz="800" b="1" dirty="0">
                          <a:solidFill>
                            <a:schemeClr val="bg1"/>
                          </a:solidFill>
                        </a:rPr>
                        <a:t>Gate 105P Procedure      </a:t>
                      </a:r>
                      <a:r>
                        <a:rPr lang="en-US" sz="800" b="1" dirty="0">
                          <a:solidFill>
                            <a:srgbClr val="C00000"/>
                          </a:solidFill>
                        </a:rPr>
                        <a:t>[LDA22/23 Next Page]</a:t>
                      </a:r>
                      <a:endParaRPr sz="800" b="1" dirty="0">
                        <a:solidFill>
                          <a:srgbClr val="C00000"/>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bl>
          </a:graphicData>
        </a:graphic>
      </p:graphicFrame>
      <p:graphicFrame>
        <p:nvGraphicFramePr>
          <p:cNvPr id="347" name="Google Shape;347;p24">
            <a:extLst>
              <a:ext uri="{FF2B5EF4-FFF2-40B4-BE49-F238E27FC236}">
                <a16:creationId xmlns:a16="http://schemas.microsoft.com/office/drawing/2014/main" id="{8FD3CC7B-08B2-F5C1-92A4-F6767F05C9D3}"/>
              </a:ext>
            </a:extLst>
          </p:cNvPr>
          <p:cNvGraphicFramePr/>
          <p:nvPr>
            <p:extLst>
              <p:ext uri="{D42A27DB-BD31-4B8C-83A1-F6EECF244321}">
                <p14:modId xmlns:p14="http://schemas.microsoft.com/office/powerpoint/2010/main" val="4229178568"/>
              </p:ext>
            </p:extLst>
          </p:nvPr>
        </p:nvGraphicFramePr>
        <p:xfrm>
          <a:off x="-2501" y="16505"/>
          <a:ext cx="2328850" cy="608620"/>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42850">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RKSS(GMP) 59ft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RJTT(HND) 21ft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343260">
                <a:tc>
                  <a:txBody>
                    <a:bodyPr/>
                    <a:lstStyle/>
                    <a:p>
                      <a:pPr marL="0" marR="0" lvl="0" indent="0" algn="ctr" rtl="0">
                        <a:spcBef>
                          <a:spcPts val="0"/>
                        </a:spcBef>
                        <a:spcAft>
                          <a:spcPts val="0"/>
                        </a:spcAft>
                        <a:buNone/>
                      </a:pPr>
                      <a:r>
                        <a:rPr lang="en-US" sz="900" dirty="0"/>
                        <a:t>KE GMP 131.15</a:t>
                      </a:r>
                      <a:endParaRPr dirty="0"/>
                    </a:p>
                    <a:p>
                      <a:pPr marL="0" marR="0" lvl="0" indent="0" algn="ctr" rtl="0">
                        <a:spcBef>
                          <a:spcPts val="0"/>
                        </a:spcBef>
                        <a:spcAft>
                          <a:spcPts val="0"/>
                        </a:spcAft>
                        <a:buNone/>
                      </a:pPr>
                      <a:r>
                        <a:rPr lang="en-US" sz="600" dirty="0">
                          <a:solidFill>
                            <a:srgbClr val="FF0000"/>
                          </a:solidFill>
                          <a:latin typeface="Calibri"/>
                          <a:ea typeface="Calibri"/>
                          <a:cs typeface="Calibri"/>
                          <a:sym typeface="Calibri"/>
                        </a:rPr>
                        <a:t>DCL -15분 </a:t>
                      </a:r>
                      <a:r>
                        <a:rPr lang="ko-KR" altLang="en-US" sz="600" dirty="0">
                          <a:solidFill>
                            <a:srgbClr val="FF0000"/>
                          </a:solidFill>
                          <a:latin typeface="Calibri"/>
                          <a:ea typeface="Calibri"/>
                          <a:cs typeface="Calibri"/>
                          <a:sym typeface="Calibri"/>
                        </a:rPr>
                        <a:t>가능 </a:t>
                      </a:r>
                      <a:endParaRPr lang="en-US" altLang="ko-KR" sz="600" dirty="0">
                        <a:solidFill>
                          <a:srgbClr val="FF0000"/>
                        </a:solidFill>
                        <a:latin typeface="Calibri"/>
                        <a:ea typeface="Calibri"/>
                        <a:cs typeface="Calibri"/>
                        <a:sym typeface="Calibri"/>
                      </a:endParaRPr>
                    </a:p>
                    <a:p>
                      <a:pPr marL="0" marR="0" lvl="0" indent="0" algn="ctr" rtl="0">
                        <a:spcBef>
                          <a:spcPts val="0"/>
                        </a:spcBef>
                        <a:spcAft>
                          <a:spcPts val="0"/>
                        </a:spcAft>
                        <a:buNone/>
                      </a:pPr>
                      <a:r>
                        <a:rPr lang="en-US" sz="600" dirty="0">
                          <a:solidFill>
                            <a:srgbClr val="FF0000"/>
                          </a:solidFill>
                          <a:latin typeface="Calibri"/>
                          <a:ea typeface="Calibri"/>
                          <a:cs typeface="Calibri"/>
                          <a:sym typeface="Calibri"/>
                        </a:rPr>
                        <a:t>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p>
                  </a:txBody>
                  <a:tcPr marL="91450" marR="91450" marT="0" marB="0" anchor="ctr"/>
                </a:tc>
                <a:tc>
                  <a:txBody>
                    <a:bodyPr/>
                    <a:lstStyle/>
                    <a:p>
                      <a:pPr marL="0" marR="0" lvl="0" indent="0" algn="ctr" rtl="0">
                        <a:spcBef>
                          <a:spcPts val="0"/>
                        </a:spcBef>
                        <a:spcAft>
                          <a:spcPts val="0"/>
                        </a:spcAft>
                        <a:buNone/>
                      </a:pPr>
                      <a:r>
                        <a:rPr lang="en-US" sz="900" dirty="0"/>
                        <a:t>Delta </a:t>
                      </a:r>
                      <a:r>
                        <a:rPr lang="en-US" sz="900" dirty="0" err="1"/>
                        <a:t>Oper</a:t>
                      </a:r>
                      <a:r>
                        <a:rPr lang="en-US" sz="900" dirty="0"/>
                        <a:t> 132.075</a:t>
                      </a:r>
                    </a:p>
                    <a:p>
                      <a:pPr marL="0" marR="0" lvl="0" indent="0" algn="ctr" rtl="0">
                        <a:spcBef>
                          <a:spcPts val="0"/>
                        </a:spcBef>
                        <a:spcAft>
                          <a:spcPts val="0"/>
                        </a:spcAft>
                        <a:buNone/>
                      </a:pPr>
                      <a:r>
                        <a:rPr lang="en-US" sz="900" b="1" dirty="0">
                          <a:solidFill>
                            <a:srgbClr val="7030A0"/>
                          </a:solidFill>
                        </a:rPr>
                        <a:t>Terminal 3</a:t>
                      </a:r>
                      <a:endParaRPr sz="9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26F26BE9-17B0-AA30-1292-FD76115AC830}"/>
              </a:ext>
            </a:extLst>
          </p:cNvPr>
          <p:cNvSpPr txBox="1"/>
          <p:nvPr/>
        </p:nvSpPr>
        <p:spPr>
          <a:xfrm>
            <a:off x="421590" y="2680653"/>
            <a:ext cx="1996059"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134.17 – FUK</a:t>
            </a:r>
            <a:r>
              <a:rPr kumimoji="1" lang="en-US" altLang="ko-Kore-KR" sz="700" b="1" u="sng" dirty="0">
                <a:solidFill>
                  <a:srgbClr val="0070C0"/>
                </a:solidFill>
                <a:latin typeface="Gulim" panose="020B0600000101010101" pitchFamily="34" charset="-127"/>
                <a:ea typeface="Gulim" panose="020B0600000101010101" pitchFamily="34" charset="-127"/>
              </a:rPr>
              <a:t> 133.02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TKO 120.5 - TKO 133.35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TKO APP 119.1 – 119.65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1171DD40-8B79-FDB8-7A89-47741567E72D}"/>
              </a:ext>
            </a:extLst>
          </p:cNvPr>
          <p:cNvSpPr/>
          <p:nvPr/>
        </p:nvSpPr>
        <p:spPr>
          <a:xfrm>
            <a:off x="821577" y="236891"/>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6" name="그림 5" descr="텍스트, 지도, 폰트, 도표이(가) 표시된 사진&#10;&#10;자동 생성된 설명">
            <a:extLst>
              <a:ext uri="{FF2B5EF4-FFF2-40B4-BE49-F238E27FC236}">
                <a16:creationId xmlns:a16="http://schemas.microsoft.com/office/drawing/2014/main" id="{B63521A2-374F-B585-EB17-707675B0F10E}"/>
              </a:ext>
            </a:extLst>
          </p:cNvPr>
          <p:cNvPicPr>
            <a:picLocks noChangeAspect="1"/>
          </p:cNvPicPr>
          <p:nvPr/>
        </p:nvPicPr>
        <p:blipFill>
          <a:blip r:embed="rId6"/>
          <a:stretch>
            <a:fillRect/>
          </a:stretch>
        </p:blipFill>
        <p:spPr>
          <a:xfrm>
            <a:off x="3286" y="2680589"/>
            <a:ext cx="461157" cy="460179"/>
          </a:xfrm>
          <a:prstGeom prst="rect">
            <a:avLst/>
          </a:prstGeom>
        </p:spPr>
      </p:pic>
      <p:graphicFrame>
        <p:nvGraphicFramePr>
          <p:cNvPr id="7" name="Google Shape;136;p4">
            <a:extLst>
              <a:ext uri="{FF2B5EF4-FFF2-40B4-BE49-F238E27FC236}">
                <a16:creationId xmlns:a16="http://schemas.microsoft.com/office/drawing/2014/main" id="{23E3E101-BC50-A6C0-3A42-D76CCDECA61C}"/>
              </a:ext>
            </a:extLst>
          </p:cNvPr>
          <p:cNvGraphicFramePr/>
          <p:nvPr>
            <p:extLst>
              <p:ext uri="{D42A27DB-BD31-4B8C-83A1-F6EECF244321}">
                <p14:modId xmlns:p14="http://schemas.microsoft.com/office/powerpoint/2010/main" val="3909364309"/>
              </p:ext>
            </p:extLst>
          </p:nvPr>
        </p:nvGraphicFramePr>
        <p:xfrm>
          <a:off x="0" y="1049052"/>
          <a:ext cx="2339850" cy="162073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76800">
                  <a:extLst>
                    <a:ext uri="{9D8B030D-6E8A-4147-A177-3AD203B41FA5}">
                      <a16:colId xmlns:a16="http://schemas.microsoft.com/office/drawing/2014/main" val="20001"/>
                    </a:ext>
                  </a:extLst>
                </a:gridCol>
                <a:gridCol w="484975">
                  <a:extLst>
                    <a:ext uri="{9D8B030D-6E8A-4147-A177-3AD203B41FA5}">
                      <a16:colId xmlns:a16="http://schemas.microsoft.com/office/drawing/2014/main" val="20002"/>
                    </a:ext>
                  </a:extLst>
                </a:gridCol>
                <a:gridCol w="467475">
                  <a:extLst>
                    <a:ext uri="{9D8B030D-6E8A-4147-A177-3AD203B41FA5}">
                      <a16:colId xmlns:a16="http://schemas.microsoft.com/office/drawing/2014/main" val="20003"/>
                    </a:ext>
                  </a:extLst>
                </a:gridCol>
                <a:gridCol w="70400">
                  <a:extLst>
                    <a:ext uri="{9D8B030D-6E8A-4147-A177-3AD203B41FA5}">
                      <a16:colId xmlns:a16="http://schemas.microsoft.com/office/drawing/2014/main" val="1866786423"/>
                    </a:ext>
                  </a:extLst>
                </a:gridCol>
                <a:gridCol w="439000">
                  <a:extLst>
                    <a:ext uri="{9D8B030D-6E8A-4147-A177-3AD203B41FA5}">
                      <a16:colId xmlns:a16="http://schemas.microsoft.com/office/drawing/2014/main" val="20006"/>
                    </a:ext>
                  </a:extLst>
                </a:gridCol>
                <a:gridCol w="439000">
                  <a:extLst>
                    <a:ext uri="{9D8B030D-6E8A-4147-A177-3AD203B41FA5}">
                      <a16:colId xmlns:a16="http://schemas.microsoft.com/office/drawing/2014/main" val="20008"/>
                    </a:ext>
                  </a:extLst>
                </a:gridCol>
              </a:tblGrid>
              <a:tr h="119361">
                <a:tc gridSpan="7">
                  <a:txBody>
                    <a:bodyPr/>
                    <a:lstStyle/>
                    <a:p>
                      <a:pPr marL="0" marR="0" lvl="0" indent="0" algn="ctr" rtl="0">
                        <a:spcBef>
                          <a:spcPts val="0"/>
                        </a:spcBef>
                        <a:spcAft>
                          <a:spcPts val="0"/>
                        </a:spcAft>
                        <a:buNone/>
                      </a:pPr>
                      <a:r>
                        <a:rPr lang="en-US" altLang="ko-Kore-KR" sz="800" u="none" strike="noStrike" cap="none" dirty="0"/>
                        <a:t>GMP : </a:t>
                      </a:r>
                      <a:r>
                        <a:rPr lang="en-US" altLang="ko-Kore-KR" sz="800" u="none" strike="noStrike" cap="none" dirty="0">
                          <a:solidFill>
                            <a:srgbClr val="FFC000"/>
                          </a:solidFill>
                        </a:rPr>
                        <a:t>NADP FX-10</a:t>
                      </a:r>
                      <a:r>
                        <a:rPr lang="ko-KR" altLang="en-US" sz="800" u="none" strike="noStrike" cap="none" dirty="0">
                          <a:solidFill>
                            <a:srgbClr val="FFC000"/>
                          </a:solidFill>
                        </a:rPr>
                        <a:t>도</a:t>
                      </a:r>
                      <a:r>
                        <a:rPr lang="en-US" altLang="ko-KR" sz="800" u="none" strike="noStrike" cap="none" dirty="0">
                          <a:solidFill>
                            <a:srgbClr val="FFC000"/>
                          </a:solidFill>
                        </a:rPr>
                        <a:t>,</a:t>
                      </a:r>
                      <a:r>
                        <a:rPr lang="ko-KR" altLang="en-US" sz="800" u="none" strike="noStrike" cap="none" dirty="0">
                          <a:solidFill>
                            <a:srgbClr val="FFC000"/>
                          </a:solidFill>
                        </a:rPr>
                        <a:t> </a:t>
                      </a:r>
                      <a:r>
                        <a:rPr lang="en-US" altLang="ko-KR" sz="800" u="none" strike="noStrike" cap="none" dirty="0">
                          <a:solidFill>
                            <a:srgbClr val="FFC000"/>
                          </a:solidFill>
                        </a:rPr>
                        <a:t>CLB, CONF 1+F, Acc 4000ft</a:t>
                      </a:r>
                      <a:endParaRPr lang="en-US" altLang="ko-Kore-KR" sz="800" u="none" strike="noStrike" cap="none"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8481">
                <a:tc rowSpan="2">
                  <a:txBody>
                    <a:bodyPr/>
                    <a:lstStyle/>
                    <a:p>
                      <a:pPr marL="0" marR="0" lvl="0" indent="0" algn="ctr" rtl="0">
                        <a:spcBef>
                          <a:spcPts val="0"/>
                        </a:spcBef>
                        <a:spcAft>
                          <a:spcPts val="0"/>
                        </a:spcAft>
                        <a:buNone/>
                      </a:pPr>
                      <a:r>
                        <a:rPr lang="en-US" sz="800" b="1"/>
                        <a:t>32L/R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xT</a:t>
                      </a:r>
                      <a:endParaRPr sz="800" b="1" dirty="0">
                        <a:solidFill>
                          <a:srgbClr val="0070C0"/>
                        </a:solidFill>
                      </a:endParaRPr>
                    </a:p>
                  </a:txBody>
                  <a:tcPr marL="36000" marR="36000" marT="36000" marB="36000" anchor="ctr"/>
                </a:tc>
                <a:tc hMerge="1">
                  <a:txBody>
                    <a:bodyPr/>
                    <a:lstStyle/>
                    <a:p>
                      <a:endParaRPr lang="ko-Kore-KR"/>
                    </a:p>
                  </a:txBody>
                  <a:tcPr/>
                </a:tc>
                <a:tc rowSpan="2" gridSpan="4">
                  <a:txBody>
                    <a:bodyPr/>
                    <a:lstStyle/>
                    <a:p>
                      <a:pPr marL="0" marR="0" lvl="0" indent="0" algn="ctr" rtl="0">
                        <a:spcBef>
                          <a:spcPts val="0"/>
                        </a:spcBef>
                        <a:spcAft>
                          <a:spcPts val="0"/>
                        </a:spcAft>
                        <a:buNone/>
                      </a:pPr>
                      <a:r>
                        <a:rPr lang="en-US" sz="800" b="1" dirty="0"/>
                        <a:t>HD 324</a:t>
                      </a:r>
                      <a:r>
                        <a:rPr lang="en-US" sz="800" b="1" dirty="0">
                          <a:solidFill>
                            <a:schemeClr val="dk1"/>
                          </a:solidFill>
                        </a:rPr>
                        <a:t> </a:t>
                      </a:r>
                      <a:r>
                        <a:rPr lang="en-US" sz="800" b="1" dirty="0">
                          <a:solidFill>
                            <a:srgbClr val="0070C0"/>
                          </a:solidFill>
                        </a:rPr>
                        <a:t>ALT 5000 </a:t>
                      </a:r>
                      <a:r>
                        <a:rPr lang="en-US" sz="800" b="1" dirty="0">
                          <a:solidFill>
                            <a:srgbClr val="C00000"/>
                          </a:solidFill>
                        </a:rPr>
                        <a:t>Modi NADP</a:t>
                      </a:r>
                    </a:p>
                  </a:txBody>
                  <a:tcPr marL="36000" marR="36000" marT="36000" marB="36000" anchor="ctr"/>
                </a:tc>
                <a:tc rowSpan="2" hMerge="1">
                  <a:txBody>
                    <a:bodyPr/>
                    <a:lstStyle/>
                    <a:p>
                      <a:endParaRPr lang="ko-Kore-KR" altLang="en-US"/>
                    </a:p>
                  </a:txBody>
                  <a:tcPr/>
                </a:tc>
                <a:tc rowSpan="2" hMerge="1">
                  <a:txBody>
                    <a:bodyPr/>
                    <a:lstStyle/>
                    <a:p>
                      <a:endParaRPr lang="ko-Kore-KR"/>
                    </a:p>
                  </a:txBody>
                  <a:tcPr/>
                </a:tc>
                <a:tc rowSpan="2" hMerge="1">
                  <a:txBody>
                    <a:bodyPr/>
                    <a:lstStyle/>
                    <a:p>
                      <a:endParaRPr lang="ko-Kore-KR"/>
                    </a:p>
                  </a:txBody>
                  <a:tcPr/>
                </a:tc>
                <a:extLst>
                  <a:ext uri="{0D108BD9-81ED-4DB2-BD59-A6C34878D82A}">
                    <a16:rowId xmlns:a16="http://schemas.microsoft.com/office/drawing/2014/main" val="10001"/>
                  </a:ext>
                </a:extLst>
              </a:tr>
              <a:tr h="108481">
                <a:tc vMerge="1">
                  <a:txBody>
                    <a:bodyPr/>
                    <a:lstStyle/>
                    <a:p>
                      <a:endParaRPr lang="ko-Kore-KR"/>
                    </a:p>
                  </a:txBody>
                  <a:tcPr/>
                </a:tc>
                <a:tc gridSpan="2">
                  <a:txBody>
                    <a:bodyPr/>
                    <a:lstStyle/>
                    <a:p>
                      <a:pPr marL="0" marR="0" lvl="0" indent="0" algn="ctr" rtl="0">
                        <a:spcBef>
                          <a:spcPts val="0"/>
                        </a:spcBef>
                        <a:spcAft>
                          <a:spcPts val="0"/>
                        </a:spcAft>
                        <a:buNone/>
                      </a:pPr>
                      <a:r>
                        <a:rPr lang="en-US" sz="800" dirty="0"/>
                        <a:t>(EGOBA </a:t>
                      </a:r>
                      <a:r>
                        <a:rPr lang="en-US" sz="800" dirty="0" err="1"/>
                        <a:t>xQ</a:t>
                      </a:r>
                      <a:r>
                        <a:rPr lang="en-US" sz="800" dirty="0"/>
                        <a:t>)</a:t>
                      </a:r>
                      <a:endParaRPr sz="800" dirty="0"/>
                    </a:p>
                  </a:txBody>
                  <a:tcPr marL="36000" marR="36000" marT="36000" marB="36000" anchor="ctr"/>
                </a:tc>
                <a:tc hMerge="1">
                  <a:txBody>
                    <a:bodyPr/>
                    <a:lstStyle/>
                    <a:p>
                      <a:endParaRPr lang="ko-Kore-KR"/>
                    </a:p>
                  </a:txBody>
                  <a:tcPr/>
                </a:tc>
                <a:tc gridSpan="4" vMerge="1">
                  <a:txBody>
                    <a:bodyPr/>
                    <a:lstStyle/>
                    <a:p>
                      <a:pPr marL="0" marR="0" lvl="0" indent="0" algn="ctr" rtl="0">
                        <a:spcBef>
                          <a:spcPts val="0"/>
                        </a:spcBef>
                        <a:spcAft>
                          <a:spcPts val="0"/>
                        </a:spcAft>
                        <a:buNone/>
                      </a:pPr>
                      <a:endParaRPr sz="458" dirty="0">
                        <a:solidFill>
                          <a:srgbClr val="C00000"/>
                        </a:solidFill>
                      </a:endParaRPr>
                    </a:p>
                  </a:txBody>
                  <a:tcPr marL="36000" marR="36000" marT="36000" marB="36000" anchor="ctr"/>
                </a:tc>
                <a:tc hMerge="1" vMerge="1">
                  <a:txBody>
                    <a:bodyPr/>
                    <a:lstStyle/>
                    <a:p>
                      <a:endParaRPr lang="ko-Kore-KR" altLang="en-US"/>
                    </a:p>
                  </a:txBody>
                  <a:tcPr/>
                </a:tc>
                <a:tc hMerge="1" vMerge="1">
                  <a:txBody>
                    <a:bodyPr/>
                    <a:lstStyle/>
                    <a:p>
                      <a:endParaRPr lang="ko-Kore-KR"/>
                    </a:p>
                  </a:txBody>
                  <a:tcPr/>
                </a:tc>
                <a:tc hMerge="1" vMerge="1">
                  <a:txBody>
                    <a:bodyPr/>
                    <a:lstStyle/>
                    <a:p>
                      <a:endParaRPr lang="ko-Kore-KR"/>
                    </a:p>
                  </a:txBody>
                  <a:tcPr/>
                </a:tc>
                <a:extLst>
                  <a:ext uri="{0D108BD9-81ED-4DB2-BD59-A6C34878D82A}">
                    <a16:rowId xmlns:a16="http://schemas.microsoft.com/office/drawing/2014/main" val="10002"/>
                  </a:ext>
                </a:extLst>
              </a:tr>
              <a:tr h="108481">
                <a:tc>
                  <a:txBody>
                    <a:bodyPr/>
                    <a:lstStyle/>
                    <a:p>
                      <a:pPr marL="0" marR="0" lvl="0" indent="0" algn="ctr" rtl="0">
                        <a:spcBef>
                          <a:spcPts val="0"/>
                        </a:spcBef>
                        <a:spcAft>
                          <a:spcPts val="0"/>
                        </a:spcAft>
                        <a:buNone/>
                      </a:pPr>
                      <a:r>
                        <a:rPr lang="en-US" sz="800" b="1" dirty="0"/>
                        <a:t>14L/R</a:t>
                      </a:r>
                      <a:endParaRPr sz="800" b="1"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xU</a:t>
                      </a:r>
                      <a:endParaRPr sz="800" b="1" dirty="0">
                        <a:solidFill>
                          <a:srgbClr val="0070C0"/>
                        </a:solidFill>
                      </a:endParaRPr>
                    </a:p>
                  </a:txBody>
                  <a:tcPr marL="36000" marR="36000" marT="36000" marB="36000" anchor="ctr"/>
                </a:tc>
                <a:tc hMerge="1">
                  <a:txBody>
                    <a:bodyPr/>
                    <a:lstStyle/>
                    <a:p>
                      <a:endParaRPr lang="ko-Kore-KR"/>
                    </a:p>
                  </a:txBody>
                  <a:tcPr/>
                </a:tc>
                <a:tc gridSpan="4">
                  <a:txBody>
                    <a:bodyPr/>
                    <a:lstStyle/>
                    <a:p>
                      <a:pPr marL="0" marR="0" lvl="0" indent="0" algn="ctr" rtl="0">
                        <a:spcBef>
                          <a:spcPts val="0"/>
                        </a:spcBef>
                        <a:spcAft>
                          <a:spcPts val="0"/>
                        </a:spcAft>
                        <a:buNone/>
                      </a:pPr>
                      <a:r>
                        <a:rPr lang="en-US" sz="800" b="1" dirty="0"/>
                        <a:t>HD 144</a:t>
                      </a:r>
                      <a:r>
                        <a:rPr lang="en-US" sz="800" b="1" dirty="0">
                          <a:solidFill>
                            <a:schemeClr val="dk1"/>
                          </a:solidFill>
                        </a:rPr>
                        <a:t> </a:t>
                      </a:r>
                      <a:r>
                        <a:rPr lang="en-US" sz="800" b="1" dirty="0">
                          <a:solidFill>
                            <a:srgbClr val="0070C0"/>
                          </a:solidFill>
                        </a:rPr>
                        <a:t>ALT 6000 </a:t>
                      </a:r>
                      <a:r>
                        <a:rPr lang="en-US" sz="800" b="1" dirty="0">
                          <a:solidFill>
                            <a:srgbClr val="C00000"/>
                          </a:solidFill>
                        </a:rPr>
                        <a:t>Modi NADP</a:t>
                      </a:r>
                    </a:p>
                  </a:txBody>
                  <a:tcPr marL="36000" marR="36000" marT="36000" marB="36000" anchor="ct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3"/>
                  </a:ext>
                </a:extLst>
              </a:tr>
              <a:tr h="176684">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KIP</a:t>
                      </a:r>
                      <a:endParaRPr dirty="0"/>
                    </a:p>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113.6</a:t>
                      </a:r>
                      <a:endParaRPr sz="800" b="1" u="none" strike="noStrike" cap="none"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solidFill>
                            <a:srgbClr val="C00000"/>
                          </a:solidFill>
                        </a:rPr>
                        <a:t>32L IKMO</a:t>
                      </a:r>
                      <a:endParaRPr dirty="0"/>
                    </a:p>
                    <a:p>
                      <a:pPr marL="0" marR="0" lvl="0" indent="0" algn="ctr" rtl="0">
                        <a:spcBef>
                          <a:spcPts val="0"/>
                        </a:spcBef>
                        <a:spcAft>
                          <a:spcPts val="0"/>
                        </a:spcAft>
                        <a:buNone/>
                      </a:pPr>
                      <a:r>
                        <a:rPr lang="en-US" sz="800" b="1" u="none" strike="noStrike" cap="none" dirty="0">
                          <a:solidFill>
                            <a:srgbClr val="C00000"/>
                          </a:solidFill>
                        </a:rPr>
                        <a:t>108.3</a:t>
                      </a:r>
                      <a:endParaRPr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C00000"/>
                          </a:solidFill>
                        </a:rPr>
                        <a:t>32R ISKP</a:t>
                      </a:r>
                      <a:endParaRPr dirty="0"/>
                    </a:p>
                    <a:p>
                      <a:pPr marL="0" marR="0" lvl="0" indent="0" algn="ctr" rtl="0">
                        <a:spcBef>
                          <a:spcPts val="0"/>
                        </a:spcBef>
                        <a:spcAft>
                          <a:spcPts val="0"/>
                        </a:spcAft>
                        <a:buNone/>
                      </a:pPr>
                      <a:r>
                        <a:rPr lang="en-US" sz="800" b="1" u="none" strike="noStrike" cap="none" dirty="0">
                          <a:solidFill>
                            <a:srgbClr val="C00000"/>
                          </a:solidFill>
                        </a:rPr>
                        <a:t>110.7</a:t>
                      </a:r>
                      <a:endParaRPr dirty="0"/>
                    </a:p>
                  </a:txBody>
                  <a:tcPr marL="36000" marR="36000" marT="36000" marB="3600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u="none" strike="noStrike" cap="none" dirty="0">
                          <a:solidFill>
                            <a:srgbClr val="C00000"/>
                          </a:solidFill>
                        </a:rPr>
                        <a:t>14L ISEL 109.9</a:t>
                      </a:r>
                      <a:endParaRP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C00000"/>
                          </a:solidFill>
                        </a:rPr>
                        <a:t>14R </a:t>
                      </a:r>
                      <a:r>
                        <a:rPr lang="en-US" sz="700" b="1" u="none" strike="noStrike" cap="none" dirty="0">
                          <a:solidFill>
                            <a:srgbClr val="C00000"/>
                          </a:solidFill>
                        </a:rPr>
                        <a:t>IOFR</a:t>
                      </a:r>
                      <a:r>
                        <a:rPr lang="en-US" sz="800" b="1" u="none" strike="noStrike" cap="none" dirty="0">
                          <a:solidFill>
                            <a:srgbClr val="C00000"/>
                          </a:solidFill>
                        </a:rPr>
                        <a:t> 108.7</a:t>
                      </a:r>
                      <a:endParaRPr dirty="0"/>
                    </a:p>
                  </a:txBody>
                  <a:tcPr marL="36000" marR="36000" marT="36000" marB="36000" anchor="ctr"/>
                </a:tc>
                <a:extLst>
                  <a:ext uri="{0D108BD9-81ED-4DB2-BD59-A6C34878D82A}">
                    <a16:rowId xmlns:a16="http://schemas.microsoft.com/office/drawing/2014/main" val="10005"/>
                  </a:ext>
                </a:extLst>
              </a:tr>
              <a:tr h="176684">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dirty="0"/>
                        <a:t>32L/R : EO32L/R, R225, YJU R271</a:t>
                      </a:r>
                    </a:p>
                  </a:txBody>
                  <a:tcPr marL="36000" marR="36000" marT="36000" marB="36000" anchor="ctr"/>
                </a:tc>
                <a:tc hMerge="1">
                  <a:txBody>
                    <a:bodyPr/>
                    <a:lstStyle/>
                    <a:p>
                      <a:endParaRPr lang="ko-Kore-KR"/>
                    </a:p>
                  </a:txBody>
                  <a:tcPr/>
                </a:tc>
                <a:tc gridSpan="3">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dirty="0"/>
                        <a:t>14L/R : EO14L/R, R220, P73 /2</a:t>
                      </a: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24888">
                <a:tc gridSpan="7">
                  <a:txBody>
                    <a:bodyPr/>
                    <a:lstStyle/>
                    <a:p>
                      <a:pPr marL="0" marR="0" lvl="0" indent="0" algn="ctr" rtl="0">
                        <a:lnSpc>
                          <a:spcPct val="100000"/>
                        </a:lnSpc>
                        <a:spcBef>
                          <a:spcPts val="0"/>
                        </a:spcBef>
                        <a:spcAft>
                          <a:spcPts val="0"/>
                        </a:spcAft>
                        <a:buClr>
                          <a:srgbClr val="000000"/>
                        </a:buClr>
                        <a:buSzPts val="800"/>
                        <a:buFont typeface="Calibri"/>
                        <a:buNone/>
                      </a:pPr>
                      <a:r>
                        <a:rPr lang="en-US" sz="800" b="0" i="0" u="none" strike="noStrike" cap="none" dirty="0">
                          <a:solidFill>
                            <a:srgbClr val="000000"/>
                          </a:solidFill>
                          <a:latin typeface="Calibri"/>
                          <a:ea typeface="Calibri"/>
                          <a:cs typeface="Calibri"/>
                          <a:sym typeface="Calibri"/>
                        </a:rPr>
                        <a:t>APRON(130.875) -&gt; GND(121.9) -&gt; TWR (All by ATC)</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bl>
          </a:graphicData>
        </a:graphic>
      </p:graphicFrame>
      <p:sp>
        <p:nvSpPr>
          <p:cNvPr id="8" name="Google Shape;139;p4">
            <a:extLst>
              <a:ext uri="{FF2B5EF4-FFF2-40B4-BE49-F238E27FC236}">
                <a16:creationId xmlns:a16="http://schemas.microsoft.com/office/drawing/2014/main" id="{256FFA53-C32E-9B34-769C-BB64C95FD1A0}"/>
              </a:ext>
            </a:extLst>
          </p:cNvPr>
          <p:cNvSpPr txBox="1"/>
          <p:nvPr/>
        </p:nvSpPr>
        <p:spPr>
          <a:xfrm>
            <a:off x="649003" y="585439"/>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latin typeface="Calibri"/>
                <a:ea typeface="Calibri"/>
                <a:cs typeface="Calibri"/>
                <a:sym typeface="Calibri"/>
              </a:rPr>
              <a:t>Rwy</a:t>
            </a:r>
            <a:r>
              <a:rPr lang="en-US" sz="800" dirty="0">
                <a:latin typeface="Calibri"/>
                <a:ea typeface="Calibri"/>
                <a:cs typeface="Calibri"/>
                <a:sym typeface="Calibri"/>
              </a:rPr>
              <a:t> 32R </a:t>
            </a:r>
            <a:r>
              <a:rPr lang="en-US" sz="1000" b="1" dirty="0">
                <a:solidFill>
                  <a:srgbClr val="C00000"/>
                </a:solidFill>
                <a:latin typeface="Calibri"/>
                <a:ea typeface="Calibri"/>
                <a:cs typeface="Calibri"/>
                <a:sym typeface="Calibri"/>
              </a:rPr>
              <a:t>Takeoff </a:t>
            </a:r>
            <a:endParaRPr sz="1800" b="1" dirty="0">
              <a:solidFill>
                <a:srgbClr val="C00000"/>
              </a:solidFill>
            </a:endParaRPr>
          </a:p>
          <a:p>
            <a:pPr marL="0" marR="0" lvl="0" indent="0" algn="l" rtl="0">
              <a:spcBef>
                <a:spcPts val="0"/>
              </a:spcBef>
              <a:spcAft>
                <a:spcPts val="0"/>
              </a:spcAft>
              <a:buNone/>
            </a:pPr>
            <a:r>
              <a:rPr lang="en-US" sz="800" dirty="0">
                <a:latin typeface="Calibri"/>
                <a:ea typeface="Calibri"/>
                <a:cs typeface="Calibri"/>
                <a:sym typeface="Calibri"/>
              </a:rPr>
              <a:t>(06:00L~0900L / 12:00L~15:00L /18:00L~21:00L)</a:t>
            </a:r>
            <a:endParaRPr dirty="0"/>
          </a:p>
        </p:txBody>
      </p:sp>
      <p:pic>
        <p:nvPicPr>
          <p:cNvPr id="9" name="그림 8">
            <a:extLst>
              <a:ext uri="{FF2B5EF4-FFF2-40B4-BE49-F238E27FC236}">
                <a16:creationId xmlns:a16="http://schemas.microsoft.com/office/drawing/2014/main" id="{8EBCA2F3-17D6-342B-0EAD-F804AF02F950}"/>
              </a:ext>
            </a:extLst>
          </p:cNvPr>
          <p:cNvPicPr>
            <a:picLocks noChangeAspect="1"/>
          </p:cNvPicPr>
          <p:nvPr/>
        </p:nvPicPr>
        <p:blipFill>
          <a:blip r:embed="rId7"/>
          <a:stretch>
            <a:fillRect/>
          </a:stretch>
        </p:blipFill>
        <p:spPr>
          <a:xfrm>
            <a:off x="148563" y="616062"/>
            <a:ext cx="451728" cy="451728"/>
          </a:xfrm>
          <a:prstGeom prst="rect">
            <a:avLst/>
          </a:prstGeom>
        </p:spPr>
      </p:pic>
      <p:pic>
        <p:nvPicPr>
          <p:cNvPr id="5" name="그래픽 4" descr="집 Wi-Fi에서 작업 단색으로 채워진">
            <a:hlinkClick r:id="" action="ppaction://hlinkshowjump?jump=firstslide"/>
            <a:extLst>
              <a:ext uri="{FF2B5EF4-FFF2-40B4-BE49-F238E27FC236}">
                <a16:creationId xmlns:a16="http://schemas.microsoft.com/office/drawing/2014/main" id="{9CB71F31-9FE7-F6FB-E831-4F77E261766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58887" y="2831739"/>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5402064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05DEC68E-7214-EAF6-505A-EFCC1EEC10DF}"/>
            </a:ext>
          </a:extLst>
        </p:cNvPr>
        <p:cNvGrpSpPr/>
        <p:nvPr/>
      </p:nvGrpSpPr>
      <p:grpSpPr>
        <a:xfrm>
          <a:off x="0" y="0"/>
          <a:ext cx="0" cy="0"/>
          <a:chOff x="0" y="0"/>
          <a:chExt cx="0" cy="0"/>
        </a:xfrm>
      </p:grpSpPr>
      <p:graphicFrame>
        <p:nvGraphicFramePr>
          <p:cNvPr id="145" name="Google Shape;138;p4">
            <a:extLst>
              <a:ext uri="{FF2B5EF4-FFF2-40B4-BE49-F238E27FC236}">
                <a16:creationId xmlns:a16="http://schemas.microsoft.com/office/drawing/2014/main" id="{09C106CB-F928-744F-9231-597E7BA00720}"/>
              </a:ext>
            </a:extLst>
          </p:cNvPr>
          <p:cNvGraphicFramePr/>
          <p:nvPr>
            <p:extLst>
              <p:ext uri="{D42A27DB-BD31-4B8C-83A1-F6EECF244321}">
                <p14:modId xmlns:p14="http://schemas.microsoft.com/office/powerpoint/2010/main" val="4254911068"/>
              </p:ext>
            </p:extLst>
          </p:nvPr>
        </p:nvGraphicFramePr>
        <p:xfrm>
          <a:off x="-4122" y="2338996"/>
          <a:ext cx="2328850" cy="54024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16787">
                <a:tc>
                  <a:txBody>
                    <a:bodyPr/>
                    <a:lstStyle/>
                    <a:p>
                      <a:pPr marL="0" marR="0" lvl="0" indent="0" algn="ctr" rtl="0">
                        <a:spcBef>
                          <a:spcPts val="0"/>
                        </a:spcBef>
                        <a:spcAft>
                          <a:spcPts val="0"/>
                        </a:spcAft>
                        <a:buNone/>
                      </a:pPr>
                      <a:r>
                        <a:rPr lang="en-US" sz="1000" dirty="0"/>
                        <a:t>Missed App</a:t>
                      </a:r>
                    </a:p>
                  </a:txBody>
                  <a:tcPr marL="36000" marR="36000" marT="36000" marB="36000" anchor="ctr"/>
                </a:tc>
                <a:extLst>
                  <a:ext uri="{0D108BD9-81ED-4DB2-BD59-A6C34878D82A}">
                    <a16:rowId xmlns:a16="http://schemas.microsoft.com/office/drawing/2014/main" val="10000"/>
                  </a:ext>
                </a:extLst>
              </a:tr>
              <a:tr h="164377">
                <a:tc>
                  <a:txBody>
                    <a:bodyPr/>
                    <a:lstStyle/>
                    <a:p>
                      <a:pPr marL="0" marR="0" lvl="0" indent="0" algn="l" rtl="0">
                        <a:spcBef>
                          <a:spcPts val="0"/>
                        </a:spcBef>
                        <a:spcAft>
                          <a:spcPts val="0"/>
                        </a:spcAft>
                        <a:buNone/>
                      </a:pPr>
                      <a:r>
                        <a:rPr lang="en-US" altLang="ko-KR" sz="800" dirty="0"/>
                        <a:t>R/H Turn </a:t>
                      </a:r>
                      <a:r>
                        <a:rPr lang="en-US" altLang="ko-KR" sz="800" b="1" dirty="0">
                          <a:solidFill>
                            <a:srgbClr val="C00000"/>
                          </a:solidFill>
                        </a:rPr>
                        <a:t>HME 015 </a:t>
                      </a:r>
                      <a:r>
                        <a:rPr lang="en-US" altLang="ko-KR" sz="800" dirty="0"/>
                        <a:t>OUTBD (PULL TRK)</a:t>
                      </a:r>
                    </a:p>
                    <a:p>
                      <a:pPr marL="0" marR="0" lvl="0" indent="0" algn="l" rtl="0">
                        <a:spcBef>
                          <a:spcPts val="0"/>
                        </a:spcBef>
                        <a:spcAft>
                          <a:spcPts val="0"/>
                        </a:spcAft>
                        <a:buNone/>
                      </a:pPr>
                      <a:r>
                        <a:rPr lang="en-US" altLang="ko-KR" sz="800" dirty="0">
                          <a:solidFill>
                            <a:srgbClr val="0070C0"/>
                          </a:solidFill>
                        </a:rPr>
                        <a:t>(DCT KASGA Radial In 196, MAN NAV)</a:t>
                      </a:r>
                      <a:r>
                        <a:rPr lang="en-US" altLang="ko-KR" sz="800" dirty="0"/>
                        <a:t> </a:t>
                      </a:r>
                    </a:p>
                  </a:txBody>
                  <a:tcPr marL="36000" marR="36000" marT="36000" marB="36000" anchor="ctr"/>
                </a:tc>
                <a:extLst>
                  <a:ext uri="{0D108BD9-81ED-4DB2-BD59-A6C34878D82A}">
                    <a16:rowId xmlns:a16="http://schemas.microsoft.com/office/drawing/2014/main" val="10001"/>
                  </a:ext>
                </a:extLst>
              </a:tr>
            </a:tbl>
          </a:graphicData>
        </a:graphic>
      </p:graphicFrame>
      <p:graphicFrame>
        <p:nvGraphicFramePr>
          <p:cNvPr id="138" name="Google Shape;138;p4">
            <a:extLst>
              <a:ext uri="{FF2B5EF4-FFF2-40B4-BE49-F238E27FC236}">
                <a16:creationId xmlns:a16="http://schemas.microsoft.com/office/drawing/2014/main" id="{23755B93-226C-22BF-2505-861E838D4024}"/>
              </a:ext>
            </a:extLst>
          </p:cNvPr>
          <p:cNvGraphicFramePr/>
          <p:nvPr>
            <p:extLst>
              <p:ext uri="{D42A27DB-BD31-4B8C-83A1-F6EECF244321}">
                <p14:modId xmlns:p14="http://schemas.microsoft.com/office/powerpoint/2010/main" val="1514582562"/>
              </p:ext>
            </p:extLst>
          </p:nvPr>
        </p:nvGraphicFramePr>
        <p:xfrm>
          <a:off x="0" y="-1"/>
          <a:ext cx="2328850" cy="74256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96610">
                <a:tc>
                  <a:txBody>
                    <a:bodyPr/>
                    <a:lstStyle/>
                    <a:p>
                      <a:pPr marL="0" marR="0" lvl="0" indent="0" algn="ctr" rtl="0">
                        <a:spcBef>
                          <a:spcPts val="0"/>
                        </a:spcBef>
                        <a:spcAft>
                          <a:spcPts val="0"/>
                        </a:spcAft>
                        <a:buNone/>
                      </a:pPr>
                      <a:r>
                        <a:rPr lang="en-US" sz="1100" dirty="0"/>
                        <a:t>A330 HND LDA 22 W</a:t>
                      </a:r>
                      <a:endParaRPr lang="en-US" sz="1100" dirty="0">
                        <a:solidFill>
                          <a:srgbClr val="FFC000"/>
                        </a:solidFill>
                      </a:endParaRPr>
                    </a:p>
                  </a:txBody>
                  <a:tcPr marL="91450" marR="91450" marT="36000" marB="36000" anchor="ctr"/>
                </a:tc>
                <a:extLst>
                  <a:ext uri="{0D108BD9-81ED-4DB2-BD59-A6C34878D82A}">
                    <a16:rowId xmlns:a16="http://schemas.microsoft.com/office/drawing/2014/main" val="10000"/>
                  </a:ext>
                </a:extLst>
              </a:tr>
              <a:tr h="312587">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F-PLN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APPR                    STAR           TRANS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6F6F6F"/>
                          </a:solidFill>
                          <a:effectLst/>
                          <a:uLnTx/>
                          <a:uFillTx/>
                          <a:latin typeface="Calibri"/>
                          <a:cs typeface="Calibri"/>
                        </a:rPr>
                        <a:t>RNV22-W       XAC 1B      </a:t>
                      </a:r>
                      <a:r>
                        <a:rPr kumimoji="0" lang="en-US" altLang="ko-Kore-KR" sz="800" b="1" i="0" u="none" strike="noStrike" kern="1200" cap="none" spc="0" normalizeH="0" baseline="0" noProof="0" dirty="0">
                          <a:ln>
                            <a:noFill/>
                          </a:ln>
                          <a:solidFill>
                            <a:srgbClr val="6F6F6F"/>
                          </a:solidFill>
                          <a:effectLst/>
                          <a:uLnTx/>
                          <a:uFillTx/>
                          <a:latin typeface="Calibri"/>
                          <a:cs typeface="Calibri"/>
                        </a:rPr>
                        <a:t>BACON        </a:t>
                      </a: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txBody>
                  <a:tcPr marL="36000" marR="36000" marT="0" marB="0" anchor="ctr"/>
                </a:tc>
                <a:extLst>
                  <a:ext uri="{0D108BD9-81ED-4DB2-BD59-A6C34878D82A}">
                    <a16:rowId xmlns:a16="http://schemas.microsoft.com/office/drawing/2014/main" val="10001"/>
                  </a:ext>
                </a:extLst>
              </a:tr>
              <a:tr h="100028">
                <a:tc>
                  <a:txBody>
                    <a:bodyPr/>
                    <a:lstStyle/>
                    <a:p>
                      <a:pPr marL="0" marR="0" lvl="0" indent="0" algn="ctr" rtl="0">
                        <a:spcBef>
                          <a:spcPts val="0"/>
                        </a:spcBef>
                        <a:spcAft>
                          <a:spcPts val="0"/>
                        </a:spcAft>
                        <a:buNone/>
                      </a:pPr>
                      <a:r>
                        <a:rPr lang="en-US" sz="800" b="1" dirty="0">
                          <a:solidFill>
                            <a:srgbClr val="0070C0"/>
                          </a:solidFill>
                        </a:rPr>
                        <a:t>CHK IKL, IKL /8 180kts, /3 160kts, TTE 015 (GA)</a:t>
                      </a:r>
                    </a:p>
                  </a:txBody>
                  <a:tcPr marL="90000" marR="91450" marT="0" marB="0" anchor="ctr"/>
                </a:tc>
                <a:extLst>
                  <a:ext uri="{0D108BD9-81ED-4DB2-BD59-A6C34878D82A}">
                    <a16:rowId xmlns:a16="http://schemas.microsoft.com/office/drawing/2014/main" val="2408181646"/>
                  </a:ext>
                </a:extLst>
              </a:tr>
            </a:tbl>
          </a:graphicData>
        </a:graphic>
      </p:graphicFrame>
      <p:grpSp>
        <p:nvGrpSpPr>
          <p:cNvPr id="134" name="그룹 133">
            <a:extLst>
              <a:ext uri="{FF2B5EF4-FFF2-40B4-BE49-F238E27FC236}">
                <a16:creationId xmlns:a16="http://schemas.microsoft.com/office/drawing/2014/main" id="{3E75256C-8E35-5BBE-A649-590CEA5F0D16}"/>
              </a:ext>
            </a:extLst>
          </p:cNvPr>
          <p:cNvGrpSpPr/>
          <p:nvPr/>
        </p:nvGrpSpPr>
        <p:grpSpPr>
          <a:xfrm>
            <a:off x="-42267" y="702484"/>
            <a:ext cx="2411183" cy="1368423"/>
            <a:chOff x="-42267" y="989260"/>
            <a:chExt cx="2411183" cy="1368423"/>
          </a:xfrm>
        </p:grpSpPr>
        <p:pic>
          <p:nvPicPr>
            <p:cNvPr id="5" name="그림 4" descr="지도, 스크린샷이(가) 표시된 사진&#10;&#10;자동 생성된 설명">
              <a:extLst>
                <a:ext uri="{FF2B5EF4-FFF2-40B4-BE49-F238E27FC236}">
                  <a16:creationId xmlns:a16="http://schemas.microsoft.com/office/drawing/2014/main" id="{611C0B97-B927-3684-079C-1DF58107E92F}"/>
                </a:ext>
              </a:extLst>
            </p:cNvPr>
            <p:cNvPicPr>
              <a:picLocks noChangeAspect="1"/>
            </p:cNvPicPr>
            <p:nvPr/>
          </p:nvPicPr>
          <p:blipFill>
            <a:blip r:embed="rId3"/>
            <a:stretch>
              <a:fillRect/>
            </a:stretch>
          </p:blipFill>
          <p:spPr>
            <a:xfrm>
              <a:off x="-2199" y="1038847"/>
              <a:ext cx="2326259" cy="645541"/>
            </a:xfrm>
            <a:prstGeom prst="rect">
              <a:avLst/>
            </a:prstGeom>
          </p:spPr>
        </p:pic>
        <p:sp>
          <p:nvSpPr>
            <p:cNvPr id="48" name="사각형 설명선[R] 47">
              <a:extLst>
                <a:ext uri="{FF2B5EF4-FFF2-40B4-BE49-F238E27FC236}">
                  <a16:creationId xmlns:a16="http://schemas.microsoft.com/office/drawing/2014/main" id="{4227751E-4B7B-4F2B-531B-954A388475D8}"/>
                </a:ext>
              </a:extLst>
            </p:cNvPr>
            <p:cNvSpPr/>
            <p:nvPr/>
          </p:nvSpPr>
          <p:spPr>
            <a:xfrm>
              <a:off x="1566825" y="1697366"/>
              <a:ext cx="735129" cy="338105"/>
            </a:xfrm>
            <a:prstGeom prst="wedgeRectCallout">
              <a:avLst>
                <a:gd name="adj1" fmla="val 26587"/>
                <a:gd name="adj2" fmla="val -188640"/>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MANAGE DES, </a:t>
              </a:r>
              <a:r>
                <a:rPr kumimoji="1" lang="en-US" altLang="ko-Kore-KR" sz="400" dirty="0">
                  <a:solidFill>
                    <a:srgbClr val="FFC000"/>
                  </a:solidFill>
                </a:rPr>
                <a:t>FLAP 1</a:t>
              </a:r>
            </a:p>
            <a:p>
              <a:r>
                <a:rPr kumimoji="1" lang="en-US" altLang="ko-Kore-KR" sz="400" dirty="0">
                  <a:solidFill>
                    <a:srgbClr val="FFC000"/>
                  </a:solidFill>
                </a:rPr>
                <a:t>TRK FPA ON</a:t>
              </a:r>
            </a:p>
            <a:p>
              <a:r>
                <a:rPr kumimoji="1" lang="en-US" altLang="ko-Kore-KR" sz="400" dirty="0">
                  <a:solidFill>
                    <a:srgbClr val="FFC000"/>
                  </a:solidFill>
                </a:rPr>
                <a:t>LOC ARM</a:t>
              </a:r>
              <a:r>
                <a:rPr kumimoji="1" lang="en-US" altLang="ko-KR" sz="400" dirty="0">
                  <a:solidFill>
                    <a:srgbClr val="FFC000"/>
                  </a:solidFill>
                </a:rPr>
                <a:t>,</a:t>
              </a:r>
              <a:r>
                <a:rPr kumimoji="1" lang="ko-KR" altLang="en-US" sz="400" dirty="0">
                  <a:solidFill>
                    <a:srgbClr val="FFC000"/>
                  </a:solidFill>
                </a:rPr>
                <a:t> </a:t>
              </a:r>
              <a:r>
                <a:rPr kumimoji="1" lang="en-US" altLang="ko-KR" sz="400" dirty="0">
                  <a:solidFill>
                    <a:srgbClr val="FFC000"/>
                  </a:solidFill>
                </a:rPr>
                <a:t>PULL SPD 180</a:t>
              </a:r>
              <a:endParaRPr kumimoji="1" lang="en-US" altLang="ko-Kore-KR" sz="400" dirty="0">
                <a:solidFill>
                  <a:srgbClr val="FFC000"/>
                </a:solidFill>
              </a:endParaRPr>
            </a:p>
            <a:p>
              <a:r>
                <a:rPr kumimoji="1" lang="en-US" altLang="ko-KR" sz="400" dirty="0"/>
                <a:t>BONDO 5000’ </a:t>
              </a:r>
              <a:r>
                <a:rPr kumimoji="1" lang="ko-KR" altLang="en-US" sz="400" dirty="0" err="1"/>
                <a:t>맞추기위한</a:t>
              </a:r>
              <a:r>
                <a:rPr kumimoji="1" lang="ko-KR" altLang="en-US" sz="400" dirty="0"/>
                <a:t> </a:t>
              </a:r>
              <a:r>
                <a:rPr kumimoji="1" lang="en-US" altLang="ko-KR" sz="400" dirty="0"/>
                <a:t>S/B </a:t>
              </a:r>
              <a:r>
                <a:rPr kumimoji="1" lang="ko-KR" altLang="en-US" sz="400" dirty="0"/>
                <a:t>사용 고려</a:t>
              </a:r>
              <a:endParaRPr kumimoji="1" lang="en-US" altLang="ko-Kore-KR" sz="400" dirty="0"/>
            </a:p>
          </p:txBody>
        </p:sp>
        <p:cxnSp>
          <p:nvCxnSpPr>
            <p:cNvPr id="14" name="직선 연결선[R] 13">
              <a:extLst>
                <a:ext uri="{FF2B5EF4-FFF2-40B4-BE49-F238E27FC236}">
                  <a16:creationId xmlns:a16="http://schemas.microsoft.com/office/drawing/2014/main" id="{61A0E44B-25F1-58C1-8DE9-571998195A2A}"/>
                </a:ext>
              </a:extLst>
            </p:cNvPr>
            <p:cNvCxnSpPr>
              <a:cxnSpLocks/>
              <a:stCxn id="19" idx="1"/>
            </p:cNvCxnSpPr>
            <p:nvPr/>
          </p:nvCxnSpPr>
          <p:spPr>
            <a:xfrm flipH="1">
              <a:off x="448034" y="1181041"/>
              <a:ext cx="1593292" cy="0"/>
            </a:xfrm>
            <a:prstGeom prst="line">
              <a:avLst/>
            </a:prstGeom>
            <a:ln w="19050">
              <a:solidFill>
                <a:srgbClr val="AA47F5"/>
              </a:solidFill>
            </a:ln>
          </p:spPr>
          <p:style>
            <a:lnRef idx="1">
              <a:schemeClr val="accent1"/>
            </a:lnRef>
            <a:fillRef idx="0">
              <a:schemeClr val="accent1"/>
            </a:fillRef>
            <a:effectRef idx="0">
              <a:schemeClr val="accent1"/>
            </a:effectRef>
            <a:fontRef idx="minor">
              <a:schemeClr val="tx1"/>
            </a:fontRef>
          </p:style>
        </p:cxnSp>
        <p:sp>
          <p:nvSpPr>
            <p:cNvPr id="8" name="포인트가 4개인 별 7">
              <a:extLst>
                <a:ext uri="{FF2B5EF4-FFF2-40B4-BE49-F238E27FC236}">
                  <a16:creationId xmlns:a16="http://schemas.microsoft.com/office/drawing/2014/main" id="{93923709-7EBF-C36A-740A-342024D1E132}"/>
                </a:ext>
              </a:extLst>
            </p:cNvPr>
            <p:cNvSpPr>
              <a:spLocks noChangeAspect="1"/>
            </p:cNvSpPr>
            <p:nvPr/>
          </p:nvSpPr>
          <p:spPr>
            <a:xfrm>
              <a:off x="1706050" y="1142485"/>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9" name="호 8">
              <a:extLst>
                <a:ext uri="{FF2B5EF4-FFF2-40B4-BE49-F238E27FC236}">
                  <a16:creationId xmlns:a16="http://schemas.microsoft.com/office/drawing/2014/main" id="{050823E3-41E4-402D-AEF2-F310B51EB812}"/>
                </a:ext>
              </a:extLst>
            </p:cNvPr>
            <p:cNvSpPr/>
            <p:nvPr/>
          </p:nvSpPr>
          <p:spPr>
            <a:xfrm>
              <a:off x="91439" y="1179428"/>
              <a:ext cx="618645" cy="755242"/>
            </a:xfrm>
            <a:prstGeom prst="arc">
              <a:avLst>
                <a:gd name="adj1" fmla="val 12288827"/>
                <a:gd name="adj2" fmla="val 16350233"/>
              </a:avLst>
            </a:prstGeom>
            <a:ln w="19050">
              <a:solidFill>
                <a:srgbClr val="AA47F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19" name="포인트가 4개인 별 18">
              <a:extLst>
                <a:ext uri="{FF2B5EF4-FFF2-40B4-BE49-F238E27FC236}">
                  <a16:creationId xmlns:a16="http://schemas.microsoft.com/office/drawing/2014/main" id="{C1CC6D9A-2437-E066-024D-3B9F8280BFD3}"/>
                </a:ext>
              </a:extLst>
            </p:cNvPr>
            <p:cNvSpPr>
              <a:spLocks noChangeAspect="1"/>
            </p:cNvSpPr>
            <p:nvPr/>
          </p:nvSpPr>
          <p:spPr>
            <a:xfrm>
              <a:off x="2041326" y="1145262"/>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21" name="포인트가 4개인 별 20">
              <a:extLst>
                <a:ext uri="{FF2B5EF4-FFF2-40B4-BE49-F238E27FC236}">
                  <a16:creationId xmlns:a16="http://schemas.microsoft.com/office/drawing/2014/main" id="{76801248-383D-3178-AFEE-6B96191195A4}"/>
                </a:ext>
              </a:extLst>
            </p:cNvPr>
            <p:cNvSpPr>
              <a:spLocks noChangeAspect="1"/>
            </p:cNvSpPr>
            <p:nvPr/>
          </p:nvSpPr>
          <p:spPr>
            <a:xfrm>
              <a:off x="412034" y="1141102"/>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24" name="포인트가 4개인 별 23">
              <a:extLst>
                <a:ext uri="{FF2B5EF4-FFF2-40B4-BE49-F238E27FC236}">
                  <a16:creationId xmlns:a16="http://schemas.microsoft.com/office/drawing/2014/main" id="{16370EC6-8D5D-E305-2F62-8A2637510556}"/>
                </a:ext>
              </a:extLst>
            </p:cNvPr>
            <p:cNvSpPr>
              <a:spLocks noChangeAspect="1"/>
            </p:cNvSpPr>
            <p:nvPr/>
          </p:nvSpPr>
          <p:spPr>
            <a:xfrm>
              <a:off x="2206194" y="1318443"/>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25" name="포인트가 4개인 별 24">
              <a:extLst>
                <a:ext uri="{FF2B5EF4-FFF2-40B4-BE49-F238E27FC236}">
                  <a16:creationId xmlns:a16="http://schemas.microsoft.com/office/drawing/2014/main" id="{0E90A0A1-52CC-B9DD-6017-B27824CE332D}"/>
                </a:ext>
              </a:extLst>
            </p:cNvPr>
            <p:cNvSpPr>
              <a:spLocks noChangeAspect="1"/>
            </p:cNvSpPr>
            <p:nvPr/>
          </p:nvSpPr>
          <p:spPr>
            <a:xfrm>
              <a:off x="2254691" y="1529031"/>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cxnSp>
          <p:nvCxnSpPr>
            <p:cNvPr id="26" name="직선 연결선[R] 25">
              <a:extLst>
                <a:ext uri="{FF2B5EF4-FFF2-40B4-BE49-F238E27FC236}">
                  <a16:creationId xmlns:a16="http://schemas.microsoft.com/office/drawing/2014/main" id="{1A53383F-2B6D-CE81-E1A8-7170C42005FA}"/>
                </a:ext>
              </a:extLst>
            </p:cNvPr>
            <p:cNvCxnSpPr>
              <a:cxnSpLocks/>
            </p:cNvCxnSpPr>
            <p:nvPr/>
          </p:nvCxnSpPr>
          <p:spPr>
            <a:xfrm flipH="1" flipV="1">
              <a:off x="2105014" y="1191896"/>
              <a:ext cx="113648" cy="139015"/>
            </a:xfrm>
            <a:prstGeom prst="line">
              <a:avLst/>
            </a:prstGeom>
            <a:ln w="19050">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34" name="직선 연결선[R] 33">
              <a:extLst>
                <a:ext uri="{FF2B5EF4-FFF2-40B4-BE49-F238E27FC236}">
                  <a16:creationId xmlns:a16="http://schemas.microsoft.com/office/drawing/2014/main" id="{6B88FB7C-6CD3-15E5-B8F7-87E488402446}"/>
                </a:ext>
              </a:extLst>
            </p:cNvPr>
            <p:cNvCxnSpPr>
              <a:cxnSpLocks/>
              <a:endCxn id="24" idx="2"/>
            </p:cNvCxnSpPr>
            <p:nvPr/>
          </p:nvCxnSpPr>
          <p:spPr>
            <a:xfrm flipH="1" flipV="1">
              <a:off x="2242194" y="1390000"/>
              <a:ext cx="44341" cy="139031"/>
            </a:xfrm>
            <a:prstGeom prst="line">
              <a:avLst/>
            </a:prstGeom>
            <a:ln w="19050">
              <a:solidFill>
                <a:srgbClr val="AA47F5"/>
              </a:solidFill>
            </a:ln>
          </p:spPr>
          <p:style>
            <a:lnRef idx="1">
              <a:schemeClr val="accent1"/>
            </a:lnRef>
            <a:fillRef idx="0">
              <a:schemeClr val="accent1"/>
            </a:fillRef>
            <a:effectRef idx="0">
              <a:schemeClr val="accent1"/>
            </a:effectRef>
            <a:fontRef idx="minor">
              <a:schemeClr val="tx1"/>
            </a:fontRef>
          </p:style>
        </p:cxnSp>
        <p:sp>
          <p:nvSpPr>
            <p:cNvPr id="56" name="사각형 설명선[R] 55">
              <a:extLst>
                <a:ext uri="{FF2B5EF4-FFF2-40B4-BE49-F238E27FC236}">
                  <a16:creationId xmlns:a16="http://schemas.microsoft.com/office/drawing/2014/main" id="{674A70AD-8746-C76C-BFDD-20B873FB3E2B}"/>
                </a:ext>
              </a:extLst>
            </p:cNvPr>
            <p:cNvSpPr/>
            <p:nvPr/>
          </p:nvSpPr>
          <p:spPr>
            <a:xfrm>
              <a:off x="1106294" y="1333713"/>
              <a:ext cx="606832" cy="209027"/>
            </a:xfrm>
            <a:prstGeom prst="wedgeRectCallout">
              <a:avLst>
                <a:gd name="adj1" fmla="val 50389"/>
                <a:gd name="adj2" fmla="val -117526"/>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1000’ SET, </a:t>
              </a:r>
              <a:r>
                <a:rPr kumimoji="1" lang="en-US" altLang="ko-Kore-KR" sz="400" b="1" dirty="0">
                  <a:solidFill>
                    <a:srgbClr val="FFC000"/>
                  </a:solidFill>
                </a:rPr>
                <a:t>FPA -4</a:t>
              </a:r>
              <a:r>
                <a:rPr kumimoji="1" lang="ko-KR" altLang="en-US" sz="400" b="1" dirty="0">
                  <a:solidFill>
                    <a:srgbClr val="FFC000"/>
                  </a:solidFill>
                </a:rPr>
                <a:t> </a:t>
              </a:r>
              <a:r>
                <a:rPr kumimoji="1" lang="en-US" altLang="ko-KR" sz="400" b="1" dirty="0">
                  <a:solidFill>
                    <a:srgbClr val="FFC000"/>
                  </a:solidFill>
                </a:rPr>
                <a:t>DES</a:t>
              </a:r>
            </a:p>
            <a:p>
              <a:r>
                <a:rPr kumimoji="1" lang="en-US" altLang="ko-KR" sz="400" dirty="0">
                  <a:solidFill>
                    <a:srgbClr val="FFC000"/>
                  </a:solidFill>
                </a:rPr>
                <a:t>S/B</a:t>
              </a:r>
              <a:r>
                <a:rPr kumimoji="1" lang="ko-KR" altLang="en-US" sz="400" dirty="0">
                  <a:solidFill>
                    <a:srgbClr val="FFC000"/>
                  </a:solidFill>
                </a:rPr>
                <a:t> </a:t>
              </a:r>
              <a:r>
                <a:rPr kumimoji="1" lang="en-US" altLang="ko-KR" sz="400" dirty="0">
                  <a:solidFill>
                    <a:srgbClr val="FFC000"/>
                  </a:solidFill>
                </a:rPr>
                <a:t>or</a:t>
              </a:r>
              <a:r>
                <a:rPr kumimoji="1" lang="ko-KR" altLang="en-US" sz="400" dirty="0">
                  <a:solidFill>
                    <a:srgbClr val="FFC000"/>
                  </a:solidFill>
                </a:rPr>
                <a:t> </a:t>
              </a:r>
              <a:r>
                <a:rPr kumimoji="1" lang="en-US" altLang="ko-KR" sz="400" dirty="0">
                  <a:solidFill>
                    <a:srgbClr val="FFC000"/>
                  </a:solidFill>
                </a:rPr>
                <a:t>L/G</a:t>
              </a:r>
              <a:r>
                <a:rPr kumimoji="1" lang="ko-KR" altLang="en-US" sz="400" dirty="0">
                  <a:solidFill>
                    <a:srgbClr val="FFC000"/>
                  </a:solidFill>
                </a:rPr>
                <a:t> </a:t>
              </a:r>
              <a:r>
                <a:rPr kumimoji="1" lang="en-US" altLang="ko-KR" sz="400" dirty="0">
                  <a:solidFill>
                    <a:srgbClr val="FFC000"/>
                  </a:solidFill>
                </a:rPr>
                <a:t>DN</a:t>
              </a:r>
            </a:p>
          </p:txBody>
        </p:sp>
        <p:sp>
          <p:nvSpPr>
            <p:cNvPr id="43" name="TextBox 42">
              <a:extLst>
                <a:ext uri="{FF2B5EF4-FFF2-40B4-BE49-F238E27FC236}">
                  <a16:creationId xmlns:a16="http://schemas.microsoft.com/office/drawing/2014/main" id="{D775BE31-0AEE-E9F2-D4B8-CB9B2B46F3F2}"/>
                </a:ext>
              </a:extLst>
            </p:cNvPr>
            <p:cNvSpPr txBox="1"/>
            <p:nvPr/>
          </p:nvSpPr>
          <p:spPr>
            <a:xfrm>
              <a:off x="1475792" y="1198461"/>
              <a:ext cx="532518" cy="215444"/>
            </a:xfrm>
            <a:prstGeom prst="rect">
              <a:avLst/>
            </a:prstGeom>
            <a:noFill/>
          </p:spPr>
          <p:txBody>
            <a:bodyPr wrap="none" rtlCol="0">
              <a:spAutoFit/>
            </a:bodyPr>
            <a:lstStyle/>
            <a:p>
              <a:pPr algn="ctr"/>
              <a:r>
                <a:rPr kumimoji="1" lang="en-US" altLang="ko-Kore-KR" sz="400" b="1" dirty="0"/>
                <a:t>BONDO</a:t>
              </a:r>
              <a:r>
                <a:rPr kumimoji="1" lang="ko-KR" altLang="en-US" sz="400" b="1" dirty="0"/>
                <a:t> </a:t>
              </a:r>
              <a:r>
                <a:rPr kumimoji="1" lang="en-US" altLang="ko-KR" sz="400" b="1" dirty="0"/>
                <a:t>15NM</a:t>
              </a:r>
              <a:endParaRPr kumimoji="1" lang="en-US" altLang="ko-Kore-KR" sz="400" b="1" dirty="0"/>
            </a:p>
            <a:p>
              <a:pPr algn="ctr"/>
              <a:r>
                <a:rPr kumimoji="1" lang="en-US" altLang="ko-Kore-KR" sz="400" b="1" dirty="0">
                  <a:solidFill>
                    <a:srgbClr val="FF0000"/>
                  </a:solidFill>
                </a:rPr>
                <a:t>MAN 5000’</a:t>
              </a:r>
              <a:endParaRPr kumimoji="1" lang="ko-Kore-KR" altLang="en-US" sz="400" b="1" dirty="0">
                <a:solidFill>
                  <a:srgbClr val="FF0000"/>
                </a:solidFill>
              </a:endParaRPr>
            </a:p>
          </p:txBody>
        </p:sp>
        <p:sp>
          <p:nvSpPr>
            <p:cNvPr id="45" name="TextBox 44">
              <a:extLst>
                <a:ext uri="{FF2B5EF4-FFF2-40B4-BE49-F238E27FC236}">
                  <a16:creationId xmlns:a16="http://schemas.microsoft.com/office/drawing/2014/main" id="{B162ACD9-5B26-5850-4A03-A3D860DAD2DD}"/>
                </a:ext>
              </a:extLst>
            </p:cNvPr>
            <p:cNvSpPr txBox="1"/>
            <p:nvPr/>
          </p:nvSpPr>
          <p:spPr>
            <a:xfrm>
              <a:off x="1896233" y="989260"/>
              <a:ext cx="328936" cy="215444"/>
            </a:xfrm>
            <a:prstGeom prst="rect">
              <a:avLst/>
            </a:prstGeom>
            <a:noFill/>
          </p:spPr>
          <p:txBody>
            <a:bodyPr wrap="none" rtlCol="0">
              <a:spAutoFit/>
            </a:bodyPr>
            <a:lstStyle/>
            <a:p>
              <a:pPr algn="ctr"/>
              <a:r>
                <a:rPr kumimoji="1" lang="en-US" altLang="ko-Kore-KR" sz="400" b="1" dirty="0"/>
                <a:t>BEAST</a:t>
              </a:r>
            </a:p>
            <a:p>
              <a:pPr algn="ctr"/>
              <a:r>
                <a:rPr kumimoji="1" lang="en-US" altLang="ko-Kore-KR" sz="400" b="1" dirty="0"/>
                <a:t>5500’</a:t>
              </a:r>
            </a:p>
          </p:txBody>
        </p:sp>
        <p:sp>
          <p:nvSpPr>
            <p:cNvPr id="46" name="TextBox 45">
              <a:extLst>
                <a:ext uri="{FF2B5EF4-FFF2-40B4-BE49-F238E27FC236}">
                  <a16:creationId xmlns:a16="http://schemas.microsoft.com/office/drawing/2014/main" id="{8DB8BC46-2BB8-C8AD-585D-5BA1FA80E674}"/>
                </a:ext>
              </a:extLst>
            </p:cNvPr>
            <p:cNvSpPr txBox="1"/>
            <p:nvPr/>
          </p:nvSpPr>
          <p:spPr>
            <a:xfrm>
              <a:off x="1950460" y="1265915"/>
              <a:ext cx="325731" cy="215444"/>
            </a:xfrm>
            <a:prstGeom prst="rect">
              <a:avLst/>
            </a:prstGeom>
            <a:noFill/>
          </p:spPr>
          <p:txBody>
            <a:bodyPr wrap="none" rtlCol="0">
              <a:spAutoFit/>
            </a:bodyPr>
            <a:lstStyle/>
            <a:p>
              <a:pPr algn="ctr"/>
              <a:r>
                <a:rPr kumimoji="1" lang="en-US" altLang="ko-Kore-KR" sz="400" b="1" dirty="0"/>
                <a:t>BIBLO</a:t>
              </a:r>
            </a:p>
            <a:p>
              <a:pPr algn="ctr"/>
              <a:r>
                <a:rPr kumimoji="1" lang="en-US" altLang="ko-Kore-KR" sz="400" b="1" dirty="0"/>
                <a:t>6000’</a:t>
              </a:r>
            </a:p>
          </p:txBody>
        </p:sp>
        <p:sp>
          <p:nvSpPr>
            <p:cNvPr id="47" name="TextBox 46">
              <a:extLst>
                <a:ext uri="{FF2B5EF4-FFF2-40B4-BE49-F238E27FC236}">
                  <a16:creationId xmlns:a16="http://schemas.microsoft.com/office/drawing/2014/main" id="{11C8E628-89E9-A1EE-EA73-21DB7908F0BF}"/>
                </a:ext>
              </a:extLst>
            </p:cNvPr>
            <p:cNvSpPr txBox="1"/>
            <p:nvPr/>
          </p:nvSpPr>
          <p:spPr>
            <a:xfrm>
              <a:off x="1963035" y="1493125"/>
              <a:ext cx="405881" cy="215444"/>
            </a:xfrm>
            <a:prstGeom prst="rect">
              <a:avLst/>
            </a:prstGeom>
            <a:noFill/>
          </p:spPr>
          <p:txBody>
            <a:bodyPr wrap="none" rtlCol="0">
              <a:spAutoFit/>
            </a:bodyPr>
            <a:lstStyle/>
            <a:p>
              <a:pPr algn="ctr"/>
              <a:r>
                <a:rPr kumimoji="1" lang="en-US" altLang="ko-Kore-KR" sz="400" b="1" dirty="0"/>
                <a:t>BACON</a:t>
              </a:r>
            </a:p>
            <a:p>
              <a:pPr algn="ctr"/>
              <a:r>
                <a:rPr kumimoji="1" lang="en-US" altLang="ko-Kore-KR" sz="400" b="1" dirty="0"/>
                <a:t>IAF 7000’</a:t>
              </a:r>
            </a:p>
          </p:txBody>
        </p:sp>
        <p:sp>
          <p:nvSpPr>
            <p:cNvPr id="50" name="포인트가 4개인 별 49">
              <a:extLst>
                <a:ext uri="{FF2B5EF4-FFF2-40B4-BE49-F238E27FC236}">
                  <a16:creationId xmlns:a16="http://schemas.microsoft.com/office/drawing/2014/main" id="{EA57A45E-AFFA-E37E-65A0-A38E07D18E89}"/>
                </a:ext>
              </a:extLst>
            </p:cNvPr>
            <p:cNvSpPr>
              <a:spLocks noChangeAspect="1"/>
            </p:cNvSpPr>
            <p:nvPr/>
          </p:nvSpPr>
          <p:spPr>
            <a:xfrm>
              <a:off x="1322282" y="1149418"/>
              <a:ext cx="72000" cy="71557"/>
            </a:xfrm>
            <a:prstGeom prst="star4">
              <a:avLst>
                <a:gd name="adj" fmla="val 18750"/>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51" name="포인트가 4개인 별 50">
              <a:extLst>
                <a:ext uri="{FF2B5EF4-FFF2-40B4-BE49-F238E27FC236}">
                  <a16:creationId xmlns:a16="http://schemas.microsoft.com/office/drawing/2014/main" id="{3D9E6506-E1EE-5A7D-02D0-A5915F7E09C1}"/>
                </a:ext>
              </a:extLst>
            </p:cNvPr>
            <p:cNvSpPr>
              <a:spLocks noChangeAspect="1"/>
            </p:cNvSpPr>
            <p:nvPr/>
          </p:nvSpPr>
          <p:spPr>
            <a:xfrm>
              <a:off x="726539" y="1148037"/>
              <a:ext cx="72000" cy="71557"/>
            </a:xfrm>
            <a:prstGeom prst="star4">
              <a:avLst>
                <a:gd name="adj" fmla="val 18750"/>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kumimoji="1" lang="en-US" altLang="ko-Kore-KR" sz="200" dirty="0"/>
            </a:p>
          </p:txBody>
        </p:sp>
        <p:sp>
          <p:nvSpPr>
            <p:cNvPr id="52" name="TextBox 51">
              <a:extLst>
                <a:ext uri="{FF2B5EF4-FFF2-40B4-BE49-F238E27FC236}">
                  <a16:creationId xmlns:a16="http://schemas.microsoft.com/office/drawing/2014/main" id="{1AF73640-0807-E1A8-88B4-3320DE82C6B1}"/>
                </a:ext>
              </a:extLst>
            </p:cNvPr>
            <p:cNvSpPr txBox="1"/>
            <p:nvPr/>
          </p:nvSpPr>
          <p:spPr>
            <a:xfrm>
              <a:off x="301210" y="1179068"/>
              <a:ext cx="324128" cy="215444"/>
            </a:xfrm>
            <a:prstGeom prst="rect">
              <a:avLst/>
            </a:prstGeom>
            <a:noFill/>
          </p:spPr>
          <p:txBody>
            <a:bodyPr wrap="none" rtlCol="0">
              <a:spAutoFit/>
            </a:bodyPr>
            <a:lstStyle/>
            <a:p>
              <a:pPr algn="ctr"/>
              <a:r>
                <a:rPr kumimoji="1" lang="en-US" altLang="ko-Kore-KR" sz="400" b="1" dirty="0"/>
                <a:t>MX22</a:t>
              </a:r>
            </a:p>
            <a:p>
              <a:pPr algn="ctr"/>
              <a:r>
                <a:rPr kumimoji="1" lang="en-US" altLang="ko-Kore-KR" sz="400" b="1" dirty="0"/>
                <a:t>1000’</a:t>
              </a:r>
            </a:p>
          </p:txBody>
        </p:sp>
        <p:sp>
          <p:nvSpPr>
            <p:cNvPr id="53" name="포인트가 4개인 별 52">
              <a:extLst>
                <a:ext uri="{FF2B5EF4-FFF2-40B4-BE49-F238E27FC236}">
                  <a16:creationId xmlns:a16="http://schemas.microsoft.com/office/drawing/2014/main" id="{62A05E22-8738-1E39-B0B4-BFC1EF63CDFE}"/>
                </a:ext>
              </a:extLst>
            </p:cNvPr>
            <p:cNvSpPr>
              <a:spLocks noChangeAspect="1"/>
            </p:cNvSpPr>
            <p:nvPr/>
          </p:nvSpPr>
          <p:spPr>
            <a:xfrm>
              <a:off x="252710" y="1172970"/>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55" name="TextBox 54">
              <a:extLst>
                <a:ext uri="{FF2B5EF4-FFF2-40B4-BE49-F238E27FC236}">
                  <a16:creationId xmlns:a16="http://schemas.microsoft.com/office/drawing/2014/main" id="{690520A9-1169-BCF0-5480-2DE73C1AEBDA}"/>
                </a:ext>
              </a:extLst>
            </p:cNvPr>
            <p:cNvSpPr txBox="1"/>
            <p:nvPr/>
          </p:nvSpPr>
          <p:spPr>
            <a:xfrm>
              <a:off x="-42267" y="1032213"/>
              <a:ext cx="434735" cy="153888"/>
            </a:xfrm>
            <a:prstGeom prst="rect">
              <a:avLst/>
            </a:prstGeom>
            <a:noFill/>
          </p:spPr>
          <p:txBody>
            <a:bodyPr wrap="none" rtlCol="0">
              <a:spAutoFit/>
            </a:bodyPr>
            <a:lstStyle/>
            <a:p>
              <a:pPr algn="ctr"/>
              <a:r>
                <a:rPr kumimoji="1" lang="en-US" altLang="ko-Kore-KR" sz="400" b="1" dirty="0"/>
                <a:t>DES POINT</a:t>
              </a:r>
            </a:p>
          </p:txBody>
        </p:sp>
        <p:sp>
          <p:nvSpPr>
            <p:cNvPr id="57" name="TextBox 56">
              <a:extLst>
                <a:ext uri="{FF2B5EF4-FFF2-40B4-BE49-F238E27FC236}">
                  <a16:creationId xmlns:a16="http://schemas.microsoft.com/office/drawing/2014/main" id="{E93B1B96-FD59-170B-74F8-0569F218DB3C}"/>
                </a:ext>
              </a:extLst>
            </p:cNvPr>
            <p:cNvSpPr txBox="1"/>
            <p:nvPr/>
          </p:nvSpPr>
          <p:spPr>
            <a:xfrm>
              <a:off x="432221" y="1011431"/>
              <a:ext cx="649538" cy="153888"/>
            </a:xfrm>
            <a:prstGeom prst="rect">
              <a:avLst/>
            </a:prstGeom>
            <a:noFill/>
          </p:spPr>
          <p:txBody>
            <a:bodyPr wrap="none" rtlCol="0">
              <a:spAutoFit/>
            </a:bodyPr>
            <a:lstStyle/>
            <a:p>
              <a:pPr algn="ctr"/>
              <a:r>
                <a:rPr kumimoji="1" lang="en-US" altLang="ko-Kore-KR" sz="400" b="1" dirty="0"/>
                <a:t>IKL 3DME </a:t>
              </a:r>
              <a:r>
                <a:rPr kumimoji="1" lang="en-US" altLang="ko-Kore-KR" sz="400" b="1" dirty="0">
                  <a:solidFill>
                    <a:srgbClr val="00B0F0"/>
                  </a:solidFill>
                </a:rPr>
                <a:t>MAN SPD</a:t>
              </a:r>
            </a:p>
          </p:txBody>
        </p:sp>
        <p:sp>
          <p:nvSpPr>
            <p:cNvPr id="58" name="TextBox 57">
              <a:extLst>
                <a:ext uri="{FF2B5EF4-FFF2-40B4-BE49-F238E27FC236}">
                  <a16:creationId xmlns:a16="http://schemas.microsoft.com/office/drawing/2014/main" id="{66D07C2F-5B95-08DD-6141-666FF0EF711F}"/>
                </a:ext>
              </a:extLst>
            </p:cNvPr>
            <p:cNvSpPr txBox="1"/>
            <p:nvPr/>
          </p:nvSpPr>
          <p:spPr>
            <a:xfrm>
              <a:off x="1011064" y="1022518"/>
              <a:ext cx="694421" cy="153888"/>
            </a:xfrm>
            <a:prstGeom prst="rect">
              <a:avLst/>
            </a:prstGeom>
            <a:noFill/>
          </p:spPr>
          <p:txBody>
            <a:bodyPr wrap="none" rtlCol="0">
              <a:spAutoFit/>
            </a:bodyPr>
            <a:lstStyle/>
            <a:p>
              <a:pPr algn="ctr"/>
              <a:r>
                <a:rPr kumimoji="1" lang="en-US" altLang="ko-Kore-KR" sz="400" b="1" dirty="0"/>
                <a:t>IKL 8DME </a:t>
              </a:r>
              <a:r>
                <a:rPr kumimoji="1" lang="en-US" altLang="ko-Kore-KR" sz="400" b="1" dirty="0">
                  <a:solidFill>
                    <a:srgbClr val="00B0F0"/>
                  </a:solidFill>
                </a:rPr>
                <a:t>F2, SPD 160</a:t>
              </a:r>
            </a:p>
          </p:txBody>
        </p:sp>
        <p:sp>
          <p:nvSpPr>
            <p:cNvPr id="59" name="사각형 설명선[R] 58">
              <a:extLst>
                <a:ext uri="{FF2B5EF4-FFF2-40B4-BE49-F238E27FC236}">
                  <a16:creationId xmlns:a16="http://schemas.microsoft.com/office/drawing/2014/main" id="{B68A7954-37B6-DFCF-D8D0-24FC9FE8BC85}"/>
                </a:ext>
              </a:extLst>
            </p:cNvPr>
            <p:cNvSpPr/>
            <p:nvPr/>
          </p:nvSpPr>
          <p:spPr>
            <a:xfrm>
              <a:off x="808974" y="1604055"/>
              <a:ext cx="606832" cy="209027"/>
            </a:xfrm>
            <a:prstGeom prst="wedgeRectCallout">
              <a:avLst>
                <a:gd name="adj1" fmla="val -37281"/>
                <a:gd name="adj2" fmla="val -244785"/>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L/D FLAP</a:t>
              </a:r>
            </a:p>
            <a:p>
              <a:r>
                <a:rPr kumimoji="1" lang="en-US" altLang="ko-Kore-KR" sz="400" dirty="0"/>
                <a:t>Before LD CHK</a:t>
              </a:r>
            </a:p>
            <a:p>
              <a:r>
                <a:rPr kumimoji="1" lang="en-US" altLang="ko-Kore-KR" sz="400" dirty="0"/>
                <a:t>ALT, GA 4000’ SET</a:t>
              </a:r>
              <a:endParaRPr kumimoji="1" lang="en-US" altLang="ko-KR" sz="400" dirty="0"/>
            </a:p>
          </p:txBody>
        </p:sp>
        <p:sp>
          <p:nvSpPr>
            <p:cNvPr id="129" name="사각형 설명선[R] 128">
              <a:extLst>
                <a:ext uri="{FF2B5EF4-FFF2-40B4-BE49-F238E27FC236}">
                  <a16:creationId xmlns:a16="http://schemas.microsoft.com/office/drawing/2014/main" id="{24FDB9DA-A7B3-C270-C1CA-60C3E58E7513}"/>
                </a:ext>
              </a:extLst>
            </p:cNvPr>
            <p:cNvSpPr/>
            <p:nvPr/>
          </p:nvSpPr>
          <p:spPr>
            <a:xfrm>
              <a:off x="479236" y="1852054"/>
              <a:ext cx="627057" cy="209027"/>
            </a:xfrm>
            <a:prstGeom prst="wedgeRectCallout">
              <a:avLst>
                <a:gd name="adj1" fmla="val -39336"/>
                <a:gd name="adj2" fmla="val -364091"/>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b="1" dirty="0">
                  <a:solidFill>
                    <a:srgbClr val="FF0000"/>
                  </a:solidFill>
                </a:rPr>
                <a:t>At MX22</a:t>
              </a:r>
            </a:p>
            <a:p>
              <a:r>
                <a:rPr kumimoji="1" lang="en-US" altLang="ko-Kore-KR" sz="400" dirty="0" err="1"/>
                <a:t>Diarm</a:t>
              </a:r>
              <a:r>
                <a:rPr kumimoji="1" lang="en-US" altLang="ko-Kore-KR" sz="400" dirty="0"/>
                <a:t> LOC, </a:t>
              </a:r>
              <a:r>
                <a:rPr kumimoji="1" lang="en-US" altLang="ko-Kore-KR" sz="400" b="1" dirty="0">
                  <a:solidFill>
                    <a:srgbClr val="FFC000"/>
                  </a:solidFill>
                </a:rPr>
                <a:t>MAN NAV</a:t>
              </a:r>
            </a:p>
            <a:p>
              <a:r>
                <a:rPr kumimoji="1" lang="en-US" altLang="ko-Kore-KR" sz="400" dirty="0">
                  <a:solidFill>
                    <a:srgbClr val="FFC000"/>
                  </a:solidFill>
                </a:rPr>
                <a:t>LS off</a:t>
              </a:r>
            </a:p>
          </p:txBody>
        </p:sp>
        <p:sp>
          <p:nvSpPr>
            <p:cNvPr id="131" name="사각형 설명선[R] 130">
              <a:extLst>
                <a:ext uri="{FF2B5EF4-FFF2-40B4-BE49-F238E27FC236}">
                  <a16:creationId xmlns:a16="http://schemas.microsoft.com/office/drawing/2014/main" id="{032AFA63-FDD1-29C0-945C-FAC1D6508F74}"/>
                </a:ext>
              </a:extLst>
            </p:cNvPr>
            <p:cNvSpPr/>
            <p:nvPr/>
          </p:nvSpPr>
          <p:spPr>
            <a:xfrm>
              <a:off x="41438" y="2100020"/>
              <a:ext cx="831397" cy="257663"/>
            </a:xfrm>
            <a:prstGeom prst="wedgeRectCallout">
              <a:avLst>
                <a:gd name="adj1" fmla="val -19159"/>
                <a:gd name="adj2" fmla="val -378452"/>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b="1" dirty="0">
                  <a:solidFill>
                    <a:srgbClr val="FFC000"/>
                  </a:solidFill>
                </a:rPr>
                <a:t>IKL -0.3NM</a:t>
              </a:r>
              <a:r>
                <a:rPr kumimoji="1" lang="en-US" altLang="ko-Kore-KR" sz="400" dirty="0"/>
                <a:t>, FPA -3 Pull</a:t>
              </a:r>
            </a:p>
            <a:p>
              <a:r>
                <a:rPr kumimoji="1" lang="en-US" altLang="ko-Kore-KR" sz="400" dirty="0"/>
                <a:t>Initial TURN, AP off</a:t>
              </a:r>
            </a:p>
            <a:p>
              <a:r>
                <a:rPr kumimoji="1" lang="en-US" altLang="ko-Kore-KR" sz="400" dirty="0"/>
                <a:t>Both FD off, SET RWY </a:t>
              </a:r>
              <a:r>
                <a:rPr kumimoji="1" lang="en-US" altLang="ko-Kore-KR" sz="400" b="1" dirty="0">
                  <a:solidFill>
                    <a:srgbClr val="FFC000"/>
                  </a:solidFill>
                </a:rPr>
                <a:t>TRK 223</a:t>
              </a:r>
            </a:p>
          </p:txBody>
        </p:sp>
      </p:grpSp>
      <p:sp>
        <p:nvSpPr>
          <p:cNvPr id="160" name="TextBox 159">
            <a:extLst>
              <a:ext uri="{FF2B5EF4-FFF2-40B4-BE49-F238E27FC236}">
                <a16:creationId xmlns:a16="http://schemas.microsoft.com/office/drawing/2014/main" id="{47F0995E-91D8-B843-9343-3A21685B6306}"/>
              </a:ext>
            </a:extLst>
          </p:cNvPr>
          <p:cNvSpPr txBox="1"/>
          <p:nvPr/>
        </p:nvSpPr>
        <p:spPr>
          <a:xfrm>
            <a:off x="1615990" y="3733622"/>
            <a:ext cx="535724" cy="215444"/>
          </a:xfrm>
          <a:prstGeom prst="rect">
            <a:avLst/>
          </a:prstGeom>
          <a:noFill/>
        </p:spPr>
        <p:txBody>
          <a:bodyPr wrap="none" rtlCol="0">
            <a:spAutoFit/>
          </a:bodyPr>
          <a:lstStyle/>
          <a:p>
            <a:pPr algn="ctr"/>
            <a:r>
              <a:rPr kumimoji="1" lang="en-US" altLang="ko-Kore-KR" sz="400" b="1" dirty="0"/>
              <a:t>DAMBO</a:t>
            </a:r>
            <a:r>
              <a:rPr kumimoji="1" lang="ko-KR" altLang="en-US" sz="400" b="1" dirty="0"/>
              <a:t> </a:t>
            </a:r>
            <a:r>
              <a:rPr kumimoji="1" lang="en-US" altLang="ko-KR" sz="400" b="1" dirty="0"/>
              <a:t>15NM</a:t>
            </a:r>
            <a:endParaRPr kumimoji="1" lang="en-US" altLang="ko-Kore-KR" sz="400" b="1" dirty="0"/>
          </a:p>
          <a:p>
            <a:pPr algn="ctr"/>
            <a:r>
              <a:rPr kumimoji="1" lang="en-US" altLang="ko-Kore-KR" sz="400" b="1" dirty="0">
                <a:solidFill>
                  <a:srgbClr val="FF0000"/>
                </a:solidFill>
              </a:rPr>
              <a:t>MAN 4000’</a:t>
            </a:r>
            <a:endParaRPr kumimoji="1" lang="ko-Kore-KR" altLang="en-US" sz="400" b="1" dirty="0">
              <a:solidFill>
                <a:srgbClr val="FF0000"/>
              </a:solidFill>
            </a:endParaRPr>
          </a:p>
        </p:txBody>
      </p:sp>
      <p:graphicFrame>
        <p:nvGraphicFramePr>
          <p:cNvPr id="174" name="Google Shape;138;p4">
            <a:extLst>
              <a:ext uri="{FF2B5EF4-FFF2-40B4-BE49-F238E27FC236}">
                <a16:creationId xmlns:a16="http://schemas.microsoft.com/office/drawing/2014/main" id="{177A924C-3B99-D734-9813-FD74FFDA6870}"/>
              </a:ext>
            </a:extLst>
          </p:cNvPr>
          <p:cNvGraphicFramePr/>
          <p:nvPr>
            <p:extLst>
              <p:ext uri="{D42A27DB-BD31-4B8C-83A1-F6EECF244321}">
                <p14:modId xmlns:p14="http://schemas.microsoft.com/office/powerpoint/2010/main" val="3460565506"/>
              </p:ext>
            </p:extLst>
          </p:nvPr>
        </p:nvGraphicFramePr>
        <p:xfrm>
          <a:off x="0" y="3021066"/>
          <a:ext cx="2328850" cy="74256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55745">
                <a:tc>
                  <a:txBody>
                    <a:bodyPr/>
                    <a:lstStyle/>
                    <a:p>
                      <a:pPr marL="0" marR="0" lvl="0" indent="0" algn="ctr" rtl="0">
                        <a:spcBef>
                          <a:spcPts val="0"/>
                        </a:spcBef>
                        <a:spcAft>
                          <a:spcPts val="0"/>
                        </a:spcAft>
                        <a:buNone/>
                      </a:pPr>
                      <a:r>
                        <a:rPr lang="en-US" sz="1100" dirty="0"/>
                        <a:t>A330 HND LDA 23 W</a:t>
                      </a:r>
                      <a:endParaRPr lang="en-US" sz="1100" dirty="0">
                        <a:solidFill>
                          <a:srgbClr val="FFC000"/>
                        </a:solidFill>
                      </a:endParaRPr>
                    </a:p>
                  </a:txBody>
                  <a:tcPr marL="91450" marR="91450" marT="36000" marB="36000" anchor="ctr"/>
                </a:tc>
                <a:extLst>
                  <a:ext uri="{0D108BD9-81ED-4DB2-BD59-A6C34878D82A}">
                    <a16:rowId xmlns:a16="http://schemas.microsoft.com/office/drawing/2014/main" val="10000"/>
                  </a:ext>
                </a:extLst>
              </a:tr>
              <a:tr h="247616">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F-PLN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APPR                    STAR           TRANS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6F6F6F"/>
                          </a:solidFill>
                          <a:effectLst/>
                          <a:uLnTx/>
                          <a:uFillTx/>
                          <a:latin typeface="Calibri"/>
                          <a:cs typeface="Calibri"/>
                        </a:rPr>
                        <a:t>RNV23-W       XAC 2B      </a:t>
                      </a:r>
                      <a:r>
                        <a:rPr kumimoji="0" lang="en-US" altLang="ko-Kore-KR" sz="800" b="1" i="0" u="none" strike="noStrike" kern="1200" cap="none" spc="0" normalizeH="0" baseline="0" noProof="0" dirty="0">
                          <a:ln>
                            <a:noFill/>
                          </a:ln>
                          <a:solidFill>
                            <a:srgbClr val="6F6F6F"/>
                          </a:solidFill>
                          <a:effectLst/>
                          <a:uLnTx/>
                          <a:uFillTx/>
                          <a:latin typeface="Calibri"/>
                          <a:cs typeface="Calibri"/>
                        </a:rPr>
                        <a:t>BACON        </a:t>
                      </a: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txBody>
                  <a:tcPr marL="36000" marR="36000" marT="0" marB="0" anchor="ctr"/>
                </a:tc>
                <a:extLst>
                  <a:ext uri="{0D108BD9-81ED-4DB2-BD59-A6C34878D82A}">
                    <a16:rowId xmlns:a16="http://schemas.microsoft.com/office/drawing/2014/main" val="10001"/>
                  </a:ext>
                </a:extLst>
              </a:tr>
              <a:tr h="79237">
                <a:tc>
                  <a:txBody>
                    <a:bodyPr/>
                    <a:lstStyle/>
                    <a:p>
                      <a:pPr marL="0" marR="0" lvl="0" indent="0" algn="ctr" rtl="0">
                        <a:spcBef>
                          <a:spcPts val="0"/>
                        </a:spcBef>
                        <a:spcAft>
                          <a:spcPts val="0"/>
                        </a:spcAft>
                        <a:buNone/>
                      </a:pPr>
                      <a:r>
                        <a:rPr lang="en-US" sz="800" b="1" dirty="0">
                          <a:solidFill>
                            <a:srgbClr val="0070C0"/>
                          </a:solidFill>
                        </a:rPr>
                        <a:t>CHK ITL, ITL /12 180kts, /7 160kts, TTE 178 (GA)</a:t>
                      </a:r>
                    </a:p>
                  </a:txBody>
                  <a:tcPr marL="90000" marR="91450" marT="0" marB="0" anchor="ctr"/>
                </a:tc>
                <a:extLst>
                  <a:ext uri="{0D108BD9-81ED-4DB2-BD59-A6C34878D82A}">
                    <a16:rowId xmlns:a16="http://schemas.microsoft.com/office/drawing/2014/main" val="2408181646"/>
                  </a:ext>
                </a:extLst>
              </a:tr>
            </a:tbl>
          </a:graphicData>
        </a:graphic>
      </p:graphicFrame>
      <p:grpSp>
        <p:nvGrpSpPr>
          <p:cNvPr id="188" name="그룹 187">
            <a:extLst>
              <a:ext uri="{FF2B5EF4-FFF2-40B4-BE49-F238E27FC236}">
                <a16:creationId xmlns:a16="http://schemas.microsoft.com/office/drawing/2014/main" id="{160EA449-680C-CB75-015D-DE6B36DB9491}"/>
              </a:ext>
            </a:extLst>
          </p:cNvPr>
          <p:cNvGrpSpPr/>
          <p:nvPr/>
        </p:nvGrpSpPr>
        <p:grpSpPr>
          <a:xfrm>
            <a:off x="0" y="3765311"/>
            <a:ext cx="2422260" cy="973508"/>
            <a:chOff x="0" y="3630864"/>
            <a:chExt cx="2422260" cy="973508"/>
          </a:xfrm>
        </p:grpSpPr>
        <p:pic>
          <p:nvPicPr>
            <p:cNvPr id="178" name="그림 177" descr="지도이(가) 표시된 사진&#10;&#10;자동 생성된 설명">
              <a:extLst>
                <a:ext uri="{FF2B5EF4-FFF2-40B4-BE49-F238E27FC236}">
                  <a16:creationId xmlns:a16="http://schemas.microsoft.com/office/drawing/2014/main" id="{3CA6C770-41F1-EF34-2AEF-EE1AF1FDF647}"/>
                </a:ext>
              </a:extLst>
            </p:cNvPr>
            <p:cNvPicPr>
              <a:picLocks noChangeAspect="1"/>
            </p:cNvPicPr>
            <p:nvPr/>
          </p:nvPicPr>
          <p:blipFill>
            <a:blip r:embed="rId4"/>
            <a:stretch>
              <a:fillRect/>
            </a:stretch>
          </p:blipFill>
          <p:spPr>
            <a:xfrm>
              <a:off x="0" y="3643338"/>
              <a:ext cx="2328863" cy="646264"/>
            </a:xfrm>
            <a:prstGeom prst="rect">
              <a:avLst/>
            </a:prstGeom>
          </p:spPr>
        </p:pic>
        <p:sp>
          <p:nvSpPr>
            <p:cNvPr id="184" name="사각형 설명선[R] 183">
              <a:extLst>
                <a:ext uri="{FF2B5EF4-FFF2-40B4-BE49-F238E27FC236}">
                  <a16:creationId xmlns:a16="http://schemas.microsoft.com/office/drawing/2014/main" id="{BC5A1205-A3DC-C533-CBA4-234E00C2F7C7}"/>
                </a:ext>
              </a:extLst>
            </p:cNvPr>
            <p:cNvSpPr/>
            <p:nvPr/>
          </p:nvSpPr>
          <p:spPr>
            <a:xfrm>
              <a:off x="1523591" y="4018566"/>
              <a:ext cx="778363" cy="300693"/>
            </a:xfrm>
            <a:prstGeom prst="wedgeRectCallout">
              <a:avLst>
                <a:gd name="adj1" fmla="val 5856"/>
                <a:gd name="adj2" fmla="val -111637"/>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4000’ ALT</a:t>
              </a:r>
              <a:r>
                <a:rPr kumimoji="1" lang="en-US" altLang="ko-Kore-KR" sz="400" dirty="0">
                  <a:solidFill>
                    <a:srgbClr val="FFC000"/>
                  </a:solidFill>
                </a:rPr>
                <a:t>, 1000’ SET</a:t>
              </a:r>
            </a:p>
            <a:p>
              <a:r>
                <a:rPr kumimoji="1" lang="en-US" altLang="ko-Kore-KR" sz="400" dirty="0">
                  <a:solidFill>
                    <a:srgbClr val="FFC000"/>
                  </a:solidFill>
                </a:rPr>
                <a:t>TRK FPA ON, LOC ARM</a:t>
              </a:r>
              <a:r>
                <a:rPr kumimoji="1" lang="ko-KR" altLang="en-US" sz="400" dirty="0">
                  <a:solidFill>
                    <a:srgbClr val="FFC000"/>
                  </a:solidFill>
                </a:rPr>
                <a:t> </a:t>
              </a:r>
              <a:endParaRPr kumimoji="1" lang="en-US" altLang="ko-KR" sz="400" dirty="0">
                <a:solidFill>
                  <a:srgbClr val="FFC000"/>
                </a:solidFill>
              </a:endParaRPr>
            </a:p>
            <a:p>
              <a:r>
                <a:rPr kumimoji="1" lang="en-US" altLang="ko-KR" sz="400" dirty="0">
                  <a:solidFill>
                    <a:srgbClr val="FFC000"/>
                  </a:solidFill>
                </a:rPr>
                <a:t>DAMBO </a:t>
              </a:r>
              <a:r>
                <a:rPr kumimoji="1" lang="ko-KR" altLang="en-US" sz="400" dirty="0">
                  <a:solidFill>
                    <a:srgbClr val="FFC000"/>
                  </a:solidFill>
                </a:rPr>
                <a:t>전 </a:t>
              </a:r>
              <a:r>
                <a:rPr kumimoji="1" lang="en-US" altLang="ko-KR" sz="400" dirty="0">
                  <a:solidFill>
                    <a:srgbClr val="FFC000"/>
                  </a:solidFill>
                </a:rPr>
                <a:t>F1, PULL SPD 180</a:t>
              </a:r>
              <a:endParaRPr kumimoji="1" lang="en-US" altLang="ko-Kore-KR" sz="400" dirty="0">
                <a:solidFill>
                  <a:srgbClr val="FFC000"/>
                </a:solidFill>
              </a:endParaRPr>
            </a:p>
            <a:p>
              <a:r>
                <a:rPr kumimoji="1" lang="en-US" altLang="ko-KR" sz="400" dirty="0"/>
                <a:t>FPA -4, S/B or L/G DN</a:t>
              </a:r>
              <a:endParaRPr kumimoji="1" lang="en-US" altLang="ko-Kore-KR" sz="400" dirty="0"/>
            </a:p>
          </p:txBody>
        </p:sp>
        <p:cxnSp>
          <p:nvCxnSpPr>
            <p:cNvPr id="139" name="직선 연결선[R] 138">
              <a:extLst>
                <a:ext uri="{FF2B5EF4-FFF2-40B4-BE49-F238E27FC236}">
                  <a16:creationId xmlns:a16="http://schemas.microsoft.com/office/drawing/2014/main" id="{9EE4DBAF-2708-DE46-DEA4-8D1C4B610A29}"/>
                </a:ext>
              </a:extLst>
            </p:cNvPr>
            <p:cNvCxnSpPr>
              <a:cxnSpLocks/>
              <a:endCxn id="154" idx="3"/>
            </p:cNvCxnSpPr>
            <p:nvPr/>
          </p:nvCxnSpPr>
          <p:spPr>
            <a:xfrm flipH="1">
              <a:off x="567158" y="3790882"/>
              <a:ext cx="1734796" cy="18300"/>
            </a:xfrm>
            <a:prstGeom prst="line">
              <a:avLst/>
            </a:prstGeom>
            <a:ln w="19050">
              <a:solidFill>
                <a:srgbClr val="AA47F5"/>
              </a:solidFill>
            </a:ln>
          </p:spPr>
          <p:style>
            <a:lnRef idx="1">
              <a:schemeClr val="accent1"/>
            </a:lnRef>
            <a:fillRef idx="0">
              <a:schemeClr val="accent1"/>
            </a:fillRef>
            <a:effectRef idx="0">
              <a:schemeClr val="accent1"/>
            </a:effectRef>
            <a:fontRef idx="minor">
              <a:schemeClr val="tx1"/>
            </a:fontRef>
          </p:style>
        </p:cxnSp>
        <p:sp>
          <p:nvSpPr>
            <p:cNvPr id="140" name="포인트가 4개인 별 139">
              <a:extLst>
                <a:ext uri="{FF2B5EF4-FFF2-40B4-BE49-F238E27FC236}">
                  <a16:creationId xmlns:a16="http://schemas.microsoft.com/office/drawing/2014/main" id="{58772A27-426A-502D-B17F-F1AB2B106150}"/>
                </a:ext>
              </a:extLst>
            </p:cNvPr>
            <p:cNvSpPr>
              <a:spLocks noChangeAspect="1"/>
            </p:cNvSpPr>
            <p:nvPr/>
          </p:nvSpPr>
          <p:spPr>
            <a:xfrm>
              <a:off x="1883850" y="3759372"/>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41" name="호 140">
              <a:extLst>
                <a:ext uri="{FF2B5EF4-FFF2-40B4-BE49-F238E27FC236}">
                  <a16:creationId xmlns:a16="http://schemas.microsoft.com/office/drawing/2014/main" id="{82C193BF-74E1-8CA5-DFC1-0FE8DCE5C615}"/>
                </a:ext>
              </a:extLst>
            </p:cNvPr>
            <p:cNvSpPr/>
            <p:nvPr/>
          </p:nvSpPr>
          <p:spPr>
            <a:xfrm>
              <a:off x="207820" y="3814963"/>
              <a:ext cx="618444" cy="789409"/>
            </a:xfrm>
            <a:prstGeom prst="arc">
              <a:avLst>
                <a:gd name="adj1" fmla="val 13104505"/>
                <a:gd name="adj2" fmla="val 16350233"/>
              </a:avLst>
            </a:prstGeom>
            <a:ln w="19050">
              <a:solidFill>
                <a:srgbClr val="AA47F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144" name="포인트가 4개인 별 143">
              <a:extLst>
                <a:ext uri="{FF2B5EF4-FFF2-40B4-BE49-F238E27FC236}">
                  <a16:creationId xmlns:a16="http://schemas.microsoft.com/office/drawing/2014/main" id="{6E7003C7-3578-396F-B0C9-A17105D80E65}"/>
                </a:ext>
              </a:extLst>
            </p:cNvPr>
            <p:cNvSpPr>
              <a:spLocks noChangeAspect="1"/>
            </p:cNvSpPr>
            <p:nvPr/>
          </p:nvSpPr>
          <p:spPr>
            <a:xfrm>
              <a:off x="2123876" y="3755799"/>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54" name="포인트가 4개인 별 153">
              <a:extLst>
                <a:ext uri="{FF2B5EF4-FFF2-40B4-BE49-F238E27FC236}">
                  <a16:creationId xmlns:a16="http://schemas.microsoft.com/office/drawing/2014/main" id="{B2E4323A-303A-692F-1461-3D6B77ED9229}"/>
                </a:ext>
              </a:extLst>
            </p:cNvPr>
            <p:cNvSpPr>
              <a:spLocks noChangeAspect="1"/>
            </p:cNvSpPr>
            <p:nvPr/>
          </p:nvSpPr>
          <p:spPr>
            <a:xfrm>
              <a:off x="495158" y="3773403"/>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55" name="포인트가 4개인 별 154">
              <a:extLst>
                <a:ext uri="{FF2B5EF4-FFF2-40B4-BE49-F238E27FC236}">
                  <a16:creationId xmlns:a16="http://schemas.microsoft.com/office/drawing/2014/main" id="{ECA06F1F-5ED7-AA7D-207E-65ABFE63B397}"/>
                </a:ext>
              </a:extLst>
            </p:cNvPr>
            <p:cNvSpPr>
              <a:spLocks noChangeAspect="1"/>
            </p:cNvSpPr>
            <p:nvPr/>
          </p:nvSpPr>
          <p:spPr>
            <a:xfrm>
              <a:off x="2285569" y="3754355"/>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61" name="TextBox 160">
              <a:extLst>
                <a:ext uri="{FF2B5EF4-FFF2-40B4-BE49-F238E27FC236}">
                  <a16:creationId xmlns:a16="http://schemas.microsoft.com/office/drawing/2014/main" id="{ABADE9BD-D599-B0FB-61EE-5C3E8F799387}"/>
                </a:ext>
              </a:extLst>
            </p:cNvPr>
            <p:cNvSpPr txBox="1"/>
            <p:nvPr/>
          </p:nvSpPr>
          <p:spPr>
            <a:xfrm>
              <a:off x="2004541" y="3630864"/>
              <a:ext cx="351378" cy="153888"/>
            </a:xfrm>
            <a:prstGeom prst="rect">
              <a:avLst/>
            </a:prstGeom>
            <a:noFill/>
          </p:spPr>
          <p:txBody>
            <a:bodyPr wrap="none" rtlCol="0">
              <a:spAutoFit/>
            </a:bodyPr>
            <a:lstStyle/>
            <a:p>
              <a:pPr algn="ctr"/>
              <a:r>
                <a:rPr kumimoji="1" lang="en-US" altLang="ko-Kore-KR" sz="400" b="1" dirty="0"/>
                <a:t>DEANE</a:t>
              </a:r>
            </a:p>
          </p:txBody>
        </p:sp>
        <p:sp>
          <p:nvSpPr>
            <p:cNvPr id="164" name="포인트가 4개인 별 163">
              <a:extLst>
                <a:ext uri="{FF2B5EF4-FFF2-40B4-BE49-F238E27FC236}">
                  <a16:creationId xmlns:a16="http://schemas.microsoft.com/office/drawing/2014/main" id="{07943B5F-1299-D6D3-A0A8-D9B572D9068B}"/>
                </a:ext>
              </a:extLst>
            </p:cNvPr>
            <p:cNvSpPr>
              <a:spLocks noChangeAspect="1"/>
            </p:cNvSpPr>
            <p:nvPr/>
          </p:nvSpPr>
          <p:spPr>
            <a:xfrm>
              <a:off x="1451591" y="3761225"/>
              <a:ext cx="72000" cy="71557"/>
            </a:xfrm>
            <a:prstGeom prst="star4">
              <a:avLst>
                <a:gd name="adj" fmla="val 18750"/>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65" name="포인트가 4개인 별 164">
              <a:extLst>
                <a:ext uri="{FF2B5EF4-FFF2-40B4-BE49-F238E27FC236}">
                  <a16:creationId xmlns:a16="http://schemas.microsoft.com/office/drawing/2014/main" id="{31240462-2137-1865-BF6A-EC4FD3B37921}"/>
                </a:ext>
              </a:extLst>
            </p:cNvPr>
            <p:cNvSpPr>
              <a:spLocks noChangeAspect="1"/>
            </p:cNvSpPr>
            <p:nvPr/>
          </p:nvSpPr>
          <p:spPr>
            <a:xfrm>
              <a:off x="795523" y="3769369"/>
              <a:ext cx="72000" cy="71557"/>
            </a:xfrm>
            <a:prstGeom prst="star4">
              <a:avLst>
                <a:gd name="adj" fmla="val 18750"/>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kumimoji="1" lang="en-US" altLang="ko-Kore-KR" sz="200" dirty="0"/>
            </a:p>
          </p:txBody>
        </p:sp>
        <p:sp>
          <p:nvSpPr>
            <p:cNvPr id="167" name="포인트가 4개인 별 166">
              <a:extLst>
                <a:ext uri="{FF2B5EF4-FFF2-40B4-BE49-F238E27FC236}">
                  <a16:creationId xmlns:a16="http://schemas.microsoft.com/office/drawing/2014/main" id="{C680B788-DE08-9EB7-87B4-7CE5FD68C0C0}"/>
                </a:ext>
              </a:extLst>
            </p:cNvPr>
            <p:cNvSpPr>
              <a:spLocks noChangeAspect="1"/>
            </p:cNvSpPr>
            <p:nvPr/>
          </p:nvSpPr>
          <p:spPr>
            <a:xfrm>
              <a:off x="394026" y="3792801"/>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68" name="TextBox 167">
              <a:extLst>
                <a:ext uri="{FF2B5EF4-FFF2-40B4-BE49-F238E27FC236}">
                  <a16:creationId xmlns:a16="http://schemas.microsoft.com/office/drawing/2014/main" id="{F34AA9B1-54AB-875A-9E81-2C5E4E978ABE}"/>
                </a:ext>
              </a:extLst>
            </p:cNvPr>
            <p:cNvSpPr txBox="1"/>
            <p:nvPr/>
          </p:nvSpPr>
          <p:spPr>
            <a:xfrm>
              <a:off x="94892" y="3668667"/>
              <a:ext cx="434735" cy="153888"/>
            </a:xfrm>
            <a:prstGeom prst="rect">
              <a:avLst/>
            </a:prstGeom>
            <a:noFill/>
          </p:spPr>
          <p:txBody>
            <a:bodyPr wrap="none" rtlCol="0">
              <a:spAutoFit/>
            </a:bodyPr>
            <a:lstStyle/>
            <a:p>
              <a:pPr algn="ctr"/>
              <a:r>
                <a:rPr kumimoji="1" lang="en-US" altLang="ko-Kore-KR" sz="400" b="1" dirty="0"/>
                <a:t>DES POINT</a:t>
              </a:r>
            </a:p>
          </p:txBody>
        </p:sp>
        <p:sp>
          <p:nvSpPr>
            <p:cNvPr id="169" name="TextBox 168">
              <a:extLst>
                <a:ext uri="{FF2B5EF4-FFF2-40B4-BE49-F238E27FC236}">
                  <a16:creationId xmlns:a16="http://schemas.microsoft.com/office/drawing/2014/main" id="{0A7A0943-D564-4C4E-E611-AE34930CAEAD}"/>
                </a:ext>
              </a:extLst>
            </p:cNvPr>
            <p:cNvSpPr txBox="1"/>
            <p:nvPr/>
          </p:nvSpPr>
          <p:spPr>
            <a:xfrm>
              <a:off x="541740" y="3664513"/>
              <a:ext cx="638316" cy="153888"/>
            </a:xfrm>
            <a:prstGeom prst="rect">
              <a:avLst/>
            </a:prstGeom>
            <a:noFill/>
          </p:spPr>
          <p:txBody>
            <a:bodyPr wrap="none" rtlCol="0">
              <a:spAutoFit/>
            </a:bodyPr>
            <a:lstStyle/>
            <a:p>
              <a:pPr algn="ctr"/>
              <a:r>
                <a:rPr kumimoji="1" lang="en-US" altLang="ko-Kore-KR" sz="400" b="1" dirty="0"/>
                <a:t>ITL 7DME </a:t>
              </a:r>
              <a:r>
                <a:rPr kumimoji="1" lang="en-US" altLang="ko-Kore-KR" sz="400" b="1" dirty="0">
                  <a:solidFill>
                    <a:srgbClr val="00B0F0"/>
                  </a:solidFill>
                </a:rPr>
                <a:t>MAN SPD</a:t>
              </a:r>
            </a:p>
          </p:txBody>
        </p:sp>
        <p:sp>
          <p:nvSpPr>
            <p:cNvPr id="170" name="TextBox 169">
              <a:extLst>
                <a:ext uri="{FF2B5EF4-FFF2-40B4-BE49-F238E27FC236}">
                  <a16:creationId xmlns:a16="http://schemas.microsoft.com/office/drawing/2014/main" id="{FCD3EDD4-88EA-95E2-7AB4-53593AF9EA24}"/>
                </a:ext>
              </a:extLst>
            </p:cNvPr>
            <p:cNvSpPr txBox="1"/>
            <p:nvPr/>
          </p:nvSpPr>
          <p:spPr>
            <a:xfrm>
              <a:off x="1124861" y="3643850"/>
              <a:ext cx="712054" cy="153888"/>
            </a:xfrm>
            <a:prstGeom prst="rect">
              <a:avLst/>
            </a:prstGeom>
            <a:noFill/>
          </p:spPr>
          <p:txBody>
            <a:bodyPr wrap="none" rtlCol="0">
              <a:spAutoFit/>
            </a:bodyPr>
            <a:lstStyle/>
            <a:p>
              <a:pPr algn="ctr"/>
              <a:r>
                <a:rPr kumimoji="1" lang="en-US" altLang="ko-Kore-KR" sz="400" b="1" dirty="0"/>
                <a:t>ITL 12DME </a:t>
              </a:r>
              <a:r>
                <a:rPr kumimoji="1" lang="en-US" altLang="ko-Kore-KR" sz="400" b="1" dirty="0">
                  <a:solidFill>
                    <a:srgbClr val="00B0F0"/>
                  </a:solidFill>
                </a:rPr>
                <a:t>F2, SPD 160</a:t>
              </a:r>
            </a:p>
          </p:txBody>
        </p:sp>
        <p:sp>
          <p:nvSpPr>
            <p:cNvPr id="183" name="TextBox 182">
              <a:extLst>
                <a:ext uri="{FF2B5EF4-FFF2-40B4-BE49-F238E27FC236}">
                  <a16:creationId xmlns:a16="http://schemas.microsoft.com/office/drawing/2014/main" id="{432B9ECF-740B-05C6-5C4A-87527BDCB634}"/>
                </a:ext>
              </a:extLst>
            </p:cNvPr>
            <p:cNvSpPr txBox="1"/>
            <p:nvPr/>
          </p:nvSpPr>
          <p:spPr>
            <a:xfrm>
              <a:off x="1969892" y="3821698"/>
              <a:ext cx="452368" cy="215444"/>
            </a:xfrm>
            <a:prstGeom prst="rect">
              <a:avLst/>
            </a:prstGeom>
            <a:noFill/>
          </p:spPr>
          <p:txBody>
            <a:bodyPr wrap="none" rtlCol="0">
              <a:spAutoFit/>
            </a:bodyPr>
            <a:lstStyle/>
            <a:p>
              <a:pPr algn="ctr"/>
              <a:r>
                <a:rPr kumimoji="1" lang="en-US" altLang="ko-KR" sz="400" b="1" dirty="0"/>
                <a:t>DANON</a:t>
              </a:r>
              <a:endParaRPr kumimoji="1" lang="en-US" altLang="ko-Kore-KR" sz="400" b="1" dirty="0"/>
            </a:p>
            <a:p>
              <a:pPr algn="ctr"/>
              <a:r>
                <a:rPr kumimoji="1" lang="en-US" altLang="ko-Kore-KR" sz="400" b="1" dirty="0">
                  <a:solidFill>
                    <a:srgbClr val="FF0000"/>
                  </a:solidFill>
                </a:rPr>
                <a:t>MAN 4000’</a:t>
              </a:r>
              <a:endParaRPr kumimoji="1" lang="ko-Kore-KR" altLang="en-US" sz="400" b="1" dirty="0">
                <a:solidFill>
                  <a:srgbClr val="FF0000"/>
                </a:solidFill>
              </a:endParaRPr>
            </a:p>
          </p:txBody>
        </p:sp>
        <p:sp>
          <p:nvSpPr>
            <p:cNvPr id="185" name="사각형 설명선[R] 184">
              <a:extLst>
                <a:ext uri="{FF2B5EF4-FFF2-40B4-BE49-F238E27FC236}">
                  <a16:creationId xmlns:a16="http://schemas.microsoft.com/office/drawing/2014/main" id="{27D81FCC-1AF2-311F-E38F-212F837CEFE6}"/>
                </a:ext>
              </a:extLst>
            </p:cNvPr>
            <p:cNvSpPr/>
            <p:nvPr/>
          </p:nvSpPr>
          <p:spPr>
            <a:xfrm>
              <a:off x="989652" y="4254839"/>
              <a:ext cx="510056" cy="209027"/>
            </a:xfrm>
            <a:prstGeom prst="wedgeRectCallout">
              <a:avLst>
                <a:gd name="adj1" fmla="val -38526"/>
                <a:gd name="adj2" fmla="val -250861"/>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L/D FLAP</a:t>
              </a:r>
            </a:p>
            <a:p>
              <a:r>
                <a:rPr kumimoji="1" lang="en-US" altLang="ko-Kore-KR" sz="400" dirty="0"/>
                <a:t>Before LD CHK</a:t>
              </a:r>
            </a:p>
            <a:p>
              <a:r>
                <a:rPr kumimoji="1" lang="en-US" altLang="ko-Kore-KR" sz="400" dirty="0"/>
                <a:t>ALT, GA 4000’ SET</a:t>
              </a:r>
              <a:endParaRPr kumimoji="1" lang="en-US" altLang="ko-KR" sz="400" dirty="0"/>
            </a:p>
          </p:txBody>
        </p:sp>
        <p:sp>
          <p:nvSpPr>
            <p:cNvPr id="186" name="사각형 설명선[R] 185">
              <a:extLst>
                <a:ext uri="{FF2B5EF4-FFF2-40B4-BE49-F238E27FC236}">
                  <a16:creationId xmlns:a16="http://schemas.microsoft.com/office/drawing/2014/main" id="{B5CB1682-50D4-2EA6-02EC-C8596441EDC9}"/>
                </a:ext>
              </a:extLst>
            </p:cNvPr>
            <p:cNvSpPr/>
            <p:nvPr/>
          </p:nvSpPr>
          <p:spPr>
            <a:xfrm>
              <a:off x="391528" y="4016767"/>
              <a:ext cx="627057" cy="209027"/>
            </a:xfrm>
            <a:prstGeom prst="wedgeRectCallout">
              <a:avLst>
                <a:gd name="adj1" fmla="val -12500"/>
                <a:gd name="adj2" fmla="val -139288"/>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b="1" dirty="0">
                  <a:solidFill>
                    <a:srgbClr val="FF0000"/>
                  </a:solidFill>
                </a:rPr>
                <a:t>At MX23</a:t>
              </a:r>
            </a:p>
            <a:p>
              <a:r>
                <a:rPr kumimoji="1" lang="en-US" altLang="ko-Kore-KR" sz="400" dirty="0" err="1"/>
                <a:t>Diarm</a:t>
              </a:r>
              <a:r>
                <a:rPr kumimoji="1" lang="en-US" altLang="ko-Kore-KR" sz="400" dirty="0"/>
                <a:t> LOC, </a:t>
              </a:r>
              <a:r>
                <a:rPr kumimoji="1" lang="en-US" altLang="ko-Kore-KR" sz="400" b="1" dirty="0">
                  <a:solidFill>
                    <a:srgbClr val="FFC000"/>
                  </a:solidFill>
                </a:rPr>
                <a:t>MAN NAV</a:t>
              </a:r>
            </a:p>
            <a:p>
              <a:r>
                <a:rPr kumimoji="1" lang="en-US" altLang="ko-Kore-KR" sz="400" dirty="0">
                  <a:solidFill>
                    <a:srgbClr val="FFC000"/>
                  </a:solidFill>
                </a:rPr>
                <a:t>LS off</a:t>
              </a:r>
            </a:p>
          </p:txBody>
        </p:sp>
        <p:sp>
          <p:nvSpPr>
            <p:cNvPr id="166" name="TextBox 165">
              <a:extLst>
                <a:ext uri="{FF2B5EF4-FFF2-40B4-BE49-F238E27FC236}">
                  <a16:creationId xmlns:a16="http://schemas.microsoft.com/office/drawing/2014/main" id="{AD0047F7-86B7-1B7D-6AD7-2263892117F1}"/>
                </a:ext>
              </a:extLst>
            </p:cNvPr>
            <p:cNvSpPr txBox="1"/>
            <p:nvPr/>
          </p:nvSpPr>
          <p:spPr>
            <a:xfrm>
              <a:off x="380929" y="3802994"/>
              <a:ext cx="324128" cy="215444"/>
            </a:xfrm>
            <a:prstGeom prst="rect">
              <a:avLst/>
            </a:prstGeom>
            <a:noFill/>
          </p:spPr>
          <p:txBody>
            <a:bodyPr wrap="none" rtlCol="0">
              <a:spAutoFit/>
            </a:bodyPr>
            <a:lstStyle/>
            <a:p>
              <a:pPr algn="ctr"/>
              <a:r>
                <a:rPr kumimoji="1" lang="en-US" altLang="ko-Kore-KR" sz="400" b="1" dirty="0"/>
                <a:t>MX23</a:t>
              </a:r>
            </a:p>
            <a:p>
              <a:pPr algn="ctr"/>
              <a:r>
                <a:rPr kumimoji="1" lang="en-US" altLang="ko-Kore-KR" sz="400" b="1" dirty="0"/>
                <a:t>1000’</a:t>
              </a:r>
            </a:p>
          </p:txBody>
        </p:sp>
        <p:sp>
          <p:nvSpPr>
            <p:cNvPr id="187" name="사각형 설명선[R] 186">
              <a:extLst>
                <a:ext uri="{FF2B5EF4-FFF2-40B4-BE49-F238E27FC236}">
                  <a16:creationId xmlns:a16="http://schemas.microsoft.com/office/drawing/2014/main" id="{3DBB9E5D-636A-7B53-1BC2-7D2565D74A3F}"/>
                </a:ext>
              </a:extLst>
            </p:cNvPr>
            <p:cNvSpPr/>
            <p:nvPr/>
          </p:nvSpPr>
          <p:spPr>
            <a:xfrm>
              <a:off x="0" y="4300827"/>
              <a:ext cx="831397" cy="257663"/>
            </a:xfrm>
            <a:prstGeom prst="wedgeRectCallout">
              <a:avLst>
                <a:gd name="adj1" fmla="val -3502"/>
                <a:gd name="adj2" fmla="val -214566"/>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b="1" dirty="0">
                  <a:solidFill>
                    <a:srgbClr val="FFC000"/>
                  </a:solidFill>
                </a:rPr>
                <a:t>ITL -0.3NM</a:t>
              </a:r>
              <a:r>
                <a:rPr kumimoji="1" lang="en-US" altLang="ko-Kore-KR" sz="400" dirty="0"/>
                <a:t>, FPA -3 Pull</a:t>
              </a:r>
            </a:p>
            <a:p>
              <a:r>
                <a:rPr kumimoji="1" lang="en-US" altLang="ko-Kore-KR" sz="400" dirty="0"/>
                <a:t>Initial TURN, AP off</a:t>
              </a:r>
            </a:p>
            <a:p>
              <a:r>
                <a:rPr kumimoji="1" lang="en-US" altLang="ko-Kore-KR" sz="400" dirty="0"/>
                <a:t>Both FD off, SET RWY </a:t>
              </a:r>
              <a:r>
                <a:rPr kumimoji="1" lang="en-US" altLang="ko-Kore-KR" sz="400" b="1" dirty="0">
                  <a:solidFill>
                    <a:srgbClr val="FFC000"/>
                  </a:solidFill>
                </a:rPr>
                <a:t>TRK 231</a:t>
              </a:r>
            </a:p>
          </p:txBody>
        </p:sp>
      </p:grpSp>
      <p:graphicFrame>
        <p:nvGraphicFramePr>
          <p:cNvPr id="189" name="Google Shape;138;p4">
            <a:extLst>
              <a:ext uri="{FF2B5EF4-FFF2-40B4-BE49-F238E27FC236}">
                <a16:creationId xmlns:a16="http://schemas.microsoft.com/office/drawing/2014/main" id="{0424EAED-8059-AF11-0FC4-B91BD1273F17}"/>
              </a:ext>
            </a:extLst>
          </p:cNvPr>
          <p:cNvGraphicFramePr/>
          <p:nvPr>
            <p:extLst>
              <p:ext uri="{D42A27DB-BD31-4B8C-83A1-F6EECF244321}">
                <p14:modId xmlns:p14="http://schemas.microsoft.com/office/powerpoint/2010/main" val="1075971734"/>
              </p:ext>
            </p:extLst>
          </p:nvPr>
        </p:nvGraphicFramePr>
        <p:xfrm>
          <a:off x="3610" y="4711422"/>
          <a:ext cx="2328850" cy="54024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16787">
                <a:tc>
                  <a:txBody>
                    <a:bodyPr/>
                    <a:lstStyle/>
                    <a:p>
                      <a:pPr marL="0" marR="0" lvl="0" indent="0" algn="ctr" rtl="0">
                        <a:spcBef>
                          <a:spcPts val="0"/>
                        </a:spcBef>
                        <a:spcAft>
                          <a:spcPts val="0"/>
                        </a:spcAft>
                        <a:buNone/>
                      </a:pPr>
                      <a:r>
                        <a:rPr lang="en-US" sz="1000" dirty="0"/>
                        <a:t>Missed App</a:t>
                      </a:r>
                    </a:p>
                  </a:txBody>
                  <a:tcPr marL="36000" marR="36000" marT="36000" marB="36000" anchor="ctr"/>
                </a:tc>
                <a:extLst>
                  <a:ext uri="{0D108BD9-81ED-4DB2-BD59-A6C34878D82A}">
                    <a16:rowId xmlns:a16="http://schemas.microsoft.com/office/drawing/2014/main" val="10000"/>
                  </a:ext>
                </a:extLst>
              </a:tr>
              <a:tr h="164377">
                <a:tc>
                  <a:txBody>
                    <a:bodyPr/>
                    <a:lstStyle/>
                    <a:p>
                      <a:pPr marL="0" marR="0" lvl="0" indent="0" algn="l" rtl="0">
                        <a:spcBef>
                          <a:spcPts val="0"/>
                        </a:spcBef>
                        <a:spcAft>
                          <a:spcPts val="0"/>
                        </a:spcAft>
                        <a:buNone/>
                      </a:pPr>
                      <a:r>
                        <a:rPr lang="en-US" altLang="ko-KR" sz="800" dirty="0"/>
                        <a:t>L/H Turn </a:t>
                      </a:r>
                      <a:r>
                        <a:rPr lang="en-US" altLang="ko-KR" sz="800" b="1" dirty="0">
                          <a:solidFill>
                            <a:srgbClr val="C00000"/>
                          </a:solidFill>
                        </a:rPr>
                        <a:t>HME 177 </a:t>
                      </a:r>
                      <a:r>
                        <a:rPr lang="en-US" altLang="ko-KR" sz="800" dirty="0"/>
                        <a:t>OUTBD (PULL TRK)</a:t>
                      </a:r>
                    </a:p>
                    <a:p>
                      <a:pPr marL="0" marR="0" lvl="0" indent="0" algn="l" rtl="0">
                        <a:spcBef>
                          <a:spcPts val="0"/>
                        </a:spcBef>
                        <a:spcAft>
                          <a:spcPts val="0"/>
                        </a:spcAft>
                        <a:buNone/>
                      </a:pPr>
                      <a:r>
                        <a:rPr lang="en-US" altLang="ko-KR" sz="800" dirty="0">
                          <a:solidFill>
                            <a:srgbClr val="0070C0"/>
                          </a:solidFill>
                        </a:rPr>
                        <a:t>(DCT UTIBO Radial In 357, MAN NAV)</a:t>
                      </a:r>
                      <a:r>
                        <a:rPr lang="en-US" altLang="ko-KR" sz="800" dirty="0"/>
                        <a:t> </a:t>
                      </a:r>
                    </a:p>
                  </a:txBody>
                  <a:tcPr marL="36000" marR="36000" marT="36000" marB="36000" anchor="ctr"/>
                </a:tc>
                <a:extLst>
                  <a:ext uri="{0D108BD9-81ED-4DB2-BD59-A6C34878D82A}">
                    <a16:rowId xmlns:a16="http://schemas.microsoft.com/office/drawing/2014/main" val="10001"/>
                  </a:ext>
                </a:extLst>
              </a:tr>
            </a:tbl>
          </a:graphicData>
        </a:graphic>
      </p:graphicFrame>
      <p:sp>
        <p:nvSpPr>
          <p:cNvPr id="2" name="TextBox 1">
            <a:extLst>
              <a:ext uri="{FF2B5EF4-FFF2-40B4-BE49-F238E27FC236}">
                <a16:creationId xmlns:a16="http://schemas.microsoft.com/office/drawing/2014/main" id="{CC6D4067-4AEE-4AB6-86D3-BBA7CA519E98}"/>
              </a:ext>
            </a:extLst>
          </p:cNvPr>
          <p:cNvSpPr txBox="1"/>
          <p:nvPr/>
        </p:nvSpPr>
        <p:spPr>
          <a:xfrm>
            <a:off x="1628986" y="3733622"/>
            <a:ext cx="535724" cy="215444"/>
          </a:xfrm>
          <a:prstGeom prst="rect">
            <a:avLst/>
          </a:prstGeom>
          <a:noFill/>
        </p:spPr>
        <p:txBody>
          <a:bodyPr wrap="none" rtlCol="0">
            <a:spAutoFit/>
          </a:bodyPr>
          <a:lstStyle/>
          <a:p>
            <a:pPr algn="ctr"/>
            <a:r>
              <a:rPr kumimoji="1" lang="en-US" altLang="ko-Kore-KR" sz="400" b="1" dirty="0"/>
              <a:t>DAMBO 13NM</a:t>
            </a:r>
          </a:p>
          <a:p>
            <a:pPr algn="ctr"/>
            <a:r>
              <a:rPr kumimoji="1" lang="en-US" altLang="ko-Kore-KR" sz="400" b="1" dirty="0">
                <a:solidFill>
                  <a:srgbClr val="FF0000"/>
                </a:solidFill>
              </a:rPr>
              <a:t>MAN 4000’</a:t>
            </a:r>
          </a:p>
        </p:txBody>
      </p:sp>
      <p:sp>
        <p:nvSpPr>
          <p:cNvPr id="3" name="TextBox 2">
            <a:extLst>
              <a:ext uri="{FF2B5EF4-FFF2-40B4-BE49-F238E27FC236}">
                <a16:creationId xmlns:a16="http://schemas.microsoft.com/office/drawing/2014/main" id="{0857189A-CA0F-E5AC-FE0C-F518EA8AAE45}"/>
              </a:ext>
            </a:extLst>
          </p:cNvPr>
          <p:cNvSpPr txBox="1"/>
          <p:nvPr/>
        </p:nvSpPr>
        <p:spPr>
          <a:xfrm>
            <a:off x="41438" y="2057392"/>
            <a:ext cx="2213253" cy="292388"/>
          </a:xfrm>
          <a:prstGeom prst="rect">
            <a:avLst/>
          </a:prstGeom>
          <a:noFill/>
        </p:spPr>
        <p:txBody>
          <a:bodyPr wrap="square" rtlCol="0">
            <a:spAutoFit/>
          </a:bodyPr>
          <a:lstStyle/>
          <a:p>
            <a:r>
              <a:rPr kumimoji="1" lang="ko-Kore-KR" altLang="en-US" sz="500" dirty="0"/>
              <a:t>고려사항</a:t>
            </a:r>
            <a:endParaRPr kumimoji="1" lang="en-US" altLang="ko-Kore-KR" sz="500" dirty="0"/>
          </a:p>
          <a:p>
            <a:r>
              <a:rPr kumimoji="1" lang="en-US" altLang="ko-KR" sz="400" dirty="0"/>
              <a:t>-</a:t>
            </a:r>
            <a:r>
              <a:rPr kumimoji="1" lang="ko-Kore-KR" altLang="en-US" sz="400" dirty="0"/>
              <a:t> </a:t>
            </a:r>
            <a:r>
              <a:rPr kumimoji="1" lang="en-US" altLang="ko-KR" sz="400" dirty="0"/>
              <a:t>Procedure SPD </a:t>
            </a:r>
            <a:r>
              <a:rPr kumimoji="1" lang="ko-KR" altLang="en-US" sz="400" dirty="0"/>
              <a:t>지켜야 </a:t>
            </a:r>
            <a:r>
              <a:rPr kumimoji="1" lang="en-US" altLang="ko-KR" sz="400" dirty="0"/>
              <a:t>Traffic </a:t>
            </a:r>
            <a:r>
              <a:rPr kumimoji="1" lang="ko-KR" altLang="en-US" sz="400" dirty="0"/>
              <a:t>간격 유지됨</a:t>
            </a:r>
            <a:r>
              <a:rPr kumimoji="1" lang="en-US" altLang="ko-KR" sz="400" dirty="0"/>
              <a:t>.</a:t>
            </a:r>
            <a:r>
              <a:rPr kumimoji="1" lang="ko-KR" altLang="en-US" sz="400" dirty="0"/>
              <a:t> 무게에 따라 </a:t>
            </a:r>
            <a:r>
              <a:rPr kumimoji="1" lang="en-US" altLang="ko-KR" sz="400" dirty="0"/>
              <a:t>-4</a:t>
            </a:r>
            <a:r>
              <a:rPr kumimoji="1" lang="ko-KR" altLang="en-US" sz="400" dirty="0"/>
              <a:t>도 </a:t>
            </a:r>
            <a:r>
              <a:rPr kumimoji="1" lang="ko-KR" altLang="en-US" sz="400" dirty="0" err="1"/>
              <a:t>증속가능성</a:t>
            </a:r>
            <a:r>
              <a:rPr kumimoji="1" lang="ko-KR" altLang="en-US" sz="400" dirty="0"/>
              <a:t> 있음</a:t>
            </a:r>
            <a:r>
              <a:rPr kumimoji="1" lang="en-US" altLang="ko-KR" sz="400" dirty="0"/>
              <a:t>.</a:t>
            </a:r>
          </a:p>
          <a:p>
            <a:r>
              <a:rPr kumimoji="1" lang="en-US" altLang="ko-KR" sz="400" dirty="0"/>
              <a:t>-</a:t>
            </a:r>
            <a:r>
              <a:rPr kumimoji="1" lang="ko-KR" altLang="en-US" sz="400" dirty="0"/>
              <a:t> </a:t>
            </a:r>
            <a:r>
              <a:rPr kumimoji="1" lang="en-US" altLang="ko-KR" sz="400" dirty="0"/>
              <a:t>S/B</a:t>
            </a:r>
            <a:r>
              <a:rPr kumimoji="1" lang="ko-KR" altLang="en-US" sz="400" dirty="0"/>
              <a:t> 사용하거나 강하각을 조절하는 것이 필요함</a:t>
            </a:r>
            <a:r>
              <a:rPr kumimoji="1" lang="en-US" altLang="ko-KR" sz="400" dirty="0"/>
              <a:t>.</a:t>
            </a:r>
            <a:r>
              <a:rPr kumimoji="1" lang="ko-KR" altLang="en-US" sz="400" dirty="0"/>
              <a:t>   </a:t>
            </a:r>
            <a:endParaRPr kumimoji="1" lang="ko-Kore-KR" altLang="en-US" sz="1600" dirty="0"/>
          </a:p>
        </p:txBody>
      </p:sp>
    </p:spTree>
    <p:extLst>
      <p:ext uri="{BB962C8B-B14F-4D97-AF65-F5344CB8AC3E}">
        <p14:creationId xmlns:p14="http://schemas.microsoft.com/office/powerpoint/2010/main" val="25841694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2">
          <a:extLst>
            <a:ext uri="{FF2B5EF4-FFF2-40B4-BE49-F238E27FC236}">
              <a16:creationId xmlns:a16="http://schemas.microsoft.com/office/drawing/2014/main" id="{315F69C3-77DD-1E44-4666-B8D959D64D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C52126-A3FC-7594-B204-8E2ED3E9B79C}"/>
              </a:ext>
            </a:extLst>
          </p:cNvPr>
          <p:cNvSpPr txBox="1"/>
          <p:nvPr/>
        </p:nvSpPr>
        <p:spPr>
          <a:xfrm>
            <a:off x="933902" y="2667315"/>
            <a:ext cx="1287532"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a:t>
            </a:r>
            <a:r>
              <a:rPr kumimoji="1" lang="en-US" altLang="ko-Kore-KR" sz="700" b="1" u="sng" dirty="0">
                <a:solidFill>
                  <a:srgbClr val="FF0000"/>
                </a:solidFill>
                <a:latin typeface="Gulim" panose="020B0600000101010101" pitchFamily="34" charset="-127"/>
                <a:ea typeface="Gulim" panose="020B0600000101010101" pitchFamily="34" charset="-127"/>
              </a:rPr>
              <a:t>ATIS</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TKO 120.5 – FUK 133.02 </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120.57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graphicFrame>
        <p:nvGraphicFramePr>
          <p:cNvPr id="354" name="Google Shape;354;p25">
            <a:extLst>
              <a:ext uri="{FF2B5EF4-FFF2-40B4-BE49-F238E27FC236}">
                <a16:creationId xmlns:a16="http://schemas.microsoft.com/office/drawing/2014/main" id="{DE31EBC2-A3C3-BD88-DD54-A6AB5917863E}"/>
              </a:ext>
            </a:extLst>
          </p:cNvPr>
          <p:cNvGraphicFramePr/>
          <p:nvPr>
            <p:extLst>
              <p:ext uri="{D42A27DB-BD31-4B8C-83A1-F6EECF244321}">
                <p14:modId xmlns:p14="http://schemas.microsoft.com/office/powerpoint/2010/main" val="1834717578"/>
              </p:ext>
            </p:extLst>
          </p:nvPr>
        </p:nvGraphicFramePr>
        <p:xfrm>
          <a:off x="0" y="1062477"/>
          <a:ext cx="2332936" cy="1618090"/>
        </p:xfrm>
        <a:graphic>
          <a:graphicData uri="http://schemas.openxmlformats.org/drawingml/2006/table">
            <a:tbl>
              <a:tblPr firstRow="1" bandRow="1">
                <a:tableStyleId>{A521BE36-7E6F-4EC9-8D66-1CF97A6895EC}</a:tableStyleId>
              </a:tblPr>
              <a:tblGrid>
                <a:gridCol w="323689">
                  <a:extLst>
                    <a:ext uri="{9D8B030D-6E8A-4147-A177-3AD203B41FA5}">
                      <a16:colId xmlns:a16="http://schemas.microsoft.com/office/drawing/2014/main" val="20000"/>
                    </a:ext>
                  </a:extLst>
                </a:gridCol>
                <a:gridCol w="61400">
                  <a:extLst>
                    <a:ext uri="{9D8B030D-6E8A-4147-A177-3AD203B41FA5}">
                      <a16:colId xmlns:a16="http://schemas.microsoft.com/office/drawing/2014/main" val="1791132177"/>
                    </a:ext>
                  </a:extLst>
                </a:gridCol>
                <a:gridCol w="314468">
                  <a:extLst>
                    <a:ext uri="{9D8B030D-6E8A-4147-A177-3AD203B41FA5}">
                      <a16:colId xmlns:a16="http://schemas.microsoft.com/office/drawing/2014/main" val="1287199069"/>
                    </a:ext>
                  </a:extLst>
                </a:gridCol>
                <a:gridCol w="270573">
                  <a:extLst>
                    <a:ext uri="{9D8B030D-6E8A-4147-A177-3AD203B41FA5}">
                      <a16:colId xmlns:a16="http://schemas.microsoft.com/office/drawing/2014/main" val="2407863501"/>
                    </a:ext>
                  </a:extLst>
                </a:gridCol>
                <a:gridCol w="61400">
                  <a:extLst>
                    <a:ext uri="{9D8B030D-6E8A-4147-A177-3AD203B41FA5}">
                      <a16:colId xmlns:a16="http://schemas.microsoft.com/office/drawing/2014/main" val="20003"/>
                    </a:ext>
                  </a:extLst>
                </a:gridCol>
                <a:gridCol w="323690">
                  <a:extLst>
                    <a:ext uri="{9D8B030D-6E8A-4147-A177-3AD203B41FA5}">
                      <a16:colId xmlns:a16="http://schemas.microsoft.com/office/drawing/2014/main" val="2408911087"/>
                    </a:ext>
                  </a:extLst>
                </a:gridCol>
                <a:gridCol w="323689">
                  <a:extLst>
                    <a:ext uri="{9D8B030D-6E8A-4147-A177-3AD203B41FA5}">
                      <a16:colId xmlns:a16="http://schemas.microsoft.com/office/drawing/2014/main" val="2010601280"/>
                    </a:ext>
                  </a:extLst>
                </a:gridCol>
                <a:gridCol w="330338">
                  <a:extLst>
                    <a:ext uri="{9D8B030D-6E8A-4147-A177-3AD203B41FA5}">
                      <a16:colId xmlns:a16="http://schemas.microsoft.com/office/drawing/2014/main" val="409838172"/>
                    </a:ext>
                  </a:extLst>
                </a:gridCol>
                <a:gridCol w="323689">
                  <a:extLst>
                    <a:ext uri="{9D8B030D-6E8A-4147-A177-3AD203B41FA5}">
                      <a16:colId xmlns:a16="http://schemas.microsoft.com/office/drawing/2014/main" val="1805471939"/>
                    </a:ext>
                  </a:extLst>
                </a:gridCol>
              </a:tblGrid>
              <a:tr h="174725">
                <a:tc gridSpan="9">
                  <a:txBody>
                    <a:bodyPr/>
                    <a:lstStyle/>
                    <a:p>
                      <a:pPr marL="0" marR="0" lvl="0" indent="0" algn="ctr" rtl="0">
                        <a:spcBef>
                          <a:spcPts val="0"/>
                        </a:spcBef>
                        <a:spcAft>
                          <a:spcPts val="0"/>
                        </a:spcAft>
                        <a:buNone/>
                      </a:pPr>
                      <a:r>
                        <a:rPr lang="en-US" sz="800" dirty="0"/>
                        <a:t>HND : SID </a:t>
                      </a:r>
                      <a:r>
                        <a:rPr lang="en-US" sz="800" dirty="0">
                          <a:solidFill>
                            <a:srgbClr val="FFC000"/>
                          </a:solidFill>
                        </a:rPr>
                        <a:t>(xx B/C 2200-0230z 0600-1000z)</a:t>
                      </a:r>
                      <a:r>
                        <a:rPr lang="en-US" sz="800" dirty="0"/>
                        <a:t> NADP 1</a:t>
                      </a:r>
                      <a:endParaRPr sz="800" dirty="0"/>
                    </a:p>
                  </a:txBody>
                  <a:tcPr marL="91450" marR="91450" marT="45725" marB="45725"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58650">
                <a:tc gridSpan="2">
                  <a:txBody>
                    <a:bodyPr/>
                    <a:lstStyle/>
                    <a:p>
                      <a:pPr marL="0" marR="0" lvl="0" indent="0" algn="ctr" rtl="0">
                        <a:spcBef>
                          <a:spcPts val="0"/>
                        </a:spcBef>
                        <a:spcAft>
                          <a:spcPts val="0"/>
                        </a:spcAft>
                        <a:buNone/>
                      </a:pPr>
                      <a:r>
                        <a:rPr lang="en-US" sz="800" b="1" dirty="0"/>
                        <a:t>ALL</a:t>
                      </a:r>
                      <a:endParaRPr sz="800" b="1" dirty="0"/>
                    </a:p>
                  </a:txBody>
                  <a:tcPr marL="36000" marR="36000" marT="36000" marB="36000" anchor="ct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a:solidFill>
                            <a:srgbClr val="0070C0"/>
                          </a:solidFill>
                        </a:rPr>
                        <a:t>BEKLA x</a:t>
                      </a:r>
                      <a:endParaRPr lang="en-US"/>
                    </a:p>
                    <a:p>
                      <a:pPr marL="0" marR="0" lvl="0" indent="0" algn="ctr" rtl="0">
                        <a:spcBef>
                          <a:spcPts val="0"/>
                        </a:spcBef>
                        <a:spcAft>
                          <a:spcPts val="0"/>
                        </a:spcAft>
                        <a:buNone/>
                      </a:pPr>
                      <a:r>
                        <a:rPr lang="en-US" sz="800" b="1"/>
                        <a:t>OPPAR x</a:t>
                      </a:r>
                      <a:endParaRPr lang="ko-Kore-KR" altLang="en-US"/>
                    </a:p>
                  </a:txBody>
                  <a:tcPr marL="36000" marR="36000" marT="36000" marB="36000" anchor="ctr"/>
                </a:tc>
                <a:tc hMerge="1">
                  <a:txBody>
                    <a:bodyPr/>
                    <a:lstStyle/>
                    <a:p>
                      <a:endParaRPr lang="ko-Kore-KR" altLang="en-US"/>
                    </a:p>
                  </a:txBody>
                  <a:tcPr/>
                </a:tc>
                <a:tc gridSpan="5">
                  <a:txBody>
                    <a:bodyPr/>
                    <a:lstStyle/>
                    <a:p>
                      <a:pPr marL="0" marR="0" lvl="0" indent="0" algn="ctr" rtl="0">
                        <a:spcBef>
                          <a:spcPts val="0"/>
                        </a:spcBef>
                        <a:spcAft>
                          <a:spcPts val="0"/>
                        </a:spcAft>
                        <a:buNone/>
                      </a:pPr>
                      <a:r>
                        <a:rPr lang="en-US" sz="800" b="1"/>
                        <a:t>HD 338/158,231/051,223/043</a:t>
                      </a:r>
                      <a:endParaRPr lang="en-US" sz="800" b="1" dirty="0"/>
                    </a:p>
                    <a:p>
                      <a:pPr marL="0" marR="0" lvl="0" indent="0" algn="ctr" rtl="0">
                        <a:spcBef>
                          <a:spcPts val="0"/>
                        </a:spcBef>
                        <a:spcAft>
                          <a:spcPts val="0"/>
                        </a:spcAft>
                        <a:buNone/>
                      </a:pPr>
                      <a:r>
                        <a:rPr lang="en-US" sz="800" b="1" dirty="0">
                          <a:solidFill>
                            <a:srgbClr val="0070C0"/>
                          </a:solidFill>
                        </a:rPr>
                        <a:t>ALT ATC</a:t>
                      </a:r>
                    </a:p>
                    <a:p>
                      <a:pPr marL="0" marR="0" lvl="0" indent="0" algn="ctr" rtl="0">
                        <a:spcBef>
                          <a:spcPts val="0"/>
                        </a:spcBef>
                        <a:spcAft>
                          <a:spcPts val="0"/>
                        </a:spcAft>
                        <a:buNone/>
                      </a:pPr>
                      <a:r>
                        <a:rPr lang="en-US" sz="800" b="1" dirty="0">
                          <a:solidFill>
                            <a:srgbClr val="7030A0"/>
                          </a:solidFill>
                        </a:rPr>
                        <a:t>Mod SPD 230</a:t>
                      </a:r>
                      <a:endParaRPr sz="600" b="1"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258650">
                <a:tc>
                  <a:txBody>
                    <a:bodyPr/>
                    <a:lstStyle/>
                    <a:p>
                      <a:pPr marL="0" marR="0" lvl="0" indent="0" algn="ctr" rtl="0">
                        <a:lnSpc>
                          <a:spcPct val="100000"/>
                        </a:lnSpc>
                        <a:spcBef>
                          <a:spcPts val="0"/>
                        </a:spcBef>
                        <a:spcAft>
                          <a:spcPts val="0"/>
                        </a:spcAft>
                        <a:buClr>
                          <a:srgbClr val="0070C0"/>
                        </a:buClr>
                        <a:buSzPts val="800"/>
                        <a:buFont typeface="Calibri"/>
                        <a:buNone/>
                      </a:pPr>
                      <a:r>
                        <a:rPr lang="en-US" altLang="ko-Kore-KR" sz="700" b="1" dirty="0">
                          <a:solidFill>
                            <a:srgbClr val="0070C0"/>
                          </a:solidFill>
                        </a:rPr>
                        <a:t>TTE</a:t>
                      </a:r>
                      <a:endParaRPr lang="en-US" altLang="ko-Kore-KR" sz="700" dirty="0"/>
                    </a:p>
                    <a:p>
                      <a:pPr marL="0" marR="0" lvl="0" indent="0" algn="ctr" rtl="0">
                        <a:lnSpc>
                          <a:spcPct val="100000"/>
                        </a:lnSpc>
                        <a:spcBef>
                          <a:spcPts val="0"/>
                        </a:spcBef>
                        <a:spcAft>
                          <a:spcPts val="0"/>
                        </a:spcAft>
                        <a:buClr>
                          <a:srgbClr val="0070C0"/>
                        </a:buClr>
                        <a:buSzPts val="800"/>
                        <a:buFont typeface="Calibri"/>
                        <a:buNone/>
                      </a:pPr>
                      <a:r>
                        <a:rPr lang="en-US" altLang="ko-Kore-KR" sz="700" b="1" dirty="0">
                          <a:solidFill>
                            <a:srgbClr val="0070C0"/>
                          </a:solidFill>
                        </a:rPr>
                        <a:t>117.4</a:t>
                      </a:r>
                      <a:endParaRPr lang="en-US" altLang="ko-Kore-KR" sz="700" dirty="0"/>
                    </a:p>
                  </a:txBody>
                  <a:tcPr marL="0" marR="0" marT="36000" marB="36000" anchor="ctr"/>
                </a:tc>
                <a:tc gridSpan="2">
                  <a:txBody>
                    <a:bodyPr/>
                    <a:lstStyle/>
                    <a:p>
                      <a:pPr marL="0" marR="0" lvl="0" indent="0" algn="ctr" rtl="0">
                        <a:spcBef>
                          <a:spcPts val="0"/>
                        </a:spcBef>
                        <a:spcAft>
                          <a:spcPts val="0"/>
                        </a:spcAft>
                        <a:buNone/>
                      </a:pPr>
                      <a:r>
                        <a:rPr lang="en-US" altLang="ko-Kore-KR" sz="700" b="1" dirty="0">
                          <a:solidFill>
                            <a:srgbClr val="C00000"/>
                          </a:solidFill>
                        </a:rPr>
                        <a:t>34L IHA</a:t>
                      </a:r>
                      <a:endParaRPr lang="en-US" altLang="ko-Kore-KR" sz="700" dirty="0"/>
                    </a:p>
                    <a:p>
                      <a:pPr marL="0" marR="0" lvl="0" indent="0" algn="ctr" rtl="0">
                        <a:spcBef>
                          <a:spcPts val="0"/>
                        </a:spcBef>
                        <a:spcAft>
                          <a:spcPts val="0"/>
                        </a:spcAft>
                        <a:buNone/>
                      </a:pPr>
                      <a:r>
                        <a:rPr lang="en-US" altLang="ko-Kore-KR" sz="700" b="1" dirty="0">
                          <a:solidFill>
                            <a:srgbClr val="C00000"/>
                          </a:solidFill>
                        </a:rPr>
                        <a:t>111.7</a:t>
                      </a:r>
                      <a:endParaRPr lang="ko-Kore-KR" altLang="en-US" sz="700" dirty="0"/>
                    </a:p>
                  </a:txBody>
                  <a:tcPr marL="0" marR="0" marT="36000" marB="36000" anchor="ctr"/>
                </a:tc>
                <a:tc hMerge="1">
                  <a:txBody>
                    <a:bodyPr/>
                    <a:lstStyle/>
                    <a:p>
                      <a:pPr marL="0" marR="0" lvl="0" indent="0" algn="ctr" rtl="0">
                        <a:spcBef>
                          <a:spcPts val="0"/>
                        </a:spcBef>
                        <a:spcAft>
                          <a:spcPts val="0"/>
                        </a:spcAft>
                        <a:buNone/>
                      </a:pPr>
                      <a:endParaRPr lang="ko-Kore-KR" altLang="en-US" dirty="0"/>
                    </a:p>
                  </a:txBody>
                  <a:tcPr marL="0" marR="0" marT="36000" marB="36000" anchor="ctr"/>
                </a:tc>
                <a:tc gridSpan="2">
                  <a:txBody>
                    <a:bodyPr/>
                    <a:lstStyle/>
                    <a:p>
                      <a:pPr marL="0" marR="0" lvl="0" indent="0" algn="ctr" rtl="0">
                        <a:spcBef>
                          <a:spcPts val="0"/>
                        </a:spcBef>
                        <a:spcAft>
                          <a:spcPts val="0"/>
                        </a:spcAft>
                        <a:buNone/>
                      </a:pPr>
                      <a:r>
                        <a:rPr lang="en-US" altLang="ko-Kore-KR" sz="700" b="1" dirty="0">
                          <a:solidFill>
                            <a:srgbClr val="C00000"/>
                          </a:solidFill>
                        </a:rPr>
                        <a:t>16R ITA</a:t>
                      </a:r>
                      <a:endParaRPr lang="en-US" altLang="ko-Kore-KR" sz="700" dirty="0"/>
                    </a:p>
                    <a:p>
                      <a:pPr marL="0" marR="0" lvl="0" indent="0" algn="ctr" rtl="0">
                        <a:spcBef>
                          <a:spcPts val="0"/>
                        </a:spcBef>
                        <a:spcAft>
                          <a:spcPts val="0"/>
                        </a:spcAft>
                        <a:buNone/>
                      </a:pPr>
                      <a:r>
                        <a:rPr lang="en-US" altLang="ko-Kore-KR" sz="700" b="1" dirty="0">
                          <a:solidFill>
                            <a:srgbClr val="C00000"/>
                          </a:solidFill>
                        </a:rPr>
                        <a:t>111.55</a:t>
                      </a:r>
                      <a:endParaRPr lang="en-US" altLang="ko-Kore-KR" sz="700" dirty="0"/>
                    </a:p>
                  </a:txBody>
                  <a:tcPr marL="0" marR="0" marT="36000" marB="36000" anchor="ctr"/>
                </a:tc>
                <a:tc hMerge="1">
                  <a:txBody>
                    <a:bodyPr/>
                    <a:lstStyle/>
                    <a:p>
                      <a:pPr marL="0" marR="0" lvl="0" indent="0" algn="ctr" rtl="0">
                        <a:lnSpc>
                          <a:spcPct val="100000"/>
                        </a:lnSpc>
                        <a:spcBef>
                          <a:spcPts val="0"/>
                        </a:spcBef>
                        <a:spcAft>
                          <a:spcPts val="0"/>
                        </a:spcAft>
                        <a:buClr>
                          <a:srgbClr val="C00000"/>
                        </a:buClr>
                        <a:buSzPts val="800"/>
                        <a:buFont typeface="Calibri"/>
                        <a:buNone/>
                      </a:pPr>
                      <a:endParaRPr sz="800" b="1" dirty="0">
                        <a:solidFill>
                          <a:srgbClr val="C00000"/>
                        </a:solidFill>
                      </a:endParaRPr>
                    </a:p>
                  </a:txBody>
                  <a:tcPr marL="0" marR="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700" b="1" dirty="0">
                          <a:solidFill>
                            <a:srgbClr val="C00000"/>
                          </a:solidFill>
                        </a:rPr>
                        <a:t>34R ITC 108.9</a:t>
                      </a:r>
                    </a:p>
                  </a:txBody>
                  <a:tcPr marL="0" marR="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700" b="1" dirty="0">
                          <a:solidFill>
                            <a:srgbClr val="C00000"/>
                          </a:solidFill>
                        </a:rPr>
                        <a:t>16L IOC 111.95</a:t>
                      </a:r>
                    </a:p>
                  </a:txBody>
                  <a:tcPr marL="0" marR="0" marT="36000" marB="36000" anchor="ctr"/>
                </a:tc>
                <a:tc>
                  <a:txBody>
                    <a:bodyPr/>
                    <a:lstStyle/>
                    <a:p>
                      <a:pPr marL="0" marR="0" lvl="0" indent="0" algn="ctr" rtl="0">
                        <a:spcBef>
                          <a:spcPts val="0"/>
                        </a:spcBef>
                        <a:spcAft>
                          <a:spcPts val="0"/>
                        </a:spcAft>
                        <a:buNone/>
                      </a:pPr>
                      <a:r>
                        <a:rPr lang="en-US" altLang="ko-Kore-KR" sz="700" b="1" dirty="0">
                          <a:solidFill>
                            <a:srgbClr val="C00000"/>
                          </a:solidFill>
                        </a:rPr>
                        <a:t>22 IAD</a:t>
                      </a:r>
                      <a:endParaRPr lang="en-US" altLang="ko-Kore-KR" sz="700" dirty="0"/>
                    </a:p>
                    <a:p>
                      <a:pPr marL="0" marR="0" lvl="0" indent="0" algn="ctr" rtl="0">
                        <a:spcBef>
                          <a:spcPts val="0"/>
                        </a:spcBef>
                        <a:spcAft>
                          <a:spcPts val="0"/>
                        </a:spcAft>
                        <a:buNone/>
                      </a:pPr>
                      <a:r>
                        <a:rPr lang="en-US" altLang="ko-Kore-KR" sz="700" b="1" dirty="0">
                          <a:solidFill>
                            <a:srgbClr val="C00000"/>
                          </a:solidFill>
                        </a:rPr>
                        <a:t>108.1</a:t>
                      </a:r>
                    </a:p>
                  </a:txBody>
                  <a:tcPr marL="0" marR="0" marT="36000" marB="36000" anchor="ctr"/>
                </a:tc>
                <a:tc>
                  <a:txBody>
                    <a:bodyPr/>
                    <a:lstStyle/>
                    <a:p>
                      <a:pPr marL="0" marR="0" lvl="0" indent="0" algn="ctr" rtl="0">
                        <a:spcBef>
                          <a:spcPts val="0"/>
                        </a:spcBef>
                        <a:spcAft>
                          <a:spcPts val="0"/>
                        </a:spcAft>
                        <a:buNone/>
                      </a:pPr>
                      <a:r>
                        <a:rPr lang="en-US" altLang="ko-Kore-KR" sz="700" b="1" dirty="0">
                          <a:solidFill>
                            <a:srgbClr val="C00000"/>
                          </a:solidFill>
                        </a:rPr>
                        <a:t>23 ITD</a:t>
                      </a:r>
                      <a:endParaRPr lang="en-US" altLang="ko-Kore-KR" sz="700" dirty="0"/>
                    </a:p>
                    <a:p>
                      <a:pPr marL="0" marR="0" lvl="0" indent="0" algn="ctr" rtl="0">
                        <a:spcBef>
                          <a:spcPts val="0"/>
                        </a:spcBef>
                        <a:spcAft>
                          <a:spcPts val="0"/>
                        </a:spcAft>
                        <a:buNone/>
                      </a:pPr>
                      <a:r>
                        <a:rPr lang="en-US" altLang="ko-Kore-KR" sz="700" b="1" dirty="0">
                          <a:solidFill>
                            <a:srgbClr val="C00000"/>
                          </a:solidFill>
                        </a:rPr>
                        <a:t>110.5</a:t>
                      </a:r>
                      <a:endParaRPr lang="en-US" altLang="ko-Kore-KR" sz="700" dirty="0"/>
                    </a:p>
                  </a:txBody>
                  <a:tcPr marL="0" marR="0" marT="36000" marB="36000" anchor="ctr"/>
                </a:tc>
                <a:extLst>
                  <a:ext uri="{0D108BD9-81ED-4DB2-BD59-A6C34878D82A}">
                    <a16:rowId xmlns:a16="http://schemas.microsoft.com/office/drawing/2014/main" val="2981347970"/>
                  </a:ext>
                </a:extLst>
              </a:tr>
              <a:tr h="1588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endParaRPr lang="ko-Kore-KR" altLang="en-US"/>
                    </a:p>
                  </a:txBody>
                  <a:tcPr/>
                </a:tc>
                <a:tc gridSpan="7">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u="none" strike="noStrike" kern="1200" cap="none" spc="0" normalizeH="0" baseline="0" noProof="0" dirty="0">
                          <a:ln>
                            <a:noFill/>
                          </a:ln>
                          <a:solidFill>
                            <a:prstClr val="black"/>
                          </a:solidFill>
                          <a:effectLst/>
                          <a:uLnTx/>
                          <a:uFillTx/>
                        </a:rPr>
                        <a:t>34L : TTE 346/1.2, R095, 34R : TTE R071, R095, 22 : TTE /2.2 R185 </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3"/>
                  </a:ext>
                </a:extLst>
              </a:tr>
              <a:tr h="88900">
                <a:tc gridSpan="9">
                  <a:txBody>
                    <a:bodyPr/>
                    <a:lstStyle/>
                    <a:p>
                      <a:pPr marL="0" marR="0" lvl="0" indent="0" algn="ctr" rtl="0">
                        <a:lnSpc>
                          <a:spcPct val="100000"/>
                        </a:lnSpc>
                        <a:spcBef>
                          <a:spcPts val="0"/>
                        </a:spcBef>
                        <a:spcAft>
                          <a:spcPts val="0"/>
                        </a:spcAft>
                        <a:buClr>
                          <a:schemeClr val="accent1"/>
                        </a:buClr>
                        <a:buSzPts val="700"/>
                        <a:buFont typeface="Calibri"/>
                        <a:buNone/>
                      </a:pPr>
                      <a:r>
                        <a:rPr lang="en-US" sz="800" b="0" dirty="0">
                          <a:solidFill>
                            <a:srgbClr val="7030A0"/>
                          </a:solidFill>
                        </a:rPr>
                        <a:t>34R BEKLA : KAIJI 230kts, TO FLAP SPD Until TORAM</a:t>
                      </a:r>
                      <a:endParaRPr sz="800" dirty="0">
                        <a:solidFill>
                          <a:srgbClr val="7030A0"/>
                        </a:solidFill>
                      </a:endParaRPr>
                    </a:p>
                    <a:p>
                      <a:pPr marL="0" marR="0" lvl="0" indent="0" algn="ctr" rtl="0">
                        <a:lnSpc>
                          <a:spcPct val="100000"/>
                        </a:lnSpc>
                        <a:spcBef>
                          <a:spcPts val="0"/>
                        </a:spcBef>
                        <a:spcAft>
                          <a:spcPts val="0"/>
                        </a:spcAft>
                        <a:buClr>
                          <a:schemeClr val="accent1"/>
                        </a:buClr>
                        <a:buSzPts val="700"/>
                        <a:buFont typeface="Calibri"/>
                        <a:buNone/>
                      </a:pPr>
                      <a:r>
                        <a:rPr lang="en-US" sz="800" b="0" dirty="0">
                          <a:solidFill>
                            <a:srgbClr val="7030A0"/>
                          </a:solidFill>
                        </a:rPr>
                        <a:t>05 OPPAR : Reduce SPD ARC TURN</a:t>
                      </a:r>
                    </a:p>
                    <a:p>
                      <a:pPr marL="0" marR="0" lvl="0" indent="0" algn="ctr" rtl="0">
                        <a:lnSpc>
                          <a:spcPct val="100000"/>
                        </a:lnSpc>
                        <a:spcBef>
                          <a:spcPts val="0"/>
                        </a:spcBef>
                        <a:spcAft>
                          <a:spcPts val="0"/>
                        </a:spcAft>
                        <a:buClr>
                          <a:schemeClr val="accent1"/>
                        </a:buClr>
                        <a:buSzPts val="700"/>
                        <a:buFont typeface="Calibri"/>
                        <a:buNone/>
                      </a:pPr>
                      <a:r>
                        <a:rPr lang="en-US" sz="800" b="0" dirty="0">
                          <a:solidFill>
                            <a:schemeClr val="bg1"/>
                          </a:solidFill>
                        </a:rPr>
                        <a:t>RWY05 RTE5 TAXI Chart</a:t>
                      </a:r>
                    </a:p>
                  </a:txBody>
                  <a:tcPr marL="36000" marR="36000" marT="0" marB="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355" name="Google Shape;355;p25">
            <a:extLst>
              <a:ext uri="{FF2B5EF4-FFF2-40B4-BE49-F238E27FC236}">
                <a16:creationId xmlns:a16="http://schemas.microsoft.com/office/drawing/2014/main" id="{1DFA5E20-EF24-308D-3D9F-99C0402C76CE}"/>
              </a:ext>
            </a:extLst>
          </p:cNvPr>
          <p:cNvGraphicFramePr/>
          <p:nvPr>
            <p:extLst>
              <p:ext uri="{D42A27DB-BD31-4B8C-83A1-F6EECF244321}">
                <p14:modId xmlns:p14="http://schemas.microsoft.com/office/powerpoint/2010/main" val="4166232286"/>
              </p:ext>
            </p:extLst>
          </p:nvPr>
        </p:nvGraphicFramePr>
        <p:xfrm>
          <a:off x="-2501" y="16505"/>
          <a:ext cx="2328850" cy="548650"/>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181697">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RJTT(HND) 21ft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RKSS(GMP) 59ft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46121">
                <a:tc>
                  <a:txBody>
                    <a:bodyPr/>
                    <a:lstStyle/>
                    <a:p>
                      <a:pPr marL="0" marR="0" lvl="0" indent="0" algn="ctr" rtl="0">
                        <a:spcBef>
                          <a:spcPts val="0"/>
                        </a:spcBef>
                        <a:spcAft>
                          <a:spcPts val="0"/>
                        </a:spcAft>
                        <a:buNone/>
                      </a:pPr>
                      <a:r>
                        <a:rPr lang="en-US" sz="900"/>
                        <a:t>Delta Oper 132.075</a:t>
                      </a:r>
                      <a:endParaRPr/>
                    </a:p>
                    <a:p>
                      <a:pPr marL="0" marR="0" lvl="0" indent="0" algn="ctr" rtl="0">
                        <a:spcBef>
                          <a:spcPts val="0"/>
                        </a:spcBef>
                        <a:spcAft>
                          <a:spcPts val="0"/>
                        </a:spcAft>
                        <a:buNone/>
                      </a:pPr>
                      <a:r>
                        <a:rPr lang="en-US" sz="800">
                          <a:solidFill>
                            <a:srgbClr val="FF0000"/>
                          </a:solidFill>
                        </a:rPr>
                        <a:t>DCL -15분</a:t>
                      </a:r>
                      <a:endParaRPr sz="8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GMP 131.15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811C5249-B056-D6D5-DE21-D85D10963342}"/>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6" name="Google Shape;158;p5">
            <a:extLst>
              <a:ext uri="{FF2B5EF4-FFF2-40B4-BE49-F238E27FC236}">
                <a16:creationId xmlns:a16="http://schemas.microsoft.com/office/drawing/2014/main" id="{B114305F-E5A2-B094-3603-617B25E7F45D}"/>
              </a:ext>
            </a:extLst>
          </p:cNvPr>
          <p:cNvSpPr txBox="1"/>
          <p:nvPr/>
        </p:nvSpPr>
        <p:spPr>
          <a:xfrm>
            <a:off x="-35514" y="563115"/>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latin typeface="Calibri"/>
                <a:ea typeface="Calibri"/>
                <a:cs typeface="Calibri"/>
                <a:sym typeface="Calibri"/>
              </a:rPr>
              <a:t>Rwy</a:t>
            </a:r>
            <a:r>
              <a:rPr lang="en-US" sz="800" dirty="0">
                <a:latin typeface="Calibri"/>
                <a:ea typeface="Calibri"/>
                <a:cs typeface="Calibri"/>
                <a:sym typeface="Calibri"/>
              </a:rPr>
              <a:t> 32L </a:t>
            </a:r>
            <a:r>
              <a:rPr lang="en-US" sz="1000" b="1" dirty="0">
                <a:solidFill>
                  <a:srgbClr val="C00000"/>
                </a:solidFill>
                <a:latin typeface="Calibri"/>
                <a:ea typeface="Calibri"/>
                <a:cs typeface="Calibri"/>
                <a:sym typeface="Calibri"/>
              </a:rPr>
              <a:t>Landing</a:t>
            </a:r>
            <a:r>
              <a:rPr lang="en-US" sz="800" b="1" dirty="0">
                <a:solidFill>
                  <a:schemeClr val="dk1"/>
                </a:solidFill>
                <a:latin typeface="Calibri"/>
                <a:ea typeface="Calibri"/>
                <a:cs typeface="Calibri"/>
                <a:sym typeface="Calibri"/>
              </a:rPr>
              <a:t> </a:t>
            </a:r>
            <a:endParaRPr b="1" dirty="0"/>
          </a:p>
          <a:p>
            <a:pPr marL="0" marR="0" lvl="0" indent="0" algn="l" rtl="0">
              <a:spcBef>
                <a:spcPts val="0"/>
              </a:spcBef>
              <a:spcAft>
                <a:spcPts val="0"/>
              </a:spcAft>
              <a:buNone/>
            </a:pPr>
            <a:r>
              <a:rPr lang="en-US" sz="800" dirty="0">
                <a:latin typeface="Calibri"/>
                <a:ea typeface="Calibri"/>
                <a:cs typeface="Calibri"/>
                <a:sym typeface="Calibri"/>
              </a:rPr>
              <a:t>(06:00L~0900L / 12:00L~15:00L /18:00L~21:00L)</a:t>
            </a:r>
            <a:endParaRPr dirty="0"/>
          </a:p>
        </p:txBody>
      </p:sp>
      <p:pic>
        <p:nvPicPr>
          <p:cNvPr id="7" name="그림 6" descr="텍스트, 시계이(가) 표시된 사진&#10;&#10;자동 생성된 설명">
            <a:extLst>
              <a:ext uri="{FF2B5EF4-FFF2-40B4-BE49-F238E27FC236}">
                <a16:creationId xmlns:a16="http://schemas.microsoft.com/office/drawing/2014/main" id="{D7FAD0E7-C5E2-DF08-F929-B4CF2701B9F7}"/>
              </a:ext>
            </a:extLst>
          </p:cNvPr>
          <p:cNvPicPr>
            <a:picLocks noChangeAspect="1"/>
          </p:cNvPicPr>
          <p:nvPr/>
        </p:nvPicPr>
        <p:blipFill>
          <a:blip r:embed="rId6"/>
          <a:stretch>
            <a:fillRect/>
          </a:stretch>
        </p:blipFill>
        <p:spPr>
          <a:xfrm>
            <a:off x="1602416" y="571494"/>
            <a:ext cx="492402" cy="492402"/>
          </a:xfrm>
          <a:prstGeom prst="rect">
            <a:avLst/>
          </a:prstGeom>
        </p:spPr>
      </p:pic>
      <p:pic>
        <p:nvPicPr>
          <p:cNvPr id="5" name="그래픽 4" descr="집 Wi-Fi에서 작업 단색으로 채워진">
            <a:hlinkClick r:id="" action="ppaction://hlinkshowjump?jump=firstslide"/>
            <a:extLst>
              <a:ext uri="{FF2B5EF4-FFF2-40B4-BE49-F238E27FC236}">
                <a16:creationId xmlns:a16="http://schemas.microsoft.com/office/drawing/2014/main" id="{24CF9844-774F-C8AB-ECED-D624262D832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pic>
        <p:nvPicPr>
          <p:cNvPr id="9" name="그림 8" descr="텍스트, 도표, 폰트, 스크린샷이(가) 표시된 사진&#10;&#10;자동 생성된 설명">
            <a:extLst>
              <a:ext uri="{FF2B5EF4-FFF2-40B4-BE49-F238E27FC236}">
                <a16:creationId xmlns:a16="http://schemas.microsoft.com/office/drawing/2014/main" id="{5AAE61DA-EABE-45F6-7BE8-656B4FC1438C}"/>
              </a:ext>
            </a:extLst>
          </p:cNvPr>
          <p:cNvPicPr>
            <a:picLocks noChangeAspect="1"/>
          </p:cNvPicPr>
          <p:nvPr/>
        </p:nvPicPr>
        <p:blipFill>
          <a:blip r:embed="rId9"/>
          <a:stretch>
            <a:fillRect/>
          </a:stretch>
        </p:blipFill>
        <p:spPr>
          <a:xfrm>
            <a:off x="1" y="2689627"/>
            <a:ext cx="973712" cy="744177"/>
          </a:xfrm>
          <a:prstGeom prst="rect">
            <a:avLst/>
          </a:prstGeom>
        </p:spPr>
      </p:pic>
      <p:graphicFrame>
        <p:nvGraphicFramePr>
          <p:cNvPr id="4" name="Google Shape;156;p5">
            <a:extLst>
              <a:ext uri="{FF2B5EF4-FFF2-40B4-BE49-F238E27FC236}">
                <a16:creationId xmlns:a16="http://schemas.microsoft.com/office/drawing/2014/main" id="{5DB4FFEE-BD2F-4B7D-B70A-13244F3287BD}"/>
              </a:ext>
            </a:extLst>
          </p:cNvPr>
          <p:cNvGraphicFramePr/>
          <p:nvPr>
            <p:extLst>
              <p:ext uri="{D42A27DB-BD31-4B8C-83A1-F6EECF244321}">
                <p14:modId xmlns:p14="http://schemas.microsoft.com/office/powerpoint/2010/main" val="2851445471"/>
              </p:ext>
            </p:extLst>
          </p:nvPr>
        </p:nvGraphicFramePr>
        <p:xfrm>
          <a:off x="-2501" y="3686185"/>
          <a:ext cx="2338300" cy="1864570"/>
        </p:xfrm>
        <a:graphic>
          <a:graphicData uri="http://schemas.openxmlformats.org/drawingml/2006/table">
            <a:tbl>
              <a:tblPr firstRow="1" bandRow="1">
                <a:noFill/>
                <a:tableStyleId>{A521BE36-7E6F-4EC9-8D66-1CF97A6895EC}</a:tableStyleId>
              </a:tblPr>
              <a:tblGrid>
                <a:gridCol w="442251">
                  <a:extLst>
                    <a:ext uri="{9D8B030D-6E8A-4147-A177-3AD203B41FA5}">
                      <a16:colId xmlns:a16="http://schemas.microsoft.com/office/drawing/2014/main" val="20000"/>
                    </a:ext>
                  </a:extLst>
                </a:gridCol>
                <a:gridCol w="215242">
                  <a:extLst>
                    <a:ext uri="{9D8B030D-6E8A-4147-A177-3AD203B41FA5}">
                      <a16:colId xmlns:a16="http://schemas.microsoft.com/office/drawing/2014/main" val="20002"/>
                    </a:ext>
                  </a:extLst>
                </a:gridCol>
                <a:gridCol w="536660">
                  <a:extLst>
                    <a:ext uri="{9D8B030D-6E8A-4147-A177-3AD203B41FA5}">
                      <a16:colId xmlns:a16="http://schemas.microsoft.com/office/drawing/2014/main" val="20003"/>
                    </a:ext>
                  </a:extLst>
                </a:gridCol>
                <a:gridCol w="490471">
                  <a:extLst>
                    <a:ext uri="{9D8B030D-6E8A-4147-A177-3AD203B41FA5}">
                      <a16:colId xmlns:a16="http://schemas.microsoft.com/office/drawing/2014/main" val="20005"/>
                    </a:ext>
                  </a:extLst>
                </a:gridCol>
                <a:gridCol w="653676">
                  <a:extLst>
                    <a:ext uri="{9D8B030D-6E8A-4147-A177-3AD203B41FA5}">
                      <a16:colId xmlns:a16="http://schemas.microsoft.com/office/drawing/2014/main" val="20007"/>
                    </a:ext>
                  </a:extLst>
                </a:gridCol>
              </a:tblGrid>
              <a:tr h="0">
                <a:tc gridSpan="5">
                  <a:txBody>
                    <a:bodyPr/>
                    <a:lstStyle/>
                    <a:p>
                      <a:pPr marL="0" marR="0" lvl="0" indent="0" algn="ctr" rtl="0">
                        <a:spcBef>
                          <a:spcPts val="0"/>
                        </a:spcBef>
                        <a:spcAft>
                          <a:spcPts val="0"/>
                        </a:spcAft>
                        <a:buNone/>
                      </a:pPr>
                      <a:r>
                        <a:rPr lang="en-US" sz="800" dirty="0"/>
                        <a:t>GMP </a:t>
                      </a:r>
                      <a:r>
                        <a:rPr lang="en-US" sz="800" dirty="0">
                          <a:solidFill>
                            <a:srgbClr val="00B0F0"/>
                          </a:solidFill>
                        </a:rPr>
                        <a:t>[324/144]</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gridSpan="2">
                  <a:txBody>
                    <a:bodyPr/>
                    <a:lstStyle/>
                    <a:p>
                      <a:pPr marL="0" marR="0" lvl="0" indent="0" algn="ctr" rtl="0">
                        <a:spcBef>
                          <a:spcPts val="0"/>
                        </a:spcBef>
                        <a:spcAft>
                          <a:spcPts val="0"/>
                        </a:spcAft>
                        <a:buNone/>
                      </a:pPr>
                      <a:r>
                        <a:rPr lang="en-US" sz="800" b="1" dirty="0"/>
                        <a:t>ILS 32L/R</a:t>
                      </a:r>
                      <a:endParaRPr sz="800" b="1" dirty="0"/>
                    </a:p>
                  </a:txBody>
                  <a:tcPr marL="36000" marR="36000" marT="36000" marB="36000" anchor="ctr"/>
                </a:tc>
                <a:tc hMerge="1">
                  <a:txBody>
                    <a:bodyPr/>
                    <a:lstStyle/>
                    <a:p>
                      <a:endParaRPr lang="ko-Kore-KR"/>
                    </a:p>
                  </a:txBody>
                  <a:tcPr/>
                </a:tc>
                <a:tc>
                  <a:txBody>
                    <a:bodyPr/>
                    <a:lstStyle/>
                    <a:p>
                      <a:pPr algn="ctr"/>
                      <a:r>
                        <a:rPr lang="en-US" sz="800" b="1"/>
                        <a:t>GUKDO xT</a:t>
                      </a:r>
                      <a:endParaRPr lang="ko-Kore-KR"/>
                    </a:p>
                  </a:txBody>
                  <a:tcPr marL="36000" marR="36000" marT="36000" marB="36000" anchor="ctr"/>
                </a:tc>
                <a:tc>
                  <a:txBody>
                    <a:bodyPr/>
                    <a:lstStyle/>
                    <a:p>
                      <a:pPr marL="0" marR="0" lvl="0" indent="0" algn="ctr" rtl="0">
                        <a:spcBef>
                          <a:spcPts val="0"/>
                        </a:spcBef>
                        <a:spcAft>
                          <a:spcPts val="0"/>
                        </a:spcAft>
                        <a:buNone/>
                      </a:pPr>
                      <a:r>
                        <a:rPr lang="en-US" sz="800" b="1"/>
                        <a:t>BUMSI</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160</a:t>
                      </a:r>
                      <a:endParaRPr sz="458" b="1"/>
                    </a:p>
                  </a:txBody>
                  <a:tcPr marL="36000" marR="36000" marT="36000" marB="36000" anchor="ctr"/>
                </a:tc>
                <a:extLst>
                  <a:ext uri="{0D108BD9-81ED-4DB2-BD59-A6C34878D82A}">
                    <a16:rowId xmlns:a16="http://schemas.microsoft.com/office/drawing/2014/main" val="10001"/>
                  </a:ext>
                </a:extLst>
              </a:tr>
              <a:tr h="101600">
                <a:tc gridSpan="2">
                  <a:txBody>
                    <a:bodyPr/>
                    <a:lstStyle/>
                    <a:p>
                      <a:pPr marL="0" marR="0" lvl="0" indent="0" algn="ctr" rtl="0">
                        <a:spcBef>
                          <a:spcPts val="0"/>
                        </a:spcBef>
                        <a:spcAft>
                          <a:spcPts val="0"/>
                        </a:spcAft>
                        <a:buNone/>
                      </a:pPr>
                      <a:r>
                        <a:rPr lang="en-US" sz="800" b="1" dirty="0"/>
                        <a:t>ILS 14R</a:t>
                      </a:r>
                      <a:endParaRPr sz="800" b="1" dirty="0"/>
                    </a:p>
                  </a:txBody>
                  <a:tcPr marL="36000" marR="36000" marT="36000" marB="36000" anchor="ctr"/>
                </a:tc>
                <a:tc hMerge="1">
                  <a:txBody>
                    <a:bodyPr/>
                    <a:lstStyle/>
                    <a:p>
                      <a:endParaRPr lang="ko-Kore-KR"/>
                    </a:p>
                  </a:txBody>
                  <a:tcPr/>
                </a:tc>
                <a:tc>
                  <a:txBody>
                    <a:bodyPr/>
                    <a:lstStyle/>
                    <a:p>
                      <a:pPr algn="ctr"/>
                      <a:r>
                        <a:rPr lang="en-US" sz="800" b="1" dirty="0"/>
                        <a:t>GUKDO </a:t>
                      </a:r>
                      <a:r>
                        <a:rPr lang="en-US" sz="800" b="1" dirty="0" err="1"/>
                        <a:t>xU</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a:t>DOKDO</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160</a:t>
                      </a:r>
                      <a:endParaRPr sz="458" b="1"/>
                    </a:p>
                  </a:txBody>
                  <a:tcPr marL="36000" marR="36000" marT="36000" marB="36000" anchor="ctr"/>
                </a:tc>
                <a:extLst>
                  <a:ext uri="{0D108BD9-81ED-4DB2-BD59-A6C34878D82A}">
                    <a16:rowId xmlns:a16="http://schemas.microsoft.com/office/drawing/2014/main" val="10002"/>
                  </a:ext>
                </a:extLst>
              </a:tr>
              <a:tr h="156400">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white"/>
                          </a:solidFill>
                          <a:effectLst/>
                          <a:uLnTx/>
                          <a:uFillTx/>
                          <a:latin typeface="Calibri"/>
                          <a:cs typeface="Calibri"/>
                          <a:sym typeface="Calibri"/>
                        </a:rPr>
                        <a:t>NAV</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solidFill>
                      <a:schemeClr val="accent1"/>
                    </a:solidFill>
                  </a:tcPr>
                </a:tc>
                <a:tc gridSpan="4">
                  <a:txBody>
                    <a:bodyPr/>
                    <a:lstStyle/>
                    <a:p>
                      <a:pPr marL="0" marR="0" lvl="0" indent="0" algn="l" rtl="0">
                        <a:spcBef>
                          <a:spcPts val="0"/>
                        </a:spcBef>
                        <a:spcAft>
                          <a:spcPts val="0"/>
                        </a:spcAft>
                        <a:buNone/>
                      </a:pPr>
                      <a:r>
                        <a:rPr lang="en-US" altLang="ko-Kore-KR" sz="800" b="1" dirty="0">
                          <a:solidFill>
                            <a:srgbClr val="0070C0"/>
                          </a:solidFill>
                        </a:rPr>
                        <a:t>KIP </a:t>
                      </a:r>
                      <a:r>
                        <a:rPr lang="en-US" altLang="ko-Kore-KR" sz="800" b="1" dirty="0">
                          <a:solidFill>
                            <a:srgbClr val="C00000"/>
                          </a:solidFill>
                        </a:rPr>
                        <a:t>32L IKMO, 32R ISKP, 14L ISEL, 14R IOFR</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90674759"/>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4">
                  <a:txBody>
                    <a:bodyPr/>
                    <a:lstStyle/>
                    <a:p>
                      <a:pPr marL="0" marR="0" lvl="0" indent="0" algn="l" rtl="0">
                        <a:spcBef>
                          <a:spcPts val="0"/>
                        </a:spcBef>
                        <a:spcAft>
                          <a:spcPts val="0"/>
                        </a:spcAft>
                        <a:buNone/>
                      </a:pPr>
                      <a:r>
                        <a:rPr lang="en-US" sz="800" dirty="0"/>
                        <a:t>YJU R271, P73 /2, P518 068,278</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01600">
                <a:tc gridSpan="5">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32L : D3(6532’), E2(9117’), 32R </a:t>
                      </a:r>
                      <a:r>
                        <a:rPr lang="en-US" altLang="ko-Kore-KR" sz="800" b="1" dirty="0">
                          <a:solidFill>
                            <a:srgbClr val="C00000"/>
                          </a:solidFill>
                          <a:latin typeface="Calibri"/>
                          <a:ea typeface="Calibri"/>
                          <a:cs typeface="Calibri"/>
                          <a:sym typeface="Calibri"/>
                        </a:rPr>
                        <a:t>(No CL L/T)</a:t>
                      </a:r>
                      <a:r>
                        <a:rPr lang="en-US" altLang="ko-Kore-KR" sz="800" b="1" dirty="0">
                          <a:solidFill>
                            <a:schemeClr val="dk1"/>
                          </a:solidFill>
                          <a:latin typeface="Calibri"/>
                          <a:ea typeface="Calibri"/>
                          <a:cs typeface="Calibri"/>
                          <a:sym typeface="Calibri"/>
                        </a:rPr>
                        <a:t> </a:t>
                      </a:r>
                      <a:r>
                        <a:rPr lang="en-US" sz="800" b="1" dirty="0">
                          <a:solidFill>
                            <a:schemeClr val="dk1"/>
                          </a:solidFill>
                          <a:latin typeface="Calibri"/>
                          <a:ea typeface="Calibri"/>
                          <a:cs typeface="Calibri"/>
                          <a:sym typeface="Calibri"/>
                        </a:rPr>
                        <a:t>: E1(6614’)</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14R : C1(6578’)</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01600">
                <a:tc gridSpan="5">
                  <a:txBody>
                    <a:bodyPr/>
                    <a:lstStyle/>
                    <a:p>
                      <a:pPr marL="0" marR="0" lvl="0" indent="0" algn="l" rtl="0">
                        <a:spcBef>
                          <a:spcPts val="0"/>
                        </a:spcBef>
                        <a:spcAft>
                          <a:spcPts val="0"/>
                        </a:spcAft>
                        <a:buNone/>
                      </a:pPr>
                      <a:r>
                        <a:rPr lang="en-US" sz="800" dirty="0">
                          <a:latin typeface="Calibri"/>
                          <a:ea typeface="Calibri"/>
                          <a:cs typeface="Calibri"/>
                          <a:sym typeface="Calibri"/>
                        </a:rPr>
                        <a:t>32L/R : ILS 7 DME L/G DN, 14R : LOC CAPT L/G DN</a:t>
                      </a:r>
                      <a:endParaRPr dirty="0"/>
                    </a:p>
                    <a:p>
                      <a:pPr marL="0" marR="0" lvl="0" indent="0" algn="l" rtl="0">
                        <a:spcBef>
                          <a:spcPts val="0"/>
                        </a:spcBef>
                        <a:spcAft>
                          <a:spcPts val="0"/>
                        </a:spcAft>
                        <a:buNone/>
                      </a:pPr>
                      <a:r>
                        <a:rPr lang="en-US" sz="800" dirty="0">
                          <a:latin typeface="Calibri"/>
                          <a:ea typeface="Calibri"/>
                          <a:cs typeface="Calibri"/>
                          <a:sym typeface="Calibri"/>
                        </a:rPr>
                        <a:t>FAF : Final Flap</a:t>
                      </a:r>
                      <a:endParaRPr dirty="0"/>
                    </a:p>
                    <a:p>
                      <a:pPr marL="0" marR="0" lvl="0" indent="0" algn="l" rtl="0">
                        <a:spcBef>
                          <a:spcPts val="0"/>
                        </a:spcBef>
                        <a:spcAft>
                          <a:spcPts val="0"/>
                        </a:spcAft>
                        <a:buNone/>
                      </a:pPr>
                      <a:r>
                        <a:rPr lang="en-US" sz="800" dirty="0">
                          <a:latin typeface="Calibri"/>
                          <a:ea typeface="Calibri"/>
                          <a:cs typeface="Calibri"/>
                          <a:sym typeface="Calibri"/>
                        </a:rPr>
                        <a:t>TWR -&gt; GND -&gt; APRON (All by ATC)</a:t>
                      </a:r>
                      <a:endParaRPr dirty="0"/>
                    </a:p>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RTE 1 : D3-P6-N1 H.S P5 (BOKUM, NUNPI, SAMKU)</a:t>
                      </a:r>
                      <a:endParaRPr lang="en-US" altLang="ko-Kore-KR" sz="6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748908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graphicFrame>
        <p:nvGraphicFramePr>
          <p:cNvPr id="292" name="Google Shape;292;p18"/>
          <p:cNvGraphicFramePr/>
          <p:nvPr>
            <p:extLst>
              <p:ext uri="{D42A27DB-BD31-4B8C-83A1-F6EECF244321}">
                <p14:modId xmlns:p14="http://schemas.microsoft.com/office/powerpoint/2010/main" val="197766668"/>
              </p:ext>
            </p:extLst>
          </p:nvPr>
        </p:nvGraphicFramePr>
        <p:xfrm>
          <a:off x="4472" y="3760299"/>
          <a:ext cx="2331400" cy="1792570"/>
        </p:xfrm>
        <a:graphic>
          <a:graphicData uri="http://schemas.openxmlformats.org/drawingml/2006/table">
            <a:tbl>
              <a:tblPr firstRow="1" bandRow="1">
                <a:noFill/>
                <a:tableStyleId>{A521BE36-7E6F-4EC9-8D66-1CF97A6895EC}</a:tableStyleId>
              </a:tblPr>
              <a:tblGrid>
                <a:gridCol w="456115">
                  <a:extLst>
                    <a:ext uri="{9D8B030D-6E8A-4147-A177-3AD203B41FA5}">
                      <a16:colId xmlns:a16="http://schemas.microsoft.com/office/drawing/2014/main" val="20000"/>
                    </a:ext>
                  </a:extLst>
                </a:gridCol>
                <a:gridCol w="709585">
                  <a:extLst>
                    <a:ext uri="{9D8B030D-6E8A-4147-A177-3AD203B41FA5}">
                      <a16:colId xmlns:a16="http://schemas.microsoft.com/office/drawing/2014/main" val="20001"/>
                    </a:ext>
                  </a:extLst>
                </a:gridCol>
                <a:gridCol w="582850">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160235">
                <a:tc gridSpan="4">
                  <a:txBody>
                    <a:bodyPr/>
                    <a:lstStyle/>
                    <a:p>
                      <a:pPr marL="0" marR="0" lvl="0" indent="0" algn="ctr" rtl="0">
                        <a:spcBef>
                          <a:spcPts val="0"/>
                        </a:spcBef>
                        <a:spcAft>
                          <a:spcPts val="0"/>
                        </a:spcAft>
                        <a:buNone/>
                      </a:pPr>
                      <a:r>
                        <a:rPr lang="en-US" sz="800" dirty="0"/>
                        <a:t>KIX </a:t>
                      </a:r>
                      <a:r>
                        <a:rPr lang="en-US" sz="800" dirty="0">
                          <a:solidFill>
                            <a:srgbClr val="00B0F0"/>
                          </a:solidFill>
                        </a:rPr>
                        <a:t>[05</a:t>
                      </a:r>
                      <a:r>
                        <a:rPr lang="en-US" altLang="ko-KR" sz="800" dirty="0">
                          <a:solidFill>
                            <a:srgbClr val="00B0F0"/>
                          </a:solidFill>
                        </a:rPr>
                        <a:t>9</a:t>
                      </a:r>
                      <a:r>
                        <a:rPr lang="en-US" sz="800" dirty="0">
                          <a:solidFill>
                            <a:srgbClr val="00B0F0"/>
                          </a:solidFill>
                        </a:rPr>
                        <a:t>/23</a:t>
                      </a:r>
                      <a:r>
                        <a:rPr lang="en-US" altLang="ko-KR" sz="800" dirty="0">
                          <a:solidFill>
                            <a:srgbClr val="00B0F0"/>
                          </a:solidFill>
                        </a:rPr>
                        <a:t>9</a:t>
                      </a:r>
                      <a:r>
                        <a:rPr lang="en-US" sz="800" dirty="0">
                          <a:solidFill>
                            <a:srgbClr val="00B0F0"/>
                          </a:solidFill>
                        </a:rPr>
                        <a:t>]</a:t>
                      </a:r>
                      <a:r>
                        <a:rPr lang="en-US" sz="800" dirty="0"/>
                        <a:t> : STAR (SAEKI 170, RANDY 150)</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45629">
                <a:tc>
                  <a:txBody>
                    <a:bodyPr/>
                    <a:lstStyle/>
                    <a:p>
                      <a:pPr marL="0" marR="0" lvl="0" indent="0" algn="ctr" rtl="0">
                        <a:spcBef>
                          <a:spcPts val="0"/>
                        </a:spcBef>
                        <a:spcAft>
                          <a:spcPts val="0"/>
                        </a:spcAft>
                        <a:buNone/>
                      </a:pPr>
                      <a:r>
                        <a:rPr lang="en-US" sz="800" b="1" dirty="0"/>
                        <a:t>06R</a:t>
                      </a:r>
                      <a:r>
                        <a:rPr lang="en-US" sz="800" b="0" dirty="0"/>
                        <a:t>/L</a:t>
                      </a:r>
                      <a:endParaRPr sz="800" b="0" dirty="0">
                        <a:solidFill>
                          <a:srgbClr val="00B0F0"/>
                        </a:solidFill>
                      </a:endParaRPr>
                    </a:p>
                  </a:txBody>
                  <a:tcPr marL="36000" marR="36000" marT="36000" marB="36000" anchor="ctr"/>
                </a:tc>
                <a:tc>
                  <a:txBody>
                    <a:bodyPr/>
                    <a:lstStyle/>
                    <a:p>
                      <a:pPr marL="0" marR="0" lvl="0" indent="0" algn="ctr" rtl="0">
                        <a:spcBef>
                          <a:spcPts val="0"/>
                        </a:spcBef>
                        <a:spcAft>
                          <a:spcPts val="0"/>
                        </a:spcAft>
                        <a:buNone/>
                      </a:pPr>
                      <a:r>
                        <a:rPr lang="en-US" sz="800" b="1" dirty="0"/>
                        <a:t>ATMUG B</a:t>
                      </a:r>
                    </a:p>
                    <a:p>
                      <a:pPr marL="0" marR="0" lvl="0" indent="0" algn="ctr" rtl="0">
                        <a:spcBef>
                          <a:spcPts val="0"/>
                        </a:spcBef>
                        <a:spcAft>
                          <a:spcPts val="0"/>
                        </a:spcAft>
                        <a:buNone/>
                      </a:pPr>
                      <a:r>
                        <a:rPr lang="en-US" sz="800" b="0" dirty="0"/>
                        <a:t>ATMUG A</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BERRY</a:t>
                      </a:r>
                    </a:p>
                    <a:p>
                      <a:pPr marL="0" marR="0" lvl="0" indent="0" algn="ctr" rtl="0">
                        <a:spcBef>
                          <a:spcPts val="0"/>
                        </a:spcBef>
                        <a:spcAft>
                          <a:spcPts val="0"/>
                        </a:spcAft>
                        <a:buNone/>
                      </a:pPr>
                      <a:r>
                        <a:rPr lang="en-US" sz="800" b="0" dirty="0"/>
                        <a:t>ATVID</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ILS Z 06R</a:t>
                      </a:r>
                      <a:r>
                        <a:rPr lang="en-US" sz="800" b="0" dirty="0"/>
                        <a:t>/L</a:t>
                      </a:r>
                      <a:endParaRPr sz="800" b="0" dirty="0"/>
                    </a:p>
                  </a:txBody>
                  <a:tcPr marL="36000" marR="36000" marT="36000" marB="36000" anchor="ctr"/>
                </a:tc>
                <a:extLst>
                  <a:ext uri="{0D108BD9-81ED-4DB2-BD59-A6C34878D82A}">
                    <a16:rowId xmlns:a16="http://schemas.microsoft.com/office/drawing/2014/main" val="10001"/>
                  </a:ext>
                </a:extLst>
              </a:tr>
              <a:tr h="145629">
                <a:tc>
                  <a:txBody>
                    <a:bodyPr/>
                    <a:lstStyle/>
                    <a:p>
                      <a:pPr marL="0" marR="0" lvl="0" indent="0" algn="ctr" rtl="0">
                        <a:spcBef>
                          <a:spcPts val="0"/>
                        </a:spcBef>
                        <a:spcAft>
                          <a:spcPts val="0"/>
                        </a:spcAft>
                        <a:buNone/>
                      </a:pPr>
                      <a:r>
                        <a:rPr lang="en-US" sz="800" b="1" dirty="0"/>
                        <a:t>24L</a:t>
                      </a:r>
                      <a:r>
                        <a:rPr lang="en-US" sz="800" b="0" dirty="0"/>
                        <a:t>/R</a:t>
                      </a:r>
                      <a:endParaRPr sz="800" b="0" dirty="0">
                        <a:solidFill>
                          <a:srgbClr val="00B0F0"/>
                        </a:solidFill>
                      </a:endParaRPr>
                    </a:p>
                  </a:txBody>
                  <a:tcPr marL="36000" marR="36000" marT="36000" marB="36000" anchor="ctr"/>
                </a:tc>
                <a:tc>
                  <a:txBody>
                    <a:bodyPr/>
                    <a:lstStyle/>
                    <a:p>
                      <a:pPr marL="0" marR="0" lvl="0" indent="0" algn="ctr" rtl="0">
                        <a:spcBef>
                          <a:spcPts val="0"/>
                        </a:spcBef>
                        <a:spcAft>
                          <a:spcPts val="0"/>
                        </a:spcAft>
                        <a:buNone/>
                      </a:pPr>
                      <a:r>
                        <a:rPr lang="en-US" sz="800" b="1" dirty="0"/>
                        <a:t>ATMUG M/C</a:t>
                      </a:r>
                    </a:p>
                    <a:p>
                      <a:pPr marL="0" marR="0" lvl="0" indent="0" algn="ctr" rtl="0">
                        <a:spcBef>
                          <a:spcPts val="0"/>
                        </a:spcBef>
                        <a:spcAft>
                          <a:spcPts val="0"/>
                        </a:spcAft>
                        <a:buNone/>
                      </a:pPr>
                      <a:r>
                        <a:rPr lang="en-US" sz="800" b="0" dirty="0"/>
                        <a:t>ATMUG D/E</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MAYAH</a:t>
                      </a:r>
                    </a:p>
                    <a:p>
                      <a:pPr marL="0" marR="0" lvl="0" indent="0" algn="ctr" rtl="0">
                        <a:spcBef>
                          <a:spcPts val="0"/>
                        </a:spcBef>
                        <a:spcAft>
                          <a:spcPts val="0"/>
                        </a:spcAft>
                        <a:buNone/>
                      </a:pPr>
                      <a:r>
                        <a:rPr lang="en-US" sz="800" b="0" dirty="0">
                          <a:solidFill>
                            <a:srgbClr val="0070C0"/>
                          </a:solidFill>
                        </a:rPr>
                        <a:t>D/E Night</a:t>
                      </a:r>
                      <a:endParaRPr sz="800" b="0"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t>ILS Z 24L/R</a:t>
                      </a:r>
                      <a:endParaRPr sz="800" b="1" dirty="0"/>
                    </a:p>
                  </a:txBody>
                  <a:tcPr marL="36000" marR="36000" marT="36000" marB="36000" anchor="ctr"/>
                </a:tc>
                <a:extLst>
                  <a:ext uri="{0D108BD9-81ED-4DB2-BD59-A6C34878D82A}">
                    <a16:rowId xmlns:a16="http://schemas.microsoft.com/office/drawing/2014/main" val="10003"/>
                  </a:ext>
                </a:extLst>
              </a:tr>
              <a:tr h="175428">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KIE, </a:t>
                      </a:r>
                      <a:r>
                        <a:rPr lang="en-US" sz="800" b="1" dirty="0">
                          <a:solidFill>
                            <a:srgbClr val="C00000"/>
                          </a:solidFill>
                        </a:rPr>
                        <a:t>06L IKJ, 06R IKD, 24L IKN, 24R IKW</a:t>
                      </a:r>
                      <a:endParaRPr sz="800" b="1"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092629622"/>
                  </a:ext>
                </a:extLst>
              </a:tr>
              <a:tr h="237188">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06R : A7(5137’), A6(6938’), 24L : A8(5269’), A9(6976’)</a:t>
                      </a:r>
                      <a:r>
                        <a:rPr lang="en-US" sz="800" dirty="0">
                          <a:solidFill>
                            <a:schemeClr val="dk1"/>
                          </a:solidFill>
                        </a:rPr>
                        <a:t> </a:t>
                      </a: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06L : B8(5160’), B6(6751’), 24R : B7(5318’), B9(6751’)</a:t>
                      </a: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srgbClr val="C00000"/>
                          </a:solidFill>
                          <a:effectLst/>
                          <a:uLnTx/>
                          <a:uFillTx/>
                          <a:latin typeface="Calibri"/>
                          <a:cs typeface="Calibri"/>
                        </a:rPr>
                        <a:t>24L Downslope</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37188">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RWY06 : After 2500ft L/G DN, After 1500ft L/D FLAP</a:t>
                      </a:r>
                      <a:endParaRPr dirty="0">
                        <a:solidFill>
                          <a:srgbClr val="0070C0"/>
                        </a:solidFill>
                      </a:endParaRPr>
                    </a:p>
                    <a:p>
                      <a:pPr marL="0" marR="0" lvl="0" indent="0" algn="ctr" rtl="0">
                        <a:lnSpc>
                          <a:spcPct val="100000"/>
                        </a:lnSpc>
                        <a:spcBef>
                          <a:spcPts val="0"/>
                        </a:spcBef>
                        <a:spcAft>
                          <a:spcPts val="0"/>
                        </a:spcAft>
                        <a:buClr>
                          <a:schemeClr val="dk1"/>
                        </a:buClr>
                        <a:buSzPts val="800"/>
                        <a:buFont typeface="Calibri"/>
                        <a:buNone/>
                      </a:pPr>
                      <a:r>
                        <a:rPr lang="en-US" sz="800" dirty="0"/>
                        <a:t>TAXI RTE 1(via J4), 2(via J3)</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3170909396"/>
              </p:ext>
            </p:extLst>
          </p:nvPr>
        </p:nvGraphicFramePr>
        <p:xfrm>
          <a:off x="-2501" y="16504"/>
          <a:ext cx="2328850" cy="610534"/>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44764">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RJBB(KIX) 17ft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345967">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KE KIX 130.95</a:t>
                      </a:r>
                    </a:p>
                    <a:p>
                      <a:pPr marL="0" marR="0" lvl="0" indent="0" algn="ctr" rtl="0">
                        <a:spcBef>
                          <a:spcPts val="0"/>
                        </a:spcBef>
                        <a:spcAft>
                          <a:spcPts val="0"/>
                        </a:spcAft>
                        <a:buNone/>
                      </a:pPr>
                      <a:r>
                        <a:rPr lang="en-US" sz="900" b="1" dirty="0">
                          <a:solidFill>
                            <a:srgbClr val="7030A0"/>
                          </a:solidFill>
                        </a:rPr>
                        <a:t>Gate 9</a:t>
                      </a:r>
                      <a:endParaRPr sz="9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062F9807-5AEF-8D80-6311-45C5000B22FB}"/>
              </a:ext>
            </a:extLst>
          </p:cNvPr>
          <p:cNvSpPr txBox="1"/>
          <p:nvPr/>
        </p:nvSpPr>
        <p:spPr>
          <a:xfrm>
            <a:off x="-25896" y="2872528"/>
            <a:ext cx="1965603" cy="693899"/>
          </a:xfrm>
          <a:prstGeom prst="rect">
            <a:avLst/>
          </a:prstGeom>
          <a:noFill/>
        </p:spPr>
        <p:txBody>
          <a:bodyPr wrap="none" tIns="36000" bIns="3600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DEP 125.15</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TGU</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134.17 – FUK 124.15 </a:t>
            </a:r>
          </a:p>
          <a:p>
            <a:pPr>
              <a:lnSpc>
                <a:spcPct val="150000"/>
              </a:lnSpc>
            </a:pPr>
            <a:r>
              <a:rPr kumimoji="1" lang="en-US" altLang="ko-Kore-KR" sz="700" b="1" u="sng" dirty="0">
                <a:latin typeface="Gulim" panose="020B0600000101010101" pitchFamily="34" charset="-127"/>
                <a:ea typeface="Gulim" panose="020B0600000101010101" pitchFamily="34" charset="-127"/>
              </a:rPr>
              <a:t>TKO 133.8</a:t>
            </a:r>
          </a:p>
          <a:p>
            <a:pPr>
              <a:lnSpc>
                <a:spcPct val="150000"/>
              </a:lnSpc>
            </a:pPr>
            <a:r>
              <a:rPr kumimoji="1" lang="en-US" altLang="ko-Kore-KR" sz="700" b="1" u="sng" dirty="0">
                <a:latin typeface="Gulim" panose="020B0600000101010101" pitchFamily="34" charset="-127"/>
                <a:ea typeface="Gulim" panose="020B0600000101010101" pitchFamily="34" charset="-127"/>
              </a:rPr>
              <a:t>KIX RDR 120.85</a:t>
            </a:r>
          </a:p>
          <a:p>
            <a:pPr>
              <a:lnSpc>
                <a:spcPct val="150000"/>
              </a:lnSpc>
            </a:pPr>
            <a:r>
              <a:rPr kumimoji="1" lang="en-US" altLang="ko-Kore-KR" sz="700" b="1" u="sng" dirty="0">
                <a:latin typeface="Gulim" panose="020B0600000101010101" pitchFamily="34" charset="-127"/>
                <a:ea typeface="Gulim" panose="020B0600000101010101" pitchFamily="34" charset="-127"/>
              </a:rPr>
              <a:t>KIX APP 120.25 </a:t>
            </a:r>
          </a:p>
        </p:txBody>
      </p:sp>
      <p:sp>
        <p:nvSpPr>
          <p:cNvPr id="2" name="직사각형 1">
            <a:hlinkClick r:id="" action="ppaction://hlinkshowjump?jump=firstslide"/>
            <a:extLst>
              <a:ext uri="{FF2B5EF4-FFF2-40B4-BE49-F238E27FC236}">
                <a16:creationId xmlns:a16="http://schemas.microsoft.com/office/drawing/2014/main" id="{48273FDD-E3BC-4C98-FE4C-6B5FFE0AD980}"/>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6595A41F-FA8D-B94E-68E7-73150A1534DD}"/>
              </a:ext>
            </a:extLst>
          </p:cNvPr>
          <p:cNvGraphicFramePr/>
          <p:nvPr>
            <p:extLst>
              <p:ext uri="{D42A27DB-BD31-4B8C-83A1-F6EECF244321}">
                <p14:modId xmlns:p14="http://schemas.microsoft.com/office/powerpoint/2010/main" val="1758076550"/>
              </p:ext>
            </p:extLst>
          </p:nvPr>
        </p:nvGraphicFramePr>
        <p:xfrm>
          <a:off x="1" y="60723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xE</a:t>
                      </a:r>
                      <a:r>
                        <a:rPr lang="en-US" sz="800" b="1" dirty="0">
                          <a:solidFill>
                            <a:srgbClr val="0070C0"/>
                          </a:solidFill>
                        </a:rPr>
                        <a:t>/A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5500/ATC </a:t>
                      </a:r>
                      <a:r>
                        <a:rPr lang="en-US" sz="800" b="1" dirty="0">
                          <a:solidFill>
                            <a:srgbClr val="7030A0"/>
                          </a:solidFill>
                        </a:rPr>
                        <a:t>SPD 230/x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 </a:t>
                      </a:r>
                      <a:r>
                        <a:rPr lang="en-US" sz="800" dirty="0">
                          <a:solidFill>
                            <a:srgbClr val="7030A0"/>
                          </a:solidFill>
                        </a:rPr>
                        <a:t>SPD 230</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078939E7-A2B6-601D-BD5F-CE7A3C15903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graphicFrame>
        <p:nvGraphicFramePr>
          <p:cNvPr id="300" name="Google Shape;300;p19"/>
          <p:cNvGraphicFramePr/>
          <p:nvPr>
            <p:extLst>
              <p:ext uri="{D42A27DB-BD31-4B8C-83A1-F6EECF244321}">
                <p14:modId xmlns:p14="http://schemas.microsoft.com/office/powerpoint/2010/main" val="3031721779"/>
              </p:ext>
            </p:extLst>
          </p:nvPr>
        </p:nvGraphicFramePr>
        <p:xfrm>
          <a:off x="0" y="611908"/>
          <a:ext cx="2320114" cy="1152850"/>
        </p:xfrm>
        <a:graphic>
          <a:graphicData uri="http://schemas.openxmlformats.org/drawingml/2006/table">
            <a:tbl>
              <a:tblPr firstRow="1" bandRow="1">
                <a:noFill/>
                <a:tableStyleId>{A521BE36-7E6F-4EC9-8D66-1CF97A6895EC}</a:tableStyleId>
              </a:tblPr>
              <a:tblGrid>
                <a:gridCol w="368507">
                  <a:extLst>
                    <a:ext uri="{9D8B030D-6E8A-4147-A177-3AD203B41FA5}">
                      <a16:colId xmlns:a16="http://schemas.microsoft.com/office/drawing/2014/main" val="20000"/>
                    </a:ext>
                  </a:extLst>
                </a:gridCol>
                <a:gridCol w="185642">
                  <a:extLst>
                    <a:ext uri="{9D8B030D-6E8A-4147-A177-3AD203B41FA5}">
                      <a16:colId xmlns:a16="http://schemas.microsoft.com/office/drawing/2014/main" val="20001"/>
                    </a:ext>
                  </a:extLst>
                </a:gridCol>
                <a:gridCol w="385907">
                  <a:extLst>
                    <a:ext uri="{9D8B030D-6E8A-4147-A177-3AD203B41FA5}">
                      <a16:colId xmlns:a16="http://schemas.microsoft.com/office/drawing/2014/main" val="20002"/>
                    </a:ext>
                  </a:extLst>
                </a:gridCol>
                <a:gridCol w="481772">
                  <a:extLst>
                    <a:ext uri="{9D8B030D-6E8A-4147-A177-3AD203B41FA5}">
                      <a16:colId xmlns:a16="http://schemas.microsoft.com/office/drawing/2014/main" val="20003"/>
                    </a:ext>
                  </a:extLst>
                </a:gridCol>
                <a:gridCol w="451644">
                  <a:extLst>
                    <a:ext uri="{9D8B030D-6E8A-4147-A177-3AD203B41FA5}">
                      <a16:colId xmlns:a16="http://schemas.microsoft.com/office/drawing/2014/main" val="20006"/>
                    </a:ext>
                  </a:extLst>
                </a:gridCol>
                <a:gridCol w="446642">
                  <a:extLst>
                    <a:ext uri="{9D8B030D-6E8A-4147-A177-3AD203B41FA5}">
                      <a16:colId xmlns:a16="http://schemas.microsoft.com/office/drawing/2014/main" val="20007"/>
                    </a:ext>
                  </a:extLst>
                </a:gridCol>
              </a:tblGrid>
              <a:tr h="159300">
                <a:tc gridSpan="6">
                  <a:txBody>
                    <a:bodyPr/>
                    <a:lstStyle/>
                    <a:p>
                      <a:pPr marL="0" marR="0" lvl="0" indent="0" algn="ctr" rtl="0">
                        <a:spcBef>
                          <a:spcPts val="0"/>
                        </a:spcBef>
                        <a:spcAft>
                          <a:spcPts val="0"/>
                        </a:spcAft>
                        <a:buNone/>
                      </a:pPr>
                      <a:r>
                        <a:rPr lang="en-US" sz="800"/>
                        <a:t>KIX : SID – SOUJA tx (NADP 1)</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dirty="0"/>
                        <a:t>06L</a:t>
                      </a:r>
                      <a:r>
                        <a:rPr lang="en-US" sz="800" b="0" dirty="0"/>
                        <a:t>/R</a:t>
                      </a:r>
                      <a:endParaRPr sz="800" b="0" dirty="0"/>
                    </a:p>
                  </a:txBody>
                  <a:tcPr marL="36000" marR="36000" marT="36000" marB="36000" anchor="ctr"/>
                </a:tc>
                <a:tc rowSpan="2" gridSpan="2">
                  <a:txBody>
                    <a:bodyPr/>
                    <a:lstStyle/>
                    <a:p>
                      <a:pPr marL="0" marR="0" lvl="0" indent="0" algn="ctr" rtl="0">
                        <a:spcBef>
                          <a:spcPts val="0"/>
                        </a:spcBef>
                        <a:spcAft>
                          <a:spcPts val="0"/>
                        </a:spcAft>
                        <a:buNone/>
                      </a:pPr>
                      <a:r>
                        <a:rPr lang="en-US" sz="800" b="1" dirty="0">
                          <a:solidFill>
                            <a:srgbClr val="0070C0"/>
                          </a:solidFill>
                        </a:rPr>
                        <a:t>RINKU x</a:t>
                      </a:r>
                      <a:endParaRPr sz="800" b="1" dirty="0">
                        <a:solidFill>
                          <a:srgbClr val="0070C0"/>
                        </a:solidFill>
                      </a:endParaRPr>
                    </a:p>
                    <a:p>
                      <a:pPr marL="0" marR="0" lvl="0" indent="0" algn="ctr" rtl="0">
                        <a:spcBef>
                          <a:spcPts val="0"/>
                        </a:spcBef>
                        <a:spcAft>
                          <a:spcPts val="0"/>
                        </a:spcAft>
                        <a:buNone/>
                      </a:pPr>
                      <a:r>
                        <a:rPr lang="en-US" sz="800" dirty="0"/>
                        <a:t>- SOUJA </a:t>
                      </a:r>
                      <a:r>
                        <a:rPr lang="en-US" sz="800" dirty="0" err="1"/>
                        <a:t>tx</a:t>
                      </a:r>
                      <a:endParaRPr sz="800" dirty="0"/>
                    </a:p>
                  </a:txBody>
                  <a:tcPr marL="36000" marR="36000" marT="36000" marB="36000" anchor="ctr"/>
                </a:tc>
                <a:tc rowSpan="2" hMerge="1">
                  <a:txBody>
                    <a:bodyPr/>
                    <a:lstStyle/>
                    <a:p>
                      <a:endParaRPr lang="ko-Kore-KR"/>
                    </a:p>
                  </a:txBody>
                  <a:tcPr/>
                </a:tc>
                <a:tc gridSpan="3">
                  <a:txBody>
                    <a:bodyPr/>
                    <a:lstStyle/>
                    <a:p>
                      <a:pPr marL="0" marR="0" lvl="0" indent="0" algn="ctr" rtl="0">
                        <a:spcBef>
                          <a:spcPts val="0"/>
                        </a:spcBef>
                        <a:spcAft>
                          <a:spcPts val="0"/>
                        </a:spcAft>
                        <a:buNone/>
                      </a:pPr>
                      <a:r>
                        <a:rPr lang="en-US" sz="800" b="1" dirty="0"/>
                        <a:t>HD 059 </a:t>
                      </a:r>
                      <a:r>
                        <a:rPr lang="en-US" sz="800" b="1" dirty="0">
                          <a:solidFill>
                            <a:srgbClr val="0070C0"/>
                          </a:solidFill>
                        </a:rPr>
                        <a:t>ATC (9000)</a:t>
                      </a:r>
                      <a:endParaRPr sz="458" dirty="0"/>
                    </a:p>
                  </a:txBody>
                  <a:tcPr marL="36000" marR="36000" marT="36000" marB="36000" anchor="ctr"/>
                </a:tc>
                <a:tc hMerge="1">
                  <a:txBody>
                    <a:bodyPr/>
                    <a:lstStyle/>
                    <a:p>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dirty="0"/>
                        <a:t>24R</a:t>
                      </a:r>
                      <a:r>
                        <a:rPr lang="en-US" sz="800" b="0" dirty="0"/>
                        <a:t>/L</a:t>
                      </a:r>
                      <a:endParaRPr sz="800" b="0" dirty="0"/>
                    </a:p>
                  </a:txBody>
                  <a:tcPr marL="36000" marR="36000" marT="36000" marB="36000" anchor="ctr"/>
                </a:tc>
                <a:tc gridSpan="2" vMerge="1">
                  <a:txBody>
                    <a:bodyPr/>
                    <a:lstStyle/>
                    <a:p>
                      <a:endParaRPr lang="ko-Kore-KR"/>
                    </a:p>
                  </a:txBody>
                  <a:tcPr/>
                </a:tc>
                <a:tc hMerge="1" vMerge="1">
                  <a:txBody>
                    <a:bodyPr/>
                    <a:lstStyle/>
                    <a:p>
                      <a:endParaRPr lang="ko-Kore-KR"/>
                    </a:p>
                  </a:txBody>
                  <a:tcPr/>
                </a:tc>
                <a:tc gridSpan="3">
                  <a:txBody>
                    <a:bodyPr/>
                    <a:lstStyle/>
                    <a:p>
                      <a:pPr marL="0" marR="0" lvl="0" indent="0" algn="ctr" rtl="0">
                        <a:spcBef>
                          <a:spcPts val="0"/>
                        </a:spcBef>
                        <a:spcAft>
                          <a:spcPts val="0"/>
                        </a:spcAft>
                        <a:buNone/>
                      </a:pPr>
                      <a:r>
                        <a:rPr lang="en-US" sz="800" b="1" dirty="0"/>
                        <a:t>HD 239 </a:t>
                      </a:r>
                      <a:r>
                        <a:rPr lang="en-US" sz="800" b="1" dirty="0">
                          <a:solidFill>
                            <a:srgbClr val="0070C0"/>
                          </a:solidFill>
                        </a:rPr>
                        <a:t>ATC</a:t>
                      </a:r>
                      <a:r>
                        <a:rPr lang="en-US" sz="458" b="1" dirty="0">
                          <a:solidFill>
                            <a:schemeClr val="dk1"/>
                          </a:solidFill>
                        </a:rPr>
                        <a:t> </a:t>
                      </a:r>
                      <a:r>
                        <a:rPr lang="en-US" sz="800" b="1" dirty="0">
                          <a:solidFill>
                            <a:srgbClr val="0070C0"/>
                          </a:solidFill>
                        </a:rPr>
                        <a:t>(9000) </a:t>
                      </a:r>
                      <a:r>
                        <a:rPr lang="en-US" sz="800" b="1" dirty="0">
                          <a:solidFill>
                            <a:srgbClr val="AA47F5"/>
                          </a:solidFill>
                        </a:rPr>
                        <a:t>SPD 210</a:t>
                      </a:r>
                      <a:endParaRPr sz="458" b="1" dirty="0">
                        <a:solidFill>
                          <a:srgbClr val="AA47F5"/>
                        </a:solidFill>
                      </a:endParaRPr>
                    </a:p>
                  </a:txBody>
                  <a:tcPr marL="36000" marR="36000" marT="36000" marB="36000" anchor="ctr"/>
                </a:tc>
                <a:tc hMerge="1">
                  <a:txBody>
                    <a:bodyPr/>
                    <a:lstStyle/>
                    <a:p>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2"/>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KIE</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111.6</a:t>
                      </a:r>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06L IKJ</a:t>
                      </a:r>
                      <a:endParaRPr dirty="0"/>
                    </a:p>
                    <a:p>
                      <a:pPr marL="0" marR="0" lvl="0" indent="0" algn="ctr" rtl="0">
                        <a:spcBef>
                          <a:spcPts val="0"/>
                        </a:spcBef>
                        <a:spcAft>
                          <a:spcPts val="0"/>
                        </a:spcAft>
                        <a:buNone/>
                      </a:pPr>
                      <a:r>
                        <a:rPr lang="en-US" sz="800" b="1" dirty="0">
                          <a:solidFill>
                            <a:srgbClr val="C00000"/>
                          </a:solidFill>
                        </a:rPr>
                        <a:t>108.7</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06R IKD</a:t>
                      </a:r>
                      <a:endParaRPr lang="en-US" dirty="0"/>
                    </a:p>
                    <a:p>
                      <a:pPr marL="0" marR="0" lvl="0" indent="0" algn="ctr" rtl="0">
                        <a:spcBef>
                          <a:spcPts val="0"/>
                        </a:spcBef>
                        <a:spcAft>
                          <a:spcPts val="0"/>
                        </a:spcAft>
                        <a:buNone/>
                      </a:pPr>
                      <a:r>
                        <a:rPr lang="en-US" sz="800" b="1" dirty="0">
                          <a:solidFill>
                            <a:srgbClr val="C00000"/>
                          </a:solidFill>
                        </a:rPr>
                        <a:t>108.1</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24L IKN </a:t>
                      </a:r>
                    </a:p>
                    <a:p>
                      <a:pPr marL="0" marR="0" lvl="0" indent="0" algn="ctr" rtl="0">
                        <a:spcBef>
                          <a:spcPts val="0"/>
                        </a:spcBef>
                        <a:spcAft>
                          <a:spcPts val="0"/>
                        </a:spcAft>
                        <a:buNone/>
                      </a:pPr>
                      <a:r>
                        <a:rPr lang="en-US" sz="800" b="1" dirty="0">
                          <a:solidFill>
                            <a:srgbClr val="C00000"/>
                          </a:solidFill>
                        </a:rPr>
                        <a:t>110.7</a:t>
                      </a:r>
                      <a:endParaRPr sz="800"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24R IKW 108.5</a:t>
                      </a:r>
                      <a:endParaRPr sz="800" b="1" dirty="0">
                        <a:solidFill>
                          <a:srgbClr val="C00000"/>
                        </a:solidFill>
                      </a:endParaRPr>
                    </a:p>
                  </a:txBody>
                  <a:tcPr marL="36000" marR="36000" marT="36000" marB="36000" anchor="ctr"/>
                </a:tc>
                <a:extLst>
                  <a:ext uri="{0D108BD9-81ED-4DB2-BD59-A6C34878D82A}">
                    <a16:rowId xmlns:a16="http://schemas.microsoft.com/office/drawing/2014/main" val="10003"/>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APU Start, </a:t>
                      </a:r>
                      <a:r>
                        <a:rPr lang="en-US" sz="800" b="1" dirty="0">
                          <a:solidFill>
                            <a:srgbClr val="0070C0"/>
                          </a:solidFill>
                        </a:rPr>
                        <a:t>TAXI RTE 1(via J4), 2(via J3)</a:t>
                      </a:r>
                      <a:endParaRPr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301" name="Google Shape;301;p19"/>
          <p:cNvGraphicFramePr/>
          <p:nvPr>
            <p:extLst>
              <p:ext uri="{D42A27DB-BD31-4B8C-83A1-F6EECF244321}">
                <p14:modId xmlns:p14="http://schemas.microsoft.com/office/powerpoint/2010/main" val="1511466082"/>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1300" dirty="0">
                          <a:solidFill>
                            <a:schemeClr val="tx1"/>
                          </a:solidFill>
                          <a:hlinkClick r:id="rId3">
                            <a:extLst>
                              <a:ext uri="{A12FA001-AC4F-418D-AE19-62706E023703}">
                                <ahyp:hlinkClr xmlns:ahyp="http://schemas.microsoft.com/office/drawing/2018/hyperlinkcolor" val="tx"/>
                              </a:ext>
                            </a:extLst>
                          </a:hlinkClick>
                        </a:rPr>
                        <a:t>RJBB(KIX) 17ft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KIX 130.95</a:t>
                      </a:r>
                      <a:endParaRPr/>
                    </a:p>
                    <a:p>
                      <a:pPr marL="0" marR="0" lvl="0" indent="0" algn="ctr" rtl="0">
                        <a:spcBef>
                          <a:spcPts val="0"/>
                        </a:spcBef>
                        <a:spcAft>
                          <a:spcPts val="0"/>
                        </a:spcAft>
                        <a:buNone/>
                      </a:pPr>
                      <a:r>
                        <a:rPr lang="en-US" sz="700">
                          <a:solidFill>
                            <a:srgbClr val="FF0000"/>
                          </a:solidFill>
                        </a:rPr>
                        <a:t>DCL -15분</a:t>
                      </a:r>
                      <a:endParaRPr sz="7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381FD245-E43C-5EBF-6DC5-C4C9F9774FB6}"/>
              </a:ext>
            </a:extLst>
          </p:cNvPr>
          <p:cNvSpPr txBox="1"/>
          <p:nvPr/>
        </p:nvSpPr>
        <p:spPr>
          <a:xfrm>
            <a:off x="2" y="2032482"/>
            <a:ext cx="994183" cy="855482"/>
          </a:xfrm>
          <a:prstGeom prst="rect">
            <a:avLst/>
          </a:prstGeom>
          <a:noFill/>
        </p:spPr>
        <p:txBody>
          <a:bodyPr wrap="none" tIns="36000" bIns="3600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DEP 119.2</a:t>
            </a:r>
          </a:p>
          <a:p>
            <a:pPr>
              <a:lnSpc>
                <a:spcPct val="150000"/>
              </a:lnSpc>
            </a:pPr>
            <a:r>
              <a:rPr kumimoji="1" lang="en-US" altLang="ko-KR" sz="700" b="1" u="sng" dirty="0">
                <a:latin typeface="Gulim" panose="020B0600000101010101" pitchFamily="34" charset="-127"/>
                <a:ea typeface="Gulim" panose="020B0600000101010101" pitchFamily="34" charset="-127"/>
              </a:rPr>
              <a:t>TKO 132.7 – 133.8</a:t>
            </a:r>
          </a:p>
          <a:p>
            <a:pPr>
              <a:lnSpc>
                <a:spcPct val="150000"/>
              </a:lnSpc>
            </a:pPr>
            <a:r>
              <a:rPr kumimoji="1" lang="en-US" altLang="ko-Kore-KR" sz="700" b="1" u="sng" dirty="0">
                <a:latin typeface="Gulim" panose="020B0600000101010101" pitchFamily="34" charset="-127"/>
                <a:ea typeface="Gulim" panose="020B0600000101010101" pitchFamily="34" charset="-127"/>
              </a:rPr>
              <a:t>FUK 124.15</a:t>
            </a:r>
          </a:p>
          <a:p>
            <a:pPr>
              <a:lnSpc>
                <a:spcPct val="150000"/>
              </a:lnSpc>
            </a:pPr>
            <a:r>
              <a:rPr kumimoji="1" lang="en-US" altLang="ko-Kore-KR" sz="700" b="1" u="sng" dirty="0">
                <a:latin typeface="Gulim" panose="020B0600000101010101" pitchFamily="34" charset="-127"/>
                <a:ea typeface="Gulim" panose="020B0600000101010101" pitchFamily="34" charset="-127"/>
              </a:rPr>
              <a:t>TGU 120.57</a:t>
            </a:r>
          </a:p>
          <a:p>
            <a:pPr>
              <a:lnSpc>
                <a:spcPct val="150000"/>
              </a:lnSpc>
            </a:pPr>
            <a:r>
              <a:rPr kumimoji="1" lang="en-US" altLang="ko-KR" sz="700" b="1" u="sng" dirty="0">
                <a:latin typeface="Gulim" panose="020B0600000101010101" pitchFamily="34" charset="-127"/>
                <a:ea typeface="Gulim" panose="020B0600000101010101" pitchFamily="34" charset="-127"/>
              </a:rPr>
              <a:t>APP 119.75</a:t>
            </a:r>
            <a:endParaRPr kumimoji="1" lang="ko-Kore-KR" altLang="en-US" sz="700" b="1" u="sng" dirty="0">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6F9DBE84-CD0F-95F2-9F79-E83F51FD81BE}"/>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6" name="그래픽 5" descr="집 Wi-Fi에서 작업 단색으로 채워진">
            <a:hlinkClick r:id="" action="ppaction://hlinkshowjump?jump=firstslide"/>
            <a:extLst>
              <a:ext uri="{FF2B5EF4-FFF2-40B4-BE49-F238E27FC236}">
                <a16:creationId xmlns:a16="http://schemas.microsoft.com/office/drawing/2014/main" id="{FED0FA1C-C787-FA27-B655-4AF0D20893E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813184"/>
            <a:ext cx="457200" cy="457200"/>
          </a:xfrm>
          <a:prstGeom prst="rect">
            <a:avLst/>
          </a:prstGeom>
          <a:effectLst>
            <a:outerShdw blurRad="50800" dist="50800" dir="3660000" algn="ctr" rotWithShape="0">
              <a:schemeClr val="bg1">
                <a:alpha val="82714"/>
              </a:schemeClr>
            </a:outerShdw>
          </a:effectLst>
        </p:spPr>
      </p:pic>
      <p:graphicFrame>
        <p:nvGraphicFramePr>
          <p:cNvPr id="5" name="Google Shape;283;p17">
            <a:extLst>
              <a:ext uri="{FF2B5EF4-FFF2-40B4-BE49-F238E27FC236}">
                <a16:creationId xmlns:a16="http://schemas.microsoft.com/office/drawing/2014/main" id="{601C0916-67C6-33D9-879E-9C9DA320619D}"/>
              </a:ext>
            </a:extLst>
          </p:cNvPr>
          <p:cNvGraphicFramePr/>
          <p:nvPr>
            <p:extLst>
              <p:ext uri="{D42A27DB-BD31-4B8C-83A1-F6EECF244321}">
                <p14:modId xmlns:p14="http://schemas.microsoft.com/office/powerpoint/2010/main" val="117260080"/>
              </p:ext>
            </p:extLst>
          </p:nvPr>
        </p:nvGraphicFramePr>
        <p:xfrm>
          <a:off x="11588" y="3418356"/>
          <a:ext cx="2314761" cy="213049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GUKDO x 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p>
                  </a:txBody>
                  <a:tcPr marL="36000" marR="36000" marT="36000" marB="36000" anchor="ctr"/>
                </a:tc>
                <a:tc>
                  <a:txBody>
                    <a:bodyPr/>
                    <a:lstStyle/>
                    <a:p>
                      <a:pPr marL="0" marR="0" lvl="0" indent="0" algn="ctr" rtl="0">
                        <a:spcBef>
                          <a:spcPts val="0"/>
                        </a:spcBef>
                        <a:spcAft>
                          <a:spcPts val="0"/>
                        </a:spcAft>
                        <a:buNone/>
                      </a:pPr>
                      <a:r>
                        <a:rPr lang="en-US" sz="800" b="1" dirty="0"/>
                        <a:t>GUKDO x H</a:t>
                      </a:r>
                    </a:p>
                    <a:p>
                      <a:pPr marL="0" marR="0" lvl="0" indent="0" algn="ctr" rtl="0">
                        <a:spcBef>
                          <a:spcPts val="0"/>
                        </a:spcBef>
                        <a:spcAft>
                          <a:spcPts val="0"/>
                        </a:spcAft>
                        <a:buNone/>
                      </a:pPr>
                      <a:r>
                        <a:rPr lang="en-US" sz="800" b="1" dirty="0"/>
                        <a:t>GUKDO x C</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p>
                  </a:txBody>
                  <a:tcPr marL="36000" marR="36000" marT="36000" marB="36000" anchor="ctr"/>
                </a:tc>
                <a:tc>
                  <a:txBody>
                    <a:bodyPr/>
                    <a:lstStyle/>
                    <a:p>
                      <a:pPr marL="0" marR="0" lvl="0" indent="0" algn="ctr" rtl="0">
                        <a:spcBef>
                          <a:spcPts val="0"/>
                        </a:spcBef>
                        <a:spcAft>
                          <a:spcPts val="0"/>
                        </a:spcAft>
                        <a:buNone/>
                      </a:pPr>
                      <a:r>
                        <a:rPr lang="en-US" sz="800" b="1" dirty="0"/>
                        <a:t>GUKDO 180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graphicFrame>
        <p:nvGraphicFramePr>
          <p:cNvPr id="310" name="Google Shape;310;p20"/>
          <p:cNvGraphicFramePr/>
          <p:nvPr>
            <p:extLst>
              <p:ext uri="{D42A27DB-BD31-4B8C-83A1-F6EECF244321}">
                <p14:modId xmlns:p14="http://schemas.microsoft.com/office/powerpoint/2010/main" val="3423743829"/>
              </p:ext>
            </p:extLst>
          </p:nvPr>
        </p:nvGraphicFramePr>
        <p:xfrm>
          <a:off x="1596" y="3587347"/>
          <a:ext cx="2331400" cy="1986490"/>
        </p:xfrm>
        <a:graphic>
          <a:graphicData uri="http://schemas.openxmlformats.org/drawingml/2006/table">
            <a:tbl>
              <a:tblPr firstRow="1" bandRow="1">
                <a:noFill/>
                <a:tableStyleId>{A521BE36-7E6F-4EC9-8D66-1CF97A6895EC}</a:tableStyleId>
              </a:tblPr>
              <a:tblGrid>
                <a:gridCol w="582850">
                  <a:extLst>
                    <a:ext uri="{9D8B030D-6E8A-4147-A177-3AD203B41FA5}">
                      <a16:colId xmlns:a16="http://schemas.microsoft.com/office/drawing/2014/main" val="20000"/>
                    </a:ext>
                  </a:extLst>
                </a:gridCol>
                <a:gridCol w="582850">
                  <a:extLst>
                    <a:ext uri="{9D8B030D-6E8A-4147-A177-3AD203B41FA5}">
                      <a16:colId xmlns:a16="http://schemas.microsoft.com/office/drawing/2014/main" val="20001"/>
                    </a:ext>
                  </a:extLst>
                </a:gridCol>
                <a:gridCol w="582850">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136775">
                <a:tc gridSpan="4">
                  <a:txBody>
                    <a:bodyPr/>
                    <a:lstStyle/>
                    <a:p>
                      <a:pPr marL="0" marR="0" lvl="0" indent="0" algn="ctr" rtl="0">
                        <a:spcBef>
                          <a:spcPts val="0"/>
                        </a:spcBef>
                        <a:spcAft>
                          <a:spcPts val="0"/>
                        </a:spcAft>
                        <a:buNone/>
                      </a:pPr>
                      <a:r>
                        <a:rPr lang="en-US" sz="800" dirty="0"/>
                        <a:t>NRT : HAKKA 330,YAGAN 240,LIVET 210,SWAMP 150</a:t>
                      </a:r>
                      <a:endParaRPr sz="800" dirty="0"/>
                    </a:p>
                  </a:txBody>
                  <a:tcPr marL="36000" marR="36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02475">
                <a:tc>
                  <a:txBody>
                    <a:bodyPr/>
                    <a:lstStyle/>
                    <a:p>
                      <a:pPr marL="0" marR="0" lvl="0" indent="0" algn="ctr" rtl="0">
                        <a:spcBef>
                          <a:spcPts val="0"/>
                        </a:spcBef>
                        <a:spcAft>
                          <a:spcPts val="0"/>
                        </a:spcAft>
                        <a:buNone/>
                      </a:pPr>
                      <a:r>
                        <a:rPr lang="en-US" sz="800" b="1" dirty="0"/>
                        <a:t>34L/R</a:t>
                      </a:r>
                      <a:r>
                        <a:rPr lang="en-US" sz="800" b="1" dirty="0">
                          <a:solidFill>
                            <a:srgbClr val="00B0F0"/>
                          </a:solidFill>
                        </a:rPr>
                        <a:t>[337]</a:t>
                      </a:r>
                      <a:endParaRPr sz="800" b="1" dirty="0">
                        <a:solidFill>
                          <a:srgbClr val="00B0F0"/>
                        </a:solidFill>
                      </a:endParaRPr>
                    </a:p>
                  </a:txBody>
                  <a:tcPr marL="36000" marR="36000" marT="36000" marB="36000" anchor="ctr"/>
                </a:tc>
                <a:tc>
                  <a:txBody>
                    <a:bodyPr/>
                    <a:lstStyle/>
                    <a:p>
                      <a:pPr marL="0" marR="0" lvl="0" indent="0" algn="ctr" rtl="0">
                        <a:spcBef>
                          <a:spcPts val="0"/>
                        </a:spcBef>
                        <a:spcAft>
                          <a:spcPts val="0"/>
                        </a:spcAft>
                        <a:buNone/>
                      </a:pPr>
                      <a:r>
                        <a:rPr lang="en-US" sz="800" b="1" dirty="0"/>
                        <a:t>SWAMP E</a:t>
                      </a:r>
                      <a:endParaRPr dirty="0"/>
                    </a:p>
                    <a:p>
                      <a:pPr marL="0" marR="0" lvl="0" indent="0" algn="ctr" rtl="0">
                        <a:spcBef>
                          <a:spcPts val="0"/>
                        </a:spcBef>
                        <a:spcAft>
                          <a:spcPts val="0"/>
                        </a:spcAft>
                        <a:buNone/>
                      </a:pPr>
                      <a:r>
                        <a:rPr lang="en-US" sz="800" b="1" dirty="0"/>
                        <a:t>(SWAMP T)</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ELGAR</a:t>
                      </a:r>
                      <a:endParaRPr/>
                    </a:p>
                    <a:p>
                      <a:pPr marL="0" marR="0" lvl="0" indent="0" algn="ctr" rtl="0">
                        <a:spcBef>
                          <a:spcPts val="0"/>
                        </a:spcBef>
                        <a:spcAft>
                          <a:spcPts val="0"/>
                        </a:spcAft>
                        <a:buNone/>
                      </a:pPr>
                      <a:r>
                        <a:rPr lang="en-US" sz="800" b="1"/>
                        <a:t>(TYLER)</a:t>
                      </a:r>
                      <a:endParaRPr sz="800" b="1"/>
                    </a:p>
                  </a:txBody>
                  <a:tcPr marL="36000" marR="36000" marT="36000" marB="36000" anchor="ctr"/>
                </a:tc>
                <a:tc>
                  <a:txBody>
                    <a:bodyPr/>
                    <a:lstStyle/>
                    <a:p>
                      <a:pPr marL="0" marR="0" lvl="0" indent="0" algn="ctr" rtl="0">
                        <a:spcBef>
                          <a:spcPts val="0"/>
                        </a:spcBef>
                        <a:spcAft>
                          <a:spcPts val="0"/>
                        </a:spcAft>
                        <a:buNone/>
                      </a:pPr>
                      <a:r>
                        <a:rPr lang="en-US" sz="800" b="1"/>
                        <a:t>ILS 34L/R(Z)</a:t>
                      </a:r>
                      <a:endParaRPr sz="800" b="1"/>
                    </a:p>
                  </a:txBody>
                  <a:tcPr marL="36000" marR="36000" marT="36000" marB="36000" anchor="ctr"/>
                </a:tc>
                <a:extLst>
                  <a:ext uri="{0D108BD9-81ED-4DB2-BD59-A6C34878D82A}">
                    <a16:rowId xmlns:a16="http://schemas.microsoft.com/office/drawing/2014/main" val="10001"/>
                  </a:ext>
                </a:extLst>
              </a:tr>
              <a:tr h="202475">
                <a:tc>
                  <a:txBody>
                    <a:bodyPr/>
                    <a:lstStyle/>
                    <a:p>
                      <a:pPr marL="0" marR="0" lvl="0" indent="0" algn="ctr" rtl="0">
                        <a:spcBef>
                          <a:spcPts val="0"/>
                        </a:spcBef>
                        <a:spcAft>
                          <a:spcPts val="0"/>
                        </a:spcAft>
                        <a:buNone/>
                      </a:pPr>
                      <a:r>
                        <a:rPr lang="en-US" sz="800" b="1" dirty="0"/>
                        <a:t>16L/R</a:t>
                      </a:r>
                      <a:r>
                        <a:rPr lang="en-US" sz="800" b="1" dirty="0">
                          <a:solidFill>
                            <a:srgbClr val="00B0F0"/>
                          </a:solidFill>
                        </a:rPr>
                        <a:t>[157]</a:t>
                      </a:r>
                      <a:endParaRPr sz="800" b="1" dirty="0">
                        <a:solidFill>
                          <a:srgbClr val="00B0F0"/>
                        </a:solidFill>
                      </a:endParaRPr>
                    </a:p>
                  </a:txBody>
                  <a:tcPr marL="36000" marR="36000" marT="36000" marB="36000" anchor="ctr"/>
                </a:tc>
                <a:tc>
                  <a:txBody>
                    <a:bodyPr/>
                    <a:lstStyle/>
                    <a:p>
                      <a:pPr marL="0" marR="0" lvl="0" indent="0" algn="ctr" rtl="0">
                        <a:spcBef>
                          <a:spcPts val="0"/>
                        </a:spcBef>
                        <a:spcAft>
                          <a:spcPts val="0"/>
                        </a:spcAft>
                        <a:buNone/>
                      </a:pPr>
                      <a:r>
                        <a:rPr lang="en-US" sz="800" b="1" dirty="0"/>
                        <a:t>SWAMP G</a:t>
                      </a:r>
                      <a:endParaRPr dirty="0"/>
                    </a:p>
                    <a:p>
                      <a:pPr marL="0" marR="0" lvl="0" indent="0" algn="ctr" rtl="0">
                        <a:spcBef>
                          <a:spcPts val="0"/>
                        </a:spcBef>
                        <a:spcAft>
                          <a:spcPts val="0"/>
                        </a:spcAft>
                        <a:buNone/>
                      </a:pPr>
                      <a:r>
                        <a:rPr lang="en-US" sz="800" b="1" dirty="0"/>
                        <a:t>(SWAMP N)</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GEMIN</a:t>
                      </a:r>
                      <a:endParaRPr/>
                    </a:p>
                    <a:p>
                      <a:pPr marL="0" marR="0" lvl="0" indent="0" algn="ctr" rtl="0">
                        <a:spcBef>
                          <a:spcPts val="0"/>
                        </a:spcBef>
                        <a:spcAft>
                          <a:spcPts val="0"/>
                        </a:spcAft>
                        <a:buNone/>
                      </a:pPr>
                      <a:r>
                        <a:rPr lang="en-US" sz="800" b="1"/>
                        <a:t>(NORMA)</a:t>
                      </a:r>
                      <a:endParaRPr sz="800" b="1"/>
                    </a:p>
                  </a:txBody>
                  <a:tcPr marL="36000" marR="36000" marT="36000" marB="36000" anchor="ctr"/>
                </a:tc>
                <a:tc>
                  <a:txBody>
                    <a:bodyPr/>
                    <a:lstStyle/>
                    <a:p>
                      <a:pPr marL="0" marR="0" lvl="0" indent="0" algn="ctr" rtl="0">
                        <a:spcBef>
                          <a:spcPts val="0"/>
                        </a:spcBef>
                        <a:spcAft>
                          <a:spcPts val="0"/>
                        </a:spcAft>
                        <a:buNone/>
                      </a:pPr>
                      <a:r>
                        <a:rPr lang="en-US" sz="800" b="1"/>
                        <a:t>ILS Z 16L/R</a:t>
                      </a:r>
                      <a:endParaRPr sz="800" b="1"/>
                    </a:p>
                  </a:txBody>
                  <a:tcPr marL="36000" marR="36000" marT="36000" marB="36000" anchor="ctr"/>
                </a:tc>
                <a:extLst>
                  <a:ext uri="{0D108BD9-81ED-4DB2-BD59-A6C34878D82A}">
                    <a16:rowId xmlns:a16="http://schemas.microsoft.com/office/drawing/2014/main" val="10002"/>
                  </a:ext>
                </a:extLst>
              </a:tr>
              <a:tr h="12432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l" rtl="0">
                        <a:lnSpc>
                          <a:spcPct val="100000"/>
                        </a:lnSpc>
                        <a:spcBef>
                          <a:spcPts val="0"/>
                        </a:spcBef>
                        <a:spcAft>
                          <a:spcPts val="0"/>
                        </a:spcAft>
                        <a:buClr>
                          <a:schemeClr val="accent1"/>
                        </a:buClr>
                        <a:buSzPts val="800"/>
                        <a:buFont typeface="Calibri"/>
                        <a:buNone/>
                      </a:pPr>
                      <a:r>
                        <a:rPr lang="en-US" sz="800" b="1" dirty="0">
                          <a:solidFill>
                            <a:srgbClr val="0070C0"/>
                          </a:solidFill>
                        </a:rPr>
                        <a:t>NRE, </a:t>
                      </a:r>
                      <a:r>
                        <a:rPr lang="en-US" sz="800" b="1" dirty="0">
                          <a:solidFill>
                            <a:srgbClr val="C00000"/>
                          </a:solidFill>
                        </a:rPr>
                        <a:t>16L ITM, 16R IKF, 34L IYQ, 34R ITJ</a:t>
                      </a:r>
                      <a:endParaRPr sz="800" b="1"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355527618"/>
                  </a:ext>
                </a:extLst>
              </a:tr>
              <a:tr h="12432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chemeClr val="accent1"/>
                        </a:buClr>
                        <a:buSzPts val="800"/>
                        <a:buFont typeface="Calibri"/>
                        <a:buNone/>
                      </a:pPr>
                      <a:r>
                        <a:rPr lang="en-US" sz="800" b="0" dirty="0">
                          <a:solidFill>
                            <a:schemeClr val="bg1"/>
                          </a:solidFill>
                        </a:rPr>
                        <a:t>16L : ITM 4 / 34R : ITJ 14, 4 (DME)</a:t>
                      </a:r>
                      <a:endParaRPr dirty="0">
                        <a:solidFill>
                          <a:schemeClr val="bg1"/>
                        </a:solidFill>
                      </a:endParaRPr>
                    </a:p>
                    <a:p>
                      <a:pPr marL="0" marR="0" lvl="0" indent="0" algn="ctr" rtl="0">
                        <a:lnSpc>
                          <a:spcPct val="100000"/>
                        </a:lnSpc>
                        <a:spcBef>
                          <a:spcPts val="0"/>
                        </a:spcBef>
                        <a:spcAft>
                          <a:spcPts val="0"/>
                        </a:spcAft>
                        <a:buClr>
                          <a:schemeClr val="accent1"/>
                        </a:buClr>
                        <a:buSzPts val="800"/>
                        <a:buFont typeface="Calibri"/>
                        <a:buNone/>
                      </a:pPr>
                      <a:r>
                        <a:rPr lang="en-US" sz="800" b="0" dirty="0">
                          <a:solidFill>
                            <a:schemeClr val="bg1"/>
                          </a:solidFill>
                        </a:rPr>
                        <a:t>16R : IKF 4 / 34L : IYQ 12, 4 (DME)</a:t>
                      </a:r>
                      <a:endParaRPr sz="800" b="0" dirty="0">
                        <a:solidFill>
                          <a:schemeClr val="bg1"/>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202475">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16L : B6(6433’), B7(7017’), 34R : B4(5849’), B2(6778’)</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16R : A6(6076’), A7(7624’), 34L : A5(6167’), A4(7641’)</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2432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L/D DOWN before 14/12 DME, L/D FLAP 4 DME</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Arrival Taxi RTE in Jeppesen (No Numbering)</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311" name="Google Shape;311;p20"/>
          <p:cNvGraphicFramePr/>
          <p:nvPr>
            <p:extLst>
              <p:ext uri="{D42A27DB-BD31-4B8C-83A1-F6EECF244321}">
                <p14:modId xmlns:p14="http://schemas.microsoft.com/office/powerpoint/2010/main" val="1874432713"/>
              </p:ext>
            </p:extLst>
          </p:nvPr>
        </p:nvGraphicFramePr>
        <p:xfrm>
          <a:off x="-2501" y="16504"/>
          <a:ext cx="2328850" cy="613536"/>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47766">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RJAA(NRT) 135ft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350209">
                <a:tc>
                  <a:txBody>
                    <a:bodyPr/>
                    <a:lstStyle/>
                    <a:p>
                      <a:pPr marL="0" marR="0" lvl="0" indent="0" algn="ctr" rtl="0">
                        <a:spcBef>
                          <a:spcPts val="0"/>
                        </a:spcBef>
                        <a:spcAft>
                          <a:spcPts val="0"/>
                        </a:spcAft>
                        <a:buNone/>
                      </a:pPr>
                      <a:r>
                        <a:rPr lang="en-US" sz="900"/>
                        <a:t>KE ICN 131.5</a:t>
                      </a:r>
                      <a:endParaRPr/>
                    </a:p>
                    <a:p>
                      <a:pPr marL="0" marR="0" lvl="0" indent="0" algn="ctr" rtl="0">
                        <a:spcBef>
                          <a:spcPts val="0"/>
                        </a:spcBef>
                        <a:spcAft>
                          <a:spcPts val="0"/>
                        </a:spcAft>
                        <a:buNone/>
                      </a:pPr>
                      <a:r>
                        <a:rPr lang="en-US" sz="600">
                          <a:solidFill>
                            <a:srgbClr val="FF0000"/>
                          </a:solidFill>
                          <a:latin typeface="Calibri"/>
                          <a:ea typeface="Calibri"/>
                          <a:cs typeface="Calibri"/>
                          <a:sym typeface="Calibri"/>
                        </a:rPr>
                        <a:t>DCL -10분 TOBT 5분 차이시 CTC Comm</a:t>
                      </a:r>
                      <a:endParaRPr sz="900"/>
                    </a:p>
                  </a:txBody>
                  <a:tcPr marL="91450" marR="91450" marT="0" marB="0" anchor="ctr"/>
                </a:tc>
                <a:tc>
                  <a:txBody>
                    <a:bodyPr/>
                    <a:lstStyle/>
                    <a:p>
                      <a:pPr marL="0" marR="0" lvl="0" indent="0" algn="ctr" rtl="0">
                        <a:spcBef>
                          <a:spcPts val="0"/>
                        </a:spcBef>
                        <a:spcAft>
                          <a:spcPts val="0"/>
                        </a:spcAft>
                        <a:buNone/>
                      </a:pPr>
                      <a:r>
                        <a:rPr lang="en-US" sz="900" dirty="0"/>
                        <a:t>KE Tokyo 131.70</a:t>
                      </a:r>
                    </a:p>
                    <a:p>
                      <a:pPr marL="0" marR="0" lvl="0" indent="0" algn="ctr" rtl="0">
                        <a:spcBef>
                          <a:spcPts val="0"/>
                        </a:spcBef>
                        <a:spcAft>
                          <a:spcPts val="0"/>
                        </a:spcAft>
                        <a:buNone/>
                      </a:pPr>
                      <a:r>
                        <a:rPr lang="en-US" sz="900" b="1" dirty="0">
                          <a:solidFill>
                            <a:srgbClr val="7030A0"/>
                          </a:solidFill>
                        </a:rPr>
                        <a:t>Gate 21-27</a:t>
                      </a:r>
                      <a:endParaRPr sz="9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4B348A56-DF69-97BA-6C0C-39EEA383FCDD}"/>
              </a:ext>
            </a:extLst>
          </p:cNvPr>
          <p:cNvSpPr txBox="1"/>
          <p:nvPr/>
        </p:nvSpPr>
        <p:spPr>
          <a:xfrm>
            <a:off x="-35858" y="2873202"/>
            <a:ext cx="2026517" cy="597975"/>
          </a:xfrm>
          <a:prstGeom prst="rect">
            <a:avLst/>
          </a:prstGeom>
          <a:noFill/>
        </p:spPr>
        <p:txBody>
          <a:bodyPr wrap="none" tIns="36000" bIns="36000" rtlCol="0" anchor="ctr">
            <a:spAutoFit/>
          </a:bodyPr>
          <a:lstStyle/>
          <a:p>
            <a:pPr>
              <a:lnSpc>
                <a:spcPct val="150000"/>
              </a:lnSpc>
            </a:pPr>
            <a:r>
              <a:rPr kumimoji="1" lang="en-US" altLang="ko-Kore-KR" sz="800" b="1" u="sng" dirty="0">
                <a:solidFill>
                  <a:srgbClr val="0070C0"/>
                </a:solidFill>
                <a:latin typeface="Gulim" panose="020B0600000101010101" pitchFamily="34" charset="-127"/>
                <a:ea typeface="Gulim" panose="020B0600000101010101" pitchFamily="34" charset="-127"/>
              </a:rPr>
              <a:t>DEP 125.15</a:t>
            </a:r>
            <a:r>
              <a:rPr kumimoji="1" lang="ko-KR" altLang="en-US" sz="800" b="1" u="sng" dirty="0">
                <a:solidFill>
                  <a:srgbClr val="0070C0"/>
                </a:solidFill>
                <a:latin typeface="Gulim" panose="020B0600000101010101" pitchFamily="34" charset="-127"/>
                <a:ea typeface="Gulim" panose="020B0600000101010101" pitchFamily="34" charset="-127"/>
              </a:rPr>
              <a:t> </a:t>
            </a:r>
            <a:r>
              <a:rPr kumimoji="1" lang="en-US" altLang="ko-KR" sz="800" b="1" u="sng" dirty="0">
                <a:solidFill>
                  <a:srgbClr val="0070C0"/>
                </a:solidFill>
                <a:latin typeface="Gulim" panose="020B0600000101010101" pitchFamily="34" charset="-127"/>
                <a:ea typeface="Gulim" panose="020B0600000101010101" pitchFamily="34" charset="-127"/>
              </a:rPr>
              <a:t>–</a:t>
            </a:r>
            <a:r>
              <a:rPr kumimoji="1" lang="ko-KR" altLang="en-US" sz="800" b="1" u="sng" dirty="0">
                <a:solidFill>
                  <a:srgbClr val="0070C0"/>
                </a:solidFill>
                <a:latin typeface="Gulim" panose="020B0600000101010101" pitchFamily="34" charset="-127"/>
                <a:ea typeface="Gulim" panose="020B0600000101010101" pitchFamily="34" charset="-127"/>
              </a:rPr>
              <a:t> </a:t>
            </a:r>
            <a:r>
              <a:rPr kumimoji="1" lang="en-US" altLang="ko-KR" sz="800" b="1" u="sng" dirty="0">
                <a:solidFill>
                  <a:srgbClr val="0070C0"/>
                </a:solidFill>
                <a:latin typeface="Gulim" panose="020B0600000101010101" pitchFamily="34" charset="-127"/>
                <a:ea typeface="Gulim" panose="020B0600000101010101" pitchFamily="34" charset="-127"/>
              </a:rPr>
              <a:t>TGU</a:t>
            </a:r>
            <a:r>
              <a:rPr kumimoji="1" lang="ko-KR" altLang="en-US" sz="800" b="1" u="sng" dirty="0">
                <a:solidFill>
                  <a:srgbClr val="0070C0"/>
                </a:solidFill>
                <a:latin typeface="Gulim" panose="020B0600000101010101" pitchFamily="34" charset="-127"/>
                <a:ea typeface="Gulim" panose="020B0600000101010101" pitchFamily="34" charset="-127"/>
              </a:rPr>
              <a:t> </a:t>
            </a:r>
            <a:r>
              <a:rPr kumimoji="1" lang="en-US" altLang="ko-KR" sz="800" b="1" u="sng" dirty="0">
                <a:solidFill>
                  <a:srgbClr val="0070C0"/>
                </a:solidFill>
                <a:latin typeface="Gulim" panose="020B0600000101010101" pitchFamily="34" charset="-127"/>
                <a:ea typeface="Gulim" panose="020B0600000101010101" pitchFamily="34" charset="-127"/>
              </a:rPr>
              <a:t>134.17 </a:t>
            </a:r>
          </a:p>
          <a:p>
            <a:pPr>
              <a:lnSpc>
                <a:spcPct val="150000"/>
              </a:lnSpc>
            </a:pPr>
            <a:r>
              <a:rPr kumimoji="1" lang="en-US" altLang="ko-Kore-KR" sz="800" b="1" u="sng" dirty="0">
                <a:solidFill>
                  <a:srgbClr val="0070C0"/>
                </a:solidFill>
                <a:latin typeface="Gulim" panose="020B0600000101010101" pitchFamily="34" charset="-127"/>
                <a:ea typeface="Gulim" panose="020B0600000101010101" pitchFamily="34" charset="-127"/>
              </a:rPr>
              <a:t>TKO 1</a:t>
            </a:r>
            <a:r>
              <a:rPr kumimoji="1" lang="en-US" altLang="ko-KR" sz="800" b="1" u="sng" dirty="0">
                <a:solidFill>
                  <a:srgbClr val="0070C0"/>
                </a:solidFill>
                <a:latin typeface="Gulim" panose="020B0600000101010101" pitchFamily="34" charset="-127"/>
                <a:ea typeface="Gulim" panose="020B0600000101010101" pitchFamily="34" charset="-127"/>
              </a:rPr>
              <a:t>24</a:t>
            </a:r>
            <a:r>
              <a:rPr kumimoji="1" lang="en-US" altLang="ko-Kore-KR" sz="800" b="1" u="sng" dirty="0">
                <a:solidFill>
                  <a:srgbClr val="0070C0"/>
                </a:solidFill>
                <a:latin typeface="Gulim" panose="020B0600000101010101" pitchFamily="34" charset="-127"/>
                <a:ea typeface="Gulim" panose="020B0600000101010101" pitchFamily="34" charset="-127"/>
              </a:rPr>
              <a:t>.</a:t>
            </a:r>
            <a:r>
              <a:rPr kumimoji="1" lang="en-US" altLang="ko-KR" sz="800" b="1" u="sng" dirty="0">
                <a:solidFill>
                  <a:srgbClr val="0070C0"/>
                </a:solidFill>
                <a:latin typeface="Gulim" panose="020B0600000101010101" pitchFamily="34" charset="-127"/>
                <a:ea typeface="Gulim" panose="020B0600000101010101" pitchFamily="34" charset="-127"/>
              </a:rPr>
              <a:t>15</a:t>
            </a:r>
            <a:r>
              <a:rPr kumimoji="1" lang="en-US" altLang="ko-Kore-KR" sz="800" b="1" u="sng" dirty="0">
                <a:solidFill>
                  <a:srgbClr val="0070C0"/>
                </a:solidFill>
                <a:latin typeface="Gulim" panose="020B0600000101010101" pitchFamily="34" charset="-127"/>
                <a:ea typeface="Gulim" panose="020B0600000101010101" pitchFamily="34" charset="-127"/>
              </a:rPr>
              <a:t> – 13</a:t>
            </a:r>
            <a:r>
              <a:rPr kumimoji="1" lang="en-US" altLang="ko-KR" sz="800" b="1" u="sng" dirty="0">
                <a:solidFill>
                  <a:srgbClr val="0070C0"/>
                </a:solidFill>
                <a:latin typeface="Gulim" panose="020B0600000101010101" pitchFamily="34" charset="-127"/>
                <a:ea typeface="Gulim" panose="020B0600000101010101" pitchFamily="34" charset="-127"/>
              </a:rPr>
              <a:t>2</a:t>
            </a:r>
            <a:r>
              <a:rPr kumimoji="1" lang="en-US" altLang="ko-Kore-KR" sz="800" b="1" u="sng" dirty="0">
                <a:solidFill>
                  <a:srgbClr val="0070C0"/>
                </a:solidFill>
                <a:latin typeface="Gulim" panose="020B0600000101010101" pitchFamily="34" charset="-127"/>
                <a:ea typeface="Gulim" panose="020B0600000101010101" pitchFamily="34" charset="-127"/>
              </a:rPr>
              <a:t>.02 - 124.1- </a:t>
            </a:r>
            <a:r>
              <a:rPr kumimoji="1" lang="en-US" altLang="ko-KR" sz="800" b="1" u="sng" dirty="0">
                <a:solidFill>
                  <a:srgbClr val="0070C0"/>
                </a:solidFill>
                <a:latin typeface="Gulim" panose="020B0600000101010101" pitchFamily="34" charset="-127"/>
                <a:ea typeface="Gulim" panose="020B0600000101010101" pitchFamily="34" charset="-127"/>
              </a:rPr>
              <a:t>128.2</a:t>
            </a:r>
          </a:p>
          <a:p>
            <a:pPr>
              <a:lnSpc>
                <a:spcPct val="150000"/>
              </a:lnSpc>
            </a:pPr>
            <a:r>
              <a:rPr kumimoji="1" lang="en-US" altLang="ko-KR" sz="800" b="1" u="sng" dirty="0">
                <a:solidFill>
                  <a:srgbClr val="0070C0"/>
                </a:solidFill>
                <a:latin typeface="Gulim" panose="020B0600000101010101" pitchFamily="34" charset="-127"/>
                <a:ea typeface="Gulim" panose="020B0600000101010101" pitchFamily="34" charset="-127"/>
              </a:rPr>
              <a:t>TKO APP 124.4</a:t>
            </a:r>
            <a:r>
              <a:rPr kumimoji="1" lang="ko-KR" altLang="en-US" sz="800" b="1" u="sng" dirty="0">
                <a:solidFill>
                  <a:srgbClr val="0070C0"/>
                </a:solidFill>
                <a:latin typeface="Gulim" panose="020B0600000101010101" pitchFamily="34" charset="-127"/>
                <a:ea typeface="Gulim" panose="020B0600000101010101" pitchFamily="34" charset="-127"/>
              </a:rPr>
              <a:t>  </a:t>
            </a:r>
            <a:r>
              <a:rPr kumimoji="1" lang="en-US" altLang="ko-KR" sz="800" b="1" u="sng" dirty="0">
                <a:solidFill>
                  <a:srgbClr val="0070C0"/>
                </a:solidFill>
                <a:latin typeface="Gulim" panose="020B0600000101010101" pitchFamily="34" charset="-127"/>
                <a:ea typeface="Gulim" panose="020B0600000101010101" pitchFamily="34" charset="-127"/>
              </a:rPr>
              <a:t>-</a:t>
            </a:r>
            <a:r>
              <a:rPr kumimoji="1" lang="ko-KR" altLang="en-US" sz="800" b="1" u="sng" dirty="0">
                <a:solidFill>
                  <a:srgbClr val="0070C0"/>
                </a:solidFill>
                <a:latin typeface="Gulim" panose="020B0600000101010101" pitchFamily="34" charset="-127"/>
                <a:ea typeface="Gulim" panose="020B0600000101010101" pitchFamily="34" charset="-127"/>
              </a:rPr>
              <a:t> </a:t>
            </a:r>
            <a:r>
              <a:rPr kumimoji="1" lang="en-US" altLang="ko-KR" sz="800" b="1" u="sng" dirty="0">
                <a:solidFill>
                  <a:srgbClr val="0070C0"/>
                </a:solidFill>
                <a:latin typeface="Gulim" panose="020B0600000101010101" pitchFamily="34" charset="-127"/>
                <a:ea typeface="Gulim" panose="020B0600000101010101" pitchFamily="34" charset="-127"/>
              </a:rPr>
              <a:t>120.2</a:t>
            </a:r>
            <a:r>
              <a:rPr kumimoji="1" lang="ko-KR" altLang="en-US" sz="800" b="1" u="sng" dirty="0">
                <a:solidFill>
                  <a:srgbClr val="0070C0"/>
                </a:solidFill>
                <a:latin typeface="Gulim" panose="020B0600000101010101" pitchFamily="34" charset="-127"/>
                <a:ea typeface="Gulim" panose="020B0600000101010101" pitchFamily="34" charset="-127"/>
              </a:rPr>
              <a:t> </a:t>
            </a:r>
            <a:endParaRPr kumimoji="1" lang="ko-Kore-KR" altLang="en-US" sz="8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0A0BD91C-DB99-852F-BA1E-37D83389EC4E}"/>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B66D71BF-D554-209D-61DF-C9936FAFF674}"/>
              </a:ext>
            </a:extLst>
          </p:cNvPr>
          <p:cNvGraphicFramePr/>
          <p:nvPr>
            <p:extLst>
              <p:ext uri="{D42A27DB-BD31-4B8C-83A1-F6EECF244321}">
                <p14:modId xmlns:p14="http://schemas.microsoft.com/office/powerpoint/2010/main" val="1584717057"/>
              </p:ext>
            </p:extLst>
          </p:nvPr>
        </p:nvGraphicFramePr>
        <p:xfrm>
          <a:off x="1" y="60723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xE</a:t>
                      </a:r>
                      <a:r>
                        <a:rPr lang="en-US" sz="800" b="1" dirty="0">
                          <a:solidFill>
                            <a:srgbClr val="0070C0"/>
                          </a:solidFill>
                        </a:rPr>
                        <a:t>/A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5500/ATC </a:t>
                      </a:r>
                      <a:r>
                        <a:rPr lang="en-US" sz="800" b="1" dirty="0">
                          <a:solidFill>
                            <a:srgbClr val="7030A0"/>
                          </a:solidFill>
                        </a:rPr>
                        <a:t>SPD 230/x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 </a:t>
                      </a:r>
                      <a:r>
                        <a:rPr lang="en-US" sz="800" dirty="0">
                          <a:solidFill>
                            <a:srgbClr val="7030A0"/>
                          </a:solidFill>
                        </a:rPr>
                        <a:t>SPD 230</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BC4A05EA-E6A9-6593-1DB3-FCB6C8A2FAE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graphicFrame>
        <p:nvGraphicFramePr>
          <p:cNvPr id="318" name="Google Shape;318;p21"/>
          <p:cNvGraphicFramePr/>
          <p:nvPr>
            <p:extLst>
              <p:ext uri="{D42A27DB-BD31-4B8C-83A1-F6EECF244321}">
                <p14:modId xmlns:p14="http://schemas.microsoft.com/office/powerpoint/2010/main" val="2474295023"/>
              </p:ext>
            </p:extLst>
          </p:nvPr>
        </p:nvGraphicFramePr>
        <p:xfrm>
          <a:off x="0" y="611908"/>
          <a:ext cx="2332950" cy="116089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67475">
                  <a:extLst>
                    <a:ext uri="{9D8B030D-6E8A-4147-A177-3AD203B41FA5}">
                      <a16:colId xmlns:a16="http://schemas.microsoft.com/office/drawing/2014/main" val="20003"/>
                    </a:ext>
                  </a:extLst>
                </a:gridCol>
                <a:gridCol w="410400">
                  <a:extLst>
                    <a:ext uri="{9D8B030D-6E8A-4147-A177-3AD203B41FA5}">
                      <a16:colId xmlns:a16="http://schemas.microsoft.com/office/drawing/2014/main" val="20004"/>
                    </a:ext>
                  </a:extLst>
                </a:gridCol>
                <a:gridCol w="427575">
                  <a:extLst>
                    <a:ext uri="{9D8B030D-6E8A-4147-A177-3AD203B41FA5}">
                      <a16:colId xmlns:a16="http://schemas.microsoft.com/office/drawing/2014/main" val="20006"/>
                    </a:ext>
                  </a:extLst>
                </a:gridCol>
                <a:gridCol w="427575">
                  <a:extLst>
                    <a:ext uri="{9D8B030D-6E8A-4147-A177-3AD203B41FA5}">
                      <a16:colId xmlns:a16="http://schemas.microsoft.com/office/drawing/2014/main" val="20007"/>
                    </a:ext>
                  </a:extLst>
                </a:gridCol>
              </a:tblGrid>
              <a:tr h="159300">
                <a:tc gridSpan="7">
                  <a:txBody>
                    <a:bodyPr/>
                    <a:lstStyle/>
                    <a:p>
                      <a:pPr marL="0" marR="0" lvl="0" indent="0" algn="ctr" rtl="0">
                        <a:spcBef>
                          <a:spcPts val="0"/>
                        </a:spcBef>
                        <a:spcAft>
                          <a:spcPts val="0"/>
                        </a:spcAft>
                        <a:buNone/>
                      </a:pPr>
                      <a:r>
                        <a:rPr lang="en-US" sz="800"/>
                        <a:t>NRT : SID – ENPAR </a:t>
                      </a:r>
                      <a:r>
                        <a:rPr lang="en-US" sz="800" dirty="0" err="1"/>
                        <a:t>tx</a:t>
                      </a:r>
                      <a:r>
                        <a:rPr lang="en-US" sz="800" dirty="0"/>
                        <a:t> (NADP 1)</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rowSpan="2" gridSpan="2">
                  <a:txBody>
                    <a:bodyPr/>
                    <a:lstStyle/>
                    <a:p>
                      <a:pPr marL="0" marR="0" lvl="0" indent="0" algn="ctr" rtl="0">
                        <a:spcBef>
                          <a:spcPts val="0"/>
                        </a:spcBef>
                        <a:spcAft>
                          <a:spcPts val="0"/>
                        </a:spcAft>
                        <a:buNone/>
                      </a:pPr>
                      <a:r>
                        <a:rPr lang="en-US" sz="800" b="1" dirty="0">
                          <a:solidFill>
                            <a:srgbClr val="0070C0"/>
                          </a:solidFill>
                        </a:rPr>
                        <a:t>TETRA x</a:t>
                      </a:r>
                      <a:endParaRPr dirty="0"/>
                    </a:p>
                    <a:p>
                      <a:pPr marL="0" marR="0" lvl="0" indent="0" algn="ctr" rtl="0">
                        <a:spcBef>
                          <a:spcPts val="0"/>
                        </a:spcBef>
                        <a:spcAft>
                          <a:spcPts val="0"/>
                        </a:spcAft>
                        <a:buNone/>
                      </a:pPr>
                      <a:r>
                        <a:rPr lang="en-US" sz="800" b="1" dirty="0"/>
                        <a:t>ENPAR </a:t>
                      </a:r>
                      <a:r>
                        <a:rPr lang="en-US" sz="800" b="1" dirty="0" err="1"/>
                        <a:t>tx</a:t>
                      </a:r>
                      <a:endParaRPr lang="en-US" sz="800" b="1" dirty="0"/>
                    </a:p>
                    <a:p>
                      <a:pPr marL="0" marR="0" lvl="0" indent="0" algn="ctr" rtl="0">
                        <a:spcBef>
                          <a:spcPts val="0"/>
                        </a:spcBef>
                        <a:spcAft>
                          <a:spcPts val="0"/>
                        </a:spcAft>
                        <a:buNone/>
                      </a:pPr>
                      <a:r>
                        <a:rPr lang="en-US" sz="800" b="1" dirty="0">
                          <a:solidFill>
                            <a:srgbClr val="AA47F5"/>
                          </a:solidFill>
                        </a:rPr>
                        <a:t>CHK ALT</a:t>
                      </a:r>
                      <a:endParaRPr sz="800" b="1" dirty="0">
                        <a:solidFill>
                          <a:srgbClr val="AA47F5"/>
                        </a:solidFill>
                      </a:endParaRPr>
                    </a:p>
                  </a:txBody>
                  <a:tcPr marL="36000" marR="36000" marT="36000" marB="36000" anchor="ctr"/>
                </a:tc>
                <a:tc rowSpan="2" hMerge="1">
                  <a:txBody>
                    <a:bodyPr/>
                    <a:lstStyle/>
                    <a:p>
                      <a:endParaRPr lang="ko-Kore-KR"/>
                    </a:p>
                  </a:txBody>
                  <a:tcPr/>
                </a:tc>
                <a:tc gridSpan="4">
                  <a:txBody>
                    <a:bodyPr/>
                    <a:lstStyle/>
                    <a:p>
                      <a:pPr marL="0" marR="0" lvl="0" indent="0" algn="ctr" rtl="0">
                        <a:spcBef>
                          <a:spcPts val="0"/>
                        </a:spcBef>
                        <a:spcAft>
                          <a:spcPts val="0"/>
                        </a:spcAft>
                        <a:buNone/>
                      </a:pPr>
                      <a:r>
                        <a:rPr lang="en-US" sz="800" b="1" dirty="0"/>
                        <a:t>HD 158 </a:t>
                      </a:r>
                      <a:r>
                        <a:rPr lang="en-US" sz="800" b="1" dirty="0">
                          <a:solidFill>
                            <a:srgbClr val="0070C0"/>
                          </a:solidFill>
                        </a:rPr>
                        <a:t>ALT ATC</a:t>
                      </a:r>
                    </a:p>
                  </a:txBody>
                  <a:tcPr marL="36000" marR="36000" marT="36000" marB="36000" anchor="ctr"/>
                </a:tc>
                <a:tc hMerge="1">
                  <a:txBody>
                    <a:bodyPr/>
                    <a:lstStyle/>
                    <a:p>
                      <a:endParaRPr lang="ko-Kore-KR"/>
                    </a:p>
                  </a:txBody>
                  <a:tcPr/>
                </a:tc>
                <a:tc hMerge="1">
                  <a:txBody>
                    <a:bodyPr/>
                    <a:lstStyle/>
                    <a:p>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vMerge="1">
                  <a:txBody>
                    <a:bodyPr/>
                    <a:lstStyle/>
                    <a:p>
                      <a:endParaRPr lang="ko-Kore-KR"/>
                    </a:p>
                  </a:txBody>
                  <a:tcPr/>
                </a:tc>
                <a:tc hMerge="1" vMerge="1">
                  <a:txBody>
                    <a:bodyPr/>
                    <a:lstStyle/>
                    <a:p>
                      <a:endParaRPr lang="ko-Kore-KR"/>
                    </a:p>
                  </a:txBody>
                  <a:tcPr/>
                </a:tc>
                <a:tc gridSpan="4">
                  <a:txBody>
                    <a:bodyPr/>
                    <a:lstStyle/>
                    <a:p>
                      <a:pPr marL="0" marR="0" lvl="0" indent="0" algn="ctr" rtl="0">
                        <a:spcBef>
                          <a:spcPts val="0"/>
                        </a:spcBef>
                        <a:spcAft>
                          <a:spcPts val="0"/>
                        </a:spcAft>
                        <a:buNone/>
                      </a:pPr>
                      <a:r>
                        <a:rPr lang="en-US" sz="800" b="1" dirty="0"/>
                        <a:t>HD 338 </a:t>
                      </a:r>
                      <a:r>
                        <a:rPr lang="en-US" sz="800" b="1" dirty="0">
                          <a:solidFill>
                            <a:srgbClr val="0070C0"/>
                          </a:solidFill>
                        </a:rPr>
                        <a:t>ALT 7000/ATC</a:t>
                      </a:r>
                    </a:p>
                  </a:txBody>
                  <a:tcPr marL="36000" marR="36000" marT="36000" marB="36000" anchor="ctr"/>
                </a:tc>
                <a:tc hMerge="1">
                  <a:txBody>
                    <a:bodyPr/>
                    <a:lstStyle/>
                    <a:p>
                      <a:endParaRPr lang="ko-Kore-KR"/>
                    </a:p>
                  </a:txBody>
                  <a:tcPr/>
                </a:tc>
                <a:tc hMerge="1">
                  <a:txBody>
                    <a:bodyPr/>
                    <a:lstStyle/>
                    <a:p>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2"/>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NRE</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117.9</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16L ITM </a:t>
                      </a:r>
                      <a:endParaRPr dirty="0"/>
                    </a:p>
                    <a:p>
                      <a:pPr marL="0" marR="0" lvl="0" indent="0" algn="ctr" rtl="0">
                        <a:spcBef>
                          <a:spcPts val="0"/>
                        </a:spcBef>
                        <a:spcAft>
                          <a:spcPts val="0"/>
                        </a:spcAft>
                        <a:buNone/>
                      </a:pPr>
                      <a:r>
                        <a:rPr lang="en-US" sz="800" b="1" dirty="0">
                          <a:solidFill>
                            <a:srgbClr val="C00000"/>
                          </a:solidFill>
                        </a:rPr>
                        <a:t>110.7</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16R IKF</a:t>
                      </a:r>
                      <a:endParaRPr dirty="0"/>
                    </a:p>
                    <a:p>
                      <a:pPr marL="0" marR="0" lvl="0" indent="0" algn="ctr" rtl="0">
                        <a:spcBef>
                          <a:spcPts val="0"/>
                        </a:spcBef>
                        <a:spcAft>
                          <a:spcPts val="0"/>
                        </a:spcAft>
                        <a:buNone/>
                      </a:pPr>
                      <a:r>
                        <a:rPr lang="en-US" sz="800" b="1" dirty="0">
                          <a:solidFill>
                            <a:srgbClr val="C00000"/>
                          </a:solidFill>
                        </a:rPr>
                        <a:t>111.5</a:t>
                      </a:r>
                      <a:endParaRPr sz="800"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IYQ 111.9</a:t>
                      </a:r>
                      <a:endParaRPr sz="800"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34R ITJ 110.9</a:t>
                      </a:r>
                      <a:endParaRPr sz="800" b="1" dirty="0">
                        <a:solidFill>
                          <a:srgbClr val="C00000"/>
                        </a:solidFill>
                      </a:endParaRPr>
                    </a:p>
                  </a:txBody>
                  <a:tcPr marL="36000" marR="36000" marT="36000" marB="36000" anchor="ctr"/>
                </a:tc>
                <a:extLst>
                  <a:ext uri="{0D108BD9-81ED-4DB2-BD59-A6C34878D82A}">
                    <a16:rowId xmlns:a16="http://schemas.microsoft.com/office/drawing/2014/main" val="10003"/>
                  </a:ext>
                </a:extLst>
              </a:tr>
              <a:tr h="144775">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chemeClr val="dk1"/>
                          </a:solidFill>
                        </a:rPr>
                        <a:t>APU Start, TAXI RTE 1, 2, 3, 4 RWY </a:t>
                      </a:r>
                      <a:r>
                        <a:rPr lang="en-US" sz="800" dirty="0" err="1">
                          <a:solidFill>
                            <a:schemeClr val="dk1"/>
                          </a:solidFill>
                        </a:rPr>
                        <a:t>별</a:t>
                      </a:r>
                      <a:r>
                        <a:rPr lang="en-US" sz="800" dirty="0">
                          <a:solidFill>
                            <a:schemeClr val="dk1"/>
                          </a:solidFill>
                        </a:rPr>
                        <a:t> DEP RTE</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319" name="Google Shape;319;p21"/>
          <p:cNvGraphicFramePr/>
          <p:nvPr>
            <p:extLst>
              <p:ext uri="{D42A27DB-BD31-4B8C-83A1-F6EECF244321}">
                <p14:modId xmlns:p14="http://schemas.microsoft.com/office/powerpoint/2010/main" val="3910434639"/>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sz="1300" dirty="0">
                          <a:solidFill>
                            <a:schemeClr val="tx1"/>
                          </a:solidFill>
                          <a:hlinkClick r:id="rId3">
                            <a:extLst>
                              <a:ext uri="{A12FA001-AC4F-418D-AE19-62706E023703}">
                                <ahyp:hlinkClr xmlns:ahyp="http://schemas.microsoft.com/office/drawing/2018/hyperlinkcolor" val="tx"/>
                              </a:ext>
                            </a:extLst>
                          </a:hlinkClick>
                        </a:rPr>
                        <a:t>RJAA(NRT) 135ft</a:t>
                      </a:r>
                      <a:endParaRP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Tokyo 131.70</a:t>
                      </a:r>
                      <a:endParaRPr/>
                    </a:p>
                    <a:p>
                      <a:pPr marL="0" marR="0" lvl="0" indent="0" algn="ctr" rtl="0">
                        <a:spcBef>
                          <a:spcPts val="0"/>
                        </a:spcBef>
                        <a:spcAft>
                          <a:spcPts val="0"/>
                        </a:spcAft>
                        <a:buNone/>
                      </a:pPr>
                      <a:r>
                        <a:rPr lang="en-US" sz="800">
                          <a:solidFill>
                            <a:srgbClr val="FF0000"/>
                          </a:solidFill>
                        </a:rPr>
                        <a:t>DCL -15분</a:t>
                      </a:r>
                      <a:endParaRPr sz="8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8305CE87-CB2D-B9F1-7BCB-D3D6DE9B003F}"/>
              </a:ext>
            </a:extLst>
          </p:cNvPr>
          <p:cNvSpPr txBox="1"/>
          <p:nvPr/>
        </p:nvSpPr>
        <p:spPr>
          <a:xfrm>
            <a:off x="-20938" y="2187564"/>
            <a:ext cx="2068195" cy="782641"/>
          </a:xfrm>
          <a:prstGeom prst="rect">
            <a:avLst/>
          </a:prstGeom>
          <a:noFill/>
        </p:spPr>
        <p:txBody>
          <a:bodyPr wrap="none" tIns="36000" bIns="36000" rtlCol="0" anchor="ctr">
            <a:spAutoFit/>
          </a:bodyPr>
          <a:lstStyle/>
          <a:p>
            <a:pPr>
              <a:lnSpc>
                <a:spcPct val="150000"/>
              </a:lnSpc>
            </a:pPr>
            <a:r>
              <a:rPr kumimoji="1" lang="en-US" altLang="ko-Kore-KR" sz="800" b="1" u="sng" dirty="0">
                <a:solidFill>
                  <a:srgbClr val="0070C0"/>
                </a:solidFill>
                <a:latin typeface="Gulim" panose="020B0600000101010101" pitchFamily="34" charset="-127"/>
                <a:ea typeface="Gulim" panose="020B0600000101010101" pitchFamily="34" charset="-127"/>
              </a:rPr>
              <a:t>DEP 124.2</a:t>
            </a:r>
          </a:p>
          <a:p>
            <a:pPr>
              <a:lnSpc>
                <a:spcPct val="150000"/>
              </a:lnSpc>
            </a:pPr>
            <a:r>
              <a:rPr kumimoji="1" lang="en-US" altLang="ko-KR" sz="800" b="1" u="sng" dirty="0">
                <a:solidFill>
                  <a:srgbClr val="0070C0"/>
                </a:solidFill>
                <a:latin typeface="Gulim" panose="020B0600000101010101" pitchFamily="34" charset="-127"/>
                <a:ea typeface="Gulim" panose="020B0600000101010101" pitchFamily="34" charset="-127"/>
              </a:rPr>
              <a:t>TKO 120.5 – 133.45 – 133.02 – 133.8 </a:t>
            </a:r>
            <a:endParaRPr kumimoji="1" lang="en-US" altLang="ko-Kore-KR" sz="8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800" b="1" u="sng" dirty="0">
                <a:solidFill>
                  <a:srgbClr val="0070C0"/>
                </a:solidFill>
                <a:latin typeface="Gulim" panose="020B0600000101010101" pitchFamily="34" charset="-127"/>
                <a:ea typeface="Gulim" panose="020B0600000101010101" pitchFamily="34" charset="-127"/>
              </a:rPr>
              <a:t>TGU 120.57</a:t>
            </a:r>
          </a:p>
          <a:p>
            <a:pPr>
              <a:lnSpc>
                <a:spcPct val="150000"/>
              </a:lnSpc>
            </a:pPr>
            <a:r>
              <a:rPr kumimoji="1" lang="en-US" altLang="ko-KR" sz="800" b="1" u="sng" dirty="0">
                <a:solidFill>
                  <a:srgbClr val="0070C0"/>
                </a:solidFill>
                <a:latin typeface="Gulim" panose="020B0600000101010101" pitchFamily="34" charset="-127"/>
                <a:ea typeface="Gulim" panose="020B0600000101010101" pitchFamily="34" charset="-127"/>
              </a:rPr>
              <a:t>APP 119.75</a:t>
            </a:r>
            <a:endParaRPr kumimoji="1" lang="ko-Kore-KR" altLang="en-US" sz="8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5AC28DF6-545E-A19C-0E4B-50E8331FA052}"/>
              </a:ext>
            </a:extLst>
          </p:cNvPr>
          <p:cNvSpPr/>
          <p:nvPr/>
        </p:nvSpPr>
        <p:spPr>
          <a:xfrm>
            <a:off x="836204" y="28759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6" name="그래픽 5" descr="집 Wi-Fi에서 작업 단색으로 채워진">
            <a:hlinkClick r:id="" action="ppaction://hlinkshowjump?jump=firstslide"/>
            <a:extLst>
              <a:ext uri="{FF2B5EF4-FFF2-40B4-BE49-F238E27FC236}">
                <a16:creationId xmlns:a16="http://schemas.microsoft.com/office/drawing/2014/main" id="{C31B9F5F-E93A-4740-DF50-5631F1B0784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934962"/>
            <a:ext cx="457200" cy="457200"/>
          </a:xfrm>
          <a:prstGeom prst="rect">
            <a:avLst/>
          </a:prstGeom>
          <a:effectLst>
            <a:outerShdw blurRad="50800" dist="50800" dir="3660000" algn="ctr" rotWithShape="0">
              <a:schemeClr val="bg1">
                <a:alpha val="82714"/>
              </a:schemeClr>
            </a:outerShdw>
          </a:effectLst>
        </p:spPr>
      </p:pic>
      <p:graphicFrame>
        <p:nvGraphicFramePr>
          <p:cNvPr id="4" name="Google Shape;283;p17">
            <a:extLst>
              <a:ext uri="{FF2B5EF4-FFF2-40B4-BE49-F238E27FC236}">
                <a16:creationId xmlns:a16="http://schemas.microsoft.com/office/drawing/2014/main" id="{78C43CE0-36E4-0AF6-2E54-CF306B6F8B82}"/>
              </a:ext>
            </a:extLst>
          </p:cNvPr>
          <p:cNvGraphicFramePr/>
          <p:nvPr>
            <p:extLst>
              <p:ext uri="{D42A27DB-BD31-4B8C-83A1-F6EECF244321}">
                <p14:modId xmlns:p14="http://schemas.microsoft.com/office/powerpoint/2010/main" val="2471821761"/>
              </p:ext>
            </p:extLst>
          </p:nvPr>
        </p:nvGraphicFramePr>
        <p:xfrm>
          <a:off x="11588" y="3418356"/>
          <a:ext cx="2314761" cy="213049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GUKDO x 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p>
                  </a:txBody>
                  <a:tcPr marL="36000" marR="36000" marT="36000" marB="36000" anchor="ctr"/>
                </a:tc>
                <a:tc>
                  <a:txBody>
                    <a:bodyPr/>
                    <a:lstStyle/>
                    <a:p>
                      <a:pPr marL="0" marR="0" lvl="0" indent="0" algn="ctr" rtl="0">
                        <a:spcBef>
                          <a:spcPts val="0"/>
                        </a:spcBef>
                        <a:spcAft>
                          <a:spcPts val="0"/>
                        </a:spcAft>
                        <a:buNone/>
                      </a:pPr>
                      <a:r>
                        <a:rPr lang="en-US" sz="800" b="1" dirty="0"/>
                        <a:t>GUKDO x H</a:t>
                      </a:r>
                    </a:p>
                    <a:p>
                      <a:pPr marL="0" marR="0" lvl="0" indent="0" algn="ctr" rtl="0">
                        <a:spcBef>
                          <a:spcPts val="0"/>
                        </a:spcBef>
                        <a:spcAft>
                          <a:spcPts val="0"/>
                        </a:spcAft>
                        <a:buNone/>
                      </a:pPr>
                      <a:r>
                        <a:rPr lang="en-US" sz="800" b="1" dirty="0"/>
                        <a:t>GUKDO x C</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p>
                  </a:txBody>
                  <a:tcPr marL="36000" marR="36000" marT="36000" marB="36000" anchor="ctr"/>
                </a:tc>
                <a:tc>
                  <a:txBody>
                    <a:bodyPr/>
                    <a:lstStyle/>
                    <a:p>
                      <a:pPr marL="0" marR="0" lvl="0" indent="0" algn="ctr" rtl="0">
                        <a:spcBef>
                          <a:spcPts val="0"/>
                        </a:spcBef>
                        <a:spcAft>
                          <a:spcPts val="0"/>
                        </a:spcAft>
                        <a:buNone/>
                      </a:pPr>
                      <a:r>
                        <a:rPr lang="en-US" sz="800" b="1" dirty="0"/>
                        <a:t>GUKDO 180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graphicFrame>
        <p:nvGraphicFramePr>
          <p:cNvPr id="346" name="Google Shape;346;p24"/>
          <p:cNvGraphicFramePr/>
          <p:nvPr>
            <p:extLst>
              <p:ext uri="{D42A27DB-BD31-4B8C-83A1-F6EECF244321}">
                <p14:modId xmlns:p14="http://schemas.microsoft.com/office/powerpoint/2010/main" val="976296007"/>
              </p:ext>
            </p:extLst>
          </p:nvPr>
        </p:nvGraphicFramePr>
        <p:xfrm>
          <a:off x="-3093" y="3252792"/>
          <a:ext cx="2340063" cy="2359090"/>
        </p:xfrm>
        <a:graphic>
          <a:graphicData uri="http://schemas.openxmlformats.org/drawingml/2006/table">
            <a:tbl>
              <a:tblPr firstRow="1" bandRow="1">
                <a:noFill/>
                <a:tableStyleId>{A521BE36-7E6F-4EC9-8D66-1CF97A6895EC}</a:tableStyleId>
              </a:tblPr>
              <a:tblGrid>
                <a:gridCol w="360350">
                  <a:extLst>
                    <a:ext uri="{9D8B030D-6E8A-4147-A177-3AD203B41FA5}">
                      <a16:colId xmlns:a16="http://schemas.microsoft.com/office/drawing/2014/main" val="20000"/>
                    </a:ext>
                  </a:extLst>
                </a:gridCol>
                <a:gridCol w="420688">
                  <a:extLst>
                    <a:ext uri="{9D8B030D-6E8A-4147-A177-3AD203B41FA5}">
                      <a16:colId xmlns:a16="http://schemas.microsoft.com/office/drawing/2014/main" val="20001"/>
                    </a:ext>
                  </a:extLst>
                </a:gridCol>
                <a:gridCol w="684775">
                  <a:extLst>
                    <a:ext uri="{9D8B030D-6E8A-4147-A177-3AD203B41FA5}">
                      <a16:colId xmlns:a16="http://schemas.microsoft.com/office/drawing/2014/main" val="20002"/>
                    </a:ext>
                  </a:extLst>
                </a:gridCol>
                <a:gridCol w="874250">
                  <a:extLst>
                    <a:ext uri="{9D8B030D-6E8A-4147-A177-3AD203B41FA5}">
                      <a16:colId xmlns:a16="http://schemas.microsoft.com/office/drawing/2014/main" val="20003"/>
                    </a:ext>
                  </a:extLst>
                </a:gridCol>
              </a:tblGrid>
              <a:tr h="190290">
                <a:tc gridSpan="4">
                  <a:txBody>
                    <a:bodyPr/>
                    <a:lstStyle/>
                    <a:p>
                      <a:pPr marL="0" marR="0" lvl="0" indent="0" algn="ctr" rtl="0">
                        <a:spcBef>
                          <a:spcPts val="0"/>
                        </a:spcBef>
                        <a:spcAft>
                          <a:spcPts val="0"/>
                        </a:spcAft>
                        <a:buNone/>
                      </a:pPr>
                      <a:r>
                        <a:rPr lang="en-US" sz="800" dirty="0"/>
                        <a:t>HND : </a:t>
                      </a:r>
                      <a:r>
                        <a:rPr lang="en-US" altLang="ko-Kore-KR" sz="800" dirty="0">
                          <a:solidFill>
                            <a:srgbClr val="FFC000"/>
                          </a:solidFill>
                        </a:rPr>
                        <a:t>STAR </a:t>
                      </a:r>
                      <a:r>
                        <a:rPr lang="en-US" sz="800" dirty="0">
                          <a:solidFill>
                            <a:srgbClr val="FFC000"/>
                          </a:solidFill>
                        </a:rPr>
                        <a:t>XAC Night– APP xxx Y 1400z~</a:t>
                      </a:r>
                      <a:r>
                        <a:rPr lang="en-US" sz="800" dirty="0"/>
                        <a:t> </a:t>
                      </a:r>
                      <a:r>
                        <a:rPr lang="en-US" altLang="ko-Kore-KR" sz="800" dirty="0"/>
                        <a:t>SPENS 220</a:t>
                      </a:r>
                    </a:p>
                    <a:p>
                      <a:pPr marL="0" marR="0" lvl="0" indent="0" algn="ctr" rtl="0">
                        <a:spcBef>
                          <a:spcPts val="0"/>
                        </a:spcBef>
                        <a:spcAft>
                          <a:spcPts val="0"/>
                        </a:spcAft>
                        <a:buNone/>
                      </a:pPr>
                      <a:r>
                        <a:rPr lang="en-US" sz="800" dirty="0">
                          <a:solidFill>
                            <a:srgbClr val="FFC000"/>
                          </a:solidFill>
                        </a:rPr>
                        <a:t>22/23 LDA, VOR 16L/</a:t>
                      </a:r>
                      <a:r>
                        <a:rPr lang="en-US" sz="800">
                          <a:solidFill>
                            <a:srgbClr val="FFC000"/>
                          </a:solidFill>
                        </a:rPr>
                        <a:t>R Tailored </a:t>
                      </a:r>
                      <a:r>
                        <a:rPr lang="en-US" sz="800" dirty="0">
                          <a:solidFill>
                            <a:srgbClr val="FFC000"/>
                          </a:solidFill>
                        </a:rPr>
                        <a:t>Procedure</a:t>
                      </a:r>
                      <a:endParaRPr sz="800" dirty="0">
                        <a:solidFill>
                          <a:srgbClr val="FFC000"/>
                        </a:solidFill>
                      </a:endParaRPr>
                    </a:p>
                  </a:txBody>
                  <a:tcPr marL="36000" marR="36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10057">
                <a:tc>
                  <a:txBody>
                    <a:bodyPr/>
                    <a:lstStyle/>
                    <a:p>
                      <a:pPr marL="0" marR="0" lvl="0" indent="0" algn="ctr" rtl="0">
                        <a:spcBef>
                          <a:spcPts val="0"/>
                        </a:spcBef>
                        <a:spcAft>
                          <a:spcPts val="0"/>
                        </a:spcAft>
                        <a:buNone/>
                      </a:pPr>
                      <a:r>
                        <a:rPr lang="en-US" sz="800" b="1" dirty="0"/>
                        <a:t>34L</a:t>
                      </a:r>
                      <a:r>
                        <a:rPr lang="en-US" sz="800" b="0" dirty="0"/>
                        <a:t>/R</a:t>
                      </a:r>
                      <a:endParaRPr sz="800" b="0" dirty="0"/>
                    </a:p>
                  </a:txBody>
                  <a:tcPr marL="0" marR="0" marT="36000" marB="36000" anchor="ctr"/>
                </a:tc>
                <a:tc>
                  <a:txBody>
                    <a:bodyPr/>
                    <a:lstStyle/>
                    <a:p>
                      <a:pPr marL="0" marR="0" lvl="0" indent="0" algn="ctr" rtl="0">
                        <a:spcBef>
                          <a:spcPts val="0"/>
                        </a:spcBef>
                        <a:spcAft>
                          <a:spcPts val="0"/>
                        </a:spcAft>
                        <a:buNone/>
                      </a:pPr>
                      <a:r>
                        <a:rPr lang="en-US" sz="800" b="1" dirty="0"/>
                        <a:t>XAC </a:t>
                      </a:r>
                      <a:r>
                        <a:rPr lang="en-US" sz="800" b="1" dirty="0" err="1"/>
                        <a:t>xK</a:t>
                      </a:r>
                      <a:r>
                        <a:rPr lang="en-US" sz="800" b="0" dirty="0"/>
                        <a:t>/H</a:t>
                      </a:r>
                      <a:endParaRPr sz="800" b="0" dirty="0"/>
                    </a:p>
                  </a:txBody>
                  <a:tcPr marL="0" marR="0" marT="36000" marB="36000" anchor="ctr"/>
                </a:tc>
                <a:tc>
                  <a:txBody>
                    <a:bodyPr/>
                    <a:lstStyle/>
                    <a:p>
                      <a:pPr marL="0" marR="0" lvl="0" indent="0" algn="ctr" rtl="0">
                        <a:spcBef>
                          <a:spcPts val="0"/>
                        </a:spcBef>
                        <a:spcAft>
                          <a:spcPts val="0"/>
                        </a:spcAft>
                        <a:buNone/>
                      </a:pPr>
                      <a:r>
                        <a:rPr lang="en-US" sz="800" b="1" dirty="0"/>
                        <a:t>KAIHO</a:t>
                      </a:r>
                      <a:r>
                        <a:rPr lang="en-US" sz="800" b="0" dirty="0"/>
                        <a:t>/CACAO</a:t>
                      </a:r>
                      <a:endParaRPr b="0" dirty="0"/>
                    </a:p>
                  </a:txBody>
                  <a:tcPr marL="0" marR="0" marT="36000" marB="36000" anchor="ctr"/>
                </a:tc>
                <a:tc>
                  <a:txBody>
                    <a:bodyPr/>
                    <a:lstStyle/>
                    <a:p>
                      <a:pPr marL="0" marR="0" lvl="0" indent="0" algn="ctr" rtl="0">
                        <a:spcBef>
                          <a:spcPts val="0"/>
                        </a:spcBef>
                        <a:spcAft>
                          <a:spcPts val="0"/>
                        </a:spcAft>
                        <a:buNone/>
                      </a:pPr>
                      <a:r>
                        <a:rPr lang="en-US" sz="800" b="1" dirty="0"/>
                        <a:t>ILS X </a:t>
                      </a:r>
                      <a:r>
                        <a:rPr lang="en-US" sz="800" b="0" dirty="0"/>
                        <a:t>/ VIS</a:t>
                      </a:r>
                      <a:endParaRPr sz="458" b="0" dirty="0"/>
                    </a:p>
                  </a:txBody>
                  <a:tcPr marL="0" marR="0" marT="36000" marB="36000" anchor="ctr"/>
                </a:tc>
                <a:extLst>
                  <a:ext uri="{0D108BD9-81ED-4DB2-BD59-A6C34878D82A}">
                    <a16:rowId xmlns:a16="http://schemas.microsoft.com/office/drawing/2014/main" val="10001"/>
                  </a:ext>
                </a:extLst>
              </a:tr>
              <a:tr h="110057">
                <a:tc>
                  <a:txBody>
                    <a:bodyPr/>
                    <a:lstStyle/>
                    <a:p>
                      <a:pPr marL="0" marR="0" lvl="0" indent="0" algn="ctr" rtl="0">
                        <a:spcBef>
                          <a:spcPts val="0"/>
                        </a:spcBef>
                        <a:spcAft>
                          <a:spcPts val="0"/>
                        </a:spcAft>
                        <a:buNone/>
                      </a:pPr>
                      <a:r>
                        <a:rPr lang="en-US" sz="800" b="1" dirty="0"/>
                        <a:t>22</a:t>
                      </a:r>
                      <a:r>
                        <a:rPr lang="en-US" sz="800" b="1" dirty="0">
                          <a:solidFill>
                            <a:srgbClr val="00B0F0"/>
                          </a:solidFill>
                        </a:rPr>
                        <a:t>[</a:t>
                      </a:r>
                      <a:r>
                        <a:rPr lang="en-US" altLang="ko-KR" sz="800" b="1" dirty="0">
                          <a:solidFill>
                            <a:srgbClr val="00B0F0"/>
                          </a:solidFill>
                        </a:rPr>
                        <a:t>223]</a:t>
                      </a:r>
                      <a:endParaRPr sz="800" b="1" dirty="0">
                        <a:solidFill>
                          <a:srgbClr val="00B0F0"/>
                        </a:solidFill>
                      </a:endParaRPr>
                    </a:p>
                  </a:txBody>
                  <a:tcPr marL="0" marR="0" marT="36000" marB="36000" anchor="ctr"/>
                </a:tc>
                <a:tc>
                  <a:txBody>
                    <a:bodyPr/>
                    <a:lstStyle/>
                    <a:p>
                      <a:pPr marL="0" marR="0" lvl="0" indent="0" algn="ctr" rtl="0">
                        <a:spcBef>
                          <a:spcPts val="0"/>
                        </a:spcBef>
                        <a:spcAft>
                          <a:spcPts val="0"/>
                        </a:spcAft>
                        <a:buNone/>
                      </a:pPr>
                      <a:r>
                        <a:rPr lang="en-US" sz="800" b="1" dirty="0"/>
                        <a:t>XAC </a:t>
                      </a:r>
                      <a:r>
                        <a:rPr lang="en-US" altLang="ko-KR" sz="800" b="1" dirty="0"/>
                        <a:t>1</a:t>
                      </a:r>
                      <a:r>
                        <a:rPr lang="en-US" sz="800" b="1" dirty="0"/>
                        <a:t>B</a:t>
                      </a:r>
                      <a:endParaRPr sz="800" b="1" dirty="0"/>
                    </a:p>
                  </a:txBody>
                  <a:tcPr marL="0" marR="0" marT="36000" marB="36000" anchor="ctr"/>
                </a:tc>
                <a:tc>
                  <a:txBody>
                    <a:bodyPr/>
                    <a:lstStyle/>
                    <a:p>
                      <a:pPr marL="0" marR="0" lvl="0" indent="0" algn="ctr" rtl="0">
                        <a:spcBef>
                          <a:spcPts val="0"/>
                        </a:spcBef>
                        <a:spcAft>
                          <a:spcPts val="0"/>
                        </a:spcAft>
                        <a:buNone/>
                      </a:pPr>
                      <a:r>
                        <a:rPr lang="en-US" sz="800" b="1" dirty="0"/>
                        <a:t>BACON</a:t>
                      </a:r>
                      <a:endParaRPr sz="800" b="1" dirty="0"/>
                    </a:p>
                  </a:txBody>
                  <a:tcPr marL="0" marR="0" marT="36000" marB="36000" anchor="ctr"/>
                </a:tc>
                <a:tc>
                  <a:txBody>
                    <a:bodyPr/>
                    <a:lstStyle/>
                    <a:p>
                      <a:pPr marL="0" marR="0" lvl="0" indent="0" algn="ctr" rtl="0">
                        <a:spcBef>
                          <a:spcPts val="0"/>
                        </a:spcBef>
                        <a:spcAft>
                          <a:spcPts val="0"/>
                        </a:spcAft>
                        <a:buNone/>
                      </a:pPr>
                      <a:r>
                        <a:rPr lang="en-US" sz="800" b="1" dirty="0"/>
                        <a:t>LDA W(</a:t>
                      </a:r>
                      <a:r>
                        <a:rPr lang="en-US" sz="800" b="1" dirty="0">
                          <a:solidFill>
                            <a:srgbClr val="0070C0"/>
                          </a:solidFill>
                        </a:rPr>
                        <a:t>RNV22-W</a:t>
                      </a:r>
                      <a:r>
                        <a:rPr lang="en-US" sz="800" b="1" dirty="0"/>
                        <a:t>)</a:t>
                      </a:r>
                      <a:endParaRPr sz="458" dirty="0"/>
                    </a:p>
                  </a:txBody>
                  <a:tcPr marL="0" marR="0" marT="36000" marB="36000" anchor="ctr"/>
                </a:tc>
                <a:extLst>
                  <a:ext uri="{0D108BD9-81ED-4DB2-BD59-A6C34878D82A}">
                    <a16:rowId xmlns:a16="http://schemas.microsoft.com/office/drawing/2014/main" val="10002"/>
                  </a:ext>
                </a:extLst>
              </a:tr>
              <a:tr h="110057">
                <a:tc>
                  <a:txBody>
                    <a:bodyPr/>
                    <a:lstStyle/>
                    <a:p>
                      <a:pPr marL="0" marR="0" lvl="0" indent="0" algn="ctr" rtl="0">
                        <a:spcBef>
                          <a:spcPts val="0"/>
                        </a:spcBef>
                        <a:spcAft>
                          <a:spcPts val="0"/>
                        </a:spcAft>
                        <a:buNone/>
                      </a:pPr>
                      <a:r>
                        <a:rPr lang="en-US" sz="800" b="1" dirty="0"/>
                        <a:t>16R</a:t>
                      </a:r>
                      <a:r>
                        <a:rPr lang="en-US" sz="800" b="0" dirty="0"/>
                        <a:t>/L</a:t>
                      </a:r>
                      <a:endParaRPr sz="800" b="0" dirty="0"/>
                    </a:p>
                  </a:txBody>
                  <a:tcPr marL="0" marR="0" marT="36000" marB="36000" anchor="ctr"/>
                </a:tc>
                <a:tc>
                  <a:txBody>
                    <a:bodyPr/>
                    <a:lstStyle/>
                    <a:p>
                      <a:pPr marL="0" marR="0" lvl="0" indent="0" algn="ctr" rtl="0">
                        <a:spcBef>
                          <a:spcPts val="0"/>
                        </a:spcBef>
                        <a:spcAft>
                          <a:spcPts val="0"/>
                        </a:spcAft>
                        <a:buNone/>
                      </a:pPr>
                      <a:r>
                        <a:rPr lang="en-US" sz="800" b="1" dirty="0"/>
                        <a:t>XAC R</a:t>
                      </a:r>
                      <a:endParaRPr sz="800" b="1" dirty="0"/>
                    </a:p>
                  </a:txBody>
                  <a:tcPr marL="0" marR="0" marT="36000" marB="36000" anchor="ctr"/>
                </a:tc>
                <a:tc>
                  <a:txBody>
                    <a:bodyPr/>
                    <a:lstStyle/>
                    <a:p>
                      <a:pPr marL="0" marR="0" lvl="0" indent="0" algn="ctr" rtl="0">
                        <a:spcBef>
                          <a:spcPts val="0"/>
                        </a:spcBef>
                        <a:spcAft>
                          <a:spcPts val="0"/>
                        </a:spcAft>
                        <a:buNone/>
                      </a:pPr>
                      <a:r>
                        <a:rPr lang="en-US" sz="800" b="1" dirty="0"/>
                        <a:t>NATTY</a:t>
                      </a:r>
                      <a:r>
                        <a:rPr lang="en-US" sz="800" b="0" dirty="0"/>
                        <a:t>/SANDY</a:t>
                      </a:r>
                      <a:endParaRPr sz="800" b="0" dirty="0"/>
                    </a:p>
                  </a:txBody>
                  <a:tcPr marL="0" marR="0" marT="36000" marB="36000" anchor="ctr"/>
                </a:tc>
                <a:tc>
                  <a:txBody>
                    <a:bodyPr/>
                    <a:lstStyle/>
                    <a:p>
                      <a:pPr marL="0" marR="0" lvl="0" indent="0" algn="ctr" rtl="0">
                        <a:lnSpc>
                          <a:spcPct val="100000"/>
                        </a:lnSpc>
                        <a:spcBef>
                          <a:spcPts val="0"/>
                        </a:spcBef>
                        <a:spcAft>
                          <a:spcPts val="0"/>
                        </a:spcAft>
                        <a:buClr>
                          <a:srgbClr val="000000"/>
                        </a:buClr>
                        <a:buSzPts val="800"/>
                        <a:buFont typeface="Calibri"/>
                        <a:buNone/>
                      </a:pPr>
                      <a:r>
                        <a:rPr lang="en-US" sz="800" b="1" i="0" u="none" strike="noStrike" cap="none" dirty="0">
                          <a:solidFill>
                            <a:srgbClr val="000000"/>
                          </a:solidFill>
                          <a:latin typeface="Calibri"/>
                          <a:ea typeface="Calibri"/>
                          <a:cs typeface="Calibri"/>
                          <a:sym typeface="Calibri"/>
                        </a:rPr>
                        <a:t>RNP(</a:t>
                      </a:r>
                      <a:r>
                        <a:rPr lang="en-US" sz="800" b="1" i="0" u="none" strike="noStrike" cap="none" dirty="0">
                          <a:solidFill>
                            <a:srgbClr val="0070C0"/>
                          </a:solidFill>
                          <a:latin typeface="Calibri"/>
                          <a:ea typeface="Calibri"/>
                          <a:cs typeface="Calibri"/>
                          <a:sym typeface="Calibri"/>
                        </a:rPr>
                        <a:t>RNV16R</a:t>
                      </a:r>
                      <a:r>
                        <a:rPr lang="en-US" sz="800" b="0" i="0" u="none" strike="noStrike" cap="none" dirty="0">
                          <a:solidFill>
                            <a:srgbClr val="0070C0"/>
                          </a:solidFill>
                          <a:latin typeface="Calibri"/>
                          <a:ea typeface="Calibri"/>
                          <a:cs typeface="Calibri"/>
                          <a:sym typeface="Calibri"/>
                        </a:rPr>
                        <a:t>/L</a:t>
                      </a:r>
                      <a:r>
                        <a:rPr lang="en-US" sz="800" b="1" i="0" u="none" strike="noStrike" cap="none" dirty="0">
                          <a:solidFill>
                            <a:srgbClr val="000000"/>
                          </a:solidFill>
                          <a:latin typeface="Calibri"/>
                          <a:ea typeface="Calibri"/>
                          <a:cs typeface="Calibri"/>
                          <a:sym typeface="Calibri"/>
                        </a:rPr>
                        <a:t>)</a:t>
                      </a:r>
                      <a:endParaRPr sz="458" b="0" i="0" u="none" strike="noStrike" cap="none" dirty="0">
                        <a:solidFill>
                          <a:srgbClr val="000000"/>
                        </a:solidFill>
                        <a:latin typeface="Calibri"/>
                        <a:ea typeface="Calibri"/>
                        <a:cs typeface="Calibri"/>
                        <a:sym typeface="Calibri"/>
                      </a:endParaRPr>
                    </a:p>
                  </a:txBody>
                  <a:tcPr marL="0" marR="0" marT="36000" marB="36000" anchor="ctr"/>
                </a:tc>
                <a:extLst>
                  <a:ext uri="{0D108BD9-81ED-4DB2-BD59-A6C34878D82A}">
                    <a16:rowId xmlns:a16="http://schemas.microsoft.com/office/drawing/2014/main" val="10003"/>
                  </a:ext>
                </a:extLst>
              </a:tr>
              <a:tr h="110057">
                <a:tc>
                  <a:txBody>
                    <a:bodyPr/>
                    <a:lstStyle/>
                    <a:p>
                      <a:pPr marL="0" marR="0" lvl="0" indent="0" algn="ctr" rtl="0">
                        <a:spcBef>
                          <a:spcPts val="0"/>
                        </a:spcBef>
                        <a:spcAft>
                          <a:spcPts val="0"/>
                        </a:spcAft>
                        <a:buNone/>
                      </a:pPr>
                      <a:r>
                        <a:rPr lang="en-US" sz="800" b="1" dirty="0"/>
                        <a:t>23</a:t>
                      </a:r>
                      <a:r>
                        <a:rPr lang="en-US" sz="800" b="1" dirty="0">
                          <a:solidFill>
                            <a:srgbClr val="00B0F0"/>
                          </a:solidFill>
                        </a:rPr>
                        <a:t>[</a:t>
                      </a:r>
                      <a:r>
                        <a:rPr lang="en-US" altLang="ko-KR" sz="800" b="1" dirty="0">
                          <a:solidFill>
                            <a:srgbClr val="00B0F0"/>
                          </a:solidFill>
                        </a:rPr>
                        <a:t>231]</a:t>
                      </a:r>
                      <a:endParaRPr sz="800" b="1" dirty="0">
                        <a:solidFill>
                          <a:srgbClr val="00B0F0"/>
                        </a:solidFill>
                      </a:endParaRPr>
                    </a:p>
                  </a:txBody>
                  <a:tcPr marL="0" marR="0" marT="36000" marB="36000" anchor="ctr"/>
                </a:tc>
                <a:tc>
                  <a:txBody>
                    <a:bodyPr/>
                    <a:lstStyle/>
                    <a:p>
                      <a:pPr marL="0" marR="0" lvl="0" indent="0" algn="ctr" rtl="0">
                        <a:spcBef>
                          <a:spcPts val="0"/>
                        </a:spcBef>
                        <a:spcAft>
                          <a:spcPts val="0"/>
                        </a:spcAft>
                        <a:buNone/>
                      </a:pPr>
                      <a:r>
                        <a:rPr lang="en-US" sz="800" b="1" dirty="0"/>
                        <a:t>XAC 2B</a:t>
                      </a:r>
                      <a:endParaRPr sz="800" b="1" dirty="0"/>
                    </a:p>
                  </a:txBody>
                  <a:tcPr marL="0" marR="0" marT="36000" marB="36000" anchor="ctr"/>
                </a:tc>
                <a:tc>
                  <a:txBody>
                    <a:bodyPr/>
                    <a:lstStyle/>
                    <a:p>
                      <a:pPr marL="0" marR="0" lvl="0" indent="0" algn="ctr" rtl="0">
                        <a:spcBef>
                          <a:spcPts val="0"/>
                        </a:spcBef>
                        <a:spcAft>
                          <a:spcPts val="0"/>
                        </a:spcAft>
                        <a:buNone/>
                      </a:pPr>
                      <a:r>
                        <a:rPr lang="en-US" sz="800" b="1"/>
                        <a:t>DANON</a:t>
                      </a:r>
                      <a:endParaRPr sz="800" b="1"/>
                    </a:p>
                  </a:txBody>
                  <a:tcPr marL="0" marR="0" marT="36000" marB="36000" anchor="ctr"/>
                </a:tc>
                <a:tc>
                  <a:txBody>
                    <a:bodyPr/>
                    <a:lstStyle/>
                    <a:p>
                      <a:pPr marL="0" marR="0" lvl="0" indent="0" algn="ctr" rtl="0">
                        <a:spcBef>
                          <a:spcPts val="0"/>
                        </a:spcBef>
                        <a:spcAft>
                          <a:spcPts val="0"/>
                        </a:spcAft>
                        <a:buNone/>
                      </a:pPr>
                      <a:r>
                        <a:rPr lang="en-US" sz="800" b="1" dirty="0"/>
                        <a:t>LDA W(</a:t>
                      </a:r>
                      <a:r>
                        <a:rPr lang="en-US" sz="800" b="1" dirty="0">
                          <a:solidFill>
                            <a:srgbClr val="0070C0"/>
                          </a:solidFill>
                        </a:rPr>
                        <a:t>RNV23-W</a:t>
                      </a:r>
                      <a:r>
                        <a:rPr lang="en-US" sz="800" b="1" dirty="0"/>
                        <a:t>)</a:t>
                      </a:r>
                      <a:endParaRPr sz="458" dirty="0"/>
                    </a:p>
                  </a:txBody>
                  <a:tcPr marL="0" marR="0" marT="36000" marB="36000" anchor="ctr"/>
                </a:tc>
                <a:extLst>
                  <a:ext uri="{0D108BD9-81ED-4DB2-BD59-A6C34878D82A}">
                    <a16:rowId xmlns:a16="http://schemas.microsoft.com/office/drawing/2014/main" val="10004"/>
                  </a:ext>
                </a:extLst>
              </a:tr>
              <a:tr h="11005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l" rtl="0">
                        <a:lnSpc>
                          <a:spcPct val="100000"/>
                        </a:lnSpc>
                        <a:spcBef>
                          <a:spcPts val="0"/>
                        </a:spcBef>
                        <a:spcAft>
                          <a:spcPts val="0"/>
                        </a:spcAft>
                        <a:buClr>
                          <a:srgbClr val="00B050"/>
                        </a:buClr>
                        <a:buSzPts val="800"/>
                        <a:buFont typeface="Calibri"/>
                        <a:buNone/>
                      </a:pPr>
                      <a:r>
                        <a:rPr lang="en-US" sz="800" b="1" dirty="0">
                          <a:solidFill>
                            <a:srgbClr val="0070C0"/>
                          </a:solidFill>
                        </a:rPr>
                        <a:t>TTE, </a:t>
                      </a:r>
                      <a:r>
                        <a:rPr lang="en-US" sz="800" b="1" dirty="0">
                          <a:solidFill>
                            <a:srgbClr val="C00000"/>
                          </a:solidFill>
                        </a:rPr>
                        <a:t>34L IHA, 34R ITC</a:t>
                      </a:r>
                      <a:r>
                        <a:rPr lang="en-US" sz="800" b="1" dirty="0">
                          <a:solidFill>
                            <a:srgbClr val="AA47F5"/>
                          </a:solidFill>
                        </a:rPr>
                        <a:t>(LDA chk:22 IKL,23 ITL)</a:t>
                      </a:r>
                      <a:endParaRPr sz="800" b="1" dirty="0">
                        <a:solidFill>
                          <a:srgbClr val="AA47F5"/>
                        </a:solidFill>
                      </a:endParaRPr>
                    </a:p>
                  </a:txBody>
                  <a:tcPr marL="36000" marR="3600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chemeClr val="bg1"/>
                        </a:solidFill>
                      </a:endParaRPr>
                    </a:p>
                  </a:txBody>
                  <a:tcPr marL="36000" marR="36000" marT="36000" marB="36000" anchor="ctr"/>
                </a:tc>
                <a:extLst>
                  <a:ext uri="{0D108BD9-81ED-4DB2-BD59-A6C34878D82A}">
                    <a16:rowId xmlns:a16="http://schemas.microsoft.com/office/drawing/2014/main" val="2793146324"/>
                  </a:ext>
                </a:extLst>
              </a:tr>
              <a:tr h="1792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altLang="ko-Kore-KR" sz="800" b="1" dirty="0">
                          <a:solidFill>
                            <a:srgbClr val="0070C0"/>
                          </a:solidFill>
                        </a:rPr>
                        <a:t>22 : IKL /8, /3</a:t>
                      </a:r>
                      <a:r>
                        <a:rPr lang="en-US" altLang="ko-KR" sz="800" b="1" dirty="0">
                          <a:solidFill>
                            <a:srgbClr val="0070C0"/>
                          </a:solidFill>
                        </a:rPr>
                        <a:t>,</a:t>
                      </a:r>
                      <a:r>
                        <a:rPr lang="ko-KR" altLang="en-US" sz="800" b="1" dirty="0">
                          <a:solidFill>
                            <a:srgbClr val="0070C0"/>
                          </a:solidFill>
                        </a:rPr>
                        <a:t> </a:t>
                      </a:r>
                      <a:r>
                        <a:rPr lang="en-US" altLang="ko-KR" sz="800" b="1" dirty="0">
                          <a:solidFill>
                            <a:srgbClr val="0070C0"/>
                          </a:solidFill>
                        </a:rPr>
                        <a:t>TTE 015</a:t>
                      </a:r>
                      <a:endParaRPr lang="en-US" altLang="ko-Kore-KR" sz="800" b="1" dirty="0">
                        <a:solidFill>
                          <a:srgbClr val="0070C0"/>
                        </a:solidFill>
                      </a:endParaRPr>
                    </a:p>
                    <a:p>
                      <a:pPr marL="0" marR="0" lvl="0" indent="0" algn="ctr" rtl="0">
                        <a:lnSpc>
                          <a:spcPct val="100000"/>
                        </a:lnSpc>
                        <a:spcBef>
                          <a:spcPts val="0"/>
                        </a:spcBef>
                        <a:spcAft>
                          <a:spcPts val="0"/>
                        </a:spcAft>
                        <a:buClr>
                          <a:srgbClr val="00B050"/>
                        </a:buClr>
                        <a:buSzPts val="800"/>
                        <a:buFont typeface="Calibri"/>
                        <a:buNone/>
                      </a:pPr>
                      <a:r>
                        <a:rPr lang="en-US" altLang="ko-Kore-KR" sz="800" b="1" dirty="0">
                          <a:solidFill>
                            <a:srgbClr val="0070C0"/>
                          </a:solidFill>
                        </a:rPr>
                        <a:t>23 : ITL /12,/7, TTE 178</a:t>
                      </a:r>
                    </a:p>
                  </a:txBody>
                  <a:tcPr marL="36000" marR="36000" marT="36000" marB="36000" anchor="ctr"/>
                </a:tc>
                <a:tc hMerge="1">
                  <a:txBody>
                    <a:bodyPr/>
                    <a:lstStyle/>
                    <a:p>
                      <a:endParaRPr lang="ko-Kore-KR"/>
                    </a:p>
                  </a:txBody>
                  <a:tcPr/>
                </a:tc>
                <a:tc>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Z 34L : IHA /10, /5</a:t>
                      </a:r>
                    </a:p>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Z 34R : ITC /10, /5</a:t>
                      </a:r>
                    </a:p>
                  </a:txBody>
                  <a:tcPr marL="36000" marR="36000" marT="36000" marB="36000" anchor="ctr"/>
                </a:tc>
                <a:extLst>
                  <a:ext uri="{0D108BD9-81ED-4DB2-BD59-A6C34878D82A}">
                    <a16:rowId xmlns:a16="http://schemas.microsoft.com/office/drawing/2014/main" val="10005"/>
                  </a:ext>
                </a:extLst>
              </a:tr>
              <a:tr h="239796">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34L:L12(6515),L13(7165), </a:t>
                      </a:r>
                      <a:r>
                        <a:rPr lang="en-US" altLang="ko-Kore-KR" sz="800" b="1" dirty="0">
                          <a:solidFill>
                            <a:schemeClr val="dk1"/>
                          </a:solidFill>
                        </a:rPr>
                        <a:t>16R</a:t>
                      </a:r>
                      <a:r>
                        <a:rPr lang="en-US" altLang="ko-Kore-KR" sz="800" b="1" dirty="0">
                          <a:solidFill>
                            <a:srgbClr val="C00000"/>
                          </a:solidFill>
                        </a:rPr>
                        <a:t>(DIS)</a:t>
                      </a:r>
                      <a:r>
                        <a:rPr lang="en-US" altLang="ko-Kore-KR" sz="800" b="1" dirty="0">
                          <a:solidFill>
                            <a:schemeClr val="dk1"/>
                          </a:solidFill>
                        </a:rPr>
                        <a:t>:L5(5147),L3(6361)</a:t>
                      </a:r>
                      <a:r>
                        <a:rPr lang="en-US" sz="800" b="1" dirty="0">
                          <a:solidFill>
                            <a:schemeClr val="dk1"/>
                          </a:solidFill>
                        </a:rPr>
                        <a:t> </a:t>
                      </a:r>
                    </a:p>
                    <a:p>
                      <a:pPr marL="0" marR="0" lvl="0" indent="0" algn="l" defTabSz="116449" rtl="0" eaLnBrk="1" fontAlgn="auto" latinLnBrk="0" hangingPunct="1">
                        <a:lnSpc>
                          <a:spcPct val="100000"/>
                        </a:lnSpc>
                        <a:spcBef>
                          <a:spcPts val="0"/>
                        </a:spcBef>
                        <a:spcAft>
                          <a:spcPts val="0"/>
                        </a:spcAft>
                        <a:buClr>
                          <a:schemeClr val="dk1"/>
                        </a:buClr>
                        <a:buSzPts val="800"/>
                        <a:buFont typeface="Calibri"/>
                        <a:buNone/>
                        <a:tabLst/>
                        <a:defRPr/>
                      </a:pPr>
                      <a:r>
                        <a:rPr lang="en-US" sz="800" b="1" dirty="0">
                          <a:solidFill>
                            <a:schemeClr val="dk1"/>
                          </a:solidFill>
                        </a:rPr>
                        <a:t>22 : B4(6207), B3(6830),    </a:t>
                      </a:r>
                      <a:r>
                        <a:rPr kumimoji="0" lang="en-US" altLang="ko-Kore-KR" sz="800" b="1" i="0" u="none" strike="noStrike" kern="1200" cap="none" spc="0" normalizeH="0" baseline="0" noProof="0" dirty="0">
                          <a:ln>
                            <a:noFill/>
                          </a:ln>
                          <a:solidFill>
                            <a:prstClr val="black"/>
                          </a:solidFill>
                          <a:effectLst/>
                          <a:uLnTx/>
                          <a:uFillTx/>
                          <a:latin typeface="Calibri"/>
                          <a:cs typeface="Calibri"/>
                        </a:rPr>
                        <a:t>23:</a:t>
                      </a:r>
                      <a:r>
                        <a:rPr kumimoji="0" lang="en-US" altLang="ko-Kore-KR" sz="800" b="0" i="0" u="none" strike="noStrike" kern="1200" cap="none" spc="0" normalizeH="0" baseline="0" noProof="0" dirty="0">
                          <a:ln>
                            <a:noFill/>
                          </a:ln>
                          <a:solidFill>
                            <a:prstClr val="black"/>
                          </a:solidFill>
                          <a:effectLst/>
                          <a:uLnTx/>
                          <a:uFillTx/>
                          <a:latin typeface="Calibri"/>
                          <a:cs typeface="Calibri"/>
                        </a:rPr>
                        <a:t> </a:t>
                      </a:r>
                      <a:r>
                        <a:rPr kumimoji="0" lang="en-US" altLang="ko-Kore-KR" sz="800" b="1" i="0" u="none" strike="noStrike" kern="1200" cap="none" spc="0" normalizeH="0" baseline="0" noProof="0" dirty="0">
                          <a:ln>
                            <a:noFill/>
                          </a:ln>
                          <a:solidFill>
                            <a:prstClr val="black"/>
                          </a:solidFill>
                          <a:effectLst/>
                          <a:uLnTx/>
                          <a:uFillTx/>
                          <a:latin typeface="Calibri"/>
                          <a:cs typeface="Calibri"/>
                        </a:rPr>
                        <a:t>D5(5072),D3(6391)</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altLang="ko-Kore-KR" sz="700" b="1" dirty="0">
                          <a:solidFill>
                            <a:schemeClr val="dk1"/>
                          </a:solidFill>
                        </a:rPr>
                        <a:t>34R</a:t>
                      </a:r>
                      <a:r>
                        <a:rPr lang="en-US" altLang="ko-Kore-KR" sz="700" b="1" dirty="0">
                          <a:solidFill>
                            <a:srgbClr val="C00000"/>
                          </a:solidFill>
                        </a:rPr>
                        <a:t>(DIS)</a:t>
                      </a:r>
                      <a:r>
                        <a:rPr lang="en-US" altLang="ko-Kore-KR" sz="700" b="1" dirty="0">
                          <a:solidFill>
                            <a:schemeClr val="dk1"/>
                          </a:solidFill>
                        </a:rPr>
                        <a:t>:C10(5780),C11(7270), 16L</a:t>
                      </a:r>
                      <a:r>
                        <a:rPr lang="en-US" altLang="ko-Kore-KR" sz="700" b="1" dirty="0">
                          <a:solidFill>
                            <a:srgbClr val="C00000"/>
                          </a:solidFill>
                        </a:rPr>
                        <a:t>(DIS)</a:t>
                      </a:r>
                      <a:r>
                        <a:rPr lang="en-US" altLang="ko-Kore-KR" sz="700" b="1" dirty="0">
                          <a:solidFill>
                            <a:schemeClr val="dk1"/>
                          </a:solidFill>
                        </a:rPr>
                        <a:t>:C6(5925),C4(7004)</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79251">
                <a:tc gridSpan="4">
                  <a:txBody>
                    <a:bodyPr/>
                    <a:lstStyle/>
                    <a:p>
                      <a:pPr marL="0" marR="0" lvl="0" indent="0" algn="ctr" rtl="0">
                        <a:lnSpc>
                          <a:spcPct val="100000"/>
                        </a:lnSpc>
                        <a:spcBef>
                          <a:spcPts val="0"/>
                        </a:spcBef>
                        <a:spcAft>
                          <a:spcPts val="0"/>
                        </a:spcAft>
                        <a:buClr>
                          <a:schemeClr val="dk1"/>
                        </a:buClr>
                        <a:buSzPts val="700"/>
                        <a:buFont typeface="Calibri"/>
                        <a:buNone/>
                      </a:pPr>
                      <a:r>
                        <a:rPr lang="en-US" altLang="ko-Kore-KR" sz="800" b="1" dirty="0">
                          <a:solidFill>
                            <a:srgbClr val="0070C0"/>
                          </a:solidFill>
                        </a:rPr>
                        <a:t>xxx Z : 180kts, 160kts limit APP Chart, xxx Y After 1400z</a:t>
                      </a:r>
                    </a:p>
                    <a:p>
                      <a:pPr marL="0" marR="0" lvl="0" indent="0" algn="ctr" rtl="0">
                        <a:lnSpc>
                          <a:spcPct val="100000"/>
                        </a:lnSpc>
                        <a:spcBef>
                          <a:spcPts val="0"/>
                        </a:spcBef>
                        <a:spcAft>
                          <a:spcPts val="0"/>
                        </a:spcAft>
                        <a:buClr>
                          <a:schemeClr val="dk1"/>
                        </a:buClr>
                        <a:buSzPts val="700"/>
                        <a:buFont typeface="Calibri"/>
                        <a:buNone/>
                      </a:pPr>
                      <a:r>
                        <a:rPr lang="en-US" altLang="ko-Kore-KR" sz="800" b="1" dirty="0">
                          <a:solidFill>
                            <a:schemeClr val="bg1"/>
                          </a:solidFill>
                        </a:rPr>
                        <a:t>Gate 105P Procedure      </a:t>
                      </a:r>
                      <a:r>
                        <a:rPr lang="en-US" altLang="ko-Kore-KR" sz="800" b="1" dirty="0">
                          <a:solidFill>
                            <a:srgbClr val="C00000"/>
                          </a:solidFill>
                        </a:rPr>
                        <a:t>[LDA22/23 Next Page]</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bl>
          </a:graphicData>
        </a:graphic>
      </p:graphicFrame>
      <p:graphicFrame>
        <p:nvGraphicFramePr>
          <p:cNvPr id="347" name="Google Shape;347;p24"/>
          <p:cNvGraphicFramePr/>
          <p:nvPr>
            <p:extLst>
              <p:ext uri="{D42A27DB-BD31-4B8C-83A1-F6EECF244321}">
                <p14:modId xmlns:p14="http://schemas.microsoft.com/office/powerpoint/2010/main" val="662569253"/>
              </p:ext>
            </p:extLst>
          </p:nvPr>
        </p:nvGraphicFramePr>
        <p:xfrm>
          <a:off x="-2501" y="16504"/>
          <a:ext cx="2328850" cy="604750"/>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38980">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RJTT(HND) 21ft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337791">
                <a:tc>
                  <a:txBody>
                    <a:bodyPr/>
                    <a:lstStyle/>
                    <a:p>
                      <a:pPr marL="0" marR="0" lvl="0" indent="0" algn="ctr" rtl="0">
                        <a:spcBef>
                          <a:spcPts val="0"/>
                        </a:spcBef>
                        <a:spcAft>
                          <a:spcPts val="0"/>
                        </a:spcAft>
                        <a:buNone/>
                      </a:pPr>
                      <a:r>
                        <a:rPr lang="en-US" sz="900" dirty="0"/>
                        <a:t>KE ICN 131.5</a:t>
                      </a:r>
                      <a:endParaRPr dirty="0"/>
                    </a:p>
                    <a:p>
                      <a:pPr marL="0" marR="0" lvl="0" indent="0" algn="ctr" rtl="0">
                        <a:spcBef>
                          <a:spcPts val="0"/>
                        </a:spcBef>
                        <a:spcAft>
                          <a:spcPts val="0"/>
                        </a:spcAft>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p>
                  </a:txBody>
                  <a:tcPr marL="91450" marR="91450" marT="0" marB="0" anchor="ctr"/>
                </a:tc>
                <a:tc>
                  <a:txBody>
                    <a:bodyPr/>
                    <a:lstStyle/>
                    <a:p>
                      <a:pPr marL="0" marR="0" lvl="0" indent="0" algn="ctr" rtl="0">
                        <a:spcBef>
                          <a:spcPts val="0"/>
                        </a:spcBef>
                        <a:spcAft>
                          <a:spcPts val="0"/>
                        </a:spcAft>
                        <a:buNone/>
                      </a:pPr>
                      <a:r>
                        <a:rPr lang="en-US" sz="900" dirty="0"/>
                        <a:t>Delta </a:t>
                      </a:r>
                      <a:r>
                        <a:rPr lang="en-US" sz="900" dirty="0" err="1"/>
                        <a:t>Oper</a:t>
                      </a:r>
                      <a:r>
                        <a:rPr lang="en-US" sz="900" dirty="0"/>
                        <a:t> 132.075</a:t>
                      </a:r>
                    </a:p>
                    <a:p>
                      <a:pPr marL="0" marR="0" lvl="0" indent="0" algn="ctr" rtl="0">
                        <a:spcBef>
                          <a:spcPts val="0"/>
                        </a:spcBef>
                        <a:spcAft>
                          <a:spcPts val="0"/>
                        </a:spcAft>
                        <a:buNone/>
                      </a:pPr>
                      <a:r>
                        <a:rPr lang="en-US" sz="900" b="1" dirty="0">
                          <a:solidFill>
                            <a:srgbClr val="7030A0"/>
                          </a:solidFill>
                        </a:rPr>
                        <a:t>Terminal 3</a:t>
                      </a:r>
                      <a:endParaRPr sz="9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3BC63946-A7CD-77E9-F5B8-CBBDBDCC5ADA}"/>
              </a:ext>
            </a:extLst>
          </p:cNvPr>
          <p:cNvSpPr txBox="1"/>
          <p:nvPr/>
        </p:nvSpPr>
        <p:spPr>
          <a:xfrm>
            <a:off x="-48858" y="2707157"/>
            <a:ext cx="1996059" cy="532316"/>
          </a:xfrm>
          <a:prstGeom prst="rect">
            <a:avLst/>
          </a:prstGeom>
          <a:noFill/>
        </p:spPr>
        <p:txBody>
          <a:bodyPr wrap="none" tIns="36000" bIns="3600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DEP 125.15</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TGU</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134.17 – FUK</a:t>
            </a:r>
            <a:r>
              <a:rPr kumimoji="1" lang="en-US" altLang="ko-Kore-KR" sz="700" b="1" u="sng" dirty="0">
                <a:latin typeface="Gulim" panose="020B0600000101010101" pitchFamily="34" charset="-127"/>
                <a:ea typeface="Gulim" panose="020B0600000101010101" pitchFamily="34" charset="-127"/>
              </a:rPr>
              <a:t> 133.02  </a:t>
            </a:r>
          </a:p>
          <a:p>
            <a:pPr>
              <a:lnSpc>
                <a:spcPct val="150000"/>
              </a:lnSpc>
            </a:pPr>
            <a:r>
              <a:rPr kumimoji="1" lang="en-US" altLang="ko-Kore-KR" sz="700" b="1" u="sng" dirty="0">
                <a:latin typeface="Gulim" panose="020B0600000101010101" pitchFamily="34" charset="-127"/>
                <a:ea typeface="Gulim" panose="020B0600000101010101" pitchFamily="34" charset="-127"/>
              </a:rPr>
              <a:t>TKO 120.5 - TKO 133.35</a:t>
            </a:r>
          </a:p>
          <a:p>
            <a:pPr>
              <a:lnSpc>
                <a:spcPct val="150000"/>
              </a:lnSpc>
            </a:pPr>
            <a:r>
              <a:rPr kumimoji="1" lang="en-US" altLang="ko-KR" sz="700" b="1" u="sng" dirty="0">
                <a:latin typeface="Gulim" panose="020B0600000101010101" pitchFamily="34" charset="-127"/>
                <a:ea typeface="Gulim" panose="020B0600000101010101" pitchFamily="34" charset="-127"/>
              </a:rPr>
              <a:t>TKO APP 119.1 – 119.65</a:t>
            </a:r>
            <a:endParaRPr kumimoji="1" lang="ko-Kore-KR" altLang="en-US" sz="700" b="1" u="sng" dirty="0">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DE2E95AF-4A51-6082-8123-DE5EE03D2C21}"/>
              </a:ext>
            </a:extLst>
          </p:cNvPr>
          <p:cNvSpPr/>
          <p:nvPr/>
        </p:nvSpPr>
        <p:spPr>
          <a:xfrm>
            <a:off x="821577" y="236891"/>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66623151-AE4E-4B20-D79A-928B7845BD18}"/>
              </a:ext>
            </a:extLst>
          </p:cNvPr>
          <p:cNvGraphicFramePr/>
          <p:nvPr>
            <p:extLst>
              <p:ext uri="{D42A27DB-BD31-4B8C-83A1-F6EECF244321}">
                <p14:modId xmlns:p14="http://schemas.microsoft.com/office/powerpoint/2010/main" val="508073881"/>
              </p:ext>
            </p:extLst>
          </p:nvPr>
        </p:nvGraphicFramePr>
        <p:xfrm>
          <a:off x="-6980" y="593275"/>
          <a:ext cx="2326348" cy="2144954"/>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60995">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77919">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xE</a:t>
                      </a:r>
                      <a:r>
                        <a:rPr lang="en-US" sz="800" b="1" dirty="0">
                          <a:solidFill>
                            <a:srgbClr val="0070C0"/>
                          </a:solidFill>
                        </a:rPr>
                        <a:t>/A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5500/ATC </a:t>
                      </a:r>
                      <a:r>
                        <a:rPr lang="en-US" sz="800" b="1" dirty="0">
                          <a:solidFill>
                            <a:srgbClr val="7030A0"/>
                          </a:solidFill>
                        </a:rPr>
                        <a:t>SPD 230/x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6319">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 </a:t>
                      </a:r>
                      <a:r>
                        <a:rPr lang="en-US" sz="800" dirty="0">
                          <a:solidFill>
                            <a:srgbClr val="7030A0"/>
                          </a:solidFill>
                        </a:rPr>
                        <a:t>SPD 230</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6319">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6319">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831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831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330304">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6319">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D073B09E-F116-98E8-D2E0-93D39ECEB56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78535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E39FF32A-9EBE-7D5D-64B4-45915D5E0684}"/>
            </a:ext>
          </a:extLst>
        </p:cNvPr>
        <p:cNvGrpSpPr/>
        <p:nvPr/>
      </p:nvGrpSpPr>
      <p:grpSpPr>
        <a:xfrm>
          <a:off x="0" y="0"/>
          <a:ext cx="0" cy="0"/>
          <a:chOff x="0" y="0"/>
          <a:chExt cx="0" cy="0"/>
        </a:xfrm>
      </p:grpSpPr>
      <p:graphicFrame>
        <p:nvGraphicFramePr>
          <p:cNvPr id="145" name="Google Shape;138;p4">
            <a:extLst>
              <a:ext uri="{FF2B5EF4-FFF2-40B4-BE49-F238E27FC236}">
                <a16:creationId xmlns:a16="http://schemas.microsoft.com/office/drawing/2014/main" id="{DC1F9CCB-3538-08F6-5567-CB682F491644}"/>
              </a:ext>
            </a:extLst>
          </p:cNvPr>
          <p:cNvGraphicFramePr/>
          <p:nvPr/>
        </p:nvGraphicFramePr>
        <p:xfrm>
          <a:off x="-4122" y="2338996"/>
          <a:ext cx="2328850" cy="54024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16787">
                <a:tc>
                  <a:txBody>
                    <a:bodyPr/>
                    <a:lstStyle/>
                    <a:p>
                      <a:pPr marL="0" marR="0" lvl="0" indent="0" algn="ctr" rtl="0">
                        <a:spcBef>
                          <a:spcPts val="0"/>
                        </a:spcBef>
                        <a:spcAft>
                          <a:spcPts val="0"/>
                        </a:spcAft>
                        <a:buNone/>
                      </a:pPr>
                      <a:r>
                        <a:rPr lang="en-US" sz="1000" dirty="0"/>
                        <a:t>Missed App</a:t>
                      </a:r>
                    </a:p>
                  </a:txBody>
                  <a:tcPr marL="36000" marR="36000" marT="36000" marB="36000" anchor="ctr"/>
                </a:tc>
                <a:extLst>
                  <a:ext uri="{0D108BD9-81ED-4DB2-BD59-A6C34878D82A}">
                    <a16:rowId xmlns:a16="http://schemas.microsoft.com/office/drawing/2014/main" val="10000"/>
                  </a:ext>
                </a:extLst>
              </a:tr>
              <a:tr h="164377">
                <a:tc>
                  <a:txBody>
                    <a:bodyPr/>
                    <a:lstStyle/>
                    <a:p>
                      <a:pPr marL="0" marR="0" lvl="0" indent="0" algn="l" rtl="0">
                        <a:spcBef>
                          <a:spcPts val="0"/>
                        </a:spcBef>
                        <a:spcAft>
                          <a:spcPts val="0"/>
                        </a:spcAft>
                        <a:buNone/>
                      </a:pPr>
                      <a:r>
                        <a:rPr lang="en-US" altLang="ko-KR" sz="800" dirty="0"/>
                        <a:t>R/H Turn </a:t>
                      </a:r>
                      <a:r>
                        <a:rPr lang="en-US" altLang="ko-KR" sz="800" b="1" dirty="0">
                          <a:solidFill>
                            <a:srgbClr val="C00000"/>
                          </a:solidFill>
                        </a:rPr>
                        <a:t>HME 015 </a:t>
                      </a:r>
                      <a:r>
                        <a:rPr lang="en-US" altLang="ko-KR" sz="800" dirty="0"/>
                        <a:t>OUTBD (PULL TRK)</a:t>
                      </a:r>
                    </a:p>
                    <a:p>
                      <a:pPr marL="0" marR="0" lvl="0" indent="0" algn="l" rtl="0">
                        <a:spcBef>
                          <a:spcPts val="0"/>
                        </a:spcBef>
                        <a:spcAft>
                          <a:spcPts val="0"/>
                        </a:spcAft>
                        <a:buNone/>
                      </a:pPr>
                      <a:r>
                        <a:rPr lang="en-US" altLang="ko-KR" sz="800" dirty="0">
                          <a:solidFill>
                            <a:srgbClr val="0070C0"/>
                          </a:solidFill>
                        </a:rPr>
                        <a:t>(DCT KASGA Radial In 196, MAN NAV)</a:t>
                      </a:r>
                      <a:r>
                        <a:rPr lang="en-US" altLang="ko-KR" sz="800" dirty="0"/>
                        <a:t> </a:t>
                      </a:r>
                    </a:p>
                  </a:txBody>
                  <a:tcPr marL="36000" marR="36000" marT="36000" marB="36000" anchor="ctr"/>
                </a:tc>
                <a:extLst>
                  <a:ext uri="{0D108BD9-81ED-4DB2-BD59-A6C34878D82A}">
                    <a16:rowId xmlns:a16="http://schemas.microsoft.com/office/drawing/2014/main" val="10001"/>
                  </a:ext>
                </a:extLst>
              </a:tr>
            </a:tbl>
          </a:graphicData>
        </a:graphic>
      </p:graphicFrame>
      <p:graphicFrame>
        <p:nvGraphicFramePr>
          <p:cNvPr id="138" name="Google Shape;138;p4">
            <a:extLst>
              <a:ext uri="{FF2B5EF4-FFF2-40B4-BE49-F238E27FC236}">
                <a16:creationId xmlns:a16="http://schemas.microsoft.com/office/drawing/2014/main" id="{7A14C35A-164F-8547-9CEB-4F95504BC3CF}"/>
              </a:ext>
            </a:extLst>
          </p:cNvPr>
          <p:cNvGraphicFramePr/>
          <p:nvPr>
            <p:extLst>
              <p:ext uri="{D42A27DB-BD31-4B8C-83A1-F6EECF244321}">
                <p14:modId xmlns:p14="http://schemas.microsoft.com/office/powerpoint/2010/main" val="2064894858"/>
              </p:ext>
            </p:extLst>
          </p:nvPr>
        </p:nvGraphicFramePr>
        <p:xfrm>
          <a:off x="0" y="-1"/>
          <a:ext cx="2328850" cy="74256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96610">
                <a:tc>
                  <a:txBody>
                    <a:bodyPr/>
                    <a:lstStyle/>
                    <a:p>
                      <a:pPr marL="0" marR="0" lvl="0" indent="0" algn="ctr" rtl="0">
                        <a:spcBef>
                          <a:spcPts val="0"/>
                        </a:spcBef>
                        <a:spcAft>
                          <a:spcPts val="0"/>
                        </a:spcAft>
                        <a:buNone/>
                      </a:pPr>
                      <a:r>
                        <a:rPr lang="en-US" sz="1100" dirty="0"/>
                        <a:t>A330 HND LDA 22 W</a:t>
                      </a:r>
                      <a:endParaRPr lang="en-US" sz="1100" dirty="0">
                        <a:solidFill>
                          <a:srgbClr val="FFC000"/>
                        </a:solidFill>
                      </a:endParaRPr>
                    </a:p>
                  </a:txBody>
                  <a:tcPr marL="91450" marR="91450" marT="36000" marB="36000" anchor="ctr"/>
                </a:tc>
                <a:extLst>
                  <a:ext uri="{0D108BD9-81ED-4DB2-BD59-A6C34878D82A}">
                    <a16:rowId xmlns:a16="http://schemas.microsoft.com/office/drawing/2014/main" val="10000"/>
                  </a:ext>
                </a:extLst>
              </a:tr>
              <a:tr h="312587">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F-PLN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APPR                    STAR           TRANS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6F6F6F"/>
                          </a:solidFill>
                          <a:effectLst/>
                          <a:uLnTx/>
                          <a:uFillTx/>
                          <a:latin typeface="Calibri"/>
                          <a:cs typeface="Calibri"/>
                        </a:rPr>
                        <a:t>RNV22-W       XAC 1B      </a:t>
                      </a:r>
                      <a:r>
                        <a:rPr kumimoji="0" lang="en-US" altLang="ko-Kore-KR" sz="800" b="1" i="0" u="none" strike="noStrike" kern="1200" cap="none" spc="0" normalizeH="0" baseline="0" noProof="0" dirty="0">
                          <a:ln>
                            <a:noFill/>
                          </a:ln>
                          <a:solidFill>
                            <a:srgbClr val="6F6F6F"/>
                          </a:solidFill>
                          <a:effectLst/>
                          <a:uLnTx/>
                          <a:uFillTx/>
                          <a:latin typeface="Calibri"/>
                          <a:cs typeface="Calibri"/>
                        </a:rPr>
                        <a:t>BACON        </a:t>
                      </a: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txBody>
                  <a:tcPr marL="36000" marR="36000" marT="0" marB="0" anchor="ctr"/>
                </a:tc>
                <a:extLst>
                  <a:ext uri="{0D108BD9-81ED-4DB2-BD59-A6C34878D82A}">
                    <a16:rowId xmlns:a16="http://schemas.microsoft.com/office/drawing/2014/main" val="10001"/>
                  </a:ext>
                </a:extLst>
              </a:tr>
              <a:tr h="100028">
                <a:tc>
                  <a:txBody>
                    <a:bodyPr/>
                    <a:lstStyle/>
                    <a:p>
                      <a:pPr marL="0" marR="0" lvl="0" indent="0" algn="ctr" rtl="0">
                        <a:spcBef>
                          <a:spcPts val="0"/>
                        </a:spcBef>
                        <a:spcAft>
                          <a:spcPts val="0"/>
                        </a:spcAft>
                        <a:buNone/>
                      </a:pPr>
                      <a:r>
                        <a:rPr lang="en-US" sz="800" b="1" dirty="0">
                          <a:solidFill>
                            <a:srgbClr val="0070C0"/>
                          </a:solidFill>
                        </a:rPr>
                        <a:t>CHK IKL, IKL /8 180kts, /3 160kts, TTE 015 (GA)</a:t>
                      </a:r>
                    </a:p>
                  </a:txBody>
                  <a:tcPr marL="90000" marR="91450" marT="0" marB="0" anchor="ctr"/>
                </a:tc>
                <a:extLst>
                  <a:ext uri="{0D108BD9-81ED-4DB2-BD59-A6C34878D82A}">
                    <a16:rowId xmlns:a16="http://schemas.microsoft.com/office/drawing/2014/main" val="2408181646"/>
                  </a:ext>
                </a:extLst>
              </a:tr>
            </a:tbl>
          </a:graphicData>
        </a:graphic>
      </p:graphicFrame>
      <p:grpSp>
        <p:nvGrpSpPr>
          <p:cNvPr id="134" name="그룹 133">
            <a:extLst>
              <a:ext uri="{FF2B5EF4-FFF2-40B4-BE49-F238E27FC236}">
                <a16:creationId xmlns:a16="http://schemas.microsoft.com/office/drawing/2014/main" id="{BE288F8B-3AE8-B312-41C6-2277AECEE678}"/>
              </a:ext>
            </a:extLst>
          </p:cNvPr>
          <p:cNvGrpSpPr/>
          <p:nvPr/>
        </p:nvGrpSpPr>
        <p:grpSpPr>
          <a:xfrm>
            <a:off x="-42267" y="702484"/>
            <a:ext cx="2411183" cy="1368423"/>
            <a:chOff x="-42267" y="989260"/>
            <a:chExt cx="2411183" cy="1368423"/>
          </a:xfrm>
        </p:grpSpPr>
        <p:pic>
          <p:nvPicPr>
            <p:cNvPr id="5" name="그림 4" descr="지도, 스크린샷이(가) 표시된 사진&#10;&#10;자동 생성된 설명">
              <a:extLst>
                <a:ext uri="{FF2B5EF4-FFF2-40B4-BE49-F238E27FC236}">
                  <a16:creationId xmlns:a16="http://schemas.microsoft.com/office/drawing/2014/main" id="{C3AB4444-0DD8-7415-5717-D892E7EE6948}"/>
                </a:ext>
              </a:extLst>
            </p:cNvPr>
            <p:cNvPicPr>
              <a:picLocks noChangeAspect="1"/>
            </p:cNvPicPr>
            <p:nvPr/>
          </p:nvPicPr>
          <p:blipFill>
            <a:blip r:embed="rId3"/>
            <a:stretch>
              <a:fillRect/>
            </a:stretch>
          </p:blipFill>
          <p:spPr>
            <a:xfrm>
              <a:off x="-2199" y="1038847"/>
              <a:ext cx="2326259" cy="645541"/>
            </a:xfrm>
            <a:prstGeom prst="rect">
              <a:avLst/>
            </a:prstGeom>
          </p:spPr>
        </p:pic>
        <p:sp>
          <p:nvSpPr>
            <p:cNvPr id="48" name="사각형 설명선[R] 47">
              <a:extLst>
                <a:ext uri="{FF2B5EF4-FFF2-40B4-BE49-F238E27FC236}">
                  <a16:creationId xmlns:a16="http://schemas.microsoft.com/office/drawing/2014/main" id="{70E7719A-35AD-9206-F628-D87AC1B5536A}"/>
                </a:ext>
              </a:extLst>
            </p:cNvPr>
            <p:cNvSpPr/>
            <p:nvPr/>
          </p:nvSpPr>
          <p:spPr>
            <a:xfrm>
              <a:off x="1566825" y="1697366"/>
              <a:ext cx="735129" cy="338105"/>
            </a:xfrm>
            <a:prstGeom prst="wedgeRectCallout">
              <a:avLst>
                <a:gd name="adj1" fmla="val 26587"/>
                <a:gd name="adj2" fmla="val -188640"/>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MANAGE DES, </a:t>
              </a:r>
              <a:r>
                <a:rPr kumimoji="1" lang="en-US" altLang="ko-Kore-KR" sz="400" dirty="0">
                  <a:solidFill>
                    <a:srgbClr val="FFC000"/>
                  </a:solidFill>
                </a:rPr>
                <a:t>FLAP 1</a:t>
              </a:r>
            </a:p>
            <a:p>
              <a:r>
                <a:rPr kumimoji="1" lang="en-US" altLang="ko-Kore-KR" sz="400" dirty="0">
                  <a:solidFill>
                    <a:srgbClr val="FFC000"/>
                  </a:solidFill>
                </a:rPr>
                <a:t>TRK FPA ON</a:t>
              </a:r>
            </a:p>
            <a:p>
              <a:r>
                <a:rPr kumimoji="1" lang="en-US" altLang="ko-Kore-KR" sz="400" dirty="0">
                  <a:solidFill>
                    <a:srgbClr val="FFC000"/>
                  </a:solidFill>
                </a:rPr>
                <a:t>LOC ARM</a:t>
              </a:r>
              <a:r>
                <a:rPr kumimoji="1" lang="en-US" altLang="ko-KR" sz="400" dirty="0">
                  <a:solidFill>
                    <a:srgbClr val="FFC000"/>
                  </a:solidFill>
                </a:rPr>
                <a:t>,</a:t>
              </a:r>
              <a:r>
                <a:rPr kumimoji="1" lang="ko-KR" altLang="en-US" sz="400" dirty="0">
                  <a:solidFill>
                    <a:srgbClr val="FFC000"/>
                  </a:solidFill>
                </a:rPr>
                <a:t> </a:t>
              </a:r>
              <a:r>
                <a:rPr kumimoji="1" lang="en-US" altLang="ko-KR" sz="400" dirty="0">
                  <a:solidFill>
                    <a:srgbClr val="FFC000"/>
                  </a:solidFill>
                </a:rPr>
                <a:t>PULL SPD 180</a:t>
              </a:r>
              <a:endParaRPr kumimoji="1" lang="en-US" altLang="ko-Kore-KR" sz="400" dirty="0">
                <a:solidFill>
                  <a:srgbClr val="FFC000"/>
                </a:solidFill>
              </a:endParaRPr>
            </a:p>
            <a:p>
              <a:r>
                <a:rPr kumimoji="1" lang="en-US" altLang="ko-KR" sz="400" dirty="0"/>
                <a:t>BONDO 5000’ </a:t>
              </a:r>
              <a:r>
                <a:rPr kumimoji="1" lang="ko-KR" altLang="en-US" sz="400" dirty="0" err="1"/>
                <a:t>맞추기위한</a:t>
              </a:r>
              <a:r>
                <a:rPr kumimoji="1" lang="ko-KR" altLang="en-US" sz="400" dirty="0"/>
                <a:t> </a:t>
              </a:r>
              <a:r>
                <a:rPr kumimoji="1" lang="en-US" altLang="ko-KR" sz="400" dirty="0"/>
                <a:t>S/B </a:t>
              </a:r>
              <a:r>
                <a:rPr kumimoji="1" lang="ko-KR" altLang="en-US" sz="400" dirty="0"/>
                <a:t>사용 고려</a:t>
              </a:r>
              <a:endParaRPr kumimoji="1" lang="en-US" altLang="ko-Kore-KR" sz="400" dirty="0"/>
            </a:p>
          </p:txBody>
        </p:sp>
        <p:cxnSp>
          <p:nvCxnSpPr>
            <p:cNvPr id="14" name="직선 연결선[R] 13">
              <a:extLst>
                <a:ext uri="{FF2B5EF4-FFF2-40B4-BE49-F238E27FC236}">
                  <a16:creationId xmlns:a16="http://schemas.microsoft.com/office/drawing/2014/main" id="{EC8B493F-28AE-A9A1-AF6D-A275AB3C264E}"/>
                </a:ext>
              </a:extLst>
            </p:cNvPr>
            <p:cNvCxnSpPr>
              <a:cxnSpLocks/>
              <a:stCxn id="19" idx="1"/>
            </p:cNvCxnSpPr>
            <p:nvPr/>
          </p:nvCxnSpPr>
          <p:spPr>
            <a:xfrm flipH="1">
              <a:off x="448034" y="1181041"/>
              <a:ext cx="1593292" cy="0"/>
            </a:xfrm>
            <a:prstGeom prst="line">
              <a:avLst/>
            </a:prstGeom>
            <a:ln w="19050">
              <a:solidFill>
                <a:srgbClr val="AA47F5"/>
              </a:solidFill>
            </a:ln>
          </p:spPr>
          <p:style>
            <a:lnRef idx="1">
              <a:schemeClr val="accent1"/>
            </a:lnRef>
            <a:fillRef idx="0">
              <a:schemeClr val="accent1"/>
            </a:fillRef>
            <a:effectRef idx="0">
              <a:schemeClr val="accent1"/>
            </a:effectRef>
            <a:fontRef idx="minor">
              <a:schemeClr val="tx1"/>
            </a:fontRef>
          </p:style>
        </p:cxnSp>
        <p:sp>
          <p:nvSpPr>
            <p:cNvPr id="8" name="포인트가 4개인 별 7">
              <a:extLst>
                <a:ext uri="{FF2B5EF4-FFF2-40B4-BE49-F238E27FC236}">
                  <a16:creationId xmlns:a16="http://schemas.microsoft.com/office/drawing/2014/main" id="{89D6F6CA-777D-D7D4-9846-3086E6CCA74C}"/>
                </a:ext>
              </a:extLst>
            </p:cNvPr>
            <p:cNvSpPr>
              <a:spLocks noChangeAspect="1"/>
            </p:cNvSpPr>
            <p:nvPr/>
          </p:nvSpPr>
          <p:spPr>
            <a:xfrm>
              <a:off x="1706050" y="1142485"/>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9" name="호 8">
              <a:extLst>
                <a:ext uri="{FF2B5EF4-FFF2-40B4-BE49-F238E27FC236}">
                  <a16:creationId xmlns:a16="http://schemas.microsoft.com/office/drawing/2014/main" id="{29B7606A-B2E9-F9BA-4DD9-B577B2A7CE38}"/>
                </a:ext>
              </a:extLst>
            </p:cNvPr>
            <p:cNvSpPr/>
            <p:nvPr/>
          </p:nvSpPr>
          <p:spPr>
            <a:xfrm>
              <a:off x="91439" y="1179428"/>
              <a:ext cx="618645" cy="755242"/>
            </a:xfrm>
            <a:prstGeom prst="arc">
              <a:avLst>
                <a:gd name="adj1" fmla="val 12288827"/>
                <a:gd name="adj2" fmla="val 16350233"/>
              </a:avLst>
            </a:prstGeom>
            <a:ln w="19050">
              <a:solidFill>
                <a:srgbClr val="AA47F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19" name="포인트가 4개인 별 18">
              <a:extLst>
                <a:ext uri="{FF2B5EF4-FFF2-40B4-BE49-F238E27FC236}">
                  <a16:creationId xmlns:a16="http://schemas.microsoft.com/office/drawing/2014/main" id="{54936FFF-286B-52D9-EF51-E220EDB6893E}"/>
                </a:ext>
              </a:extLst>
            </p:cNvPr>
            <p:cNvSpPr>
              <a:spLocks noChangeAspect="1"/>
            </p:cNvSpPr>
            <p:nvPr/>
          </p:nvSpPr>
          <p:spPr>
            <a:xfrm>
              <a:off x="2041326" y="1145262"/>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21" name="포인트가 4개인 별 20">
              <a:extLst>
                <a:ext uri="{FF2B5EF4-FFF2-40B4-BE49-F238E27FC236}">
                  <a16:creationId xmlns:a16="http://schemas.microsoft.com/office/drawing/2014/main" id="{F90E3164-F069-C2F3-A5EB-67950C7C5973}"/>
                </a:ext>
              </a:extLst>
            </p:cNvPr>
            <p:cNvSpPr>
              <a:spLocks noChangeAspect="1"/>
            </p:cNvSpPr>
            <p:nvPr/>
          </p:nvSpPr>
          <p:spPr>
            <a:xfrm>
              <a:off x="412034" y="1141102"/>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24" name="포인트가 4개인 별 23">
              <a:extLst>
                <a:ext uri="{FF2B5EF4-FFF2-40B4-BE49-F238E27FC236}">
                  <a16:creationId xmlns:a16="http://schemas.microsoft.com/office/drawing/2014/main" id="{260815F3-D6F8-3F5D-24D0-82E10E970668}"/>
                </a:ext>
              </a:extLst>
            </p:cNvPr>
            <p:cNvSpPr>
              <a:spLocks noChangeAspect="1"/>
            </p:cNvSpPr>
            <p:nvPr/>
          </p:nvSpPr>
          <p:spPr>
            <a:xfrm>
              <a:off x="2206194" y="1318443"/>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25" name="포인트가 4개인 별 24">
              <a:extLst>
                <a:ext uri="{FF2B5EF4-FFF2-40B4-BE49-F238E27FC236}">
                  <a16:creationId xmlns:a16="http://schemas.microsoft.com/office/drawing/2014/main" id="{9EB3DF49-B628-5885-2BE8-A8B8E5C37805}"/>
                </a:ext>
              </a:extLst>
            </p:cNvPr>
            <p:cNvSpPr>
              <a:spLocks noChangeAspect="1"/>
            </p:cNvSpPr>
            <p:nvPr/>
          </p:nvSpPr>
          <p:spPr>
            <a:xfrm>
              <a:off x="2254691" y="1529031"/>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cxnSp>
          <p:nvCxnSpPr>
            <p:cNvPr id="26" name="직선 연결선[R] 25">
              <a:extLst>
                <a:ext uri="{FF2B5EF4-FFF2-40B4-BE49-F238E27FC236}">
                  <a16:creationId xmlns:a16="http://schemas.microsoft.com/office/drawing/2014/main" id="{F25A4166-CE20-A019-424A-A439CE14E3DE}"/>
                </a:ext>
              </a:extLst>
            </p:cNvPr>
            <p:cNvCxnSpPr>
              <a:cxnSpLocks/>
            </p:cNvCxnSpPr>
            <p:nvPr/>
          </p:nvCxnSpPr>
          <p:spPr>
            <a:xfrm flipH="1" flipV="1">
              <a:off x="2105014" y="1191896"/>
              <a:ext cx="113648" cy="139015"/>
            </a:xfrm>
            <a:prstGeom prst="line">
              <a:avLst/>
            </a:prstGeom>
            <a:ln w="19050">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34" name="직선 연결선[R] 33">
              <a:extLst>
                <a:ext uri="{FF2B5EF4-FFF2-40B4-BE49-F238E27FC236}">
                  <a16:creationId xmlns:a16="http://schemas.microsoft.com/office/drawing/2014/main" id="{9F40EBA3-30F9-2C4B-D13B-8D38F6206C0D}"/>
                </a:ext>
              </a:extLst>
            </p:cNvPr>
            <p:cNvCxnSpPr>
              <a:cxnSpLocks/>
              <a:endCxn id="24" idx="2"/>
            </p:cNvCxnSpPr>
            <p:nvPr/>
          </p:nvCxnSpPr>
          <p:spPr>
            <a:xfrm flipH="1" flipV="1">
              <a:off x="2242194" y="1390000"/>
              <a:ext cx="44341" cy="139031"/>
            </a:xfrm>
            <a:prstGeom prst="line">
              <a:avLst/>
            </a:prstGeom>
            <a:ln w="19050">
              <a:solidFill>
                <a:srgbClr val="AA47F5"/>
              </a:solidFill>
            </a:ln>
          </p:spPr>
          <p:style>
            <a:lnRef idx="1">
              <a:schemeClr val="accent1"/>
            </a:lnRef>
            <a:fillRef idx="0">
              <a:schemeClr val="accent1"/>
            </a:fillRef>
            <a:effectRef idx="0">
              <a:schemeClr val="accent1"/>
            </a:effectRef>
            <a:fontRef idx="minor">
              <a:schemeClr val="tx1"/>
            </a:fontRef>
          </p:style>
        </p:cxnSp>
        <p:sp>
          <p:nvSpPr>
            <p:cNvPr id="56" name="사각형 설명선[R] 55">
              <a:extLst>
                <a:ext uri="{FF2B5EF4-FFF2-40B4-BE49-F238E27FC236}">
                  <a16:creationId xmlns:a16="http://schemas.microsoft.com/office/drawing/2014/main" id="{EFFA0C5D-0EC2-208A-4793-FACBB0A4B562}"/>
                </a:ext>
              </a:extLst>
            </p:cNvPr>
            <p:cNvSpPr/>
            <p:nvPr/>
          </p:nvSpPr>
          <p:spPr>
            <a:xfrm>
              <a:off x="1106294" y="1333713"/>
              <a:ext cx="606832" cy="209027"/>
            </a:xfrm>
            <a:prstGeom prst="wedgeRectCallout">
              <a:avLst>
                <a:gd name="adj1" fmla="val 50389"/>
                <a:gd name="adj2" fmla="val -117526"/>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1000’ SET, </a:t>
              </a:r>
              <a:r>
                <a:rPr kumimoji="1" lang="en-US" altLang="ko-Kore-KR" sz="400" b="1" dirty="0">
                  <a:solidFill>
                    <a:srgbClr val="FFC000"/>
                  </a:solidFill>
                </a:rPr>
                <a:t>FPA -4</a:t>
              </a:r>
              <a:r>
                <a:rPr kumimoji="1" lang="ko-KR" altLang="en-US" sz="400" b="1" dirty="0">
                  <a:solidFill>
                    <a:srgbClr val="FFC000"/>
                  </a:solidFill>
                </a:rPr>
                <a:t> </a:t>
              </a:r>
              <a:r>
                <a:rPr kumimoji="1" lang="en-US" altLang="ko-KR" sz="400" b="1" dirty="0">
                  <a:solidFill>
                    <a:srgbClr val="FFC000"/>
                  </a:solidFill>
                </a:rPr>
                <a:t>DES</a:t>
              </a:r>
            </a:p>
            <a:p>
              <a:r>
                <a:rPr kumimoji="1" lang="en-US" altLang="ko-KR" sz="400" dirty="0">
                  <a:solidFill>
                    <a:srgbClr val="FFC000"/>
                  </a:solidFill>
                </a:rPr>
                <a:t>S/B</a:t>
              </a:r>
              <a:r>
                <a:rPr kumimoji="1" lang="ko-KR" altLang="en-US" sz="400" dirty="0">
                  <a:solidFill>
                    <a:srgbClr val="FFC000"/>
                  </a:solidFill>
                </a:rPr>
                <a:t> </a:t>
              </a:r>
              <a:r>
                <a:rPr kumimoji="1" lang="en-US" altLang="ko-KR" sz="400" dirty="0">
                  <a:solidFill>
                    <a:srgbClr val="FFC000"/>
                  </a:solidFill>
                </a:rPr>
                <a:t>or</a:t>
              </a:r>
              <a:r>
                <a:rPr kumimoji="1" lang="ko-KR" altLang="en-US" sz="400" dirty="0">
                  <a:solidFill>
                    <a:srgbClr val="FFC000"/>
                  </a:solidFill>
                </a:rPr>
                <a:t> </a:t>
              </a:r>
              <a:r>
                <a:rPr kumimoji="1" lang="en-US" altLang="ko-KR" sz="400" dirty="0">
                  <a:solidFill>
                    <a:srgbClr val="FFC000"/>
                  </a:solidFill>
                </a:rPr>
                <a:t>L/G</a:t>
              </a:r>
              <a:r>
                <a:rPr kumimoji="1" lang="ko-KR" altLang="en-US" sz="400" dirty="0">
                  <a:solidFill>
                    <a:srgbClr val="FFC000"/>
                  </a:solidFill>
                </a:rPr>
                <a:t> </a:t>
              </a:r>
              <a:r>
                <a:rPr kumimoji="1" lang="en-US" altLang="ko-KR" sz="400" dirty="0">
                  <a:solidFill>
                    <a:srgbClr val="FFC000"/>
                  </a:solidFill>
                </a:rPr>
                <a:t>DN</a:t>
              </a:r>
            </a:p>
          </p:txBody>
        </p:sp>
        <p:sp>
          <p:nvSpPr>
            <p:cNvPr id="43" name="TextBox 42">
              <a:extLst>
                <a:ext uri="{FF2B5EF4-FFF2-40B4-BE49-F238E27FC236}">
                  <a16:creationId xmlns:a16="http://schemas.microsoft.com/office/drawing/2014/main" id="{AC3DCC66-B6BE-DC92-E8DE-0363D02192AC}"/>
                </a:ext>
              </a:extLst>
            </p:cNvPr>
            <p:cNvSpPr txBox="1"/>
            <p:nvPr/>
          </p:nvSpPr>
          <p:spPr>
            <a:xfrm>
              <a:off x="1475792" y="1198461"/>
              <a:ext cx="532518" cy="215444"/>
            </a:xfrm>
            <a:prstGeom prst="rect">
              <a:avLst/>
            </a:prstGeom>
            <a:noFill/>
          </p:spPr>
          <p:txBody>
            <a:bodyPr wrap="none" rtlCol="0">
              <a:spAutoFit/>
            </a:bodyPr>
            <a:lstStyle/>
            <a:p>
              <a:pPr algn="ctr"/>
              <a:r>
                <a:rPr kumimoji="1" lang="en-US" altLang="ko-Kore-KR" sz="400" b="1" dirty="0"/>
                <a:t>BONDO</a:t>
              </a:r>
              <a:r>
                <a:rPr kumimoji="1" lang="ko-KR" altLang="en-US" sz="400" b="1" dirty="0"/>
                <a:t> </a:t>
              </a:r>
              <a:r>
                <a:rPr kumimoji="1" lang="en-US" altLang="ko-KR" sz="400" b="1" dirty="0"/>
                <a:t>15NM</a:t>
              </a:r>
              <a:endParaRPr kumimoji="1" lang="en-US" altLang="ko-Kore-KR" sz="400" b="1" dirty="0"/>
            </a:p>
            <a:p>
              <a:pPr algn="ctr"/>
              <a:r>
                <a:rPr kumimoji="1" lang="en-US" altLang="ko-Kore-KR" sz="400" b="1" dirty="0">
                  <a:solidFill>
                    <a:srgbClr val="FF0000"/>
                  </a:solidFill>
                </a:rPr>
                <a:t>MAN 5000’</a:t>
              </a:r>
              <a:endParaRPr kumimoji="1" lang="ko-Kore-KR" altLang="en-US" sz="400" b="1" dirty="0">
                <a:solidFill>
                  <a:srgbClr val="FF0000"/>
                </a:solidFill>
              </a:endParaRPr>
            </a:p>
          </p:txBody>
        </p:sp>
        <p:sp>
          <p:nvSpPr>
            <p:cNvPr id="45" name="TextBox 44">
              <a:extLst>
                <a:ext uri="{FF2B5EF4-FFF2-40B4-BE49-F238E27FC236}">
                  <a16:creationId xmlns:a16="http://schemas.microsoft.com/office/drawing/2014/main" id="{E8C9F3BE-ED9E-251E-9208-71C731E37D99}"/>
                </a:ext>
              </a:extLst>
            </p:cNvPr>
            <p:cNvSpPr txBox="1"/>
            <p:nvPr/>
          </p:nvSpPr>
          <p:spPr>
            <a:xfrm>
              <a:off x="1896233" y="989260"/>
              <a:ext cx="328936" cy="215444"/>
            </a:xfrm>
            <a:prstGeom prst="rect">
              <a:avLst/>
            </a:prstGeom>
            <a:noFill/>
          </p:spPr>
          <p:txBody>
            <a:bodyPr wrap="none" rtlCol="0">
              <a:spAutoFit/>
            </a:bodyPr>
            <a:lstStyle/>
            <a:p>
              <a:pPr algn="ctr"/>
              <a:r>
                <a:rPr kumimoji="1" lang="en-US" altLang="ko-Kore-KR" sz="400" b="1" dirty="0"/>
                <a:t>BEAST</a:t>
              </a:r>
            </a:p>
            <a:p>
              <a:pPr algn="ctr"/>
              <a:r>
                <a:rPr kumimoji="1" lang="en-US" altLang="ko-Kore-KR" sz="400" b="1" dirty="0"/>
                <a:t>5500’</a:t>
              </a:r>
            </a:p>
          </p:txBody>
        </p:sp>
        <p:sp>
          <p:nvSpPr>
            <p:cNvPr id="46" name="TextBox 45">
              <a:extLst>
                <a:ext uri="{FF2B5EF4-FFF2-40B4-BE49-F238E27FC236}">
                  <a16:creationId xmlns:a16="http://schemas.microsoft.com/office/drawing/2014/main" id="{C39EA500-A57A-BA91-06BD-9B41157EFCAC}"/>
                </a:ext>
              </a:extLst>
            </p:cNvPr>
            <p:cNvSpPr txBox="1"/>
            <p:nvPr/>
          </p:nvSpPr>
          <p:spPr>
            <a:xfrm>
              <a:off x="1950460" y="1265915"/>
              <a:ext cx="325731" cy="215444"/>
            </a:xfrm>
            <a:prstGeom prst="rect">
              <a:avLst/>
            </a:prstGeom>
            <a:noFill/>
          </p:spPr>
          <p:txBody>
            <a:bodyPr wrap="none" rtlCol="0">
              <a:spAutoFit/>
            </a:bodyPr>
            <a:lstStyle/>
            <a:p>
              <a:pPr algn="ctr"/>
              <a:r>
                <a:rPr kumimoji="1" lang="en-US" altLang="ko-Kore-KR" sz="400" b="1" dirty="0"/>
                <a:t>BIBLO</a:t>
              </a:r>
            </a:p>
            <a:p>
              <a:pPr algn="ctr"/>
              <a:r>
                <a:rPr kumimoji="1" lang="en-US" altLang="ko-Kore-KR" sz="400" b="1" dirty="0"/>
                <a:t>6000’</a:t>
              </a:r>
            </a:p>
          </p:txBody>
        </p:sp>
        <p:sp>
          <p:nvSpPr>
            <p:cNvPr id="47" name="TextBox 46">
              <a:extLst>
                <a:ext uri="{FF2B5EF4-FFF2-40B4-BE49-F238E27FC236}">
                  <a16:creationId xmlns:a16="http://schemas.microsoft.com/office/drawing/2014/main" id="{84A54016-4FB3-3E87-5D7F-1E61252697B8}"/>
                </a:ext>
              </a:extLst>
            </p:cNvPr>
            <p:cNvSpPr txBox="1"/>
            <p:nvPr/>
          </p:nvSpPr>
          <p:spPr>
            <a:xfrm>
              <a:off x="1963035" y="1493125"/>
              <a:ext cx="405881" cy="215444"/>
            </a:xfrm>
            <a:prstGeom prst="rect">
              <a:avLst/>
            </a:prstGeom>
            <a:noFill/>
          </p:spPr>
          <p:txBody>
            <a:bodyPr wrap="none" rtlCol="0">
              <a:spAutoFit/>
            </a:bodyPr>
            <a:lstStyle/>
            <a:p>
              <a:pPr algn="ctr"/>
              <a:r>
                <a:rPr kumimoji="1" lang="en-US" altLang="ko-Kore-KR" sz="400" b="1" dirty="0"/>
                <a:t>BACON</a:t>
              </a:r>
            </a:p>
            <a:p>
              <a:pPr algn="ctr"/>
              <a:r>
                <a:rPr kumimoji="1" lang="en-US" altLang="ko-Kore-KR" sz="400" b="1" dirty="0"/>
                <a:t>IAF 7000’</a:t>
              </a:r>
            </a:p>
          </p:txBody>
        </p:sp>
        <p:sp>
          <p:nvSpPr>
            <p:cNvPr id="50" name="포인트가 4개인 별 49">
              <a:extLst>
                <a:ext uri="{FF2B5EF4-FFF2-40B4-BE49-F238E27FC236}">
                  <a16:creationId xmlns:a16="http://schemas.microsoft.com/office/drawing/2014/main" id="{64FB1F02-CF32-0F7D-E310-C5EBB7809182}"/>
                </a:ext>
              </a:extLst>
            </p:cNvPr>
            <p:cNvSpPr>
              <a:spLocks noChangeAspect="1"/>
            </p:cNvSpPr>
            <p:nvPr/>
          </p:nvSpPr>
          <p:spPr>
            <a:xfrm>
              <a:off x="1322282" y="1149418"/>
              <a:ext cx="72000" cy="71557"/>
            </a:xfrm>
            <a:prstGeom prst="star4">
              <a:avLst>
                <a:gd name="adj" fmla="val 18750"/>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51" name="포인트가 4개인 별 50">
              <a:extLst>
                <a:ext uri="{FF2B5EF4-FFF2-40B4-BE49-F238E27FC236}">
                  <a16:creationId xmlns:a16="http://schemas.microsoft.com/office/drawing/2014/main" id="{BC636861-D006-FE49-7590-21628C454DF5}"/>
                </a:ext>
              </a:extLst>
            </p:cNvPr>
            <p:cNvSpPr>
              <a:spLocks noChangeAspect="1"/>
            </p:cNvSpPr>
            <p:nvPr/>
          </p:nvSpPr>
          <p:spPr>
            <a:xfrm>
              <a:off x="726539" y="1148037"/>
              <a:ext cx="72000" cy="71557"/>
            </a:xfrm>
            <a:prstGeom prst="star4">
              <a:avLst>
                <a:gd name="adj" fmla="val 18750"/>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kumimoji="1" lang="en-US" altLang="ko-Kore-KR" sz="200" dirty="0"/>
            </a:p>
          </p:txBody>
        </p:sp>
        <p:sp>
          <p:nvSpPr>
            <p:cNvPr id="52" name="TextBox 51">
              <a:extLst>
                <a:ext uri="{FF2B5EF4-FFF2-40B4-BE49-F238E27FC236}">
                  <a16:creationId xmlns:a16="http://schemas.microsoft.com/office/drawing/2014/main" id="{8F735340-C880-A7F3-BDBE-8C8BEE15F307}"/>
                </a:ext>
              </a:extLst>
            </p:cNvPr>
            <p:cNvSpPr txBox="1"/>
            <p:nvPr/>
          </p:nvSpPr>
          <p:spPr>
            <a:xfrm>
              <a:off x="301210" y="1179068"/>
              <a:ext cx="324128" cy="215444"/>
            </a:xfrm>
            <a:prstGeom prst="rect">
              <a:avLst/>
            </a:prstGeom>
            <a:noFill/>
          </p:spPr>
          <p:txBody>
            <a:bodyPr wrap="none" rtlCol="0">
              <a:spAutoFit/>
            </a:bodyPr>
            <a:lstStyle/>
            <a:p>
              <a:pPr algn="ctr"/>
              <a:r>
                <a:rPr kumimoji="1" lang="en-US" altLang="ko-Kore-KR" sz="400" b="1" dirty="0"/>
                <a:t>MX22</a:t>
              </a:r>
            </a:p>
            <a:p>
              <a:pPr algn="ctr"/>
              <a:r>
                <a:rPr kumimoji="1" lang="en-US" altLang="ko-Kore-KR" sz="400" b="1" dirty="0"/>
                <a:t>1000’</a:t>
              </a:r>
            </a:p>
          </p:txBody>
        </p:sp>
        <p:sp>
          <p:nvSpPr>
            <p:cNvPr id="53" name="포인트가 4개인 별 52">
              <a:extLst>
                <a:ext uri="{FF2B5EF4-FFF2-40B4-BE49-F238E27FC236}">
                  <a16:creationId xmlns:a16="http://schemas.microsoft.com/office/drawing/2014/main" id="{30D01E05-E128-8D39-648F-4EBA25FB6854}"/>
                </a:ext>
              </a:extLst>
            </p:cNvPr>
            <p:cNvSpPr>
              <a:spLocks noChangeAspect="1"/>
            </p:cNvSpPr>
            <p:nvPr/>
          </p:nvSpPr>
          <p:spPr>
            <a:xfrm>
              <a:off x="252710" y="1172970"/>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55" name="TextBox 54">
              <a:extLst>
                <a:ext uri="{FF2B5EF4-FFF2-40B4-BE49-F238E27FC236}">
                  <a16:creationId xmlns:a16="http://schemas.microsoft.com/office/drawing/2014/main" id="{7DAF5005-BB3A-297C-E6B7-6F5B084E5EE3}"/>
                </a:ext>
              </a:extLst>
            </p:cNvPr>
            <p:cNvSpPr txBox="1"/>
            <p:nvPr/>
          </p:nvSpPr>
          <p:spPr>
            <a:xfrm>
              <a:off x="-42267" y="1032213"/>
              <a:ext cx="434735" cy="153888"/>
            </a:xfrm>
            <a:prstGeom prst="rect">
              <a:avLst/>
            </a:prstGeom>
            <a:noFill/>
          </p:spPr>
          <p:txBody>
            <a:bodyPr wrap="none" rtlCol="0">
              <a:spAutoFit/>
            </a:bodyPr>
            <a:lstStyle/>
            <a:p>
              <a:pPr algn="ctr"/>
              <a:r>
                <a:rPr kumimoji="1" lang="en-US" altLang="ko-Kore-KR" sz="400" b="1" dirty="0"/>
                <a:t>DES POINT</a:t>
              </a:r>
            </a:p>
          </p:txBody>
        </p:sp>
        <p:sp>
          <p:nvSpPr>
            <p:cNvPr id="57" name="TextBox 56">
              <a:extLst>
                <a:ext uri="{FF2B5EF4-FFF2-40B4-BE49-F238E27FC236}">
                  <a16:creationId xmlns:a16="http://schemas.microsoft.com/office/drawing/2014/main" id="{EABA6971-8F98-0C9D-5EAB-1A3A1814FD4B}"/>
                </a:ext>
              </a:extLst>
            </p:cNvPr>
            <p:cNvSpPr txBox="1"/>
            <p:nvPr/>
          </p:nvSpPr>
          <p:spPr>
            <a:xfrm>
              <a:off x="432221" y="1011431"/>
              <a:ext cx="649538" cy="153888"/>
            </a:xfrm>
            <a:prstGeom prst="rect">
              <a:avLst/>
            </a:prstGeom>
            <a:noFill/>
          </p:spPr>
          <p:txBody>
            <a:bodyPr wrap="none" rtlCol="0">
              <a:spAutoFit/>
            </a:bodyPr>
            <a:lstStyle/>
            <a:p>
              <a:pPr algn="ctr"/>
              <a:r>
                <a:rPr kumimoji="1" lang="en-US" altLang="ko-Kore-KR" sz="400" b="1" dirty="0"/>
                <a:t>IKL 3DME </a:t>
              </a:r>
              <a:r>
                <a:rPr kumimoji="1" lang="en-US" altLang="ko-Kore-KR" sz="400" b="1" dirty="0">
                  <a:solidFill>
                    <a:srgbClr val="00B0F0"/>
                  </a:solidFill>
                </a:rPr>
                <a:t>MAN SPD</a:t>
              </a:r>
            </a:p>
          </p:txBody>
        </p:sp>
        <p:sp>
          <p:nvSpPr>
            <p:cNvPr id="58" name="TextBox 57">
              <a:extLst>
                <a:ext uri="{FF2B5EF4-FFF2-40B4-BE49-F238E27FC236}">
                  <a16:creationId xmlns:a16="http://schemas.microsoft.com/office/drawing/2014/main" id="{E2BD253F-112E-6F2A-01AC-FF493861223B}"/>
                </a:ext>
              </a:extLst>
            </p:cNvPr>
            <p:cNvSpPr txBox="1"/>
            <p:nvPr/>
          </p:nvSpPr>
          <p:spPr>
            <a:xfrm>
              <a:off x="1011064" y="1022518"/>
              <a:ext cx="694421" cy="153888"/>
            </a:xfrm>
            <a:prstGeom prst="rect">
              <a:avLst/>
            </a:prstGeom>
            <a:noFill/>
          </p:spPr>
          <p:txBody>
            <a:bodyPr wrap="none" rtlCol="0">
              <a:spAutoFit/>
            </a:bodyPr>
            <a:lstStyle/>
            <a:p>
              <a:pPr algn="ctr"/>
              <a:r>
                <a:rPr kumimoji="1" lang="en-US" altLang="ko-Kore-KR" sz="400" b="1" dirty="0"/>
                <a:t>IKL 8DME </a:t>
              </a:r>
              <a:r>
                <a:rPr kumimoji="1" lang="en-US" altLang="ko-Kore-KR" sz="400" b="1" dirty="0">
                  <a:solidFill>
                    <a:srgbClr val="00B0F0"/>
                  </a:solidFill>
                </a:rPr>
                <a:t>F2, SPD 160</a:t>
              </a:r>
            </a:p>
          </p:txBody>
        </p:sp>
        <p:sp>
          <p:nvSpPr>
            <p:cNvPr id="59" name="사각형 설명선[R] 58">
              <a:extLst>
                <a:ext uri="{FF2B5EF4-FFF2-40B4-BE49-F238E27FC236}">
                  <a16:creationId xmlns:a16="http://schemas.microsoft.com/office/drawing/2014/main" id="{385048C7-C54A-143F-099C-73BAD42F923B}"/>
                </a:ext>
              </a:extLst>
            </p:cNvPr>
            <p:cNvSpPr/>
            <p:nvPr/>
          </p:nvSpPr>
          <p:spPr>
            <a:xfrm>
              <a:off x="808974" y="1604055"/>
              <a:ext cx="606832" cy="209027"/>
            </a:xfrm>
            <a:prstGeom prst="wedgeRectCallout">
              <a:avLst>
                <a:gd name="adj1" fmla="val -37281"/>
                <a:gd name="adj2" fmla="val -244785"/>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L/D FLAP</a:t>
              </a:r>
            </a:p>
            <a:p>
              <a:r>
                <a:rPr kumimoji="1" lang="en-US" altLang="ko-Kore-KR" sz="400" dirty="0"/>
                <a:t>Before LD CHK</a:t>
              </a:r>
            </a:p>
            <a:p>
              <a:r>
                <a:rPr kumimoji="1" lang="en-US" altLang="ko-Kore-KR" sz="400" dirty="0"/>
                <a:t>ALT, GA 4000’ SET</a:t>
              </a:r>
              <a:endParaRPr kumimoji="1" lang="en-US" altLang="ko-KR" sz="400" dirty="0"/>
            </a:p>
          </p:txBody>
        </p:sp>
        <p:sp>
          <p:nvSpPr>
            <p:cNvPr id="129" name="사각형 설명선[R] 128">
              <a:extLst>
                <a:ext uri="{FF2B5EF4-FFF2-40B4-BE49-F238E27FC236}">
                  <a16:creationId xmlns:a16="http://schemas.microsoft.com/office/drawing/2014/main" id="{A6891B91-3509-143E-EE3B-BE08FCBA6C4F}"/>
                </a:ext>
              </a:extLst>
            </p:cNvPr>
            <p:cNvSpPr/>
            <p:nvPr/>
          </p:nvSpPr>
          <p:spPr>
            <a:xfrm>
              <a:off x="479236" y="1852054"/>
              <a:ext cx="627057" cy="209027"/>
            </a:xfrm>
            <a:prstGeom prst="wedgeRectCallout">
              <a:avLst>
                <a:gd name="adj1" fmla="val -39336"/>
                <a:gd name="adj2" fmla="val -364091"/>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b="1" dirty="0">
                  <a:solidFill>
                    <a:srgbClr val="FF0000"/>
                  </a:solidFill>
                </a:rPr>
                <a:t>At MX22</a:t>
              </a:r>
            </a:p>
            <a:p>
              <a:r>
                <a:rPr kumimoji="1" lang="en-US" altLang="ko-Kore-KR" sz="400" dirty="0" err="1"/>
                <a:t>Diarm</a:t>
              </a:r>
              <a:r>
                <a:rPr kumimoji="1" lang="en-US" altLang="ko-Kore-KR" sz="400" dirty="0"/>
                <a:t> LOC, </a:t>
              </a:r>
              <a:r>
                <a:rPr kumimoji="1" lang="en-US" altLang="ko-Kore-KR" sz="400" b="1" dirty="0">
                  <a:solidFill>
                    <a:srgbClr val="FFC000"/>
                  </a:solidFill>
                </a:rPr>
                <a:t>MAN NAV</a:t>
              </a:r>
            </a:p>
            <a:p>
              <a:r>
                <a:rPr kumimoji="1" lang="en-US" altLang="ko-Kore-KR" sz="400" dirty="0">
                  <a:solidFill>
                    <a:srgbClr val="FFC000"/>
                  </a:solidFill>
                </a:rPr>
                <a:t>LS off</a:t>
              </a:r>
            </a:p>
          </p:txBody>
        </p:sp>
        <p:sp>
          <p:nvSpPr>
            <p:cNvPr id="131" name="사각형 설명선[R] 130">
              <a:extLst>
                <a:ext uri="{FF2B5EF4-FFF2-40B4-BE49-F238E27FC236}">
                  <a16:creationId xmlns:a16="http://schemas.microsoft.com/office/drawing/2014/main" id="{50F8FB4A-B0C5-1097-08A8-A99C29B11AC5}"/>
                </a:ext>
              </a:extLst>
            </p:cNvPr>
            <p:cNvSpPr/>
            <p:nvPr/>
          </p:nvSpPr>
          <p:spPr>
            <a:xfrm>
              <a:off x="41438" y="2100020"/>
              <a:ext cx="831397" cy="257663"/>
            </a:xfrm>
            <a:prstGeom prst="wedgeRectCallout">
              <a:avLst>
                <a:gd name="adj1" fmla="val -19159"/>
                <a:gd name="adj2" fmla="val -378452"/>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b="1" dirty="0">
                  <a:solidFill>
                    <a:srgbClr val="FFC000"/>
                  </a:solidFill>
                </a:rPr>
                <a:t>IKL -0.3NM</a:t>
              </a:r>
              <a:r>
                <a:rPr kumimoji="1" lang="en-US" altLang="ko-Kore-KR" sz="400" dirty="0"/>
                <a:t>, FPA -3 Pull</a:t>
              </a:r>
            </a:p>
            <a:p>
              <a:r>
                <a:rPr kumimoji="1" lang="en-US" altLang="ko-Kore-KR" sz="400" dirty="0"/>
                <a:t>Initial TURN, AP off</a:t>
              </a:r>
            </a:p>
            <a:p>
              <a:r>
                <a:rPr kumimoji="1" lang="en-US" altLang="ko-Kore-KR" sz="400" dirty="0"/>
                <a:t>Both FD off, SET RWY </a:t>
              </a:r>
              <a:r>
                <a:rPr kumimoji="1" lang="en-US" altLang="ko-Kore-KR" sz="400" b="1" dirty="0">
                  <a:solidFill>
                    <a:srgbClr val="FFC000"/>
                  </a:solidFill>
                </a:rPr>
                <a:t>TRK 223</a:t>
              </a:r>
            </a:p>
          </p:txBody>
        </p:sp>
      </p:grpSp>
      <p:sp>
        <p:nvSpPr>
          <p:cNvPr id="160" name="TextBox 159">
            <a:extLst>
              <a:ext uri="{FF2B5EF4-FFF2-40B4-BE49-F238E27FC236}">
                <a16:creationId xmlns:a16="http://schemas.microsoft.com/office/drawing/2014/main" id="{F6A533BC-8A9A-7058-7C59-40E16EE23D14}"/>
              </a:ext>
            </a:extLst>
          </p:cNvPr>
          <p:cNvSpPr txBox="1"/>
          <p:nvPr/>
        </p:nvSpPr>
        <p:spPr>
          <a:xfrm>
            <a:off x="1615990" y="3733622"/>
            <a:ext cx="535724" cy="215444"/>
          </a:xfrm>
          <a:prstGeom prst="rect">
            <a:avLst/>
          </a:prstGeom>
          <a:noFill/>
        </p:spPr>
        <p:txBody>
          <a:bodyPr wrap="none" rtlCol="0">
            <a:spAutoFit/>
          </a:bodyPr>
          <a:lstStyle/>
          <a:p>
            <a:pPr algn="ctr"/>
            <a:r>
              <a:rPr kumimoji="1" lang="en-US" altLang="ko-Kore-KR" sz="400" b="1" dirty="0"/>
              <a:t>DAMBO</a:t>
            </a:r>
            <a:r>
              <a:rPr kumimoji="1" lang="ko-KR" altLang="en-US" sz="400" b="1" dirty="0"/>
              <a:t> </a:t>
            </a:r>
            <a:r>
              <a:rPr kumimoji="1" lang="en-US" altLang="ko-KR" sz="400" b="1" dirty="0"/>
              <a:t>15NM</a:t>
            </a:r>
            <a:endParaRPr kumimoji="1" lang="en-US" altLang="ko-Kore-KR" sz="400" b="1" dirty="0"/>
          </a:p>
          <a:p>
            <a:pPr algn="ctr"/>
            <a:r>
              <a:rPr kumimoji="1" lang="en-US" altLang="ko-Kore-KR" sz="400" b="1" dirty="0">
                <a:solidFill>
                  <a:srgbClr val="FF0000"/>
                </a:solidFill>
              </a:rPr>
              <a:t>MAN 4000’</a:t>
            </a:r>
            <a:endParaRPr kumimoji="1" lang="ko-Kore-KR" altLang="en-US" sz="400" b="1" dirty="0">
              <a:solidFill>
                <a:srgbClr val="FF0000"/>
              </a:solidFill>
            </a:endParaRPr>
          </a:p>
        </p:txBody>
      </p:sp>
      <p:graphicFrame>
        <p:nvGraphicFramePr>
          <p:cNvPr id="174" name="Google Shape;138;p4">
            <a:extLst>
              <a:ext uri="{FF2B5EF4-FFF2-40B4-BE49-F238E27FC236}">
                <a16:creationId xmlns:a16="http://schemas.microsoft.com/office/drawing/2014/main" id="{49CD6598-1AD5-4896-00A5-6685E15A7EFF}"/>
              </a:ext>
            </a:extLst>
          </p:cNvPr>
          <p:cNvGraphicFramePr/>
          <p:nvPr>
            <p:extLst>
              <p:ext uri="{D42A27DB-BD31-4B8C-83A1-F6EECF244321}">
                <p14:modId xmlns:p14="http://schemas.microsoft.com/office/powerpoint/2010/main" val="3302484684"/>
              </p:ext>
            </p:extLst>
          </p:nvPr>
        </p:nvGraphicFramePr>
        <p:xfrm>
          <a:off x="0" y="3021066"/>
          <a:ext cx="2328850" cy="74256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55745">
                <a:tc>
                  <a:txBody>
                    <a:bodyPr/>
                    <a:lstStyle/>
                    <a:p>
                      <a:pPr marL="0" marR="0" lvl="0" indent="0" algn="ctr" rtl="0">
                        <a:spcBef>
                          <a:spcPts val="0"/>
                        </a:spcBef>
                        <a:spcAft>
                          <a:spcPts val="0"/>
                        </a:spcAft>
                        <a:buNone/>
                      </a:pPr>
                      <a:r>
                        <a:rPr lang="en-US" sz="1100" dirty="0"/>
                        <a:t>A330 HND LDA 23 W</a:t>
                      </a:r>
                      <a:endParaRPr lang="en-US" sz="1100" dirty="0">
                        <a:solidFill>
                          <a:srgbClr val="FFC000"/>
                        </a:solidFill>
                      </a:endParaRPr>
                    </a:p>
                  </a:txBody>
                  <a:tcPr marL="91450" marR="91450" marT="36000" marB="36000" anchor="ctr"/>
                </a:tc>
                <a:extLst>
                  <a:ext uri="{0D108BD9-81ED-4DB2-BD59-A6C34878D82A}">
                    <a16:rowId xmlns:a16="http://schemas.microsoft.com/office/drawing/2014/main" val="10000"/>
                  </a:ext>
                </a:extLst>
              </a:tr>
              <a:tr h="247616">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F-PLN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APPR                    STAR           TRANS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6F6F6F"/>
                          </a:solidFill>
                          <a:effectLst/>
                          <a:uLnTx/>
                          <a:uFillTx/>
                          <a:latin typeface="Calibri"/>
                          <a:cs typeface="Calibri"/>
                        </a:rPr>
                        <a:t>RNV23-W       XAC 2B      </a:t>
                      </a:r>
                      <a:r>
                        <a:rPr kumimoji="0" lang="en-US" altLang="ko-Kore-KR" sz="800" b="1" i="0" u="none" strike="noStrike" kern="1200" cap="none" spc="0" normalizeH="0" baseline="0" noProof="0" dirty="0">
                          <a:ln>
                            <a:noFill/>
                          </a:ln>
                          <a:solidFill>
                            <a:srgbClr val="6F6F6F"/>
                          </a:solidFill>
                          <a:effectLst/>
                          <a:uLnTx/>
                          <a:uFillTx/>
                          <a:latin typeface="Calibri"/>
                          <a:cs typeface="Calibri"/>
                        </a:rPr>
                        <a:t>BACON        </a:t>
                      </a: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txBody>
                  <a:tcPr marL="36000" marR="36000" marT="0" marB="0" anchor="ctr"/>
                </a:tc>
                <a:extLst>
                  <a:ext uri="{0D108BD9-81ED-4DB2-BD59-A6C34878D82A}">
                    <a16:rowId xmlns:a16="http://schemas.microsoft.com/office/drawing/2014/main" val="10001"/>
                  </a:ext>
                </a:extLst>
              </a:tr>
              <a:tr h="79237">
                <a:tc>
                  <a:txBody>
                    <a:bodyPr/>
                    <a:lstStyle/>
                    <a:p>
                      <a:pPr marL="0" marR="0" lvl="0" indent="0" algn="ctr" rtl="0">
                        <a:spcBef>
                          <a:spcPts val="0"/>
                        </a:spcBef>
                        <a:spcAft>
                          <a:spcPts val="0"/>
                        </a:spcAft>
                        <a:buNone/>
                      </a:pPr>
                      <a:r>
                        <a:rPr lang="en-US" sz="800" b="1" dirty="0">
                          <a:solidFill>
                            <a:srgbClr val="0070C0"/>
                          </a:solidFill>
                        </a:rPr>
                        <a:t>CHK ITL, ITL /12 180kts, /7 160kts, TTE 178 (GA)</a:t>
                      </a:r>
                    </a:p>
                  </a:txBody>
                  <a:tcPr marL="90000" marR="91450" marT="0" marB="0" anchor="ctr"/>
                </a:tc>
                <a:extLst>
                  <a:ext uri="{0D108BD9-81ED-4DB2-BD59-A6C34878D82A}">
                    <a16:rowId xmlns:a16="http://schemas.microsoft.com/office/drawing/2014/main" val="2408181646"/>
                  </a:ext>
                </a:extLst>
              </a:tr>
            </a:tbl>
          </a:graphicData>
        </a:graphic>
      </p:graphicFrame>
      <p:grpSp>
        <p:nvGrpSpPr>
          <p:cNvPr id="188" name="그룹 187">
            <a:extLst>
              <a:ext uri="{FF2B5EF4-FFF2-40B4-BE49-F238E27FC236}">
                <a16:creationId xmlns:a16="http://schemas.microsoft.com/office/drawing/2014/main" id="{721A4D9C-94AB-6C05-577F-57FE032AC484}"/>
              </a:ext>
            </a:extLst>
          </p:cNvPr>
          <p:cNvGrpSpPr/>
          <p:nvPr/>
        </p:nvGrpSpPr>
        <p:grpSpPr>
          <a:xfrm>
            <a:off x="0" y="3765311"/>
            <a:ext cx="2422260" cy="973508"/>
            <a:chOff x="0" y="3630864"/>
            <a:chExt cx="2422260" cy="973508"/>
          </a:xfrm>
        </p:grpSpPr>
        <p:pic>
          <p:nvPicPr>
            <p:cNvPr id="178" name="그림 177" descr="지도이(가) 표시된 사진&#10;&#10;자동 생성된 설명">
              <a:extLst>
                <a:ext uri="{FF2B5EF4-FFF2-40B4-BE49-F238E27FC236}">
                  <a16:creationId xmlns:a16="http://schemas.microsoft.com/office/drawing/2014/main" id="{363B6537-785B-4415-982F-5570CAB6C14E}"/>
                </a:ext>
              </a:extLst>
            </p:cNvPr>
            <p:cNvPicPr>
              <a:picLocks noChangeAspect="1"/>
            </p:cNvPicPr>
            <p:nvPr/>
          </p:nvPicPr>
          <p:blipFill>
            <a:blip r:embed="rId4"/>
            <a:stretch>
              <a:fillRect/>
            </a:stretch>
          </p:blipFill>
          <p:spPr>
            <a:xfrm>
              <a:off x="0" y="3643338"/>
              <a:ext cx="2328863" cy="646264"/>
            </a:xfrm>
            <a:prstGeom prst="rect">
              <a:avLst/>
            </a:prstGeom>
          </p:spPr>
        </p:pic>
        <p:sp>
          <p:nvSpPr>
            <p:cNvPr id="184" name="사각형 설명선[R] 183">
              <a:extLst>
                <a:ext uri="{FF2B5EF4-FFF2-40B4-BE49-F238E27FC236}">
                  <a16:creationId xmlns:a16="http://schemas.microsoft.com/office/drawing/2014/main" id="{CCAADF6F-C723-9626-43C9-D3EA68106BA2}"/>
                </a:ext>
              </a:extLst>
            </p:cNvPr>
            <p:cNvSpPr/>
            <p:nvPr/>
          </p:nvSpPr>
          <p:spPr>
            <a:xfrm>
              <a:off x="1523591" y="4018566"/>
              <a:ext cx="778363" cy="300693"/>
            </a:xfrm>
            <a:prstGeom prst="wedgeRectCallout">
              <a:avLst>
                <a:gd name="adj1" fmla="val 5856"/>
                <a:gd name="adj2" fmla="val -111637"/>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4000’ ALT</a:t>
              </a:r>
              <a:r>
                <a:rPr kumimoji="1" lang="en-US" altLang="ko-Kore-KR" sz="400" dirty="0">
                  <a:solidFill>
                    <a:srgbClr val="FFC000"/>
                  </a:solidFill>
                </a:rPr>
                <a:t>, 1000’ SET</a:t>
              </a:r>
            </a:p>
            <a:p>
              <a:r>
                <a:rPr kumimoji="1" lang="en-US" altLang="ko-Kore-KR" sz="400" dirty="0">
                  <a:solidFill>
                    <a:srgbClr val="FFC000"/>
                  </a:solidFill>
                </a:rPr>
                <a:t>TRK FPA ON, LOC ARM</a:t>
              </a:r>
              <a:r>
                <a:rPr kumimoji="1" lang="ko-KR" altLang="en-US" sz="400" dirty="0">
                  <a:solidFill>
                    <a:srgbClr val="FFC000"/>
                  </a:solidFill>
                </a:rPr>
                <a:t> </a:t>
              </a:r>
              <a:endParaRPr kumimoji="1" lang="en-US" altLang="ko-KR" sz="400" dirty="0">
                <a:solidFill>
                  <a:srgbClr val="FFC000"/>
                </a:solidFill>
              </a:endParaRPr>
            </a:p>
            <a:p>
              <a:r>
                <a:rPr kumimoji="1" lang="en-US" altLang="ko-KR" sz="400" dirty="0">
                  <a:solidFill>
                    <a:srgbClr val="FFC000"/>
                  </a:solidFill>
                </a:rPr>
                <a:t>DAMBO </a:t>
              </a:r>
              <a:r>
                <a:rPr kumimoji="1" lang="ko-KR" altLang="en-US" sz="400" dirty="0">
                  <a:solidFill>
                    <a:srgbClr val="FFC000"/>
                  </a:solidFill>
                </a:rPr>
                <a:t>전 </a:t>
              </a:r>
              <a:r>
                <a:rPr kumimoji="1" lang="en-US" altLang="ko-KR" sz="400" dirty="0">
                  <a:solidFill>
                    <a:srgbClr val="FFC000"/>
                  </a:solidFill>
                </a:rPr>
                <a:t>F1, PULL SPD 180</a:t>
              </a:r>
              <a:endParaRPr kumimoji="1" lang="en-US" altLang="ko-Kore-KR" sz="400" dirty="0">
                <a:solidFill>
                  <a:srgbClr val="FFC000"/>
                </a:solidFill>
              </a:endParaRPr>
            </a:p>
            <a:p>
              <a:r>
                <a:rPr kumimoji="1" lang="en-US" altLang="ko-KR" sz="400" dirty="0"/>
                <a:t>FPA -4, S/B or L/G DN</a:t>
              </a:r>
              <a:endParaRPr kumimoji="1" lang="en-US" altLang="ko-Kore-KR" sz="400" dirty="0"/>
            </a:p>
          </p:txBody>
        </p:sp>
        <p:cxnSp>
          <p:nvCxnSpPr>
            <p:cNvPr id="139" name="직선 연결선[R] 138">
              <a:extLst>
                <a:ext uri="{FF2B5EF4-FFF2-40B4-BE49-F238E27FC236}">
                  <a16:creationId xmlns:a16="http://schemas.microsoft.com/office/drawing/2014/main" id="{55AA203A-4DBD-1703-A78C-DE339A266C0B}"/>
                </a:ext>
              </a:extLst>
            </p:cNvPr>
            <p:cNvCxnSpPr>
              <a:cxnSpLocks/>
              <a:endCxn id="154" idx="3"/>
            </p:cNvCxnSpPr>
            <p:nvPr/>
          </p:nvCxnSpPr>
          <p:spPr>
            <a:xfrm flipH="1">
              <a:off x="567158" y="3790882"/>
              <a:ext cx="1734796" cy="18300"/>
            </a:xfrm>
            <a:prstGeom prst="line">
              <a:avLst/>
            </a:prstGeom>
            <a:ln w="19050">
              <a:solidFill>
                <a:srgbClr val="AA47F5"/>
              </a:solidFill>
            </a:ln>
          </p:spPr>
          <p:style>
            <a:lnRef idx="1">
              <a:schemeClr val="accent1"/>
            </a:lnRef>
            <a:fillRef idx="0">
              <a:schemeClr val="accent1"/>
            </a:fillRef>
            <a:effectRef idx="0">
              <a:schemeClr val="accent1"/>
            </a:effectRef>
            <a:fontRef idx="minor">
              <a:schemeClr val="tx1"/>
            </a:fontRef>
          </p:style>
        </p:cxnSp>
        <p:sp>
          <p:nvSpPr>
            <p:cNvPr id="140" name="포인트가 4개인 별 139">
              <a:extLst>
                <a:ext uri="{FF2B5EF4-FFF2-40B4-BE49-F238E27FC236}">
                  <a16:creationId xmlns:a16="http://schemas.microsoft.com/office/drawing/2014/main" id="{B60173C9-60FF-88CC-1878-29E91EBCFD47}"/>
                </a:ext>
              </a:extLst>
            </p:cNvPr>
            <p:cNvSpPr>
              <a:spLocks noChangeAspect="1"/>
            </p:cNvSpPr>
            <p:nvPr/>
          </p:nvSpPr>
          <p:spPr>
            <a:xfrm>
              <a:off x="1883850" y="3759372"/>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41" name="호 140">
              <a:extLst>
                <a:ext uri="{FF2B5EF4-FFF2-40B4-BE49-F238E27FC236}">
                  <a16:creationId xmlns:a16="http://schemas.microsoft.com/office/drawing/2014/main" id="{FA2EC4A5-7DCF-63D5-9905-ED5F96161282}"/>
                </a:ext>
              </a:extLst>
            </p:cNvPr>
            <p:cNvSpPr/>
            <p:nvPr/>
          </p:nvSpPr>
          <p:spPr>
            <a:xfrm>
              <a:off x="207820" y="3814963"/>
              <a:ext cx="618444" cy="789409"/>
            </a:xfrm>
            <a:prstGeom prst="arc">
              <a:avLst>
                <a:gd name="adj1" fmla="val 13104505"/>
                <a:gd name="adj2" fmla="val 16350233"/>
              </a:avLst>
            </a:prstGeom>
            <a:ln w="19050">
              <a:solidFill>
                <a:srgbClr val="AA47F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144" name="포인트가 4개인 별 143">
              <a:extLst>
                <a:ext uri="{FF2B5EF4-FFF2-40B4-BE49-F238E27FC236}">
                  <a16:creationId xmlns:a16="http://schemas.microsoft.com/office/drawing/2014/main" id="{13682C87-220F-3C6D-122F-D290A8A8456C}"/>
                </a:ext>
              </a:extLst>
            </p:cNvPr>
            <p:cNvSpPr>
              <a:spLocks noChangeAspect="1"/>
            </p:cNvSpPr>
            <p:nvPr/>
          </p:nvSpPr>
          <p:spPr>
            <a:xfrm>
              <a:off x="2123876" y="3755799"/>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54" name="포인트가 4개인 별 153">
              <a:extLst>
                <a:ext uri="{FF2B5EF4-FFF2-40B4-BE49-F238E27FC236}">
                  <a16:creationId xmlns:a16="http://schemas.microsoft.com/office/drawing/2014/main" id="{FA7C57CB-2DEB-9F65-9733-7B9C94C4286A}"/>
                </a:ext>
              </a:extLst>
            </p:cNvPr>
            <p:cNvSpPr>
              <a:spLocks noChangeAspect="1"/>
            </p:cNvSpPr>
            <p:nvPr/>
          </p:nvSpPr>
          <p:spPr>
            <a:xfrm>
              <a:off x="495158" y="3773403"/>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55" name="포인트가 4개인 별 154">
              <a:extLst>
                <a:ext uri="{FF2B5EF4-FFF2-40B4-BE49-F238E27FC236}">
                  <a16:creationId xmlns:a16="http://schemas.microsoft.com/office/drawing/2014/main" id="{9D109C1B-DE83-259A-6760-4E401FC85F2F}"/>
                </a:ext>
              </a:extLst>
            </p:cNvPr>
            <p:cNvSpPr>
              <a:spLocks noChangeAspect="1"/>
            </p:cNvSpPr>
            <p:nvPr/>
          </p:nvSpPr>
          <p:spPr>
            <a:xfrm>
              <a:off x="2285569" y="3754355"/>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61" name="TextBox 160">
              <a:extLst>
                <a:ext uri="{FF2B5EF4-FFF2-40B4-BE49-F238E27FC236}">
                  <a16:creationId xmlns:a16="http://schemas.microsoft.com/office/drawing/2014/main" id="{8C3CF52E-4B03-E408-1FCC-17F894710797}"/>
                </a:ext>
              </a:extLst>
            </p:cNvPr>
            <p:cNvSpPr txBox="1"/>
            <p:nvPr/>
          </p:nvSpPr>
          <p:spPr>
            <a:xfrm>
              <a:off x="2004541" y="3630864"/>
              <a:ext cx="351378" cy="153888"/>
            </a:xfrm>
            <a:prstGeom prst="rect">
              <a:avLst/>
            </a:prstGeom>
            <a:noFill/>
          </p:spPr>
          <p:txBody>
            <a:bodyPr wrap="none" rtlCol="0">
              <a:spAutoFit/>
            </a:bodyPr>
            <a:lstStyle/>
            <a:p>
              <a:pPr algn="ctr"/>
              <a:r>
                <a:rPr kumimoji="1" lang="en-US" altLang="ko-Kore-KR" sz="400" b="1" dirty="0"/>
                <a:t>DEANE</a:t>
              </a:r>
            </a:p>
          </p:txBody>
        </p:sp>
        <p:sp>
          <p:nvSpPr>
            <p:cNvPr id="164" name="포인트가 4개인 별 163">
              <a:extLst>
                <a:ext uri="{FF2B5EF4-FFF2-40B4-BE49-F238E27FC236}">
                  <a16:creationId xmlns:a16="http://schemas.microsoft.com/office/drawing/2014/main" id="{CBC73532-D832-AD74-229A-E558A64010BE}"/>
                </a:ext>
              </a:extLst>
            </p:cNvPr>
            <p:cNvSpPr>
              <a:spLocks noChangeAspect="1"/>
            </p:cNvSpPr>
            <p:nvPr/>
          </p:nvSpPr>
          <p:spPr>
            <a:xfrm>
              <a:off x="1451591" y="3761225"/>
              <a:ext cx="72000" cy="71557"/>
            </a:xfrm>
            <a:prstGeom prst="star4">
              <a:avLst>
                <a:gd name="adj" fmla="val 18750"/>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65" name="포인트가 4개인 별 164">
              <a:extLst>
                <a:ext uri="{FF2B5EF4-FFF2-40B4-BE49-F238E27FC236}">
                  <a16:creationId xmlns:a16="http://schemas.microsoft.com/office/drawing/2014/main" id="{441D308B-352F-D1AB-0A5C-4FCC983E4CDC}"/>
                </a:ext>
              </a:extLst>
            </p:cNvPr>
            <p:cNvSpPr>
              <a:spLocks noChangeAspect="1"/>
            </p:cNvSpPr>
            <p:nvPr/>
          </p:nvSpPr>
          <p:spPr>
            <a:xfrm>
              <a:off x="795523" y="3769369"/>
              <a:ext cx="72000" cy="71557"/>
            </a:xfrm>
            <a:prstGeom prst="star4">
              <a:avLst>
                <a:gd name="adj" fmla="val 18750"/>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kumimoji="1" lang="en-US" altLang="ko-Kore-KR" sz="200" dirty="0"/>
            </a:p>
          </p:txBody>
        </p:sp>
        <p:sp>
          <p:nvSpPr>
            <p:cNvPr id="167" name="포인트가 4개인 별 166">
              <a:extLst>
                <a:ext uri="{FF2B5EF4-FFF2-40B4-BE49-F238E27FC236}">
                  <a16:creationId xmlns:a16="http://schemas.microsoft.com/office/drawing/2014/main" id="{9AC0ED4C-6F77-D30B-9DBE-264AF523ABFD}"/>
                </a:ext>
              </a:extLst>
            </p:cNvPr>
            <p:cNvSpPr>
              <a:spLocks noChangeAspect="1"/>
            </p:cNvSpPr>
            <p:nvPr/>
          </p:nvSpPr>
          <p:spPr>
            <a:xfrm>
              <a:off x="394026" y="3792801"/>
              <a:ext cx="72000" cy="71557"/>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sz="1600"/>
            </a:p>
          </p:txBody>
        </p:sp>
        <p:sp>
          <p:nvSpPr>
            <p:cNvPr id="168" name="TextBox 167">
              <a:extLst>
                <a:ext uri="{FF2B5EF4-FFF2-40B4-BE49-F238E27FC236}">
                  <a16:creationId xmlns:a16="http://schemas.microsoft.com/office/drawing/2014/main" id="{6EBD211B-AE74-F804-C764-3E49B28A996B}"/>
                </a:ext>
              </a:extLst>
            </p:cNvPr>
            <p:cNvSpPr txBox="1"/>
            <p:nvPr/>
          </p:nvSpPr>
          <p:spPr>
            <a:xfrm>
              <a:off x="94892" y="3668667"/>
              <a:ext cx="434735" cy="153888"/>
            </a:xfrm>
            <a:prstGeom prst="rect">
              <a:avLst/>
            </a:prstGeom>
            <a:noFill/>
          </p:spPr>
          <p:txBody>
            <a:bodyPr wrap="none" rtlCol="0">
              <a:spAutoFit/>
            </a:bodyPr>
            <a:lstStyle/>
            <a:p>
              <a:pPr algn="ctr"/>
              <a:r>
                <a:rPr kumimoji="1" lang="en-US" altLang="ko-Kore-KR" sz="400" b="1" dirty="0"/>
                <a:t>DES POINT</a:t>
              </a:r>
            </a:p>
          </p:txBody>
        </p:sp>
        <p:sp>
          <p:nvSpPr>
            <p:cNvPr id="169" name="TextBox 168">
              <a:extLst>
                <a:ext uri="{FF2B5EF4-FFF2-40B4-BE49-F238E27FC236}">
                  <a16:creationId xmlns:a16="http://schemas.microsoft.com/office/drawing/2014/main" id="{FE1DE3EC-3FF5-A902-21E2-220B0B65C7F0}"/>
                </a:ext>
              </a:extLst>
            </p:cNvPr>
            <p:cNvSpPr txBox="1"/>
            <p:nvPr/>
          </p:nvSpPr>
          <p:spPr>
            <a:xfrm>
              <a:off x="541740" y="3664513"/>
              <a:ext cx="638316" cy="153888"/>
            </a:xfrm>
            <a:prstGeom prst="rect">
              <a:avLst/>
            </a:prstGeom>
            <a:noFill/>
          </p:spPr>
          <p:txBody>
            <a:bodyPr wrap="none" rtlCol="0">
              <a:spAutoFit/>
            </a:bodyPr>
            <a:lstStyle/>
            <a:p>
              <a:pPr algn="ctr"/>
              <a:r>
                <a:rPr kumimoji="1" lang="en-US" altLang="ko-Kore-KR" sz="400" b="1" dirty="0"/>
                <a:t>ITL 7DME </a:t>
              </a:r>
              <a:r>
                <a:rPr kumimoji="1" lang="en-US" altLang="ko-Kore-KR" sz="400" b="1" dirty="0">
                  <a:solidFill>
                    <a:srgbClr val="00B0F0"/>
                  </a:solidFill>
                </a:rPr>
                <a:t>MAN SPD</a:t>
              </a:r>
            </a:p>
          </p:txBody>
        </p:sp>
        <p:sp>
          <p:nvSpPr>
            <p:cNvPr id="170" name="TextBox 169">
              <a:extLst>
                <a:ext uri="{FF2B5EF4-FFF2-40B4-BE49-F238E27FC236}">
                  <a16:creationId xmlns:a16="http://schemas.microsoft.com/office/drawing/2014/main" id="{3E67399B-9171-68DF-0084-8ED2F03169CF}"/>
                </a:ext>
              </a:extLst>
            </p:cNvPr>
            <p:cNvSpPr txBox="1"/>
            <p:nvPr/>
          </p:nvSpPr>
          <p:spPr>
            <a:xfrm>
              <a:off x="1124861" y="3643850"/>
              <a:ext cx="712054" cy="153888"/>
            </a:xfrm>
            <a:prstGeom prst="rect">
              <a:avLst/>
            </a:prstGeom>
            <a:noFill/>
          </p:spPr>
          <p:txBody>
            <a:bodyPr wrap="none" rtlCol="0">
              <a:spAutoFit/>
            </a:bodyPr>
            <a:lstStyle/>
            <a:p>
              <a:pPr algn="ctr"/>
              <a:r>
                <a:rPr kumimoji="1" lang="en-US" altLang="ko-Kore-KR" sz="400" b="1" dirty="0"/>
                <a:t>ITL 12DME </a:t>
              </a:r>
              <a:r>
                <a:rPr kumimoji="1" lang="en-US" altLang="ko-Kore-KR" sz="400" b="1" dirty="0">
                  <a:solidFill>
                    <a:srgbClr val="00B0F0"/>
                  </a:solidFill>
                </a:rPr>
                <a:t>F2, SPD 160</a:t>
              </a:r>
            </a:p>
          </p:txBody>
        </p:sp>
        <p:sp>
          <p:nvSpPr>
            <p:cNvPr id="183" name="TextBox 182">
              <a:extLst>
                <a:ext uri="{FF2B5EF4-FFF2-40B4-BE49-F238E27FC236}">
                  <a16:creationId xmlns:a16="http://schemas.microsoft.com/office/drawing/2014/main" id="{22DC2640-4B3C-7FDF-2A0A-5FE2AA00AE49}"/>
                </a:ext>
              </a:extLst>
            </p:cNvPr>
            <p:cNvSpPr txBox="1"/>
            <p:nvPr/>
          </p:nvSpPr>
          <p:spPr>
            <a:xfrm>
              <a:off x="1969892" y="3821698"/>
              <a:ext cx="452368" cy="215444"/>
            </a:xfrm>
            <a:prstGeom prst="rect">
              <a:avLst/>
            </a:prstGeom>
            <a:noFill/>
          </p:spPr>
          <p:txBody>
            <a:bodyPr wrap="none" rtlCol="0">
              <a:spAutoFit/>
            </a:bodyPr>
            <a:lstStyle/>
            <a:p>
              <a:pPr algn="ctr"/>
              <a:r>
                <a:rPr kumimoji="1" lang="en-US" altLang="ko-KR" sz="400" b="1" dirty="0"/>
                <a:t>DANON</a:t>
              </a:r>
              <a:endParaRPr kumimoji="1" lang="en-US" altLang="ko-Kore-KR" sz="400" b="1" dirty="0"/>
            </a:p>
            <a:p>
              <a:pPr algn="ctr"/>
              <a:r>
                <a:rPr kumimoji="1" lang="en-US" altLang="ko-Kore-KR" sz="400" b="1" dirty="0">
                  <a:solidFill>
                    <a:srgbClr val="FF0000"/>
                  </a:solidFill>
                </a:rPr>
                <a:t>MAN 4000’</a:t>
              </a:r>
              <a:endParaRPr kumimoji="1" lang="ko-Kore-KR" altLang="en-US" sz="400" b="1" dirty="0">
                <a:solidFill>
                  <a:srgbClr val="FF0000"/>
                </a:solidFill>
              </a:endParaRPr>
            </a:p>
          </p:txBody>
        </p:sp>
        <p:sp>
          <p:nvSpPr>
            <p:cNvPr id="185" name="사각형 설명선[R] 184">
              <a:extLst>
                <a:ext uri="{FF2B5EF4-FFF2-40B4-BE49-F238E27FC236}">
                  <a16:creationId xmlns:a16="http://schemas.microsoft.com/office/drawing/2014/main" id="{7EBE6BC0-7167-4C36-63B4-BD92064F0B81}"/>
                </a:ext>
              </a:extLst>
            </p:cNvPr>
            <p:cNvSpPr/>
            <p:nvPr/>
          </p:nvSpPr>
          <p:spPr>
            <a:xfrm>
              <a:off x="989652" y="4254839"/>
              <a:ext cx="510056" cy="209027"/>
            </a:xfrm>
            <a:prstGeom prst="wedgeRectCallout">
              <a:avLst>
                <a:gd name="adj1" fmla="val -38526"/>
                <a:gd name="adj2" fmla="val -250861"/>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dirty="0"/>
                <a:t>L/D FLAP</a:t>
              </a:r>
            </a:p>
            <a:p>
              <a:r>
                <a:rPr kumimoji="1" lang="en-US" altLang="ko-Kore-KR" sz="400" dirty="0"/>
                <a:t>Before LD CHK</a:t>
              </a:r>
            </a:p>
            <a:p>
              <a:r>
                <a:rPr kumimoji="1" lang="en-US" altLang="ko-Kore-KR" sz="400" dirty="0"/>
                <a:t>ALT, GA 4000’ SET</a:t>
              </a:r>
              <a:endParaRPr kumimoji="1" lang="en-US" altLang="ko-KR" sz="400" dirty="0"/>
            </a:p>
          </p:txBody>
        </p:sp>
        <p:sp>
          <p:nvSpPr>
            <p:cNvPr id="186" name="사각형 설명선[R] 185">
              <a:extLst>
                <a:ext uri="{FF2B5EF4-FFF2-40B4-BE49-F238E27FC236}">
                  <a16:creationId xmlns:a16="http://schemas.microsoft.com/office/drawing/2014/main" id="{F541C3FD-B3D9-801F-2860-0A9309E6E534}"/>
                </a:ext>
              </a:extLst>
            </p:cNvPr>
            <p:cNvSpPr/>
            <p:nvPr/>
          </p:nvSpPr>
          <p:spPr>
            <a:xfrm>
              <a:off x="391528" y="4016767"/>
              <a:ext cx="627057" cy="209027"/>
            </a:xfrm>
            <a:prstGeom prst="wedgeRectCallout">
              <a:avLst>
                <a:gd name="adj1" fmla="val -12500"/>
                <a:gd name="adj2" fmla="val -139288"/>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b="1" dirty="0">
                  <a:solidFill>
                    <a:srgbClr val="FF0000"/>
                  </a:solidFill>
                </a:rPr>
                <a:t>At MX23</a:t>
              </a:r>
            </a:p>
            <a:p>
              <a:r>
                <a:rPr kumimoji="1" lang="en-US" altLang="ko-Kore-KR" sz="400" dirty="0" err="1"/>
                <a:t>Diarm</a:t>
              </a:r>
              <a:r>
                <a:rPr kumimoji="1" lang="en-US" altLang="ko-Kore-KR" sz="400" dirty="0"/>
                <a:t> LOC, </a:t>
              </a:r>
              <a:r>
                <a:rPr kumimoji="1" lang="en-US" altLang="ko-Kore-KR" sz="400" b="1" dirty="0">
                  <a:solidFill>
                    <a:srgbClr val="FFC000"/>
                  </a:solidFill>
                </a:rPr>
                <a:t>MAN NAV</a:t>
              </a:r>
            </a:p>
            <a:p>
              <a:r>
                <a:rPr kumimoji="1" lang="en-US" altLang="ko-Kore-KR" sz="400" dirty="0">
                  <a:solidFill>
                    <a:srgbClr val="FFC000"/>
                  </a:solidFill>
                </a:rPr>
                <a:t>LS off</a:t>
              </a:r>
            </a:p>
          </p:txBody>
        </p:sp>
        <p:sp>
          <p:nvSpPr>
            <p:cNvPr id="166" name="TextBox 165">
              <a:extLst>
                <a:ext uri="{FF2B5EF4-FFF2-40B4-BE49-F238E27FC236}">
                  <a16:creationId xmlns:a16="http://schemas.microsoft.com/office/drawing/2014/main" id="{B564E15B-A610-1B00-C486-13AA915EE032}"/>
                </a:ext>
              </a:extLst>
            </p:cNvPr>
            <p:cNvSpPr txBox="1"/>
            <p:nvPr/>
          </p:nvSpPr>
          <p:spPr>
            <a:xfrm>
              <a:off x="380929" y="3802994"/>
              <a:ext cx="324128" cy="215444"/>
            </a:xfrm>
            <a:prstGeom prst="rect">
              <a:avLst/>
            </a:prstGeom>
            <a:noFill/>
          </p:spPr>
          <p:txBody>
            <a:bodyPr wrap="none" rtlCol="0">
              <a:spAutoFit/>
            </a:bodyPr>
            <a:lstStyle/>
            <a:p>
              <a:pPr algn="ctr"/>
              <a:r>
                <a:rPr kumimoji="1" lang="en-US" altLang="ko-Kore-KR" sz="400" b="1" dirty="0"/>
                <a:t>MX23</a:t>
              </a:r>
            </a:p>
            <a:p>
              <a:pPr algn="ctr"/>
              <a:r>
                <a:rPr kumimoji="1" lang="en-US" altLang="ko-Kore-KR" sz="400" b="1" dirty="0"/>
                <a:t>1000’</a:t>
              </a:r>
            </a:p>
          </p:txBody>
        </p:sp>
        <p:sp>
          <p:nvSpPr>
            <p:cNvPr id="187" name="사각형 설명선[R] 186">
              <a:extLst>
                <a:ext uri="{FF2B5EF4-FFF2-40B4-BE49-F238E27FC236}">
                  <a16:creationId xmlns:a16="http://schemas.microsoft.com/office/drawing/2014/main" id="{2B959C5A-93AF-B2A0-7EC4-6F37A4A50484}"/>
                </a:ext>
              </a:extLst>
            </p:cNvPr>
            <p:cNvSpPr/>
            <p:nvPr/>
          </p:nvSpPr>
          <p:spPr>
            <a:xfrm>
              <a:off x="0" y="4300827"/>
              <a:ext cx="831397" cy="257663"/>
            </a:xfrm>
            <a:prstGeom prst="wedgeRectCallout">
              <a:avLst>
                <a:gd name="adj1" fmla="val -3502"/>
                <a:gd name="adj2" fmla="val -214566"/>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400" b="1" dirty="0">
                  <a:solidFill>
                    <a:srgbClr val="FFC000"/>
                  </a:solidFill>
                </a:rPr>
                <a:t>ITL -0.3NM</a:t>
              </a:r>
              <a:r>
                <a:rPr kumimoji="1" lang="en-US" altLang="ko-Kore-KR" sz="400" dirty="0"/>
                <a:t>, FPA -3 Pull</a:t>
              </a:r>
            </a:p>
            <a:p>
              <a:r>
                <a:rPr kumimoji="1" lang="en-US" altLang="ko-Kore-KR" sz="400" dirty="0"/>
                <a:t>Initial TURN, AP off</a:t>
              </a:r>
            </a:p>
            <a:p>
              <a:r>
                <a:rPr kumimoji="1" lang="en-US" altLang="ko-Kore-KR" sz="400" dirty="0"/>
                <a:t>Both FD off, SET RWY </a:t>
              </a:r>
              <a:r>
                <a:rPr kumimoji="1" lang="en-US" altLang="ko-Kore-KR" sz="400" b="1" dirty="0">
                  <a:solidFill>
                    <a:srgbClr val="FFC000"/>
                  </a:solidFill>
                </a:rPr>
                <a:t>TRK 231</a:t>
              </a:r>
            </a:p>
          </p:txBody>
        </p:sp>
      </p:grpSp>
      <p:graphicFrame>
        <p:nvGraphicFramePr>
          <p:cNvPr id="189" name="Google Shape;138;p4">
            <a:extLst>
              <a:ext uri="{FF2B5EF4-FFF2-40B4-BE49-F238E27FC236}">
                <a16:creationId xmlns:a16="http://schemas.microsoft.com/office/drawing/2014/main" id="{422495BC-B091-7E52-453A-47E6DF9BA6F9}"/>
              </a:ext>
            </a:extLst>
          </p:cNvPr>
          <p:cNvGraphicFramePr/>
          <p:nvPr/>
        </p:nvGraphicFramePr>
        <p:xfrm>
          <a:off x="3610" y="4711422"/>
          <a:ext cx="2328850" cy="54024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16787">
                <a:tc>
                  <a:txBody>
                    <a:bodyPr/>
                    <a:lstStyle/>
                    <a:p>
                      <a:pPr marL="0" marR="0" lvl="0" indent="0" algn="ctr" rtl="0">
                        <a:spcBef>
                          <a:spcPts val="0"/>
                        </a:spcBef>
                        <a:spcAft>
                          <a:spcPts val="0"/>
                        </a:spcAft>
                        <a:buNone/>
                      </a:pPr>
                      <a:r>
                        <a:rPr lang="en-US" sz="1000" dirty="0"/>
                        <a:t>Missed App</a:t>
                      </a:r>
                    </a:p>
                  </a:txBody>
                  <a:tcPr marL="36000" marR="36000" marT="36000" marB="36000" anchor="ctr"/>
                </a:tc>
                <a:extLst>
                  <a:ext uri="{0D108BD9-81ED-4DB2-BD59-A6C34878D82A}">
                    <a16:rowId xmlns:a16="http://schemas.microsoft.com/office/drawing/2014/main" val="10000"/>
                  </a:ext>
                </a:extLst>
              </a:tr>
              <a:tr h="164377">
                <a:tc>
                  <a:txBody>
                    <a:bodyPr/>
                    <a:lstStyle/>
                    <a:p>
                      <a:pPr marL="0" marR="0" lvl="0" indent="0" algn="l" rtl="0">
                        <a:spcBef>
                          <a:spcPts val="0"/>
                        </a:spcBef>
                        <a:spcAft>
                          <a:spcPts val="0"/>
                        </a:spcAft>
                        <a:buNone/>
                      </a:pPr>
                      <a:r>
                        <a:rPr lang="en-US" altLang="ko-KR" sz="800" dirty="0"/>
                        <a:t>L/H Turn </a:t>
                      </a:r>
                      <a:r>
                        <a:rPr lang="en-US" altLang="ko-KR" sz="800" b="1" dirty="0">
                          <a:solidFill>
                            <a:srgbClr val="C00000"/>
                          </a:solidFill>
                        </a:rPr>
                        <a:t>HME 177 </a:t>
                      </a:r>
                      <a:r>
                        <a:rPr lang="en-US" altLang="ko-KR" sz="800" dirty="0"/>
                        <a:t>OUTBD (PULL TRK)</a:t>
                      </a:r>
                    </a:p>
                    <a:p>
                      <a:pPr marL="0" marR="0" lvl="0" indent="0" algn="l" rtl="0">
                        <a:spcBef>
                          <a:spcPts val="0"/>
                        </a:spcBef>
                        <a:spcAft>
                          <a:spcPts val="0"/>
                        </a:spcAft>
                        <a:buNone/>
                      </a:pPr>
                      <a:r>
                        <a:rPr lang="en-US" altLang="ko-KR" sz="800" dirty="0">
                          <a:solidFill>
                            <a:srgbClr val="0070C0"/>
                          </a:solidFill>
                        </a:rPr>
                        <a:t>(DCT UTIBO Radial In 357, MAN NAV)</a:t>
                      </a:r>
                      <a:r>
                        <a:rPr lang="en-US" altLang="ko-KR" sz="800" dirty="0"/>
                        <a:t> </a:t>
                      </a:r>
                    </a:p>
                  </a:txBody>
                  <a:tcPr marL="36000" marR="36000" marT="36000" marB="36000" anchor="ctr"/>
                </a:tc>
                <a:extLst>
                  <a:ext uri="{0D108BD9-81ED-4DB2-BD59-A6C34878D82A}">
                    <a16:rowId xmlns:a16="http://schemas.microsoft.com/office/drawing/2014/main" val="10001"/>
                  </a:ext>
                </a:extLst>
              </a:tr>
            </a:tbl>
          </a:graphicData>
        </a:graphic>
      </p:graphicFrame>
      <p:sp>
        <p:nvSpPr>
          <p:cNvPr id="2" name="TextBox 1">
            <a:extLst>
              <a:ext uri="{FF2B5EF4-FFF2-40B4-BE49-F238E27FC236}">
                <a16:creationId xmlns:a16="http://schemas.microsoft.com/office/drawing/2014/main" id="{A0E06639-0944-9437-6E50-A746889BA235}"/>
              </a:ext>
            </a:extLst>
          </p:cNvPr>
          <p:cNvSpPr txBox="1"/>
          <p:nvPr/>
        </p:nvSpPr>
        <p:spPr>
          <a:xfrm>
            <a:off x="1628986" y="3733622"/>
            <a:ext cx="535724" cy="215444"/>
          </a:xfrm>
          <a:prstGeom prst="rect">
            <a:avLst/>
          </a:prstGeom>
          <a:noFill/>
        </p:spPr>
        <p:txBody>
          <a:bodyPr wrap="none" rtlCol="0">
            <a:spAutoFit/>
          </a:bodyPr>
          <a:lstStyle/>
          <a:p>
            <a:pPr algn="ctr"/>
            <a:r>
              <a:rPr kumimoji="1" lang="en-US" altLang="ko-Kore-KR" sz="400" b="1" dirty="0"/>
              <a:t>DAMBO 13NM</a:t>
            </a:r>
          </a:p>
          <a:p>
            <a:pPr algn="ctr"/>
            <a:r>
              <a:rPr kumimoji="1" lang="en-US" altLang="ko-Kore-KR" sz="400" b="1" dirty="0">
                <a:solidFill>
                  <a:srgbClr val="FF0000"/>
                </a:solidFill>
              </a:rPr>
              <a:t>MAN 4000’</a:t>
            </a:r>
          </a:p>
        </p:txBody>
      </p:sp>
      <p:sp>
        <p:nvSpPr>
          <p:cNvPr id="3" name="TextBox 2">
            <a:extLst>
              <a:ext uri="{FF2B5EF4-FFF2-40B4-BE49-F238E27FC236}">
                <a16:creationId xmlns:a16="http://schemas.microsoft.com/office/drawing/2014/main" id="{FE1BDB2D-3BA7-D9E4-AC4B-A7D57DD429AC}"/>
              </a:ext>
            </a:extLst>
          </p:cNvPr>
          <p:cNvSpPr txBox="1"/>
          <p:nvPr/>
        </p:nvSpPr>
        <p:spPr>
          <a:xfrm>
            <a:off x="41438" y="2057392"/>
            <a:ext cx="2213253" cy="292388"/>
          </a:xfrm>
          <a:prstGeom prst="rect">
            <a:avLst/>
          </a:prstGeom>
          <a:noFill/>
        </p:spPr>
        <p:txBody>
          <a:bodyPr wrap="square" rtlCol="0">
            <a:spAutoFit/>
          </a:bodyPr>
          <a:lstStyle/>
          <a:p>
            <a:r>
              <a:rPr kumimoji="1" lang="ko-Kore-KR" altLang="en-US" sz="500" dirty="0"/>
              <a:t>고려사항</a:t>
            </a:r>
            <a:endParaRPr kumimoji="1" lang="en-US" altLang="ko-Kore-KR" sz="500" dirty="0"/>
          </a:p>
          <a:p>
            <a:r>
              <a:rPr kumimoji="1" lang="en-US" altLang="ko-KR" sz="400" dirty="0"/>
              <a:t>-</a:t>
            </a:r>
            <a:r>
              <a:rPr kumimoji="1" lang="ko-Kore-KR" altLang="en-US" sz="400" dirty="0"/>
              <a:t> </a:t>
            </a:r>
            <a:r>
              <a:rPr kumimoji="1" lang="en-US" altLang="ko-KR" sz="400" dirty="0"/>
              <a:t>Procedure SPD </a:t>
            </a:r>
            <a:r>
              <a:rPr kumimoji="1" lang="ko-KR" altLang="en-US" sz="400" dirty="0"/>
              <a:t>지켜야 </a:t>
            </a:r>
            <a:r>
              <a:rPr kumimoji="1" lang="en-US" altLang="ko-KR" sz="400" dirty="0"/>
              <a:t>Traffic </a:t>
            </a:r>
            <a:r>
              <a:rPr kumimoji="1" lang="ko-KR" altLang="en-US" sz="400" dirty="0"/>
              <a:t>간격 유지됨</a:t>
            </a:r>
            <a:r>
              <a:rPr kumimoji="1" lang="en-US" altLang="ko-KR" sz="400" dirty="0"/>
              <a:t>.</a:t>
            </a:r>
            <a:r>
              <a:rPr kumimoji="1" lang="ko-KR" altLang="en-US" sz="400" dirty="0"/>
              <a:t> 무게에 따라 </a:t>
            </a:r>
            <a:r>
              <a:rPr kumimoji="1" lang="en-US" altLang="ko-KR" sz="400" dirty="0"/>
              <a:t>-4</a:t>
            </a:r>
            <a:r>
              <a:rPr kumimoji="1" lang="ko-KR" altLang="en-US" sz="400" dirty="0"/>
              <a:t>도 </a:t>
            </a:r>
            <a:r>
              <a:rPr kumimoji="1" lang="ko-KR" altLang="en-US" sz="400" dirty="0" err="1"/>
              <a:t>증속가능성</a:t>
            </a:r>
            <a:r>
              <a:rPr kumimoji="1" lang="ko-KR" altLang="en-US" sz="400" dirty="0"/>
              <a:t> 있음</a:t>
            </a:r>
            <a:r>
              <a:rPr kumimoji="1" lang="en-US" altLang="ko-KR" sz="400" dirty="0"/>
              <a:t>.</a:t>
            </a:r>
          </a:p>
          <a:p>
            <a:r>
              <a:rPr kumimoji="1" lang="en-US" altLang="ko-KR" sz="400" dirty="0"/>
              <a:t>-</a:t>
            </a:r>
            <a:r>
              <a:rPr kumimoji="1" lang="ko-KR" altLang="en-US" sz="400" dirty="0"/>
              <a:t> </a:t>
            </a:r>
            <a:r>
              <a:rPr kumimoji="1" lang="en-US" altLang="ko-KR" sz="400" dirty="0"/>
              <a:t>S/B</a:t>
            </a:r>
            <a:r>
              <a:rPr kumimoji="1" lang="ko-KR" altLang="en-US" sz="400" dirty="0"/>
              <a:t> 사용하거나 강하각을 조절하는 것이 필요함</a:t>
            </a:r>
            <a:r>
              <a:rPr kumimoji="1" lang="en-US" altLang="ko-KR" sz="400" dirty="0"/>
              <a:t>.</a:t>
            </a:r>
            <a:r>
              <a:rPr kumimoji="1" lang="ko-KR" altLang="en-US" sz="400" dirty="0"/>
              <a:t>   </a:t>
            </a:r>
            <a:endParaRPr kumimoji="1" lang="ko-Kore-KR" altLang="en-US" sz="1600" dirty="0"/>
          </a:p>
        </p:txBody>
      </p:sp>
    </p:spTree>
    <p:extLst>
      <p:ext uri="{BB962C8B-B14F-4D97-AF65-F5344CB8AC3E}">
        <p14:creationId xmlns:p14="http://schemas.microsoft.com/office/powerpoint/2010/main" val="35380960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 name="TextBox 2">
            <a:extLst>
              <a:ext uri="{FF2B5EF4-FFF2-40B4-BE49-F238E27FC236}">
                <a16:creationId xmlns:a16="http://schemas.microsoft.com/office/drawing/2014/main" id="{D411E119-4026-CE0D-8F48-49BFB4C46FBA}"/>
              </a:ext>
            </a:extLst>
          </p:cNvPr>
          <p:cNvSpPr txBox="1"/>
          <p:nvPr/>
        </p:nvSpPr>
        <p:spPr>
          <a:xfrm>
            <a:off x="953780" y="2229999"/>
            <a:ext cx="1287532" cy="693899"/>
          </a:xfrm>
          <a:prstGeom prst="rect">
            <a:avLst/>
          </a:prstGeom>
          <a:noFill/>
        </p:spPr>
        <p:txBody>
          <a:bodyPr wrap="none" tIns="36000" bIns="3600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DEP </a:t>
            </a:r>
            <a:r>
              <a:rPr kumimoji="1" lang="en-US" altLang="ko-Kore-KR" sz="700" b="1" u="sng" dirty="0">
                <a:solidFill>
                  <a:srgbClr val="FF0000"/>
                </a:solidFill>
                <a:latin typeface="Gulim" panose="020B0600000101010101" pitchFamily="34" charset="-127"/>
                <a:ea typeface="Gulim" panose="020B0600000101010101" pitchFamily="34" charset="-127"/>
              </a:rPr>
              <a:t>ATIS</a:t>
            </a:r>
          </a:p>
          <a:p>
            <a:pPr>
              <a:lnSpc>
                <a:spcPct val="150000"/>
              </a:lnSpc>
            </a:pPr>
            <a:r>
              <a:rPr kumimoji="1" lang="en-US" altLang="ko-KR" sz="700" b="1" u="sng" dirty="0">
                <a:latin typeface="Gulim" panose="020B0600000101010101" pitchFamily="34" charset="-127"/>
                <a:ea typeface="Gulim" panose="020B0600000101010101" pitchFamily="34" charset="-127"/>
              </a:rPr>
              <a:t>TKO 120.5 – FUK 133.02 </a:t>
            </a:r>
            <a:endParaRPr kumimoji="1" lang="en-US" altLang="ko-Kore-KR" sz="700" b="1" u="sng" dirty="0">
              <a:latin typeface="Gulim" panose="020B0600000101010101" pitchFamily="34" charset="-127"/>
              <a:ea typeface="Gulim" panose="020B0600000101010101" pitchFamily="34" charset="-127"/>
            </a:endParaRPr>
          </a:p>
          <a:p>
            <a:pPr>
              <a:lnSpc>
                <a:spcPct val="150000"/>
              </a:lnSpc>
            </a:pPr>
            <a:r>
              <a:rPr kumimoji="1" lang="en-US" altLang="ko-Kore-KR" sz="700" b="1" u="sng" dirty="0">
                <a:latin typeface="Gulim" panose="020B0600000101010101" pitchFamily="34" charset="-127"/>
                <a:ea typeface="Gulim" panose="020B0600000101010101" pitchFamily="34" charset="-127"/>
              </a:rPr>
              <a:t>TGU 120.57</a:t>
            </a:r>
          </a:p>
          <a:p>
            <a:pPr>
              <a:lnSpc>
                <a:spcPct val="150000"/>
              </a:lnSpc>
            </a:pPr>
            <a:r>
              <a:rPr kumimoji="1" lang="en-US" altLang="ko-KR" sz="700" b="1" u="sng" dirty="0">
                <a:latin typeface="Gulim" panose="020B0600000101010101" pitchFamily="34" charset="-127"/>
                <a:ea typeface="Gulim" panose="020B0600000101010101" pitchFamily="34" charset="-127"/>
              </a:rPr>
              <a:t>APP 119.75</a:t>
            </a:r>
            <a:endParaRPr kumimoji="1" lang="ko-Kore-KR" altLang="en-US" sz="700" b="1" u="sng" dirty="0">
              <a:latin typeface="Gulim" panose="020B0600000101010101" pitchFamily="34" charset="-127"/>
              <a:ea typeface="Gulim" panose="020B0600000101010101" pitchFamily="34" charset="-127"/>
            </a:endParaRPr>
          </a:p>
        </p:txBody>
      </p:sp>
      <p:graphicFrame>
        <p:nvGraphicFramePr>
          <p:cNvPr id="354" name="Google Shape;354;p25"/>
          <p:cNvGraphicFramePr/>
          <p:nvPr>
            <p:extLst>
              <p:ext uri="{D42A27DB-BD31-4B8C-83A1-F6EECF244321}">
                <p14:modId xmlns:p14="http://schemas.microsoft.com/office/powerpoint/2010/main" val="1305581196"/>
              </p:ext>
            </p:extLst>
          </p:nvPr>
        </p:nvGraphicFramePr>
        <p:xfrm>
          <a:off x="0" y="611909"/>
          <a:ext cx="2332936" cy="1618090"/>
        </p:xfrm>
        <a:graphic>
          <a:graphicData uri="http://schemas.openxmlformats.org/drawingml/2006/table">
            <a:tbl>
              <a:tblPr firstRow="1" bandRow="1">
                <a:tableStyleId>{A521BE36-7E6F-4EC9-8D66-1CF97A6895EC}</a:tableStyleId>
              </a:tblPr>
              <a:tblGrid>
                <a:gridCol w="323689">
                  <a:extLst>
                    <a:ext uri="{9D8B030D-6E8A-4147-A177-3AD203B41FA5}">
                      <a16:colId xmlns:a16="http://schemas.microsoft.com/office/drawing/2014/main" val="20000"/>
                    </a:ext>
                  </a:extLst>
                </a:gridCol>
                <a:gridCol w="61400">
                  <a:extLst>
                    <a:ext uri="{9D8B030D-6E8A-4147-A177-3AD203B41FA5}">
                      <a16:colId xmlns:a16="http://schemas.microsoft.com/office/drawing/2014/main" val="1791132177"/>
                    </a:ext>
                  </a:extLst>
                </a:gridCol>
                <a:gridCol w="314468">
                  <a:extLst>
                    <a:ext uri="{9D8B030D-6E8A-4147-A177-3AD203B41FA5}">
                      <a16:colId xmlns:a16="http://schemas.microsoft.com/office/drawing/2014/main" val="1287199069"/>
                    </a:ext>
                  </a:extLst>
                </a:gridCol>
                <a:gridCol w="270573">
                  <a:extLst>
                    <a:ext uri="{9D8B030D-6E8A-4147-A177-3AD203B41FA5}">
                      <a16:colId xmlns:a16="http://schemas.microsoft.com/office/drawing/2014/main" val="2407863501"/>
                    </a:ext>
                  </a:extLst>
                </a:gridCol>
                <a:gridCol w="61400">
                  <a:extLst>
                    <a:ext uri="{9D8B030D-6E8A-4147-A177-3AD203B41FA5}">
                      <a16:colId xmlns:a16="http://schemas.microsoft.com/office/drawing/2014/main" val="20003"/>
                    </a:ext>
                  </a:extLst>
                </a:gridCol>
                <a:gridCol w="323690">
                  <a:extLst>
                    <a:ext uri="{9D8B030D-6E8A-4147-A177-3AD203B41FA5}">
                      <a16:colId xmlns:a16="http://schemas.microsoft.com/office/drawing/2014/main" val="2408911087"/>
                    </a:ext>
                  </a:extLst>
                </a:gridCol>
                <a:gridCol w="323689">
                  <a:extLst>
                    <a:ext uri="{9D8B030D-6E8A-4147-A177-3AD203B41FA5}">
                      <a16:colId xmlns:a16="http://schemas.microsoft.com/office/drawing/2014/main" val="2010601280"/>
                    </a:ext>
                  </a:extLst>
                </a:gridCol>
                <a:gridCol w="330338">
                  <a:extLst>
                    <a:ext uri="{9D8B030D-6E8A-4147-A177-3AD203B41FA5}">
                      <a16:colId xmlns:a16="http://schemas.microsoft.com/office/drawing/2014/main" val="409838172"/>
                    </a:ext>
                  </a:extLst>
                </a:gridCol>
                <a:gridCol w="323689">
                  <a:extLst>
                    <a:ext uri="{9D8B030D-6E8A-4147-A177-3AD203B41FA5}">
                      <a16:colId xmlns:a16="http://schemas.microsoft.com/office/drawing/2014/main" val="1805471939"/>
                    </a:ext>
                  </a:extLst>
                </a:gridCol>
              </a:tblGrid>
              <a:tr h="174725">
                <a:tc gridSpan="9">
                  <a:txBody>
                    <a:bodyPr/>
                    <a:lstStyle/>
                    <a:p>
                      <a:pPr marL="0" marR="0" lvl="0" indent="0" algn="ctr" rtl="0">
                        <a:spcBef>
                          <a:spcPts val="0"/>
                        </a:spcBef>
                        <a:spcAft>
                          <a:spcPts val="0"/>
                        </a:spcAft>
                        <a:buNone/>
                      </a:pPr>
                      <a:r>
                        <a:rPr lang="en-US" sz="800" dirty="0"/>
                        <a:t>HND : SID </a:t>
                      </a:r>
                      <a:r>
                        <a:rPr lang="en-US" sz="800" dirty="0">
                          <a:solidFill>
                            <a:srgbClr val="FFC000"/>
                          </a:solidFill>
                        </a:rPr>
                        <a:t>(xx B/C 2200-0230z 0600-1000z)</a:t>
                      </a:r>
                      <a:r>
                        <a:rPr lang="en-US" sz="800" dirty="0"/>
                        <a:t> NADP 1</a:t>
                      </a:r>
                      <a:endParaRPr sz="800" dirty="0"/>
                    </a:p>
                  </a:txBody>
                  <a:tcPr marL="91450" marR="91450" marT="45725" marB="45725"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58650">
                <a:tc gridSpan="2">
                  <a:txBody>
                    <a:bodyPr/>
                    <a:lstStyle/>
                    <a:p>
                      <a:pPr marL="0" marR="0" lvl="0" indent="0" algn="ctr" rtl="0">
                        <a:spcBef>
                          <a:spcPts val="0"/>
                        </a:spcBef>
                        <a:spcAft>
                          <a:spcPts val="0"/>
                        </a:spcAft>
                        <a:buNone/>
                      </a:pPr>
                      <a:r>
                        <a:rPr lang="en-US" sz="800" b="1" dirty="0"/>
                        <a:t>ALL</a:t>
                      </a:r>
                      <a:endParaRPr sz="800" b="1" dirty="0"/>
                    </a:p>
                  </a:txBody>
                  <a:tcPr marL="36000" marR="36000" marT="36000" marB="36000" anchor="ct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a:solidFill>
                            <a:srgbClr val="0070C0"/>
                          </a:solidFill>
                        </a:rPr>
                        <a:t>BEKLA x</a:t>
                      </a:r>
                      <a:endParaRPr lang="en-US"/>
                    </a:p>
                    <a:p>
                      <a:pPr marL="0" marR="0" lvl="0" indent="0" algn="ctr" rtl="0">
                        <a:spcBef>
                          <a:spcPts val="0"/>
                        </a:spcBef>
                        <a:spcAft>
                          <a:spcPts val="0"/>
                        </a:spcAft>
                        <a:buNone/>
                      </a:pPr>
                      <a:r>
                        <a:rPr lang="en-US" sz="800" b="1"/>
                        <a:t>OPPAR x</a:t>
                      </a:r>
                      <a:endParaRPr lang="ko-Kore-KR" altLang="en-US"/>
                    </a:p>
                  </a:txBody>
                  <a:tcPr marL="36000" marR="36000" marT="36000" marB="36000" anchor="ctr"/>
                </a:tc>
                <a:tc hMerge="1">
                  <a:txBody>
                    <a:bodyPr/>
                    <a:lstStyle/>
                    <a:p>
                      <a:endParaRPr lang="ko-Kore-KR" altLang="en-US"/>
                    </a:p>
                  </a:txBody>
                  <a:tcPr/>
                </a:tc>
                <a:tc gridSpan="5">
                  <a:txBody>
                    <a:bodyPr/>
                    <a:lstStyle/>
                    <a:p>
                      <a:pPr marL="0" marR="0" lvl="0" indent="0" algn="ctr" rtl="0">
                        <a:spcBef>
                          <a:spcPts val="0"/>
                        </a:spcBef>
                        <a:spcAft>
                          <a:spcPts val="0"/>
                        </a:spcAft>
                        <a:buNone/>
                      </a:pPr>
                      <a:r>
                        <a:rPr lang="en-US" sz="800" b="1" dirty="0"/>
                        <a:t>HD 338(158), 051(231)</a:t>
                      </a:r>
                    </a:p>
                    <a:p>
                      <a:pPr marL="0" marR="0" lvl="0" indent="0" algn="ctr" rtl="0">
                        <a:spcBef>
                          <a:spcPts val="0"/>
                        </a:spcBef>
                        <a:spcAft>
                          <a:spcPts val="0"/>
                        </a:spcAft>
                        <a:buNone/>
                      </a:pPr>
                      <a:r>
                        <a:rPr lang="en-US" sz="800" b="1" dirty="0">
                          <a:solidFill>
                            <a:srgbClr val="0070C0"/>
                          </a:solidFill>
                        </a:rPr>
                        <a:t>ALT ATC</a:t>
                      </a:r>
                    </a:p>
                    <a:p>
                      <a:pPr marL="0" marR="0" lvl="0" indent="0" algn="ctr" rtl="0">
                        <a:spcBef>
                          <a:spcPts val="0"/>
                        </a:spcBef>
                        <a:spcAft>
                          <a:spcPts val="0"/>
                        </a:spcAft>
                        <a:buNone/>
                      </a:pPr>
                      <a:r>
                        <a:rPr lang="en-US" sz="800" b="1" dirty="0">
                          <a:solidFill>
                            <a:srgbClr val="7030A0"/>
                          </a:solidFill>
                        </a:rPr>
                        <a:t>Mod SPD 230</a:t>
                      </a:r>
                      <a:endParaRPr sz="600" b="1"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258650">
                <a:tc>
                  <a:txBody>
                    <a:bodyPr/>
                    <a:lstStyle/>
                    <a:p>
                      <a:pPr marL="0" marR="0" lvl="0" indent="0" algn="ctr" rtl="0">
                        <a:lnSpc>
                          <a:spcPct val="100000"/>
                        </a:lnSpc>
                        <a:spcBef>
                          <a:spcPts val="0"/>
                        </a:spcBef>
                        <a:spcAft>
                          <a:spcPts val="0"/>
                        </a:spcAft>
                        <a:buClr>
                          <a:srgbClr val="0070C0"/>
                        </a:buClr>
                        <a:buSzPts val="800"/>
                        <a:buFont typeface="Calibri"/>
                        <a:buNone/>
                      </a:pPr>
                      <a:r>
                        <a:rPr lang="en-US" altLang="ko-Kore-KR" sz="700" b="1" dirty="0">
                          <a:solidFill>
                            <a:srgbClr val="0070C0"/>
                          </a:solidFill>
                        </a:rPr>
                        <a:t>TTE</a:t>
                      </a:r>
                      <a:endParaRPr lang="en-US" altLang="ko-Kore-KR" sz="700" dirty="0"/>
                    </a:p>
                    <a:p>
                      <a:pPr marL="0" marR="0" lvl="0" indent="0" algn="ctr" rtl="0">
                        <a:lnSpc>
                          <a:spcPct val="100000"/>
                        </a:lnSpc>
                        <a:spcBef>
                          <a:spcPts val="0"/>
                        </a:spcBef>
                        <a:spcAft>
                          <a:spcPts val="0"/>
                        </a:spcAft>
                        <a:buClr>
                          <a:srgbClr val="0070C0"/>
                        </a:buClr>
                        <a:buSzPts val="800"/>
                        <a:buFont typeface="Calibri"/>
                        <a:buNone/>
                      </a:pPr>
                      <a:r>
                        <a:rPr lang="en-US" altLang="ko-Kore-KR" sz="700" b="1" dirty="0">
                          <a:solidFill>
                            <a:srgbClr val="0070C0"/>
                          </a:solidFill>
                        </a:rPr>
                        <a:t>117.4</a:t>
                      </a:r>
                      <a:endParaRPr lang="en-US" altLang="ko-Kore-KR" sz="700" dirty="0"/>
                    </a:p>
                  </a:txBody>
                  <a:tcPr marL="0" marR="0" marT="36000" marB="36000" anchor="ctr"/>
                </a:tc>
                <a:tc gridSpan="2">
                  <a:txBody>
                    <a:bodyPr/>
                    <a:lstStyle/>
                    <a:p>
                      <a:pPr marL="0" marR="0" lvl="0" indent="0" algn="ctr" rtl="0">
                        <a:spcBef>
                          <a:spcPts val="0"/>
                        </a:spcBef>
                        <a:spcAft>
                          <a:spcPts val="0"/>
                        </a:spcAft>
                        <a:buNone/>
                      </a:pPr>
                      <a:r>
                        <a:rPr lang="en-US" altLang="ko-Kore-KR" sz="700" b="1" dirty="0">
                          <a:solidFill>
                            <a:srgbClr val="C00000"/>
                          </a:solidFill>
                        </a:rPr>
                        <a:t>34L IHA</a:t>
                      </a:r>
                      <a:endParaRPr lang="en-US" altLang="ko-Kore-KR" sz="700" dirty="0"/>
                    </a:p>
                    <a:p>
                      <a:pPr marL="0" marR="0" lvl="0" indent="0" algn="ctr" rtl="0">
                        <a:spcBef>
                          <a:spcPts val="0"/>
                        </a:spcBef>
                        <a:spcAft>
                          <a:spcPts val="0"/>
                        </a:spcAft>
                        <a:buNone/>
                      </a:pPr>
                      <a:r>
                        <a:rPr lang="en-US" altLang="ko-Kore-KR" sz="700" b="1" dirty="0">
                          <a:solidFill>
                            <a:srgbClr val="C00000"/>
                          </a:solidFill>
                        </a:rPr>
                        <a:t>111.7</a:t>
                      </a:r>
                      <a:endParaRPr lang="ko-Kore-KR" altLang="en-US" sz="700" dirty="0"/>
                    </a:p>
                  </a:txBody>
                  <a:tcPr marL="0" marR="0" marT="36000" marB="36000" anchor="ctr"/>
                </a:tc>
                <a:tc hMerge="1">
                  <a:txBody>
                    <a:bodyPr/>
                    <a:lstStyle/>
                    <a:p>
                      <a:pPr marL="0" marR="0" lvl="0" indent="0" algn="ctr" rtl="0">
                        <a:spcBef>
                          <a:spcPts val="0"/>
                        </a:spcBef>
                        <a:spcAft>
                          <a:spcPts val="0"/>
                        </a:spcAft>
                        <a:buNone/>
                      </a:pPr>
                      <a:endParaRPr lang="ko-Kore-KR" altLang="en-US" dirty="0"/>
                    </a:p>
                  </a:txBody>
                  <a:tcPr marL="0" marR="0" marT="36000" marB="36000" anchor="ctr"/>
                </a:tc>
                <a:tc gridSpan="2">
                  <a:txBody>
                    <a:bodyPr/>
                    <a:lstStyle/>
                    <a:p>
                      <a:pPr marL="0" marR="0" lvl="0" indent="0" algn="ctr" rtl="0">
                        <a:spcBef>
                          <a:spcPts val="0"/>
                        </a:spcBef>
                        <a:spcAft>
                          <a:spcPts val="0"/>
                        </a:spcAft>
                        <a:buNone/>
                      </a:pPr>
                      <a:r>
                        <a:rPr lang="en-US" altLang="ko-Kore-KR" sz="700" b="1" dirty="0">
                          <a:solidFill>
                            <a:srgbClr val="C00000"/>
                          </a:solidFill>
                        </a:rPr>
                        <a:t>16R ITA</a:t>
                      </a:r>
                      <a:endParaRPr lang="en-US" altLang="ko-Kore-KR" sz="700" dirty="0"/>
                    </a:p>
                    <a:p>
                      <a:pPr marL="0" marR="0" lvl="0" indent="0" algn="ctr" rtl="0">
                        <a:spcBef>
                          <a:spcPts val="0"/>
                        </a:spcBef>
                        <a:spcAft>
                          <a:spcPts val="0"/>
                        </a:spcAft>
                        <a:buNone/>
                      </a:pPr>
                      <a:r>
                        <a:rPr lang="en-US" altLang="ko-Kore-KR" sz="700" b="1" dirty="0">
                          <a:solidFill>
                            <a:srgbClr val="C00000"/>
                          </a:solidFill>
                        </a:rPr>
                        <a:t>111.55</a:t>
                      </a:r>
                      <a:endParaRPr lang="en-US" altLang="ko-Kore-KR" sz="700" dirty="0"/>
                    </a:p>
                  </a:txBody>
                  <a:tcPr marL="0" marR="0" marT="36000" marB="36000" anchor="ctr"/>
                </a:tc>
                <a:tc hMerge="1">
                  <a:txBody>
                    <a:bodyPr/>
                    <a:lstStyle/>
                    <a:p>
                      <a:pPr marL="0" marR="0" lvl="0" indent="0" algn="ctr" rtl="0">
                        <a:lnSpc>
                          <a:spcPct val="100000"/>
                        </a:lnSpc>
                        <a:spcBef>
                          <a:spcPts val="0"/>
                        </a:spcBef>
                        <a:spcAft>
                          <a:spcPts val="0"/>
                        </a:spcAft>
                        <a:buClr>
                          <a:srgbClr val="C00000"/>
                        </a:buClr>
                        <a:buSzPts val="800"/>
                        <a:buFont typeface="Calibri"/>
                        <a:buNone/>
                      </a:pPr>
                      <a:endParaRPr sz="800" b="1" dirty="0">
                        <a:solidFill>
                          <a:srgbClr val="C00000"/>
                        </a:solidFill>
                      </a:endParaRPr>
                    </a:p>
                  </a:txBody>
                  <a:tcPr marL="0" marR="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700" b="1" dirty="0">
                          <a:solidFill>
                            <a:srgbClr val="C00000"/>
                          </a:solidFill>
                        </a:rPr>
                        <a:t>34R ITC 108.9</a:t>
                      </a:r>
                    </a:p>
                  </a:txBody>
                  <a:tcPr marL="0" marR="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700" b="1" dirty="0">
                          <a:solidFill>
                            <a:srgbClr val="C00000"/>
                          </a:solidFill>
                        </a:rPr>
                        <a:t>16L IOC 111.95</a:t>
                      </a:r>
                    </a:p>
                  </a:txBody>
                  <a:tcPr marL="0" marR="0" marT="36000" marB="36000" anchor="ctr"/>
                </a:tc>
                <a:tc>
                  <a:txBody>
                    <a:bodyPr/>
                    <a:lstStyle/>
                    <a:p>
                      <a:pPr marL="0" marR="0" lvl="0" indent="0" algn="ctr" rtl="0">
                        <a:spcBef>
                          <a:spcPts val="0"/>
                        </a:spcBef>
                        <a:spcAft>
                          <a:spcPts val="0"/>
                        </a:spcAft>
                        <a:buNone/>
                      </a:pPr>
                      <a:r>
                        <a:rPr lang="en-US" altLang="ko-Kore-KR" sz="700" b="1" dirty="0">
                          <a:solidFill>
                            <a:srgbClr val="C00000"/>
                          </a:solidFill>
                        </a:rPr>
                        <a:t>22 IAD</a:t>
                      </a:r>
                      <a:endParaRPr lang="en-US" altLang="ko-Kore-KR" sz="700" dirty="0"/>
                    </a:p>
                    <a:p>
                      <a:pPr marL="0" marR="0" lvl="0" indent="0" algn="ctr" rtl="0">
                        <a:spcBef>
                          <a:spcPts val="0"/>
                        </a:spcBef>
                        <a:spcAft>
                          <a:spcPts val="0"/>
                        </a:spcAft>
                        <a:buNone/>
                      </a:pPr>
                      <a:r>
                        <a:rPr lang="en-US" altLang="ko-Kore-KR" sz="700" b="1" dirty="0">
                          <a:solidFill>
                            <a:srgbClr val="C00000"/>
                          </a:solidFill>
                        </a:rPr>
                        <a:t>108.1</a:t>
                      </a:r>
                    </a:p>
                  </a:txBody>
                  <a:tcPr marL="0" marR="0" marT="36000" marB="36000" anchor="ctr"/>
                </a:tc>
                <a:tc>
                  <a:txBody>
                    <a:bodyPr/>
                    <a:lstStyle/>
                    <a:p>
                      <a:pPr marL="0" marR="0" lvl="0" indent="0" algn="ctr" rtl="0">
                        <a:spcBef>
                          <a:spcPts val="0"/>
                        </a:spcBef>
                        <a:spcAft>
                          <a:spcPts val="0"/>
                        </a:spcAft>
                        <a:buNone/>
                      </a:pPr>
                      <a:r>
                        <a:rPr lang="en-US" altLang="ko-Kore-KR" sz="700" b="1" dirty="0">
                          <a:solidFill>
                            <a:srgbClr val="C00000"/>
                          </a:solidFill>
                        </a:rPr>
                        <a:t>23 ITD</a:t>
                      </a:r>
                      <a:endParaRPr lang="en-US" altLang="ko-Kore-KR" sz="700" dirty="0"/>
                    </a:p>
                    <a:p>
                      <a:pPr marL="0" marR="0" lvl="0" indent="0" algn="ctr" rtl="0">
                        <a:spcBef>
                          <a:spcPts val="0"/>
                        </a:spcBef>
                        <a:spcAft>
                          <a:spcPts val="0"/>
                        </a:spcAft>
                        <a:buNone/>
                      </a:pPr>
                      <a:r>
                        <a:rPr lang="en-US" altLang="ko-Kore-KR" sz="700" b="1" dirty="0">
                          <a:solidFill>
                            <a:srgbClr val="C00000"/>
                          </a:solidFill>
                        </a:rPr>
                        <a:t>110.5</a:t>
                      </a:r>
                      <a:endParaRPr lang="en-US" altLang="ko-Kore-KR" sz="700" dirty="0"/>
                    </a:p>
                  </a:txBody>
                  <a:tcPr marL="0" marR="0" marT="36000" marB="36000" anchor="ctr"/>
                </a:tc>
                <a:extLst>
                  <a:ext uri="{0D108BD9-81ED-4DB2-BD59-A6C34878D82A}">
                    <a16:rowId xmlns:a16="http://schemas.microsoft.com/office/drawing/2014/main" val="2981347970"/>
                  </a:ext>
                </a:extLst>
              </a:tr>
              <a:tr h="1588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endParaRPr lang="ko-Kore-KR" altLang="en-US"/>
                    </a:p>
                  </a:txBody>
                  <a:tcPr/>
                </a:tc>
                <a:tc gridSpan="7">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u="none" strike="noStrike" kern="1200" cap="none" spc="0" normalizeH="0" baseline="0" noProof="0" dirty="0">
                          <a:ln>
                            <a:noFill/>
                          </a:ln>
                          <a:solidFill>
                            <a:prstClr val="black"/>
                          </a:solidFill>
                          <a:effectLst/>
                          <a:uLnTx/>
                          <a:uFillTx/>
                        </a:rPr>
                        <a:t>34L : TTE 346/1.2, R095, 34R : TTE R071, R095, 22 : TTE /2.2 R185 </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3"/>
                  </a:ext>
                </a:extLst>
              </a:tr>
              <a:tr h="88900">
                <a:tc gridSpan="9">
                  <a:txBody>
                    <a:bodyPr/>
                    <a:lstStyle/>
                    <a:p>
                      <a:pPr marL="0" marR="0" lvl="0" indent="0" algn="ctr" rtl="0">
                        <a:lnSpc>
                          <a:spcPct val="100000"/>
                        </a:lnSpc>
                        <a:spcBef>
                          <a:spcPts val="0"/>
                        </a:spcBef>
                        <a:spcAft>
                          <a:spcPts val="0"/>
                        </a:spcAft>
                        <a:buClr>
                          <a:schemeClr val="accent1"/>
                        </a:buClr>
                        <a:buSzPts val="700"/>
                        <a:buFont typeface="Calibri"/>
                        <a:buNone/>
                      </a:pPr>
                      <a:r>
                        <a:rPr lang="en-US" sz="800" b="0" dirty="0">
                          <a:solidFill>
                            <a:srgbClr val="7030A0"/>
                          </a:solidFill>
                        </a:rPr>
                        <a:t>34R BEKLA : KAIJI 230kts, TO FLAP SPD Until TORAM</a:t>
                      </a:r>
                      <a:endParaRPr sz="800" dirty="0">
                        <a:solidFill>
                          <a:srgbClr val="7030A0"/>
                        </a:solidFill>
                      </a:endParaRPr>
                    </a:p>
                    <a:p>
                      <a:pPr marL="0" marR="0" lvl="0" indent="0" algn="ctr" rtl="0">
                        <a:lnSpc>
                          <a:spcPct val="100000"/>
                        </a:lnSpc>
                        <a:spcBef>
                          <a:spcPts val="0"/>
                        </a:spcBef>
                        <a:spcAft>
                          <a:spcPts val="0"/>
                        </a:spcAft>
                        <a:buClr>
                          <a:schemeClr val="accent1"/>
                        </a:buClr>
                        <a:buSzPts val="700"/>
                        <a:buFont typeface="Calibri"/>
                        <a:buNone/>
                      </a:pPr>
                      <a:r>
                        <a:rPr lang="en-US" sz="800" b="0" dirty="0">
                          <a:solidFill>
                            <a:srgbClr val="7030A0"/>
                          </a:solidFill>
                        </a:rPr>
                        <a:t>05 OPPAR : Reduce SPD ARC TURN</a:t>
                      </a:r>
                    </a:p>
                    <a:p>
                      <a:pPr marL="0" marR="0" lvl="0" indent="0" algn="ctr" rtl="0">
                        <a:lnSpc>
                          <a:spcPct val="100000"/>
                        </a:lnSpc>
                        <a:spcBef>
                          <a:spcPts val="0"/>
                        </a:spcBef>
                        <a:spcAft>
                          <a:spcPts val="0"/>
                        </a:spcAft>
                        <a:buClr>
                          <a:schemeClr val="accent1"/>
                        </a:buClr>
                        <a:buSzPts val="700"/>
                        <a:buFont typeface="Calibri"/>
                        <a:buNone/>
                      </a:pPr>
                      <a:r>
                        <a:rPr lang="en-US" sz="800" b="0" dirty="0">
                          <a:solidFill>
                            <a:schemeClr val="bg1"/>
                          </a:solidFill>
                        </a:rPr>
                        <a:t>RWY05 RTE5 TAXI Chart</a:t>
                      </a:r>
                    </a:p>
                  </a:txBody>
                  <a:tcPr marL="36000" marR="36000" marT="0" marB="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355" name="Google Shape;355;p25"/>
          <p:cNvGraphicFramePr/>
          <p:nvPr>
            <p:extLst>
              <p:ext uri="{D42A27DB-BD31-4B8C-83A1-F6EECF244321}">
                <p14:modId xmlns:p14="http://schemas.microsoft.com/office/powerpoint/2010/main" val="791541661"/>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RJTT(HND) 21ft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Delta Oper 132.075</a:t>
                      </a:r>
                      <a:endParaRPr/>
                    </a:p>
                    <a:p>
                      <a:pPr marL="0" marR="0" lvl="0" indent="0" algn="ctr" rtl="0">
                        <a:spcBef>
                          <a:spcPts val="0"/>
                        </a:spcBef>
                        <a:spcAft>
                          <a:spcPts val="0"/>
                        </a:spcAft>
                        <a:buNone/>
                      </a:pPr>
                      <a:r>
                        <a:rPr lang="en-US" sz="800">
                          <a:solidFill>
                            <a:srgbClr val="FF0000"/>
                          </a:solidFill>
                        </a:rPr>
                        <a:t>DCL -15분</a:t>
                      </a:r>
                      <a:endParaRPr sz="8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7594720C-B6A0-A9A8-C0C5-31BACFE322E4}"/>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6" name="그래픽 5" descr="집 Wi-Fi에서 작업 단색으로 채워진">
            <a:hlinkClick r:id="" action="ppaction://hlinkshowjump?jump=firstslide"/>
            <a:extLst>
              <a:ext uri="{FF2B5EF4-FFF2-40B4-BE49-F238E27FC236}">
                <a16:creationId xmlns:a16="http://schemas.microsoft.com/office/drawing/2014/main" id="{138F56BC-6605-CFEE-8132-E7EB423066E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942617"/>
            <a:ext cx="457200" cy="457200"/>
          </a:xfrm>
          <a:prstGeom prst="rect">
            <a:avLst/>
          </a:prstGeom>
          <a:effectLst>
            <a:outerShdw blurRad="50800" dist="50800" dir="3660000" algn="ctr" rotWithShape="0">
              <a:schemeClr val="bg1">
                <a:alpha val="82714"/>
              </a:schemeClr>
            </a:outerShdw>
          </a:effectLst>
        </p:spPr>
      </p:pic>
      <p:pic>
        <p:nvPicPr>
          <p:cNvPr id="7" name="그림 6" descr="텍스트, 도표, 폰트, 스크린샷이(가) 표시된 사진&#10;&#10;자동 생성된 설명">
            <a:extLst>
              <a:ext uri="{FF2B5EF4-FFF2-40B4-BE49-F238E27FC236}">
                <a16:creationId xmlns:a16="http://schemas.microsoft.com/office/drawing/2014/main" id="{CBE4F2F1-4C9A-E184-62A3-F8EA85EBBF4E}"/>
              </a:ext>
            </a:extLst>
          </p:cNvPr>
          <p:cNvPicPr>
            <a:picLocks noChangeAspect="1"/>
          </p:cNvPicPr>
          <p:nvPr/>
        </p:nvPicPr>
        <p:blipFill>
          <a:blip r:embed="rId8"/>
          <a:stretch>
            <a:fillRect/>
          </a:stretch>
        </p:blipFill>
        <p:spPr>
          <a:xfrm>
            <a:off x="-2501" y="2229999"/>
            <a:ext cx="953780" cy="728943"/>
          </a:xfrm>
          <a:prstGeom prst="rect">
            <a:avLst/>
          </a:prstGeom>
        </p:spPr>
      </p:pic>
      <p:graphicFrame>
        <p:nvGraphicFramePr>
          <p:cNvPr id="4" name="Google Shape;283;p17">
            <a:extLst>
              <a:ext uri="{FF2B5EF4-FFF2-40B4-BE49-F238E27FC236}">
                <a16:creationId xmlns:a16="http://schemas.microsoft.com/office/drawing/2014/main" id="{7CE926EF-2955-EFE8-E1DB-12CAAC3F05A5}"/>
              </a:ext>
            </a:extLst>
          </p:cNvPr>
          <p:cNvGraphicFramePr/>
          <p:nvPr>
            <p:extLst>
              <p:ext uri="{D42A27DB-BD31-4B8C-83A1-F6EECF244321}">
                <p14:modId xmlns:p14="http://schemas.microsoft.com/office/powerpoint/2010/main" val="2848969866"/>
              </p:ext>
            </p:extLst>
          </p:nvPr>
        </p:nvGraphicFramePr>
        <p:xfrm>
          <a:off x="11588" y="3418356"/>
          <a:ext cx="2314761" cy="213049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GUKDO x 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p>
                  </a:txBody>
                  <a:tcPr marL="36000" marR="36000" marT="36000" marB="36000" anchor="ctr"/>
                </a:tc>
                <a:tc>
                  <a:txBody>
                    <a:bodyPr/>
                    <a:lstStyle/>
                    <a:p>
                      <a:pPr marL="0" marR="0" lvl="0" indent="0" algn="ctr" rtl="0">
                        <a:spcBef>
                          <a:spcPts val="0"/>
                        </a:spcBef>
                        <a:spcAft>
                          <a:spcPts val="0"/>
                        </a:spcAft>
                        <a:buNone/>
                      </a:pPr>
                      <a:r>
                        <a:rPr lang="en-US" sz="800" b="1" dirty="0"/>
                        <a:t>GUKDO x H</a:t>
                      </a:r>
                    </a:p>
                    <a:p>
                      <a:pPr marL="0" marR="0" lvl="0" indent="0" algn="ctr" rtl="0">
                        <a:spcBef>
                          <a:spcPts val="0"/>
                        </a:spcBef>
                        <a:spcAft>
                          <a:spcPts val="0"/>
                        </a:spcAft>
                        <a:buNone/>
                      </a:pPr>
                      <a:r>
                        <a:rPr lang="en-US" sz="800" b="1" dirty="0"/>
                        <a:t>GUKDO x C</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p>
                  </a:txBody>
                  <a:tcPr marL="36000" marR="36000" marT="36000" marB="36000" anchor="ctr"/>
                </a:tc>
                <a:tc>
                  <a:txBody>
                    <a:bodyPr/>
                    <a:lstStyle/>
                    <a:p>
                      <a:pPr marL="0" marR="0" lvl="0" indent="0" algn="ctr" rtl="0">
                        <a:spcBef>
                          <a:spcPts val="0"/>
                        </a:spcBef>
                        <a:spcAft>
                          <a:spcPts val="0"/>
                        </a:spcAft>
                        <a:buNone/>
                      </a:pPr>
                      <a:r>
                        <a:rPr lang="en-US" sz="800" b="1" dirty="0"/>
                        <a:t>GUKDO 180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graphicFrame>
        <p:nvGraphicFramePr>
          <p:cNvPr id="273" name="Google Shape;273;p16"/>
          <p:cNvGraphicFramePr/>
          <p:nvPr>
            <p:extLst>
              <p:ext uri="{D42A27DB-BD31-4B8C-83A1-F6EECF244321}">
                <p14:modId xmlns:p14="http://schemas.microsoft.com/office/powerpoint/2010/main" val="3505269509"/>
              </p:ext>
            </p:extLst>
          </p:nvPr>
        </p:nvGraphicFramePr>
        <p:xfrm>
          <a:off x="4410" y="3677587"/>
          <a:ext cx="2305886" cy="1877634"/>
        </p:xfrm>
        <a:graphic>
          <a:graphicData uri="http://schemas.openxmlformats.org/drawingml/2006/table">
            <a:tbl>
              <a:tblPr firstRow="1" bandRow="1">
                <a:noFill/>
                <a:tableStyleId>{A521BE36-7E6F-4EC9-8D66-1CF97A6895EC}</a:tableStyleId>
              </a:tblPr>
              <a:tblGrid>
                <a:gridCol w="419660">
                  <a:extLst>
                    <a:ext uri="{9D8B030D-6E8A-4147-A177-3AD203B41FA5}">
                      <a16:colId xmlns:a16="http://schemas.microsoft.com/office/drawing/2014/main" val="20000"/>
                    </a:ext>
                  </a:extLst>
                </a:gridCol>
                <a:gridCol w="618434">
                  <a:extLst>
                    <a:ext uri="{9D8B030D-6E8A-4147-A177-3AD203B41FA5}">
                      <a16:colId xmlns:a16="http://schemas.microsoft.com/office/drawing/2014/main" val="20001"/>
                    </a:ext>
                  </a:extLst>
                </a:gridCol>
                <a:gridCol w="362226">
                  <a:extLst>
                    <a:ext uri="{9D8B030D-6E8A-4147-A177-3AD203B41FA5}">
                      <a16:colId xmlns:a16="http://schemas.microsoft.com/office/drawing/2014/main" val="1384067485"/>
                    </a:ext>
                  </a:extLst>
                </a:gridCol>
                <a:gridCol w="905566">
                  <a:extLst>
                    <a:ext uri="{9D8B030D-6E8A-4147-A177-3AD203B41FA5}">
                      <a16:colId xmlns:a16="http://schemas.microsoft.com/office/drawing/2014/main" val="20005"/>
                    </a:ext>
                  </a:extLst>
                </a:gridCol>
              </a:tblGrid>
              <a:tr h="416456">
                <a:tc gridSpan="4">
                  <a:txBody>
                    <a:bodyPr/>
                    <a:lstStyle/>
                    <a:p>
                      <a:pPr marL="0" marR="0" lvl="0" indent="0" algn="ctr" rtl="0">
                        <a:spcBef>
                          <a:spcPts val="0"/>
                        </a:spcBef>
                        <a:spcAft>
                          <a:spcPts val="0"/>
                        </a:spcAft>
                        <a:buNone/>
                      </a:pPr>
                      <a:r>
                        <a:rPr lang="en-US" sz="800" dirty="0"/>
                        <a:t>FUK </a:t>
                      </a:r>
                      <a:r>
                        <a:rPr lang="en-US" sz="800" dirty="0">
                          <a:solidFill>
                            <a:srgbClr val="00B0F0"/>
                          </a:solidFill>
                        </a:rPr>
                        <a:t>[338/158]</a:t>
                      </a:r>
                      <a:r>
                        <a:rPr lang="en-US" sz="800" dirty="0"/>
                        <a:t> : RDR Vectoring from IKE</a:t>
                      </a:r>
                    </a:p>
                    <a:p>
                      <a:pPr marL="0" marR="0" lvl="0" indent="0" algn="ctr" rtl="0">
                        <a:spcBef>
                          <a:spcPts val="0"/>
                        </a:spcBef>
                        <a:spcAft>
                          <a:spcPts val="0"/>
                        </a:spcAft>
                        <a:buNone/>
                      </a:pPr>
                      <a:r>
                        <a:rPr lang="en-US" sz="800" dirty="0">
                          <a:solidFill>
                            <a:srgbClr val="FFC000"/>
                          </a:solidFill>
                        </a:rPr>
                        <a:t>(PAVGA 13000ft) </a:t>
                      </a:r>
                    </a:p>
                    <a:p>
                      <a:pPr marL="0" marR="0" lvl="0" indent="0" algn="ctr" rtl="0">
                        <a:spcBef>
                          <a:spcPts val="0"/>
                        </a:spcBef>
                        <a:spcAft>
                          <a:spcPts val="0"/>
                        </a:spcAft>
                        <a:buNone/>
                      </a:pPr>
                      <a:r>
                        <a:rPr lang="en-US" sz="800" dirty="0">
                          <a:solidFill>
                            <a:srgbClr val="FFC000"/>
                          </a:solidFill>
                        </a:rPr>
                        <a:t>Hold W of IKE published </a:t>
                      </a:r>
                      <a:r>
                        <a:rPr lang="en-US" sz="800" dirty="0">
                          <a:solidFill>
                            <a:srgbClr val="FF0000"/>
                          </a:solidFill>
                        </a:rPr>
                        <a:t>(Confirm FMS DATA)</a:t>
                      </a:r>
                      <a:endParaRPr sz="800" dirty="0">
                        <a:solidFill>
                          <a:srgbClr val="FF0000"/>
                        </a:solidFill>
                      </a:endParaRPr>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76635">
                <a:tc>
                  <a:txBody>
                    <a:bodyPr/>
                    <a:lstStyle/>
                    <a:p>
                      <a:pPr marL="0" marR="0" lvl="0" indent="0" algn="ctr" rtl="0">
                        <a:spcBef>
                          <a:spcPts val="0"/>
                        </a:spcBef>
                        <a:spcAft>
                          <a:spcPts val="0"/>
                        </a:spcAft>
                        <a:buNone/>
                      </a:pPr>
                      <a:r>
                        <a:rPr lang="en-US" sz="800" b="1" dirty="0"/>
                        <a:t>16</a:t>
                      </a:r>
                      <a:endParaRPr sz="800" b="1" dirty="0"/>
                    </a:p>
                  </a:txBody>
                  <a:tcPr marL="0" marR="0" marT="36000" marB="36000" anchor="ctr"/>
                </a:tc>
                <a:tc>
                  <a:txBody>
                    <a:bodyPr/>
                    <a:lstStyle/>
                    <a:p>
                      <a:pPr marL="0" marR="0" lvl="0" indent="0" algn="ctr" rtl="0">
                        <a:spcBef>
                          <a:spcPts val="0"/>
                        </a:spcBef>
                        <a:spcAft>
                          <a:spcPts val="0"/>
                        </a:spcAft>
                        <a:buNone/>
                      </a:pPr>
                      <a:r>
                        <a:rPr lang="en-US" sz="800" b="0" dirty="0"/>
                        <a:t>SARUP</a:t>
                      </a:r>
                    </a:p>
                  </a:txBody>
                  <a:tcPr marL="0" marR="0" marT="36000" marB="36000" anchor="ctr"/>
                </a:tc>
                <a:tc>
                  <a:txBody>
                    <a:bodyPr/>
                    <a:lstStyle/>
                    <a:p>
                      <a:pPr marL="0" marR="0" lvl="0" indent="0" algn="ctr" rtl="0">
                        <a:spcBef>
                          <a:spcPts val="0"/>
                        </a:spcBef>
                        <a:spcAft>
                          <a:spcPts val="0"/>
                        </a:spcAft>
                        <a:buNone/>
                      </a:pPr>
                      <a:r>
                        <a:rPr lang="en-US" altLang="ko-Kore-KR" sz="800" b="0" dirty="0"/>
                        <a:t>ENTIX </a:t>
                      </a:r>
                      <a:endParaRPr lang="en-US" sz="800" b="0" dirty="0"/>
                    </a:p>
                  </a:txBody>
                  <a:tcPr marL="0" marR="0" marT="36000" marB="36000" anchor="ctr"/>
                </a:tc>
                <a:tc>
                  <a:txBody>
                    <a:bodyPr/>
                    <a:lstStyle/>
                    <a:p>
                      <a:pPr marL="0" marR="0" lvl="0" indent="0" algn="ctr" rtl="0">
                        <a:spcBef>
                          <a:spcPts val="0"/>
                        </a:spcBef>
                        <a:spcAft>
                          <a:spcPts val="0"/>
                        </a:spcAft>
                        <a:buNone/>
                      </a:pPr>
                      <a:r>
                        <a:rPr lang="en-US" sz="800" b="0" dirty="0">
                          <a:solidFill>
                            <a:schemeClr val="dk1"/>
                          </a:solidFill>
                        </a:rPr>
                        <a:t>ILS, RNP, LOC 16</a:t>
                      </a:r>
                      <a:endParaRPr sz="800" b="0" dirty="0">
                        <a:solidFill>
                          <a:srgbClr val="0070C0"/>
                        </a:solidFill>
                      </a:endParaRPr>
                    </a:p>
                  </a:txBody>
                  <a:tcPr marL="0" marR="0" marT="36000" marB="36000" anchor="ctr"/>
                </a:tc>
                <a:extLst>
                  <a:ext uri="{0D108BD9-81ED-4DB2-BD59-A6C34878D82A}">
                    <a16:rowId xmlns:a16="http://schemas.microsoft.com/office/drawing/2014/main" val="10001"/>
                  </a:ext>
                </a:extLst>
              </a:tr>
              <a:tr h="287687">
                <a:tc>
                  <a:txBody>
                    <a:bodyPr/>
                    <a:lstStyle/>
                    <a:p>
                      <a:pPr marL="0" marR="0" lvl="0" indent="0" algn="ctr" rtl="0">
                        <a:spcBef>
                          <a:spcPts val="0"/>
                        </a:spcBef>
                        <a:spcAft>
                          <a:spcPts val="0"/>
                        </a:spcAft>
                        <a:buNone/>
                      </a:pPr>
                      <a:r>
                        <a:rPr lang="en-US" sz="800" b="0" dirty="0"/>
                        <a:t>34</a:t>
                      </a:r>
                      <a:endParaRPr sz="800" b="0" dirty="0"/>
                    </a:p>
                  </a:txBody>
                  <a:tcPr marL="0" marR="0" marT="36000" marB="36000" anchor="ctr"/>
                </a:tc>
                <a:tc>
                  <a:txBody>
                    <a:bodyPr/>
                    <a:lstStyle/>
                    <a:p>
                      <a:pPr marL="0" marR="0" lvl="0" indent="0" algn="ctr" rtl="0">
                        <a:spcBef>
                          <a:spcPts val="0"/>
                        </a:spcBef>
                        <a:spcAft>
                          <a:spcPts val="0"/>
                        </a:spcAft>
                        <a:buNone/>
                      </a:pPr>
                      <a:r>
                        <a:rPr lang="en-US" sz="800" b="1" dirty="0"/>
                        <a:t>V34</a:t>
                      </a:r>
                    </a:p>
                    <a:p>
                      <a:pPr marL="0" marR="0" lvl="0" indent="0" algn="ctr" rtl="0">
                        <a:spcBef>
                          <a:spcPts val="0"/>
                        </a:spcBef>
                        <a:spcAft>
                          <a:spcPts val="0"/>
                        </a:spcAft>
                        <a:buNone/>
                      </a:pPr>
                      <a:r>
                        <a:rPr lang="en-US" sz="800" b="0" dirty="0"/>
                        <a:t>HAWKS WEST</a:t>
                      </a:r>
                    </a:p>
                  </a:txBody>
                  <a:tcPr marL="0" marR="0" marT="36000" marB="36000" anchor="ctr"/>
                </a:tc>
                <a:tc>
                  <a:txBody>
                    <a:bodyPr/>
                    <a:lstStyle/>
                    <a:p>
                      <a:pPr marL="0" marR="0" lvl="0" indent="0" algn="ctr" rtl="0">
                        <a:spcBef>
                          <a:spcPts val="0"/>
                        </a:spcBef>
                        <a:spcAft>
                          <a:spcPts val="0"/>
                        </a:spcAft>
                        <a:buNone/>
                      </a:pPr>
                      <a:r>
                        <a:rPr lang="en-US" altLang="ko-Kore-KR" sz="800" b="1" dirty="0"/>
                        <a:t>RWY34</a:t>
                      </a:r>
                    </a:p>
                    <a:p>
                      <a:pPr marL="0" marR="0" lvl="0" indent="0" algn="ctr" rtl="0">
                        <a:spcBef>
                          <a:spcPts val="0"/>
                        </a:spcBef>
                        <a:spcAft>
                          <a:spcPts val="0"/>
                        </a:spcAft>
                        <a:buNone/>
                      </a:pPr>
                      <a:r>
                        <a:rPr lang="en-US" altLang="ko-Kore-KR" sz="800" b="0" dirty="0"/>
                        <a:t>HAWKS</a:t>
                      </a:r>
                      <a:endParaRPr lang="en-US" sz="800" b="0" dirty="0"/>
                    </a:p>
                  </a:txBody>
                  <a:tcPr marL="0" marR="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VIS 34</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 ILS, RNP, LOC 34</a:t>
                      </a:r>
                      <a:endParaRPr kumimoji="0" lang="en-US" altLang="ko-Kore-KR" sz="800" b="0" i="0" u="none" strike="noStrike" kern="0" cap="none" spc="0" normalizeH="0" baseline="0" noProof="0" dirty="0">
                        <a:ln>
                          <a:noFill/>
                        </a:ln>
                        <a:solidFill>
                          <a:srgbClr val="0070C0"/>
                        </a:solidFill>
                        <a:effectLst/>
                        <a:uLnTx/>
                        <a:uFillTx/>
                        <a:latin typeface="Calibri"/>
                        <a:cs typeface="Calibri"/>
                        <a:sym typeface="Arial"/>
                      </a:endParaRPr>
                    </a:p>
                  </a:txBody>
                  <a:tcPr marL="0" marR="0" marT="36000" marB="36000" anchor="ctr"/>
                </a:tc>
                <a:extLst>
                  <a:ext uri="{0D108BD9-81ED-4DB2-BD59-A6C34878D82A}">
                    <a16:rowId xmlns:a16="http://schemas.microsoft.com/office/drawing/2014/main" val="10002"/>
                  </a:ext>
                </a:extLst>
              </a:tr>
              <a:tr h="200436">
                <a:tc>
                  <a:txBody>
                    <a:bodyPr/>
                    <a:lstStyle/>
                    <a:p>
                      <a:pPr marL="0" marR="0" lvl="0" indent="0" algn="ctr" rtl="0">
                        <a:spcBef>
                          <a:spcPts val="0"/>
                        </a:spcBef>
                        <a:spcAft>
                          <a:spcPts val="0"/>
                        </a:spcAft>
                        <a:buNone/>
                      </a:pPr>
                      <a:r>
                        <a:rPr lang="en-US" sz="800" b="1" dirty="0">
                          <a:solidFill>
                            <a:schemeClr val="tx1"/>
                          </a:solidFill>
                        </a:rPr>
                        <a:t>NAV</a:t>
                      </a:r>
                      <a:endParaRPr sz="800" b="1" dirty="0">
                        <a:solidFill>
                          <a:schemeClr val="tx1"/>
                        </a:solidFill>
                      </a:endParaRPr>
                    </a:p>
                  </a:txBody>
                  <a:tcPr marL="0" marR="0" marT="36000" marB="36000" anchor="ctr">
                    <a:solidFill>
                      <a:schemeClr val="accent1"/>
                    </a:solidFill>
                  </a:tcPr>
                </a:tc>
                <a:tc gridSpan="3">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800" b="0" dirty="0">
                          <a:solidFill>
                            <a:srgbClr val="0070C0"/>
                          </a:solidFill>
                        </a:rPr>
                        <a:t> DGC, </a:t>
                      </a:r>
                      <a:r>
                        <a:rPr lang="en-US" sz="800" b="1" dirty="0">
                          <a:solidFill>
                            <a:srgbClr val="C00000"/>
                          </a:solidFill>
                        </a:rPr>
                        <a:t>16 IFO, 34 IFF</a:t>
                      </a:r>
                      <a:r>
                        <a:rPr lang="en-US" sz="800" b="0" dirty="0">
                          <a:solidFill>
                            <a:srgbClr val="0070C0"/>
                          </a:solidFill>
                        </a:rPr>
                        <a:t> </a:t>
                      </a:r>
                      <a:r>
                        <a:rPr lang="en-US" altLang="ko-Kore-KR" sz="800" b="0" dirty="0">
                          <a:solidFill>
                            <a:srgbClr val="7030A0"/>
                          </a:solidFill>
                        </a:rPr>
                        <a:t>DGC VOR out of 6NM A/P</a:t>
                      </a:r>
                    </a:p>
                  </a:txBody>
                  <a:tcPr marL="0" marR="0" marT="36000" marB="36000" anchor="ctr"/>
                </a:tc>
                <a:tc hMerge="1">
                  <a:txBody>
                    <a:bodyPr/>
                    <a:lstStyle/>
                    <a:p>
                      <a:pPr marL="0" marR="0" lvl="0" indent="0" algn="ctr" rtl="0">
                        <a:spcBef>
                          <a:spcPts val="0"/>
                        </a:spcBef>
                        <a:spcAft>
                          <a:spcPts val="0"/>
                        </a:spcAft>
                        <a:buNone/>
                      </a:pPr>
                      <a:endParaRPr lang="en-US" sz="800" b="0" dirty="0"/>
                    </a:p>
                  </a:txBody>
                  <a:tcPr marL="0" marR="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ko-Kore-KR" sz="800" b="0" i="0" u="none" strike="noStrike" kern="0" cap="none" spc="0" normalizeH="0" baseline="0" noProof="0" dirty="0">
                        <a:ln>
                          <a:noFill/>
                        </a:ln>
                        <a:solidFill>
                          <a:srgbClr val="0070C0"/>
                        </a:solidFill>
                        <a:effectLst/>
                        <a:uLnTx/>
                        <a:uFillTx/>
                        <a:latin typeface="Calibri"/>
                        <a:cs typeface="Calibri"/>
                        <a:sym typeface="Arial"/>
                      </a:endParaRPr>
                    </a:p>
                  </a:txBody>
                  <a:tcPr marL="0" marR="0" marT="36000" marB="36000" anchor="ctr"/>
                </a:tc>
                <a:extLst>
                  <a:ext uri="{0D108BD9-81ED-4DB2-BD59-A6C34878D82A}">
                    <a16:rowId xmlns:a16="http://schemas.microsoft.com/office/drawing/2014/main" val="3028911343"/>
                  </a:ext>
                </a:extLst>
              </a:tr>
              <a:tr h="200436">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R" sz="800" b="1" dirty="0">
                          <a:solidFill>
                            <a:schemeClr val="dk1"/>
                          </a:solidFill>
                        </a:rPr>
                        <a:t>16 : C6</a:t>
                      </a:r>
                      <a:r>
                        <a:rPr lang="en-US" sz="800" b="1" dirty="0">
                          <a:solidFill>
                            <a:schemeClr val="dk1"/>
                          </a:solidFill>
                        </a:rPr>
                        <a:t>(5505’), C7(6407’),  34 : C4(5193’), C3(6354’)</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6"/>
                  </a:ext>
                </a:extLst>
              </a:tr>
              <a:tr h="50979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bg1"/>
                          </a:solidFill>
                        </a:rPr>
                        <a:t>VIS 34 : </a:t>
                      </a:r>
                      <a:r>
                        <a:rPr lang="en-US" sz="800" b="0" dirty="0">
                          <a:solidFill>
                            <a:srgbClr val="0070C0"/>
                          </a:solidFill>
                        </a:rPr>
                        <a:t>After IKE – RDR Vector Downwind – 1800ft – RWY Insight 1500</a:t>
                      </a:r>
                      <a:r>
                        <a:rPr lang="en-US" altLang="ko-KR" sz="800" b="0" dirty="0">
                          <a:solidFill>
                            <a:srgbClr val="0070C0"/>
                          </a:solidFill>
                        </a:rPr>
                        <a:t>ft – Before L/D CHK Complete before base (Do not Extend Downwind due Terrain)</a:t>
                      </a:r>
                      <a:endParaRPr sz="800"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74" name="Google Shape;274;p16"/>
          <p:cNvGraphicFramePr/>
          <p:nvPr>
            <p:extLst>
              <p:ext uri="{D42A27DB-BD31-4B8C-83A1-F6EECF244321}">
                <p14:modId xmlns:p14="http://schemas.microsoft.com/office/powerpoint/2010/main" val="1950853417"/>
              </p:ext>
            </p:extLst>
          </p:nvPr>
        </p:nvGraphicFramePr>
        <p:xfrm>
          <a:off x="-2501" y="16504"/>
          <a:ext cx="2328850" cy="610534"/>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44764">
                <a:tc>
                  <a:txBody>
                    <a:bodyPr/>
                    <a:lstStyle/>
                    <a:p>
                      <a:pPr marL="0" marR="0" lvl="0" indent="0" algn="ctr" rtl="0">
                        <a:spcBef>
                          <a:spcPts val="0"/>
                        </a:spcBef>
                        <a:spcAft>
                          <a:spcPts val="0"/>
                        </a:spcAft>
                        <a:buNone/>
                      </a:pPr>
                      <a:r>
                        <a:rPr lang="en-US" sz="1300" dirty="0">
                          <a:solidFill>
                            <a:schemeClr val="tx1"/>
                          </a:solidFill>
                          <a:hlinkClick r:id="rId3">
                            <a:extLst>
                              <a:ext uri="{A12FA001-AC4F-418D-AE19-62706E023703}">
                                <ahyp:hlinkClr xmlns:ahyp="http://schemas.microsoft.com/office/drawing/2018/hyperlinkcolor" val="tx"/>
                              </a:ext>
                            </a:extLst>
                          </a:hlinkClick>
                        </a:rPr>
                        <a:t>RKSI(ICN) 23ft</a:t>
                      </a:r>
                      <a:endParaRP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400" dirty="0">
                          <a:solidFill>
                            <a:srgbClr val="C00000"/>
                          </a:solidFill>
                          <a:hlinkClick r:id="rId4">
                            <a:extLst>
                              <a:ext uri="{A12FA001-AC4F-418D-AE19-62706E023703}">
                                <ahyp:hlinkClr xmlns:ahyp="http://schemas.microsoft.com/office/drawing/2018/hyperlinkcolor" val="tx"/>
                              </a:ext>
                            </a:extLst>
                          </a:hlinkClick>
                        </a:rPr>
                        <a:t>RJFF(FUK) 30ft</a:t>
                      </a:r>
                      <a:endParaRPr lang="en-US" altLang="ko-Kore-KR" sz="1400" dirty="0">
                        <a:solidFill>
                          <a:srgbClr val="C00000"/>
                        </a:solidFill>
                      </a:endParaRPr>
                    </a:p>
                  </a:txBody>
                  <a:tcPr marL="0" marR="0" marT="0" marB="0" anchor="ctr"/>
                </a:tc>
                <a:extLst>
                  <a:ext uri="{0D108BD9-81ED-4DB2-BD59-A6C34878D82A}">
                    <a16:rowId xmlns:a16="http://schemas.microsoft.com/office/drawing/2014/main" val="10000"/>
                  </a:ext>
                </a:extLst>
              </a:tr>
              <a:tr h="345967">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KE FUK 132.05</a:t>
                      </a:r>
                    </a:p>
                    <a:p>
                      <a:pPr marL="0" marR="0" lvl="0" indent="0" algn="ctr" rtl="0">
                        <a:spcBef>
                          <a:spcPts val="0"/>
                        </a:spcBef>
                        <a:spcAft>
                          <a:spcPts val="0"/>
                        </a:spcAft>
                        <a:buNone/>
                      </a:pPr>
                      <a:r>
                        <a:rPr lang="en-US" sz="900" b="1" dirty="0">
                          <a:solidFill>
                            <a:srgbClr val="7030A0"/>
                          </a:solidFill>
                        </a:rPr>
                        <a:t>Gate 53-59</a:t>
                      </a:r>
                      <a:endParaRPr sz="9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97737AA9-1E71-11AA-29CE-CB99BAAC9983}"/>
              </a:ext>
            </a:extLst>
          </p:cNvPr>
          <p:cNvSpPr txBox="1"/>
          <p:nvPr/>
        </p:nvSpPr>
        <p:spPr>
          <a:xfrm>
            <a:off x="-69798" y="3044765"/>
            <a:ext cx="1516762"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125.37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Kobe 118.9 - FUK APP 119.65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FUK RDR – 121.125</a:t>
            </a:r>
          </a:p>
        </p:txBody>
      </p:sp>
      <p:sp>
        <p:nvSpPr>
          <p:cNvPr id="2" name="직사각형 1">
            <a:hlinkClick r:id="" action="ppaction://hlinkshowjump?jump=firstslide"/>
            <a:extLst>
              <a:ext uri="{FF2B5EF4-FFF2-40B4-BE49-F238E27FC236}">
                <a16:creationId xmlns:a16="http://schemas.microsoft.com/office/drawing/2014/main" id="{AC10F70C-499F-1525-282C-0C96F903AE74}"/>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211207F5-E5CD-478D-BBBB-9365D025D43C}"/>
              </a:ext>
            </a:extLst>
          </p:cNvPr>
          <p:cNvGraphicFramePr/>
          <p:nvPr>
            <p:extLst>
              <p:ext uri="{D42A27DB-BD31-4B8C-83A1-F6EECF244321}">
                <p14:modId xmlns:p14="http://schemas.microsoft.com/office/powerpoint/2010/main" val="223500226"/>
              </p:ext>
            </p:extLst>
          </p:nvPr>
        </p:nvGraphicFramePr>
        <p:xfrm>
          <a:off x="1" y="60723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xE/A</a:t>
                      </a:r>
                      <a:endParaRPr sz="800" b="1">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5500/ATC </a:t>
                      </a:r>
                      <a:r>
                        <a:rPr lang="en-US" sz="800" b="1" dirty="0">
                          <a:solidFill>
                            <a:srgbClr val="7030A0"/>
                          </a:solidFill>
                        </a:rPr>
                        <a:t>SPD 230/x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OSPOT xY</a:t>
                      </a:r>
                      <a:endParaRPr sz="80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 </a:t>
                      </a:r>
                      <a:r>
                        <a:rPr lang="en-US" sz="800" dirty="0">
                          <a:solidFill>
                            <a:srgbClr val="7030A0"/>
                          </a:solidFill>
                        </a:rPr>
                        <a:t>SPD 230</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OSPOT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OSPOT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9E5A3A97-4EAF-D1BE-2F1F-BC30BB316EA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9772624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graphicFrame>
        <p:nvGraphicFramePr>
          <p:cNvPr id="282" name="Google Shape;282;p17"/>
          <p:cNvGraphicFramePr/>
          <p:nvPr>
            <p:extLst>
              <p:ext uri="{D42A27DB-BD31-4B8C-83A1-F6EECF244321}">
                <p14:modId xmlns:p14="http://schemas.microsoft.com/office/powerpoint/2010/main" val="2854485929"/>
              </p:ext>
            </p:extLst>
          </p:nvPr>
        </p:nvGraphicFramePr>
        <p:xfrm>
          <a:off x="6595" y="623810"/>
          <a:ext cx="2330925" cy="154873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122800">
                  <a:extLst>
                    <a:ext uri="{9D8B030D-6E8A-4147-A177-3AD203B41FA5}">
                      <a16:colId xmlns:a16="http://schemas.microsoft.com/office/drawing/2014/main" val="20001"/>
                    </a:ext>
                  </a:extLst>
                </a:gridCol>
                <a:gridCol w="378631">
                  <a:extLst>
                    <a:ext uri="{9D8B030D-6E8A-4147-A177-3AD203B41FA5}">
                      <a16:colId xmlns:a16="http://schemas.microsoft.com/office/drawing/2014/main" val="20002"/>
                    </a:ext>
                  </a:extLst>
                </a:gridCol>
                <a:gridCol w="784070">
                  <a:extLst>
                    <a:ext uri="{9D8B030D-6E8A-4147-A177-3AD203B41FA5}">
                      <a16:colId xmlns:a16="http://schemas.microsoft.com/office/drawing/2014/main" val="20004"/>
                    </a:ext>
                  </a:extLst>
                </a:gridCol>
                <a:gridCol w="683224">
                  <a:extLst>
                    <a:ext uri="{9D8B030D-6E8A-4147-A177-3AD203B41FA5}">
                      <a16:colId xmlns:a16="http://schemas.microsoft.com/office/drawing/2014/main" val="20009"/>
                    </a:ext>
                  </a:extLst>
                </a:gridCol>
              </a:tblGrid>
              <a:tr h="0">
                <a:tc gridSpan="5">
                  <a:txBody>
                    <a:bodyPr/>
                    <a:lstStyle/>
                    <a:p>
                      <a:pPr marL="0" marR="0" lvl="0" indent="0" algn="ctr" rtl="0">
                        <a:spcBef>
                          <a:spcPts val="0"/>
                        </a:spcBef>
                        <a:spcAft>
                          <a:spcPts val="0"/>
                        </a:spcAft>
                        <a:buNone/>
                      </a:pPr>
                      <a:r>
                        <a:rPr lang="en-US" sz="800" dirty="0"/>
                        <a:t>FUK : SID </a:t>
                      </a:r>
                      <a:r>
                        <a:rPr lang="en-US" sz="800" dirty="0">
                          <a:solidFill>
                            <a:srgbClr val="FFC000"/>
                          </a:solidFill>
                        </a:rPr>
                        <a:t>(Consider C2, C8 Intersection T/O)</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16</a:t>
                      </a:r>
                      <a:endParaRPr sz="800" b="1" dirty="0"/>
                    </a:p>
                  </a:txBody>
                  <a:tcPr marL="36000" marR="36000" marT="36000" marB="36000" anchor="ctr"/>
                </a:tc>
                <a:tc rowSpan="2" gridSpan="2">
                  <a:txBody>
                    <a:bodyPr/>
                    <a:lstStyle/>
                    <a:p>
                      <a:pPr marL="0" marR="0" lvl="0" indent="0" algn="ctr" rtl="0">
                        <a:spcBef>
                          <a:spcPts val="0"/>
                        </a:spcBef>
                        <a:spcAft>
                          <a:spcPts val="0"/>
                        </a:spcAft>
                        <a:buNone/>
                      </a:pPr>
                      <a:r>
                        <a:rPr lang="en-US" sz="800" b="1" dirty="0">
                          <a:solidFill>
                            <a:srgbClr val="0070C0"/>
                          </a:solidFill>
                        </a:rPr>
                        <a:t>HAKATA xx</a:t>
                      </a:r>
                      <a:endParaRPr sz="800" b="1" dirty="0">
                        <a:solidFill>
                          <a:srgbClr val="0070C0"/>
                        </a:solidFill>
                      </a:endParaRPr>
                    </a:p>
                  </a:txBody>
                  <a:tcPr marL="36000" marR="36000" marT="36000" marB="36000" anchor="ctr"/>
                </a:tc>
                <a:tc rowSpan="2" hMerge="1">
                  <a:txBody>
                    <a:bodyPr/>
                    <a:lstStyle/>
                    <a:p>
                      <a:endParaRPr lang="ko-Kore-KR"/>
                    </a:p>
                  </a:txBody>
                  <a:tcPr/>
                </a:tc>
                <a:tc gridSpan="2">
                  <a:txBody>
                    <a:bodyPr/>
                    <a:lstStyle/>
                    <a:p>
                      <a:pPr marL="0" marR="0" lvl="0" indent="0" algn="ctr" rtl="0">
                        <a:spcBef>
                          <a:spcPts val="0"/>
                        </a:spcBef>
                        <a:spcAft>
                          <a:spcPts val="0"/>
                        </a:spcAft>
                        <a:buNone/>
                      </a:pPr>
                      <a:r>
                        <a:rPr lang="en-US" altLang="ko-Kore-KR" sz="800" b="1" dirty="0"/>
                        <a:t>HD 158 </a:t>
                      </a:r>
                      <a:r>
                        <a:rPr lang="en-US" sz="800" b="1" dirty="0">
                          <a:solidFill>
                            <a:srgbClr val="0070C0"/>
                          </a:solidFill>
                        </a:rPr>
                        <a:t>ALT ATC (10000)</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0" dirty="0"/>
                        <a:t>34</a:t>
                      </a:r>
                      <a:endParaRPr sz="800" b="0" dirty="0"/>
                    </a:p>
                  </a:txBody>
                  <a:tcPr marL="36000" marR="36000" marT="36000" marB="36000" anchor="ctr"/>
                </a:tc>
                <a:tc gridSpan="2" v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hMerge="1" vMerge="1">
                  <a:txBody>
                    <a:bodyPr/>
                    <a:lstStyle/>
                    <a:p>
                      <a:endParaRPr lang="ko-Kore-KR"/>
                    </a:p>
                  </a:txBody>
                  <a:tcPr/>
                </a:tc>
                <a:tc gridSpan="2">
                  <a:txBody>
                    <a:bodyPr/>
                    <a:lstStyle/>
                    <a:p>
                      <a:pPr marL="0" marR="0" lvl="0" indent="0" algn="ctr" rtl="0">
                        <a:spcBef>
                          <a:spcPts val="0"/>
                        </a:spcBef>
                        <a:spcAft>
                          <a:spcPts val="0"/>
                        </a:spcAft>
                        <a:buNone/>
                      </a:pPr>
                      <a:r>
                        <a:rPr lang="en-US" altLang="ko-Kore-KR" sz="800" b="1" dirty="0"/>
                        <a:t>HD 338 </a:t>
                      </a:r>
                      <a:r>
                        <a:rPr lang="en-US" sz="800" b="1" dirty="0">
                          <a:solidFill>
                            <a:srgbClr val="0070C0"/>
                          </a:solidFill>
                        </a:rPr>
                        <a:t>ALT ATC (10000)</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DGC 114.5</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a:txBody>
                    <a:bodyPr/>
                    <a:lstStyle/>
                    <a:p>
                      <a:pPr algn="ctr"/>
                      <a:r>
                        <a:rPr lang="en-US" sz="800" b="1" dirty="0">
                          <a:solidFill>
                            <a:srgbClr val="C00000"/>
                          </a:solidFill>
                        </a:rPr>
                        <a:t>16 IFO 111.7</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 IFF108.9</a:t>
                      </a:r>
                      <a:endParaRPr dirty="0"/>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lang="en-US" altLang="ko-Kore-KR" sz="800" b="1" dirty="0">
                          <a:solidFill>
                            <a:srgbClr val="00B050"/>
                          </a:solidFill>
                        </a:rPr>
                        <a:t> </a:t>
                      </a:r>
                      <a:r>
                        <a:rPr kumimoji="0" lang="en-US" altLang="ko-KR" sz="800" b="0" i="0" u="none" strike="noStrike" kern="1200" cap="none" spc="0" normalizeH="0" baseline="0" noProof="0" dirty="0">
                          <a:ln>
                            <a:noFill/>
                          </a:ln>
                          <a:solidFill>
                            <a:prstClr val="black"/>
                          </a:solidFill>
                          <a:effectLst/>
                          <a:uLnTx/>
                          <a:uFillTx/>
                          <a:latin typeface="Calibri"/>
                          <a:cs typeface="Calibri"/>
                        </a:rPr>
                        <a:t>16</a:t>
                      </a:r>
                      <a:r>
                        <a:rPr kumimoji="0" lang="en-US" altLang="ko-Kore-KR" sz="800" b="0" i="0" u="none" strike="noStrike" kern="1200" cap="none" spc="0" normalizeH="0" baseline="0" noProof="0" dirty="0">
                          <a:ln>
                            <a:noFill/>
                          </a:ln>
                          <a:solidFill>
                            <a:prstClr val="black"/>
                          </a:solidFill>
                          <a:effectLst/>
                          <a:uLnTx/>
                          <a:uFillTx/>
                          <a:latin typeface="Calibri"/>
                          <a:cs typeface="Calibri"/>
                        </a:rPr>
                        <a:t> : DGC 156/20 R240 </a:t>
                      </a: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srgbClr val="C00000"/>
                          </a:solidFill>
                          <a:effectLst/>
                          <a:uLnTx/>
                          <a:uFillTx/>
                          <a:latin typeface="Calibri"/>
                          <a:cs typeface="Calibri"/>
                        </a:rPr>
                        <a:t>(DGC VOR out of 6NM A/P)</a:t>
                      </a:r>
                      <a:endParaRPr kumimoji="0" lang="en-US" altLang="ko-Kore-KR" sz="800"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Caution GP HOLD LINE</a:t>
                      </a:r>
                    </a:p>
                    <a:p>
                      <a:pPr marL="0" marR="0" lvl="0" indent="0" algn="ctr" rtl="0">
                        <a:lnSpc>
                          <a:spcPct val="100000"/>
                        </a:lnSpc>
                        <a:spcBef>
                          <a:spcPts val="0"/>
                        </a:spcBef>
                        <a:spcAft>
                          <a:spcPts val="0"/>
                        </a:spcAft>
                        <a:buClr>
                          <a:schemeClr val="dk1"/>
                        </a:buClr>
                        <a:buSzPts val="800"/>
                        <a:buFont typeface="Calibri"/>
                        <a:buNone/>
                      </a:pPr>
                      <a:r>
                        <a:rPr lang="en-US" sz="800" dirty="0"/>
                        <a:t>Initial CTC TWR, “Ready for departure”</a:t>
                      </a:r>
                    </a:p>
                    <a:p>
                      <a:pPr marL="0" marR="0" lvl="0" indent="0" algn="ctr" rtl="0">
                        <a:lnSpc>
                          <a:spcPct val="100000"/>
                        </a:lnSpc>
                        <a:spcBef>
                          <a:spcPts val="0"/>
                        </a:spcBef>
                        <a:spcAft>
                          <a:spcPts val="0"/>
                        </a:spcAft>
                        <a:buClr>
                          <a:schemeClr val="dk1"/>
                        </a:buClr>
                        <a:buSzPts val="800"/>
                        <a:buFont typeface="Calibri"/>
                        <a:buNone/>
                      </a:pPr>
                      <a:r>
                        <a:rPr lang="en-US" sz="800" dirty="0"/>
                        <a:t>RWSL(Runway Status Lights) in operation</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284" name="Google Shape;284;p17"/>
          <p:cNvGraphicFramePr/>
          <p:nvPr>
            <p:extLst>
              <p:ext uri="{D42A27DB-BD31-4B8C-83A1-F6EECF244321}">
                <p14:modId xmlns:p14="http://schemas.microsoft.com/office/powerpoint/2010/main" val="3996782596"/>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400" dirty="0">
                          <a:solidFill>
                            <a:srgbClr val="C00000"/>
                          </a:solidFill>
                          <a:hlinkClick r:id="rId3">
                            <a:extLst>
                              <a:ext uri="{A12FA001-AC4F-418D-AE19-62706E023703}">
                                <ahyp:hlinkClr xmlns:ahyp="http://schemas.microsoft.com/office/drawing/2018/hyperlinkcolor" val="tx"/>
                              </a:ext>
                            </a:extLst>
                          </a:hlinkClick>
                        </a:rPr>
                        <a:t>RJFF(FUK) 30ft</a:t>
                      </a:r>
                      <a:endParaRPr lang="en-US" altLang="ko-Kore-KR" sz="14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altLang="ko-Kore-KR" sz="900" dirty="0"/>
                        <a:t>KE FUK 132.05</a:t>
                      </a:r>
                    </a:p>
                    <a:p>
                      <a:pPr marL="0" marR="0" lvl="0" indent="0" algn="ctr" rtl="0">
                        <a:spcBef>
                          <a:spcPts val="0"/>
                        </a:spcBef>
                        <a:spcAft>
                          <a:spcPts val="0"/>
                        </a:spcAft>
                        <a:buNone/>
                      </a:pPr>
                      <a:r>
                        <a:rPr lang="en-US" sz="700" dirty="0">
                          <a:solidFill>
                            <a:srgbClr val="FF0000"/>
                          </a:solidFill>
                        </a:rPr>
                        <a:t>DCL -15min, Voice -5min</a:t>
                      </a:r>
                      <a:endParaRPr sz="7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5" name="TextBox 4">
            <a:extLst>
              <a:ext uri="{FF2B5EF4-FFF2-40B4-BE49-F238E27FC236}">
                <a16:creationId xmlns:a16="http://schemas.microsoft.com/office/drawing/2014/main" id="{2C10DF35-4C8C-4BCD-35BF-D473906D8D90}"/>
              </a:ext>
            </a:extLst>
          </p:cNvPr>
          <p:cNvSpPr txBox="1"/>
          <p:nvPr/>
        </p:nvSpPr>
        <p:spPr>
          <a:xfrm>
            <a:off x="1313820" y="2239966"/>
            <a:ext cx="1764127" cy="532316"/>
          </a:xfrm>
          <a:prstGeom prst="rect">
            <a:avLst/>
          </a:prstGeom>
          <a:noFill/>
        </p:spPr>
        <p:txBody>
          <a:bodyPr wrap="squar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127.9</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Kobe 1</a:t>
            </a:r>
            <a:r>
              <a:rPr kumimoji="1" lang="en-US" altLang="ko-KR" sz="700" b="1" u="sng" dirty="0">
                <a:solidFill>
                  <a:srgbClr val="0070C0"/>
                </a:solidFill>
                <a:latin typeface="Gulim" panose="020B0600000101010101" pitchFamily="34" charset="-127"/>
                <a:ea typeface="Gulim" panose="020B0600000101010101" pitchFamily="34" charset="-127"/>
              </a:rPr>
              <a:t>35</a:t>
            </a:r>
            <a:r>
              <a:rPr kumimoji="1" lang="en-US" altLang="ko-Kore-KR" sz="700" b="1" u="sng" dirty="0">
                <a:solidFill>
                  <a:srgbClr val="0070C0"/>
                </a:solidFill>
                <a:latin typeface="Gulim" panose="020B0600000101010101" pitchFamily="34" charset="-127"/>
                <a:ea typeface="Gulim" panose="020B0600000101010101" pitchFamily="34" charset="-127"/>
              </a:rPr>
              <a:t>.</a:t>
            </a:r>
            <a:r>
              <a:rPr kumimoji="1" lang="en-US" altLang="ko-KR" sz="700" b="1" u="sng" dirty="0">
                <a:solidFill>
                  <a:srgbClr val="0070C0"/>
                </a:solidFill>
                <a:latin typeface="Gulim" panose="020B0600000101010101" pitchFamily="34" charset="-127"/>
                <a:ea typeface="Gulim" panose="020B0600000101010101" pitchFamily="34" charset="-127"/>
              </a:rPr>
              <a:t>65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125.37</a:t>
            </a:r>
          </a:p>
        </p:txBody>
      </p:sp>
      <p:sp>
        <p:nvSpPr>
          <p:cNvPr id="2" name="직사각형 1">
            <a:hlinkClick r:id="" action="ppaction://hlinkshowjump?jump=firstslide"/>
            <a:extLst>
              <a:ext uri="{FF2B5EF4-FFF2-40B4-BE49-F238E27FC236}">
                <a16:creationId xmlns:a16="http://schemas.microsoft.com/office/drawing/2014/main" id="{7EADFD83-B1ED-4336-4BA9-069594F75EC9}"/>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7" name="그림 6" descr="지도, 텍스트, 도표, 아틀라스이(가) 표시된 사진&#10;&#10;자동 생성된 설명">
            <a:extLst>
              <a:ext uri="{FF2B5EF4-FFF2-40B4-BE49-F238E27FC236}">
                <a16:creationId xmlns:a16="http://schemas.microsoft.com/office/drawing/2014/main" id="{F2EF0B45-A026-4882-552D-AE9B1DD5ADFF}"/>
              </a:ext>
            </a:extLst>
          </p:cNvPr>
          <p:cNvPicPr>
            <a:picLocks noChangeAspect="1"/>
          </p:cNvPicPr>
          <p:nvPr/>
        </p:nvPicPr>
        <p:blipFill>
          <a:blip r:embed="rId6"/>
          <a:stretch>
            <a:fillRect/>
          </a:stretch>
        </p:blipFill>
        <p:spPr>
          <a:xfrm>
            <a:off x="6595" y="2191106"/>
            <a:ext cx="1232042" cy="1110658"/>
          </a:xfrm>
          <a:prstGeom prst="rect">
            <a:avLst/>
          </a:prstGeom>
        </p:spPr>
      </p:pic>
      <p:pic>
        <p:nvPicPr>
          <p:cNvPr id="6" name="그래픽 5" descr="집 Wi-Fi에서 작업 단색으로 채워진">
            <a:hlinkClick r:id="" action="ppaction://hlinkshowjump?jump=firstslide"/>
            <a:extLst>
              <a:ext uri="{FF2B5EF4-FFF2-40B4-BE49-F238E27FC236}">
                <a16:creationId xmlns:a16="http://schemas.microsoft.com/office/drawing/2014/main" id="{8A31C7FB-9B7E-ACDC-8249-96BBBD7A53B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2948655"/>
            <a:ext cx="457200" cy="457200"/>
          </a:xfrm>
          <a:prstGeom prst="rect">
            <a:avLst/>
          </a:prstGeom>
          <a:effectLst>
            <a:outerShdw blurRad="50800" dist="50800" dir="3660000" algn="ctr" rotWithShape="0">
              <a:schemeClr val="bg1">
                <a:alpha val="82714"/>
              </a:schemeClr>
            </a:outerShdw>
          </a:effectLst>
        </p:spPr>
      </p:pic>
      <p:graphicFrame>
        <p:nvGraphicFramePr>
          <p:cNvPr id="3" name="Google Shape;283;p17">
            <a:extLst>
              <a:ext uri="{FF2B5EF4-FFF2-40B4-BE49-F238E27FC236}">
                <a16:creationId xmlns:a16="http://schemas.microsoft.com/office/drawing/2014/main" id="{8605B7DF-8A6B-ACE4-EBBD-78C25223B1F4}"/>
              </a:ext>
            </a:extLst>
          </p:cNvPr>
          <p:cNvGraphicFramePr/>
          <p:nvPr>
            <p:extLst>
              <p:ext uri="{D42A27DB-BD31-4B8C-83A1-F6EECF244321}">
                <p14:modId xmlns:p14="http://schemas.microsoft.com/office/powerpoint/2010/main" val="1234675212"/>
              </p:ext>
            </p:extLst>
          </p:nvPr>
        </p:nvGraphicFramePr>
        <p:xfrm>
          <a:off x="11588" y="3418356"/>
          <a:ext cx="2314761" cy="213049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GUKDO x 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p>
                  </a:txBody>
                  <a:tcPr marL="36000" marR="36000" marT="36000" marB="36000" anchor="ctr"/>
                </a:tc>
                <a:tc>
                  <a:txBody>
                    <a:bodyPr/>
                    <a:lstStyle/>
                    <a:p>
                      <a:pPr marL="0" marR="0" lvl="0" indent="0" algn="ctr" rtl="0">
                        <a:spcBef>
                          <a:spcPts val="0"/>
                        </a:spcBef>
                        <a:spcAft>
                          <a:spcPts val="0"/>
                        </a:spcAft>
                        <a:buNone/>
                      </a:pPr>
                      <a:r>
                        <a:rPr lang="en-US" sz="800" b="1" dirty="0"/>
                        <a:t>GUKDO x H</a:t>
                      </a:r>
                    </a:p>
                    <a:p>
                      <a:pPr marL="0" marR="0" lvl="0" indent="0" algn="ctr" rtl="0">
                        <a:spcBef>
                          <a:spcPts val="0"/>
                        </a:spcBef>
                        <a:spcAft>
                          <a:spcPts val="0"/>
                        </a:spcAft>
                        <a:buNone/>
                      </a:pPr>
                      <a:r>
                        <a:rPr lang="en-US" sz="800" b="1" dirty="0"/>
                        <a:t>GUKDO x C</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p>
                  </a:txBody>
                  <a:tcPr marL="36000" marR="36000" marT="36000" marB="36000" anchor="ctr"/>
                </a:tc>
                <a:tc>
                  <a:txBody>
                    <a:bodyPr/>
                    <a:lstStyle/>
                    <a:p>
                      <a:pPr marL="0" marR="0" lvl="0" indent="0" algn="ctr" rtl="0">
                        <a:spcBef>
                          <a:spcPts val="0"/>
                        </a:spcBef>
                        <a:spcAft>
                          <a:spcPts val="0"/>
                        </a:spcAft>
                        <a:buNone/>
                      </a:pPr>
                      <a:r>
                        <a:rPr lang="en-US" sz="800" b="1" dirty="0"/>
                        <a:t>GUKDO 180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1282703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graphicFrame>
        <p:nvGraphicFramePr>
          <p:cNvPr id="293" name="Google Shape;293;p18"/>
          <p:cNvGraphicFramePr/>
          <p:nvPr>
            <p:extLst>
              <p:ext uri="{D42A27DB-BD31-4B8C-83A1-F6EECF244321}">
                <p14:modId xmlns:p14="http://schemas.microsoft.com/office/powerpoint/2010/main" val="2637987"/>
              </p:ext>
            </p:extLst>
          </p:nvPr>
        </p:nvGraphicFramePr>
        <p:xfrm>
          <a:off x="-2501" y="16504"/>
          <a:ext cx="2328850" cy="61723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75952">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RJGG(NGO) 12ft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341283">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l" rtl="0">
                        <a:spcBef>
                          <a:spcPts val="0"/>
                        </a:spcBef>
                        <a:spcAft>
                          <a:spcPts val="0"/>
                        </a:spcAft>
                        <a:buNone/>
                      </a:pPr>
                      <a:r>
                        <a:rPr lang="en-US" sz="800" dirty="0"/>
                        <a:t>    SWISSPORT OPER 132.05</a:t>
                      </a:r>
                    </a:p>
                    <a:p>
                      <a:pPr marL="0" marR="0" lvl="0" indent="0" algn="ctr" rtl="0">
                        <a:spcBef>
                          <a:spcPts val="0"/>
                        </a:spcBef>
                        <a:spcAft>
                          <a:spcPts val="0"/>
                        </a:spcAft>
                        <a:buNone/>
                      </a:pPr>
                      <a:r>
                        <a:rPr lang="en-US" sz="900" b="1" dirty="0">
                          <a:solidFill>
                            <a:srgbClr val="7030A0"/>
                          </a:solidFill>
                        </a:rPr>
                        <a:t>Gate 19-24</a:t>
                      </a:r>
                      <a:endParaRPr sz="800" b="1" dirty="0">
                        <a:solidFill>
                          <a:srgbClr val="7030A0"/>
                        </a:solidFill>
                      </a:endParaRPr>
                    </a:p>
                  </a:txBody>
                  <a:tcPr marL="0" marR="0" marT="0" marB="0" anchor="ctr"/>
                </a:tc>
                <a:extLst>
                  <a:ext uri="{0D108BD9-81ED-4DB2-BD59-A6C34878D82A}">
                    <a16:rowId xmlns:a16="http://schemas.microsoft.com/office/drawing/2014/main" val="10001"/>
                  </a:ext>
                </a:extLst>
              </a:tr>
            </a:tbl>
          </a:graphicData>
        </a:graphic>
      </p:graphicFrame>
      <p:graphicFrame>
        <p:nvGraphicFramePr>
          <p:cNvPr id="3" name="Google Shape;292;p18">
            <a:extLst>
              <a:ext uri="{FF2B5EF4-FFF2-40B4-BE49-F238E27FC236}">
                <a16:creationId xmlns:a16="http://schemas.microsoft.com/office/drawing/2014/main" id="{875A20F2-11E7-1F75-20D8-CFED1D1E2C0E}"/>
              </a:ext>
            </a:extLst>
          </p:cNvPr>
          <p:cNvGraphicFramePr/>
          <p:nvPr>
            <p:extLst>
              <p:ext uri="{D42A27DB-BD31-4B8C-83A1-F6EECF244321}">
                <p14:modId xmlns:p14="http://schemas.microsoft.com/office/powerpoint/2010/main" val="139003271"/>
              </p:ext>
            </p:extLst>
          </p:nvPr>
        </p:nvGraphicFramePr>
        <p:xfrm>
          <a:off x="4472" y="3761172"/>
          <a:ext cx="2331400" cy="1792570"/>
        </p:xfrm>
        <a:graphic>
          <a:graphicData uri="http://schemas.openxmlformats.org/drawingml/2006/table">
            <a:tbl>
              <a:tblPr firstRow="1" bandRow="1">
                <a:noFill/>
                <a:tableStyleId>{A521BE36-7E6F-4EC9-8D66-1CF97A6895EC}</a:tableStyleId>
              </a:tblPr>
              <a:tblGrid>
                <a:gridCol w="449238">
                  <a:extLst>
                    <a:ext uri="{9D8B030D-6E8A-4147-A177-3AD203B41FA5}">
                      <a16:colId xmlns:a16="http://schemas.microsoft.com/office/drawing/2014/main" val="20000"/>
                    </a:ext>
                  </a:extLst>
                </a:gridCol>
                <a:gridCol w="716462">
                  <a:extLst>
                    <a:ext uri="{9D8B030D-6E8A-4147-A177-3AD203B41FA5}">
                      <a16:colId xmlns:a16="http://schemas.microsoft.com/office/drawing/2014/main" val="20001"/>
                    </a:ext>
                  </a:extLst>
                </a:gridCol>
                <a:gridCol w="582850">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128500">
                <a:tc gridSpan="4">
                  <a:txBody>
                    <a:bodyPr/>
                    <a:lstStyle/>
                    <a:p>
                      <a:pPr marL="0" marR="0" lvl="0" indent="0" algn="ctr" rtl="0">
                        <a:spcBef>
                          <a:spcPts val="0"/>
                        </a:spcBef>
                        <a:spcAft>
                          <a:spcPts val="0"/>
                        </a:spcAft>
                        <a:buNone/>
                      </a:pPr>
                      <a:r>
                        <a:rPr lang="en-US" sz="800" dirty="0"/>
                        <a:t>NGO </a:t>
                      </a:r>
                      <a:r>
                        <a:rPr lang="en-US" altLang="ko-Kore-KR" sz="800" dirty="0">
                          <a:solidFill>
                            <a:srgbClr val="00B0F0"/>
                          </a:solidFill>
                        </a:rPr>
                        <a:t>[356/176]</a:t>
                      </a:r>
                      <a:r>
                        <a:rPr lang="en-US" altLang="ko-Kore-KR" sz="800" dirty="0"/>
                        <a:t> </a:t>
                      </a:r>
                      <a:r>
                        <a:rPr lang="en-US" sz="800" dirty="0"/>
                        <a:t>: STAR </a:t>
                      </a:r>
                      <a:r>
                        <a:rPr lang="en-US" sz="800" dirty="0">
                          <a:solidFill>
                            <a:srgbClr val="FFC000"/>
                          </a:solidFill>
                        </a:rPr>
                        <a:t>(SAMON 290, MARIA 130)</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5275">
                <a:tc>
                  <a:txBody>
                    <a:bodyPr/>
                    <a:lstStyle/>
                    <a:p>
                      <a:pPr marL="0" marR="0" lvl="0" indent="0" algn="ctr" rtl="0">
                        <a:spcBef>
                          <a:spcPts val="0"/>
                        </a:spcBef>
                        <a:spcAft>
                          <a:spcPts val="0"/>
                        </a:spcAft>
                        <a:buNone/>
                      </a:pPr>
                      <a:r>
                        <a:rPr lang="en-US" sz="800" b="1" dirty="0"/>
                        <a:t>36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CHESS(CARDS)</a:t>
                      </a:r>
                    </a:p>
                    <a:p>
                      <a:pPr marL="0" marR="0" lvl="0" indent="0" algn="ctr" rtl="0">
                        <a:spcBef>
                          <a:spcPts val="0"/>
                        </a:spcBef>
                        <a:spcAft>
                          <a:spcPts val="0"/>
                        </a:spcAft>
                        <a:buNone/>
                      </a:pPr>
                      <a:r>
                        <a:rPr lang="en-US" sz="800" b="1" dirty="0"/>
                        <a:t>SOUTH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PROBE</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36</a:t>
                      </a:r>
                      <a:endParaRPr sz="800" b="1" dirty="0"/>
                    </a:p>
                  </a:txBody>
                  <a:tcPr marL="36000" marR="36000" marT="36000" marB="36000" anchor="ctr"/>
                </a:tc>
                <a:extLst>
                  <a:ext uri="{0D108BD9-81ED-4DB2-BD59-A6C34878D82A}">
                    <a16:rowId xmlns:a16="http://schemas.microsoft.com/office/drawing/2014/main" val="10001"/>
                  </a:ext>
                </a:extLst>
              </a:tr>
              <a:tr h="210550">
                <a:tc>
                  <a:txBody>
                    <a:bodyPr/>
                    <a:lstStyle/>
                    <a:p>
                      <a:pPr marL="0" marR="0" lvl="0" indent="0" algn="ctr" rtl="0">
                        <a:spcBef>
                          <a:spcPts val="0"/>
                        </a:spcBef>
                        <a:spcAft>
                          <a:spcPts val="0"/>
                        </a:spcAft>
                        <a:buNone/>
                      </a:pPr>
                      <a:r>
                        <a:rPr lang="en-US" sz="800" b="1" dirty="0"/>
                        <a:t>18</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CHESS(CARDS)</a:t>
                      </a:r>
                    </a:p>
                    <a:p>
                      <a:pPr marL="0" marR="0" lvl="0" indent="0" algn="ctr" rtl="0">
                        <a:spcBef>
                          <a:spcPts val="0"/>
                        </a:spcBef>
                        <a:spcAft>
                          <a:spcPts val="0"/>
                        </a:spcAft>
                        <a:buNone/>
                      </a:pPr>
                      <a:r>
                        <a:rPr lang="en-US" sz="800" b="1" dirty="0"/>
                        <a:t>NORTH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QUEST</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ILS Z 18</a:t>
                      </a:r>
                      <a:endParaRPr sz="800" b="1" dirty="0"/>
                    </a:p>
                  </a:txBody>
                  <a:tcPr marL="36000" marR="36000" marT="36000" marB="36000" anchor="ctr"/>
                </a:tc>
                <a:extLst>
                  <a:ext uri="{0D108BD9-81ED-4DB2-BD59-A6C34878D82A}">
                    <a16:rowId xmlns:a16="http://schemas.microsoft.com/office/drawing/2014/main" val="10002"/>
                  </a:ext>
                </a:extLst>
              </a:tr>
              <a:tr h="116800">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CBE,</a:t>
                      </a:r>
                      <a:r>
                        <a:rPr lang="en-US" sz="800" b="1" dirty="0">
                          <a:solidFill>
                            <a:srgbClr val="00B050"/>
                          </a:solidFill>
                        </a:rPr>
                        <a:t> </a:t>
                      </a:r>
                      <a:r>
                        <a:rPr lang="en-US" sz="800" b="1" dirty="0">
                          <a:solidFill>
                            <a:srgbClr val="C00000"/>
                          </a:solidFill>
                        </a:rPr>
                        <a:t>36 ICX, 18 ICY</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90225">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36 : A6(5213’), A7(6525’), A8(7837’)</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18 : A5(5393’), A4(6528’), A3(7841’)</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9022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RWY36 : After 1500ft L/D FLAP </a:t>
                      </a:r>
                    </a:p>
                    <a:p>
                      <a:pPr marL="0" marR="0" lvl="0" indent="0" algn="ctr" rtl="0">
                        <a:lnSpc>
                          <a:spcPct val="100000"/>
                        </a:lnSpc>
                        <a:spcBef>
                          <a:spcPts val="0"/>
                        </a:spcBef>
                        <a:spcAft>
                          <a:spcPts val="0"/>
                        </a:spcAft>
                        <a:buClr>
                          <a:schemeClr val="dk1"/>
                        </a:buClr>
                        <a:buSzPts val="800"/>
                        <a:buFont typeface="Calibri"/>
                        <a:buNone/>
                      </a:pPr>
                      <a:r>
                        <a:rPr lang="en-US" sz="800" dirty="0"/>
                        <a:t>RWY 18 : After 3000ft L/G DN &amp; L/D FLAP</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B050"/>
                          </a:solidFill>
                        </a:rPr>
                        <a:t>Caution Stop line, Yellow Ramp line, VDGS!!!</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sp>
        <p:nvSpPr>
          <p:cNvPr id="4" name="TextBox 3">
            <a:extLst>
              <a:ext uri="{FF2B5EF4-FFF2-40B4-BE49-F238E27FC236}">
                <a16:creationId xmlns:a16="http://schemas.microsoft.com/office/drawing/2014/main" id="{D1FC2543-C4A5-9C11-508F-89BF4833E0A4}"/>
              </a:ext>
            </a:extLst>
          </p:cNvPr>
          <p:cNvSpPr txBox="1"/>
          <p:nvPr/>
        </p:nvSpPr>
        <p:spPr>
          <a:xfrm>
            <a:off x="14670" y="2857126"/>
            <a:ext cx="1672253"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134.17 – TKO 133.8 – 133.02</a:t>
            </a:r>
          </a:p>
          <a:p>
            <a:pPr>
              <a:lnSpc>
                <a:spcPct val="150000"/>
              </a:lnSpc>
            </a:pPr>
            <a:r>
              <a:rPr kumimoji="1" lang="ko-KR" altLang="en-US" sz="700" b="1" u="sng" dirty="0" err="1">
                <a:solidFill>
                  <a:srgbClr val="0070C0"/>
                </a:solidFill>
                <a:latin typeface="Gulim" panose="020B0600000101010101" pitchFamily="34" charset="-127"/>
                <a:ea typeface="Gulim" panose="020B0600000101010101" pitchFamily="34" charset="-127"/>
              </a:rPr>
              <a:t>센트레아</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APP – 121.05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A8F7711A-A078-A852-471C-DDD7F032B1EA}"/>
              </a:ext>
            </a:extLst>
          </p:cNvPr>
          <p:cNvSpPr/>
          <p:nvPr/>
        </p:nvSpPr>
        <p:spPr>
          <a:xfrm>
            <a:off x="824292" y="298994"/>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6" name="Google Shape;276;p16">
            <a:extLst>
              <a:ext uri="{FF2B5EF4-FFF2-40B4-BE49-F238E27FC236}">
                <a16:creationId xmlns:a16="http://schemas.microsoft.com/office/drawing/2014/main" id="{0B32FEC0-931A-DD8E-6007-9522CF14CA28}"/>
              </a:ext>
            </a:extLst>
          </p:cNvPr>
          <p:cNvGraphicFramePr/>
          <p:nvPr>
            <p:extLst>
              <p:ext uri="{D42A27DB-BD31-4B8C-83A1-F6EECF244321}">
                <p14:modId xmlns:p14="http://schemas.microsoft.com/office/powerpoint/2010/main" val="1718035761"/>
              </p:ext>
            </p:extLst>
          </p:nvPr>
        </p:nvGraphicFramePr>
        <p:xfrm>
          <a:off x="1" y="633739"/>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xE</a:t>
                      </a:r>
                      <a:r>
                        <a:rPr lang="en-US" sz="800" b="1" dirty="0">
                          <a:solidFill>
                            <a:srgbClr val="0070C0"/>
                          </a:solidFill>
                        </a:rPr>
                        <a:t>/A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5500/ATC </a:t>
                      </a:r>
                      <a:r>
                        <a:rPr lang="en-US" sz="800" b="1" dirty="0">
                          <a:solidFill>
                            <a:srgbClr val="7030A0"/>
                          </a:solidFill>
                        </a:rPr>
                        <a:t>SPD 230/x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 </a:t>
                      </a:r>
                      <a:r>
                        <a:rPr lang="en-US" sz="800" dirty="0">
                          <a:solidFill>
                            <a:srgbClr val="7030A0"/>
                          </a:solidFill>
                        </a:rPr>
                        <a:t>SPD 230</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7" name="그래픽 6" descr="집 Wi-Fi에서 작업 단색으로 채워진">
            <a:hlinkClick r:id="" action="ppaction://hlinkshowjump?jump=firstslide"/>
            <a:extLst>
              <a:ext uri="{FF2B5EF4-FFF2-40B4-BE49-F238E27FC236}">
                <a16:creationId xmlns:a16="http://schemas.microsoft.com/office/drawing/2014/main" id="{9BD7D8A0-3F36-A428-C25C-5222DA9A702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24917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9756796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graphicFrame>
        <p:nvGraphicFramePr>
          <p:cNvPr id="300" name="Google Shape;300;p19"/>
          <p:cNvGraphicFramePr/>
          <p:nvPr>
            <p:extLst>
              <p:ext uri="{D42A27DB-BD31-4B8C-83A1-F6EECF244321}">
                <p14:modId xmlns:p14="http://schemas.microsoft.com/office/powerpoint/2010/main" val="1775238136"/>
              </p:ext>
            </p:extLst>
          </p:nvPr>
        </p:nvGraphicFramePr>
        <p:xfrm>
          <a:off x="0" y="611908"/>
          <a:ext cx="2332950" cy="1247435"/>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577875">
                  <a:extLst>
                    <a:ext uri="{9D8B030D-6E8A-4147-A177-3AD203B41FA5}">
                      <a16:colId xmlns:a16="http://schemas.microsoft.com/office/drawing/2014/main" val="20003"/>
                    </a:ext>
                  </a:extLst>
                </a:gridCol>
                <a:gridCol w="855150">
                  <a:extLst>
                    <a:ext uri="{9D8B030D-6E8A-4147-A177-3AD203B41FA5}">
                      <a16:colId xmlns:a16="http://schemas.microsoft.com/office/drawing/2014/main" val="20006"/>
                    </a:ext>
                  </a:extLst>
                </a:gridCol>
              </a:tblGrid>
              <a:tr h="248101">
                <a:tc gridSpan="5">
                  <a:txBody>
                    <a:bodyPr/>
                    <a:lstStyle/>
                    <a:p>
                      <a:pPr marL="0" marR="0" lvl="0" indent="0" algn="ctr" rtl="0">
                        <a:spcBef>
                          <a:spcPts val="0"/>
                        </a:spcBef>
                        <a:spcAft>
                          <a:spcPts val="0"/>
                        </a:spcAft>
                        <a:buNone/>
                      </a:pPr>
                      <a:r>
                        <a:rPr lang="en-US" sz="800" dirty="0"/>
                        <a:t>NGO : SID – TANGO </a:t>
                      </a:r>
                      <a:r>
                        <a:rPr lang="en-US" sz="800" dirty="0" err="1"/>
                        <a:t>tx</a:t>
                      </a:r>
                      <a:r>
                        <a:rPr lang="en-US" sz="800" dirty="0"/>
                        <a:t> (NADP 1)</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74182">
                <a:tc>
                  <a:txBody>
                    <a:bodyPr/>
                    <a:lstStyle/>
                    <a:p>
                      <a:pPr marL="0" marR="0" lvl="0" indent="0" algn="ctr" rtl="0">
                        <a:spcBef>
                          <a:spcPts val="0"/>
                        </a:spcBef>
                        <a:spcAft>
                          <a:spcPts val="0"/>
                        </a:spcAft>
                        <a:buNone/>
                      </a:pPr>
                      <a:r>
                        <a:rPr lang="en-US" sz="800" b="1" dirty="0"/>
                        <a:t>36</a:t>
                      </a:r>
                      <a:endParaRPr sz="800" b="1" dirty="0"/>
                    </a:p>
                  </a:txBody>
                  <a:tcPr marL="36000" marR="36000" marT="36000" marB="36000" anchor="ctr"/>
                </a:tc>
                <a:tc rowSpan="2" gridSpan="2">
                  <a:txBody>
                    <a:bodyPr/>
                    <a:lstStyle/>
                    <a:p>
                      <a:pPr marL="0" marR="0" lvl="0" indent="0" algn="ctr" rtl="0">
                        <a:spcBef>
                          <a:spcPts val="0"/>
                        </a:spcBef>
                        <a:spcAft>
                          <a:spcPts val="0"/>
                        </a:spcAft>
                        <a:buNone/>
                      </a:pPr>
                      <a:r>
                        <a:rPr lang="en-US" sz="800" b="1" dirty="0">
                          <a:solidFill>
                            <a:srgbClr val="0070C0"/>
                          </a:solidFill>
                        </a:rPr>
                        <a:t>OUMI x</a:t>
                      </a:r>
                      <a:endParaRPr sz="800" b="1" dirty="0">
                        <a:solidFill>
                          <a:srgbClr val="0070C0"/>
                        </a:solidFill>
                      </a:endParaRPr>
                    </a:p>
                    <a:p>
                      <a:pPr marL="0" marR="0" lvl="0" indent="0" algn="ctr" rtl="0">
                        <a:spcBef>
                          <a:spcPts val="0"/>
                        </a:spcBef>
                        <a:spcAft>
                          <a:spcPts val="0"/>
                        </a:spcAft>
                        <a:buNone/>
                      </a:pPr>
                      <a:r>
                        <a:rPr lang="en-US" sz="800" dirty="0"/>
                        <a:t>- TANGO </a:t>
                      </a:r>
                      <a:r>
                        <a:rPr lang="en-US" sz="800" dirty="0" err="1"/>
                        <a:t>tx</a:t>
                      </a:r>
                      <a:endParaRPr sz="800" dirty="0"/>
                    </a:p>
                  </a:txBody>
                  <a:tcPr marL="36000" marR="36000" marT="36000" marB="36000" anchor="ctr"/>
                </a:tc>
                <a:tc rowSpan="2" hMerge="1">
                  <a:txBody>
                    <a:bodyPr/>
                    <a:lstStyle/>
                    <a:p>
                      <a:endParaRPr lang="ko-Kore-KR"/>
                    </a:p>
                  </a:txBody>
                  <a:tcPr/>
                </a:tc>
                <a:tc gridSpan="2">
                  <a:txBody>
                    <a:bodyPr/>
                    <a:lstStyle/>
                    <a:p>
                      <a:pPr marL="0" marR="0" lvl="0" indent="0" algn="ctr" rtl="0">
                        <a:spcBef>
                          <a:spcPts val="0"/>
                        </a:spcBef>
                        <a:spcAft>
                          <a:spcPts val="0"/>
                        </a:spcAft>
                        <a:buNone/>
                      </a:pPr>
                      <a:r>
                        <a:rPr lang="en-US" sz="800" b="1" dirty="0"/>
                        <a:t>HD 356 </a:t>
                      </a:r>
                      <a:r>
                        <a:rPr lang="en-US" sz="800" b="1" dirty="0">
                          <a:solidFill>
                            <a:srgbClr val="0070C0"/>
                          </a:solidFill>
                        </a:rPr>
                        <a:t>ALT ATC</a:t>
                      </a:r>
                      <a:r>
                        <a:rPr lang="en-US" sz="458" b="0" dirty="0">
                          <a:solidFill>
                            <a:schemeClr val="dk1"/>
                          </a:solidFill>
                        </a:rPr>
                        <a:t> </a:t>
                      </a:r>
                      <a:r>
                        <a:rPr lang="en-US" sz="800" b="1" dirty="0">
                          <a:solidFill>
                            <a:srgbClr val="0070C0"/>
                          </a:solidFill>
                        </a:rPr>
                        <a:t>(7000)</a:t>
                      </a:r>
                    </a:p>
                  </a:txBody>
                  <a:tcPr marL="36000" marR="36000" marT="36000" marB="36000" anchor="ctr"/>
                </a:tc>
                <a:tc hMerge="1">
                  <a:txBody>
                    <a:bodyPr/>
                    <a:lstStyle/>
                    <a:p>
                      <a:endParaRPr/>
                    </a:p>
                  </a:txBody>
                  <a:tcPr marL="36000" marR="36000" marT="36000" marB="36000" anchor="ctr"/>
                </a:tc>
                <a:extLst>
                  <a:ext uri="{0D108BD9-81ED-4DB2-BD59-A6C34878D82A}">
                    <a16:rowId xmlns:a16="http://schemas.microsoft.com/office/drawing/2014/main" val="10001"/>
                  </a:ext>
                </a:extLst>
              </a:tr>
              <a:tr h="225485">
                <a:tc>
                  <a:txBody>
                    <a:bodyPr/>
                    <a:lstStyle/>
                    <a:p>
                      <a:pPr marL="0" marR="0" lvl="0" indent="0" algn="ctr" rtl="0">
                        <a:spcBef>
                          <a:spcPts val="0"/>
                        </a:spcBef>
                        <a:spcAft>
                          <a:spcPts val="0"/>
                        </a:spcAft>
                        <a:buNone/>
                      </a:pPr>
                      <a:r>
                        <a:rPr lang="en-US" sz="800" b="1" dirty="0"/>
                        <a:t>18</a:t>
                      </a:r>
                      <a:endParaRPr sz="800" b="1" dirty="0"/>
                    </a:p>
                  </a:txBody>
                  <a:tcPr marL="36000" marR="36000" marT="36000" marB="36000" anchor="ctr"/>
                </a:tc>
                <a:tc gridSpan="2" vMerge="1">
                  <a:txBody>
                    <a:bodyPr/>
                    <a:lstStyle/>
                    <a:p>
                      <a:endParaRPr lang="ko-Kore-KR"/>
                    </a:p>
                  </a:txBody>
                  <a:tcPr/>
                </a:tc>
                <a:tc hMerge="1" vMerge="1">
                  <a:txBody>
                    <a:bodyPr/>
                    <a:lstStyle/>
                    <a:p>
                      <a:endParaRPr lang="ko-Kore-KR"/>
                    </a:p>
                  </a:txBody>
                  <a:tcPr/>
                </a:tc>
                <a:tc gridSpan="2">
                  <a:txBody>
                    <a:bodyPr/>
                    <a:lstStyle/>
                    <a:p>
                      <a:pPr marL="0" marR="0" lvl="0" indent="0" algn="ctr" rtl="0">
                        <a:spcBef>
                          <a:spcPts val="0"/>
                        </a:spcBef>
                        <a:spcAft>
                          <a:spcPts val="0"/>
                        </a:spcAft>
                        <a:buNone/>
                      </a:pPr>
                      <a:r>
                        <a:rPr lang="en-US" sz="800" b="1" dirty="0"/>
                        <a:t>HD 176</a:t>
                      </a:r>
                      <a:r>
                        <a:rPr lang="en-US" sz="800" b="1" dirty="0">
                          <a:solidFill>
                            <a:schemeClr val="dk1"/>
                          </a:solidFill>
                        </a:rPr>
                        <a:t> </a:t>
                      </a:r>
                      <a:r>
                        <a:rPr lang="en-US" sz="800" b="1" dirty="0">
                          <a:solidFill>
                            <a:srgbClr val="0070C0"/>
                          </a:solidFill>
                        </a:rPr>
                        <a:t>ALT ATC(7000)</a:t>
                      </a:r>
                    </a:p>
                  </a:txBody>
                  <a:tcPr marL="36000" marR="36000" marT="36000" marB="36000" anchor="ctr"/>
                </a:tc>
                <a:tc hMerge="1">
                  <a:txBody>
                    <a:bodyPr/>
                    <a:lstStyle/>
                    <a:p>
                      <a:endParaRPr/>
                    </a:p>
                  </a:txBody>
                  <a:tcPr marL="36000" marR="36000" marT="36000" marB="36000" anchor="ctr"/>
                </a:tc>
                <a:extLst>
                  <a:ext uri="{0D108BD9-81ED-4DB2-BD59-A6C34878D82A}">
                    <a16:rowId xmlns:a16="http://schemas.microsoft.com/office/drawing/2014/main" val="10002"/>
                  </a:ext>
                </a:extLst>
              </a:tr>
              <a:tr h="274182">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CBE</a:t>
                      </a:r>
                      <a:r>
                        <a:rPr lang="en-US" sz="800" b="0" dirty="0">
                          <a:solidFill>
                            <a:schemeClr val="dk1"/>
                          </a:solidFill>
                        </a:rPr>
                        <a:t> </a:t>
                      </a:r>
                      <a:r>
                        <a:rPr lang="en-US" sz="800" b="1" dirty="0">
                          <a:solidFill>
                            <a:srgbClr val="0070C0"/>
                          </a:solidFill>
                        </a:rPr>
                        <a:t>117.8</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18 ICY 109.7</a:t>
                      </a:r>
                      <a:endParaRPr sz="800"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36 ICX 111.9</a:t>
                      </a:r>
                      <a:endParaRPr sz="800" b="1" dirty="0">
                        <a:solidFill>
                          <a:srgbClr val="C00000"/>
                        </a:solidFill>
                      </a:endParaRPr>
                    </a:p>
                  </a:txBody>
                  <a:tcPr marL="36000" marR="36000" marT="36000" marB="36000" anchor="ctr"/>
                </a:tc>
                <a:extLst>
                  <a:ext uri="{0D108BD9-81ED-4DB2-BD59-A6C34878D82A}">
                    <a16:rowId xmlns:a16="http://schemas.microsoft.com/office/drawing/2014/main" val="10003"/>
                  </a:ext>
                </a:extLst>
              </a:tr>
              <a:tr h="225485">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APU Start 30min, Prepare Intersection T/O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301" name="Google Shape;301;p19"/>
          <p:cNvGraphicFramePr/>
          <p:nvPr>
            <p:extLst>
              <p:ext uri="{D42A27DB-BD31-4B8C-83A1-F6EECF244321}">
                <p14:modId xmlns:p14="http://schemas.microsoft.com/office/powerpoint/2010/main" val="1574391143"/>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RJGG(NGO) 12ft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l" rtl="0">
                        <a:spcBef>
                          <a:spcPts val="0"/>
                        </a:spcBef>
                        <a:spcAft>
                          <a:spcPts val="0"/>
                        </a:spcAft>
                        <a:buNone/>
                      </a:pPr>
                      <a:r>
                        <a:rPr lang="en-US" altLang="ko-Kore-KR" sz="700" dirty="0"/>
                        <a:t>SWISSPORT OPERATION</a:t>
                      </a:r>
                      <a:r>
                        <a:rPr lang="en-US" altLang="ko-Kore-KR" sz="900" dirty="0"/>
                        <a:t>      </a:t>
                      </a:r>
                    </a:p>
                    <a:p>
                      <a:pPr marL="0" marR="0" lvl="0" indent="0" algn="l" rtl="0">
                        <a:spcBef>
                          <a:spcPts val="0"/>
                        </a:spcBef>
                        <a:spcAft>
                          <a:spcPts val="0"/>
                        </a:spcAft>
                        <a:buNone/>
                      </a:pPr>
                      <a:r>
                        <a:rPr lang="en-US" altLang="ko-Kore-KR" sz="900" dirty="0"/>
                        <a:t>   132.05    </a:t>
                      </a:r>
                      <a:r>
                        <a:rPr lang="en-US" sz="700" dirty="0">
                          <a:solidFill>
                            <a:srgbClr val="FF0000"/>
                          </a:solidFill>
                        </a:rPr>
                        <a:t>DCL -15분</a:t>
                      </a:r>
                      <a:endParaRPr sz="7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291CF481-65C3-26D3-95AE-3671F3B5E010}"/>
              </a:ext>
            </a:extLst>
          </p:cNvPr>
          <p:cNvSpPr txBox="1"/>
          <p:nvPr/>
        </p:nvSpPr>
        <p:spPr>
          <a:xfrm>
            <a:off x="21296" y="1890173"/>
            <a:ext cx="1632178"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120.0</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TKO 1</a:t>
            </a:r>
            <a:r>
              <a:rPr kumimoji="1" lang="en-US" altLang="ko-KR" sz="700" b="1" u="sng" dirty="0">
                <a:solidFill>
                  <a:srgbClr val="0070C0"/>
                </a:solidFill>
                <a:latin typeface="Gulim" panose="020B0600000101010101" pitchFamily="34" charset="-127"/>
                <a:ea typeface="Gulim" panose="020B0600000101010101" pitchFamily="34" charset="-127"/>
              </a:rPr>
              <a:t>33</a:t>
            </a:r>
            <a:r>
              <a:rPr kumimoji="1" lang="en-US" altLang="ko-Kore-KR" sz="700" b="1" u="sng" dirty="0">
                <a:solidFill>
                  <a:srgbClr val="0070C0"/>
                </a:solidFill>
                <a:latin typeface="Gulim" panose="020B0600000101010101" pitchFamily="34" charset="-127"/>
                <a:ea typeface="Gulim" panose="020B0600000101010101" pitchFamily="34" charset="-127"/>
              </a:rPr>
              <a:t>.5</a:t>
            </a:r>
            <a:r>
              <a:rPr kumimoji="1" lang="en-US" altLang="ko-KR" sz="700" b="1" u="sng" dirty="0">
                <a:solidFill>
                  <a:srgbClr val="0070C0"/>
                </a:solidFill>
                <a:latin typeface="Gulim" panose="020B0600000101010101" pitchFamily="34" charset="-127"/>
                <a:ea typeface="Gulim" panose="020B0600000101010101" pitchFamily="34" charset="-127"/>
              </a:rPr>
              <a:t>5</a:t>
            </a:r>
            <a:r>
              <a:rPr kumimoji="1" lang="en-US" altLang="ko-Kore-KR" sz="700" b="1" u="sng" dirty="0">
                <a:solidFill>
                  <a:srgbClr val="0070C0"/>
                </a:solidFill>
                <a:latin typeface="Gulim" panose="020B0600000101010101" pitchFamily="34" charset="-127"/>
                <a:ea typeface="Gulim" panose="020B0600000101010101" pitchFamily="34" charset="-127"/>
              </a:rPr>
              <a:t> – </a:t>
            </a:r>
            <a:r>
              <a:rPr kumimoji="1" lang="en-US" altLang="ko-KR" sz="700" b="1" u="sng" dirty="0">
                <a:solidFill>
                  <a:srgbClr val="0070C0"/>
                </a:solidFill>
                <a:latin typeface="Gulim" panose="020B0600000101010101" pitchFamily="34" charset="-127"/>
                <a:ea typeface="Gulim" panose="020B0600000101010101" pitchFamily="34" charset="-127"/>
              </a:rPr>
              <a:t>1</a:t>
            </a:r>
            <a:r>
              <a:rPr kumimoji="1" lang="en-US" altLang="ko-Kore-KR" sz="700" b="1" u="sng" dirty="0">
                <a:solidFill>
                  <a:srgbClr val="0070C0"/>
                </a:solidFill>
                <a:latin typeface="Gulim" panose="020B0600000101010101" pitchFamily="34" charset="-127"/>
                <a:ea typeface="Gulim" panose="020B0600000101010101" pitchFamily="34" charset="-127"/>
              </a:rPr>
              <a:t>33.8 – 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ore-KR" sz="700" b="1" u="sng" dirty="0">
                <a:solidFill>
                  <a:srgbClr val="0070C0"/>
                </a:solidFill>
                <a:latin typeface="Gulim" panose="020B0600000101010101" pitchFamily="34" charset="-127"/>
                <a:ea typeface="Gulim" panose="020B0600000101010101" pitchFamily="34" charset="-127"/>
              </a:rPr>
              <a:t>1</a:t>
            </a:r>
            <a:r>
              <a:rPr kumimoji="1" lang="en-US" altLang="ko-KR" sz="700" b="1" u="sng" dirty="0">
                <a:solidFill>
                  <a:srgbClr val="0070C0"/>
                </a:solidFill>
                <a:latin typeface="Gulim" panose="020B0600000101010101" pitchFamily="34" charset="-127"/>
                <a:ea typeface="Gulim" panose="020B0600000101010101" pitchFamily="34" charset="-127"/>
              </a:rPr>
              <a:t>20</a:t>
            </a:r>
            <a:r>
              <a:rPr kumimoji="1" lang="en-US" altLang="ko-Kore-KR" sz="700" b="1" u="sng" dirty="0">
                <a:solidFill>
                  <a:srgbClr val="0070C0"/>
                </a:solidFill>
                <a:latin typeface="Gulim" panose="020B0600000101010101" pitchFamily="34" charset="-127"/>
                <a:ea typeface="Gulim" panose="020B0600000101010101" pitchFamily="34" charset="-127"/>
              </a:rPr>
              <a:t>.</a:t>
            </a:r>
            <a:r>
              <a:rPr kumimoji="1" lang="en-US" altLang="ko-KR" sz="700" b="1" u="sng" dirty="0">
                <a:solidFill>
                  <a:srgbClr val="0070C0"/>
                </a:solidFill>
                <a:latin typeface="Gulim" panose="020B0600000101010101" pitchFamily="34" charset="-127"/>
                <a:ea typeface="Gulim" panose="020B0600000101010101" pitchFamily="34" charset="-127"/>
              </a:rPr>
              <a:t>52</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33D2B1E1-5D0A-9574-5547-A89097C5B4BB}"/>
              </a:ext>
            </a:extLst>
          </p:cNvPr>
          <p:cNvSpPr/>
          <p:nvPr/>
        </p:nvSpPr>
        <p:spPr>
          <a:xfrm>
            <a:off x="838328" y="278136"/>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6" name="그래픽 5" descr="집 Wi-Fi에서 작업 단색으로 채워진">
            <a:hlinkClick r:id="" action="ppaction://hlinkshowjump?jump=firstslide"/>
            <a:extLst>
              <a:ext uri="{FF2B5EF4-FFF2-40B4-BE49-F238E27FC236}">
                <a16:creationId xmlns:a16="http://schemas.microsoft.com/office/drawing/2014/main" id="{EEA9BB64-8011-F3E4-E8E6-C3C6418A689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921853"/>
            <a:ext cx="457200" cy="457200"/>
          </a:xfrm>
          <a:prstGeom prst="rect">
            <a:avLst/>
          </a:prstGeom>
          <a:effectLst>
            <a:outerShdw blurRad="50800" dist="50800" dir="3660000" algn="ctr" rotWithShape="0">
              <a:schemeClr val="bg1">
                <a:alpha val="82714"/>
              </a:schemeClr>
            </a:outerShdw>
          </a:effectLst>
        </p:spPr>
      </p:pic>
      <p:graphicFrame>
        <p:nvGraphicFramePr>
          <p:cNvPr id="4" name="Google Shape;283;p17">
            <a:extLst>
              <a:ext uri="{FF2B5EF4-FFF2-40B4-BE49-F238E27FC236}">
                <a16:creationId xmlns:a16="http://schemas.microsoft.com/office/drawing/2014/main" id="{6995A1D0-6BC0-59D8-498C-1537F94121BC}"/>
              </a:ext>
            </a:extLst>
          </p:cNvPr>
          <p:cNvGraphicFramePr/>
          <p:nvPr>
            <p:extLst>
              <p:ext uri="{D42A27DB-BD31-4B8C-83A1-F6EECF244321}">
                <p14:modId xmlns:p14="http://schemas.microsoft.com/office/powerpoint/2010/main" val="2636973324"/>
              </p:ext>
            </p:extLst>
          </p:nvPr>
        </p:nvGraphicFramePr>
        <p:xfrm>
          <a:off x="11588" y="3418356"/>
          <a:ext cx="2314761" cy="213049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GUKDO x 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p>
                  </a:txBody>
                  <a:tcPr marL="36000" marR="36000" marT="36000" marB="36000" anchor="ctr"/>
                </a:tc>
                <a:tc>
                  <a:txBody>
                    <a:bodyPr/>
                    <a:lstStyle/>
                    <a:p>
                      <a:pPr marL="0" marR="0" lvl="0" indent="0" algn="ctr" rtl="0">
                        <a:spcBef>
                          <a:spcPts val="0"/>
                        </a:spcBef>
                        <a:spcAft>
                          <a:spcPts val="0"/>
                        </a:spcAft>
                        <a:buNone/>
                      </a:pPr>
                      <a:r>
                        <a:rPr lang="en-US" sz="800" b="1" dirty="0"/>
                        <a:t>GUKDO x H</a:t>
                      </a:r>
                    </a:p>
                    <a:p>
                      <a:pPr marL="0" marR="0" lvl="0" indent="0" algn="ctr" rtl="0">
                        <a:spcBef>
                          <a:spcPts val="0"/>
                        </a:spcBef>
                        <a:spcAft>
                          <a:spcPts val="0"/>
                        </a:spcAft>
                        <a:buNone/>
                      </a:pPr>
                      <a:r>
                        <a:rPr lang="en-US" sz="800" b="1" dirty="0"/>
                        <a:t>GUKDO x C</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p>
                  </a:txBody>
                  <a:tcPr marL="36000" marR="36000" marT="36000" marB="36000" anchor="ctr"/>
                </a:tc>
                <a:tc>
                  <a:txBody>
                    <a:bodyPr/>
                    <a:lstStyle/>
                    <a:p>
                      <a:pPr marL="0" marR="0" lvl="0" indent="0" algn="ctr" rtl="0">
                        <a:spcBef>
                          <a:spcPts val="0"/>
                        </a:spcBef>
                        <a:spcAft>
                          <a:spcPts val="0"/>
                        </a:spcAft>
                        <a:buNone/>
                      </a:pPr>
                      <a:r>
                        <a:rPr lang="en-US" sz="800" b="1" dirty="0"/>
                        <a:t>GUKDO 180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830644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graphicFrame>
        <p:nvGraphicFramePr>
          <p:cNvPr id="328" name="Google Shape;328;p22"/>
          <p:cNvGraphicFramePr/>
          <p:nvPr>
            <p:extLst>
              <p:ext uri="{D42A27DB-BD31-4B8C-83A1-F6EECF244321}">
                <p14:modId xmlns:p14="http://schemas.microsoft.com/office/powerpoint/2010/main" val="2577914132"/>
              </p:ext>
            </p:extLst>
          </p:nvPr>
        </p:nvGraphicFramePr>
        <p:xfrm>
          <a:off x="-5177" y="3761019"/>
          <a:ext cx="2331375" cy="1792570"/>
        </p:xfrm>
        <a:graphic>
          <a:graphicData uri="http://schemas.openxmlformats.org/drawingml/2006/table">
            <a:tbl>
              <a:tblPr firstRow="1" bandRow="1">
                <a:noFill/>
                <a:tableStyleId>{A521BE36-7E6F-4EC9-8D66-1CF97A6895EC}</a:tableStyleId>
              </a:tblPr>
              <a:tblGrid>
                <a:gridCol w="461950">
                  <a:extLst>
                    <a:ext uri="{9D8B030D-6E8A-4147-A177-3AD203B41FA5}">
                      <a16:colId xmlns:a16="http://schemas.microsoft.com/office/drawing/2014/main" val="20000"/>
                    </a:ext>
                  </a:extLst>
                </a:gridCol>
                <a:gridCol w="703725">
                  <a:extLst>
                    <a:ext uri="{9D8B030D-6E8A-4147-A177-3AD203B41FA5}">
                      <a16:colId xmlns:a16="http://schemas.microsoft.com/office/drawing/2014/main" val="20001"/>
                    </a:ext>
                  </a:extLst>
                </a:gridCol>
                <a:gridCol w="582850">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136775">
                <a:tc gridSpan="4">
                  <a:txBody>
                    <a:bodyPr/>
                    <a:lstStyle/>
                    <a:p>
                      <a:pPr marL="0" marR="0" lvl="0" indent="0" algn="ctr" rtl="0">
                        <a:spcBef>
                          <a:spcPts val="0"/>
                        </a:spcBef>
                        <a:spcAft>
                          <a:spcPts val="0"/>
                        </a:spcAft>
                        <a:buNone/>
                      </a:pPr>
                      <a:r>
                        <a:rPr lang="en-US" sz="800" dirty="0"/>
                        <a:t>CTS </a:t>
                      </a:r>
                      <a:r>
                        <a:rPr lang="en-US" sz="800" dirty="0">
                          <a:solidFill>
                            <a:srgbClr val="00B0F0"/>
                          </a:solidFill>
                        </a:rPr>
                        <a:t>[082/182]</a:t>
                      </a:r>
                      <a:r>
                        <a:rPr lang="en-US" sz="800" dirty="0"/>
                        <a:t> :  </a:t>
                      </a:r>
                      <a:r>
                        <a:rPr lang="en-US" sz="800" dirty="0">
                          <a:solidFill>
                            <a:srgbClr val="FFC000"/>
                          </a:solidFill>
                        </a:rPr>
                        <a:t>01R : IDEMI 150, 19L : NAVER 170</a:t>
                      </a:r>
                      <a:endParaRPr sz="800" dirty="0">
                        <a:solidFill>
                          <a:srgbClr val="FFC000"/>
                        </a:solidFill>
                      </a:endParaRPr>
                    </a:p>
                  </a:txBody>
                  <a:tcPr marL="36000" marR="36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02475">
                <a:tc>
                  <a:txBody>
                    <a:bodyPr/>
                    <a:lstStyle/>
                    <a:p>
                      <a:pPr marL="0" marR="0" lvl="0" indent="0" algn="ctr" rtl="0">
                        <a:spcBef>
                          <a:spcPts val="0"/>
                        </a:spcBef>
                        <a:spcAft>
                          <a:spcPts val="0"/>
                        </a:spcAft>
                        <a:buNone/>
                      </a:pPr>
                      <a:r>
                        <a:rPr lang="en-US" sz="800" b="1"/>
                        <a:t>01R</a:t>
                      </a:r>
                      <a:endParaRPr sz="800" b="1"/>
                    </a:p>
                  </a:txBody>
                  <a:tcPr marL="36000" marR="36000" marT="36000" marB="36000" anchor="ctr"/>
                </a:tc>
                <a:tc>
                  <a:txBody>
                    <a:bodyPr/>
                    <a:lstStyle/>
                    <a:p>
                      <a:pPr marL="0" marR="0" lvl="0" indent="0" algn="ctr" rtl="0">
                        <a:spcBef>
                          <a:spcPts val="0"/>
                        </a:spcBef>
                        <a:spcAft>
                          <a:spcPts val="0"/>
                        </a:spcAft>
                        <a:buNone/>
                      </a:pPr>
                      <a:r>
                        <a:rPr lang="en-US" sz="800" b="1" dirty="0"/>
                        <a:t>YOTEI SOUTH</a:t>
                      </a:r>
                      <a:endParaRPr dirty="0"/>
                    </a:p>
                    <a:p>
                      <a:pPr marL="0" marR="0" lvl="0" indent="0" algn="ctr" rtl="0">
                        <a:spcBef>
                          <a:spcPts val="0"/>
                        </a:spcBef>
                        <a:spcAft>
                          <a:spcPts val="0"/>
                        </a:spcAft>
                        <a:buNone/>
                      </a:pPr>
                      <a:r>
                        <a:rPr lang="en-US" sz="800" b="1" dirty="0"/>
                        <a:t>(YUKII WEST)</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YOTEI</a:t>
                      </a:r>
                      <a:endParaRPr/>
                    </a:p>
                    <a:p>
                      <a:pPr marL="0" marR="0" lvl="0" indent="0" algn="ctr" rtl="0">
                        <a:spcBef>
                          <a:spcPts val="0"/>
                        </a:spcBef>
                        <a:spcAft>
                          <a:spcPts val="0"/>
                        </a:spcAft>
                        <a:buNone/>
                      </a:pPr>
                      <a:r>
                        <a:rPr lang="en-US" sz="800" b="1"/>
                        <a:t>not YOSEI</a:t>
                      </a:r>
                      <a:endParaRPr/>
                    </a:p>
                  </a:txBody>
                  <a:tcPr marL="36000" marR="36000" marT="36000" marB="36000" anchor="ctr"/>
                </a:tc>
                <a:tc>
                  <a:txBody>
                    <a:bodyPr/>
                    <a:lstStyle/>
                    <a:p>
                      <a:pPr marL="0" marR="0" lvl="0" indent="0" algn="ctr" rtl="0">
                        <a:spcBef>
                          <a:spcPts val="0"/>
                        </a:spcBef>
                        <a:spcAft>
                          <a:spcPts val="0"/>
                        </a:spcAft>
                        <a:buNone/>
                      </a:pPr>
                      <a:r>
                        <a:rPr lang="en-US" sz="800" b="1" dirty="0"/>
                        <a:t>ILS Y/Z 01R</a:t>
                      </a:r>
                    </a:p>
                    <a:p>
                      <a:pPr marL="0" marR="0" lvl="0" indent="0" algn="ctr" rtl="0">
                        <a:spcBef>
                          <a:spcPts val="0"/>
                        </a:spcBef>
                        <a:spcAft>
                          <a:spcPts val="0"/>
                        </a:spcAft>
                        <a:buNone/>
                      </a:pPr>
                      <a:r>
                        <a:rPr lang="en-US" sz="800" b="1" dirty="0">
                          <a:solidFill>
                            <a:srgbClr val="C00000"/>
                          </a:solidFill>
                        </a:rPr>
                        <a:t>3000/2000</a:t>
                      </a:r>
                      <a:endParaRPr sz="800" b="1" dirty="0">
                        <a:solidFill>
                          <a:srgbClr val="C00000"/>
                        </a:solidFill>
                      </a:endParaRPr>
                    </a:p>
                  </a:txBody>
                  <a:tcPr marL="36000" marR="36000" marT="36000" marB="36000" anchor="ctr"/>
                </a:tc>
                <a:extLst>
                  <a:ext uri="{0D108BD9-81ED-4DB2-BD59-A6C34878D82A}">
                    <a16:rowId xmlns:a16="http://schemas.microsoft.com/office/drawing/2014/main" val="10001"/>
                  </a:ext>
                </a:extLst>
              </a:tr>
              <a:tr h="202475">
                <a:tc>
                  <a:txBody>
                    <a:bodyPr/>
                    <a:lstStyle/>
                    <a:p>
                      <a:pPr marL="0" marR="0" lvl="0" indent="0" algn="ctr" rtl="0">
                        <a:spcBef>
                          <a:spcPts val="0"/>
                        </a:spcBef>
                        <a:spcAft>
                          <a:spcPts val="0"/>
                        </a:spcAft>
                        <a:buNone/>
                      </a:pPr>
                      <a:r>
                        <a:rPr lang="en-US" sz="800" b="1" dirty="0"/>
                        <a:t>19L</a:t>
                      </a:r>
                    </a:p>
                    <a:p>
                      <a:pPr marL="0" marR="0" lvl="0" indent="0" algn="ctr" rtl="0">
                        <a:spcBef>
                          <a:spcPts val="0"/>
                        </a:spcBef>
                        <a:spcAft>
                          <a:spcPts val="0"/>
                        </a:spcAft>
                        <a:buNone/>
                      </a:pPr>
                      <a:r>
                        <a:rPr lang="en-US" sz="800" b="1" dirty="0">
                          <a:solidFill>
                            <a:srgbClr val="C00000"/>
                          </a:solidFill>
                        </a:rPr>
                        <a:t>19R </a:t>
                      </a:r>
                    </a:p>
                    <a:p>
                      <a:pPr marL="0" marR="0" lvl="0" indent="0" algn="ctr" rtl="0">
                        <a:spcBef>
                          <a:spcPts val="0"/>
                        </a:spcBef>
                        <a:spcAft>
                          <a:spcPts val="0"/>
                        </a:spcAft>
                        <a:buNone/>
                      </a:pPr>
                      <a:r>
                        <a:rPr lang="en-US" sz="800" b="1" dirty="0">
                          <a:solidFill>
                            <a:srgbClr val="C00000"/>
                          </a:solidFill>
                        </a:rPr>
                        <a:t>CAT III</a:t>
                      </a:r>
                      <a:endParaRPr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a:t>NAVER(170)</a:t>
                      </a:r>
                      <a:endParaRPr/>
                    </a:p>
                    <a:p>
                      <a:pPr marL="0" marR="0" lvl="0" indent="0" algn="ctr" rtl="0">
                        <a:spcBef>
                          <a:spcPts val="0"/>
                        </a:spcBef>
                        <a:spcAft>
                          <a:spcPts val="0"/>
                        </a:spcAft>
                        <a:buNone/>
                      </a:pPr>
                      <a:r>
                        <a:rPr lang="en-US" sz="800" b="1"/>
                        <a:t>YUNEY SOUTH</a:t>
                      </a:r>
                      <a:endParaRPr/>
                    </a:p>
                    <a:p>
                      <a:pPr marL="0" marR="0" lvl="0" indent="0" algn="ctr" rtl="0">
                        <a:spcBef>
                          <a:spcPts val="0"/>
                        </a:spcBef>
                        <a:spcAft>
                          <a:spcPts val="0"/>
                        </a:spcAft>
                        <a:buNone/>
                      </a:pPr>
                      <a:r>
                        <a:rPr lang="en-US" sz="800" b="1"/>
                        <a:t>(KAORY A)</a:t>
                      </a:r>
                      <a:endParaRPr sz="800" b="1"/>
                    </a:p>
                  </a:txBody>
                  <a:tcPr marL="36000" marR="36000" marT="36000" marB="36000" anchor="ctr"/>
                </a:tc>
                <a:tc>
                  <a:txBody>
                    <a:bodyPr/>
                    <a:lstStyle/>
                    <a:p>
                      <a:pPr marL="0" marR="0" lvl="0" indent="0" algn="ctr" rtl="0">
                        <a:spcBef>
                          <a:spcPts val="0"/>
                        </a:spcBef>
                        <a:spcAft>
                          <a:spcPts val="0"/>
                        </a:spcAft>
                        <a:buNone/>
                      </a:pPr>
                      <a:r>
                        <a:rPr lang="en-US" sz="800" b="1"/>
                        <a:t>KAORY</a:t>
                      </a:r>
                      <a:endParaRPr/>
                    </a:p>
                    <a:p>
                      <a:pPr marL="0" marR="0" lvl="0" indent="0" algn="ctr" rtl="0">
                        <a:spcBef>
                          <a:spcPts val="0"/>
                        </a:spcBef>
                        <a:spcAft>
                          <a:spcPts val="0"/>
                        </a:spcAft>
                        <a:buNone/>
                      </a:pPr>
                      <a:r>
                        <a:rPr lang="en-US" sz="800" b="1"/>
                        <a:t>YUNEY</a:t>
                      </a:r>
                      <a:endParaRPr/>
                    </a:p>
                    <a:p>
                      <a:pPr marL="0" marR="0" lvl="0" indent="0" algn="ctr" rtl="0">
                        <a:spcBef>
                          <a:spcPts val="0"/>
                        </a:spcBef>
                        <a:spcAft>
                          <a:spcPts val="0"/>
                        </a:spcAft>
                        <a:buNone/>
                      </a:pPr>
                      <a:r>
                        <a:rPr lang="en-US" sz="800" b="1"/>
                        <a:t>(KAORY)</a:t>
                      </a:r>
                      <a:endParaRPr sz="800" b="1"/>
                    </a:p>
                  </a:txBody>
                  <a:tcPr marL="36000" marR="36000" marT="36000" marB="36000" anchor="ctr"/>
                </a:tc>
                <a:tc>
                  <a:txBody>
                    <a:bodyPr/>
                    <a:lstStyle/>
                    <a:p>
                      <a:pPr marL="0" marR="0" lvl="0" indent="0" algn="ctr" rtl="0">
                        <a:spcBef>
                          <a:spcPts val="0"/>
                        </a:spcBef>
                        <a:spcAft>
                          <a:spcPts val="0"/>
                        </a:spcAft>
                        <a:buNone/>
                      </a:pPr>
                      <a:r>
                        <a:rPr lang="en-US" sz="800" b="1"/>
                        <a:t>ILS Z 19L</a:t>
                      </a:r>
                      <a:endParaRPr/>
                    </a:p>
                  </a:txBody>
                  <a:tcPr marL="36000" marR="36000" marT="36000" marB="36000" anchor="ctr"/>
                </a:tc>
                <a:extLst>
                  <a:ext uri="{0D108BD9-81ED-4DB2-BD59-A6C34878D82A}">
                    <a16:rowId xmlns:a16="http://schemas.microsoft.com/office/drawing/2014/main" val="10002"/>
                  </a:ext>
                </a:extLst>
              </a:tr>
              <a:tr h="12432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CHE,</a:t>
                      </a:r>
                      <a:r>
                        <a:rPr lang="en-US" sz="800" b="1" dirty="0">
                          <a:solidFill>
                            <a:srgbClr val="00B050"/>
                          </a:solidFill>
                        </a:rPr>
                        <a:t> </a:t>
                      </a:r>
                      <a:r>
                        <a:rPr lang="en-US" sz="800" b="1" dirty="0">
                          <a:solidFill>
                            <a:srgbClr val="C00000"/>
                          </a:solidFill>
                        </a:rPr>
                        <a:t>01R ICH, 19L ICM</a:t>
                      </a:r>
                      <a:endParaRPr sz="800" b="1" dirty="0">
                        <a:solidFill>
                          <a:srgbClr val="C00000"/>
                        </a:solidFill>
                      </a:endParaRPr>
                    </a:p>
                  </a:txBody>
                  <a:tcPr marL="36000" marR="36000" marT="36000" marB="36000" anchor="ctr"/>
                </a:tc>
                <a:tc hMerge="1">
                  <a:txBody>
                    <a:bodyPr/>
                    <a:lstStyle/>
                    <a:p>
                      <a:endParaRPr/>
                    </a:p>
                  </a:txBody>
                  <a:tcPr marL="36000" marR="36000" marT="36000" marB="36000" anchor="ctr"/>
                </a:tc>
                <a:tc hMerge="1">
                  <a:txBody>
                    <a:bodyPr/>
                    <a:lstStyle/>
                    <a:p>
                      <a:endParaRPr dirty="0"/>
                    </a:p>
                  </a:txBody>
                  <a:tcPr marL="36000" marR="36000" marT="36000" marB="36000" anchor="ctr"/>
                </a:tc>
                <a:extLst>
                  <a:ext uri="{0D108BD9-81ED-4DB2-BD59-A6C34878D82A}">
                    <a16:rowId xmlns:a16="http://schemas.microsoft.com/office/drawing/2014/main" val="10003"/>
                  </a:ext>
                </a:extLst>
              </a:tr>
              <a:tr h="202475">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01R : B4(5278’), B3(7047’), 19L : B8(5177’), B9(7119’)</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01L : A5(5538’), A4(6961’), 19R : A7(5390’), A8(6873’)</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2432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Do not Cross 01L/19R After L/D (No TWY)</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TAXI to Gate Via D(J) or G</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bl>
          </a:graphicData>
        </a:graphic>
      </p:graphicFrame>
      <p:graphicFrame>
        <p:nvGraphicFramePr>
          <p:cNvPr id="329" name="Google Shape;329;p22"/>
          <p:cNvGraphicFramePr/>
          <p:nvPr>
            <p:extLst>
              <p:ext uri="{D42A27DB-BD31-4B8C-83A1-F6EECF244321}">
                <p14:modId xmlns:p14="http://schemas.microsoft.com/office/powerpoint/2010/main" val="594337016"/>
              </p:ext>
            </p:extLst>
          </p:nvPr>
        </p:nvGraphicFramePr>
        <p:xfrm>
          <a:off x="-2501" y="16505"/>
          <a:ext cx="2328850" cy="613097"/>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47327">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RJCC(CTS) 70ft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349589">
                <a:tc>
                  <a:txBody>
                    <a:bodyPr/>
                    <a:lstStyle/>
                    <a:p>
                      <a:pPr marL="0" marR="0" lvl="0" indent="0" algn="ctr" rtl="0">
                        <a:spcBef>
                          <a:spcPts val="0"/>
                        </a:spcBef>
                        <a:spcAft>
                          <a:spcPts val="0"/>
                        </a:spcAft>
                        <a:buNone/>
                      </a:pPr>
                      <a:r>
                        <a:rPr lang="en-US" sz="900"/>
                        <a:t>KE ICN 131.5</a:t>
                      </a:r>
                      <a:endParaRPr/>
                    </a:p>
                    <a:p>
                      <a:pPr marL="0" marR="0" lvl="0" indent="0" algn="ctr" rtl="0">
                        <a:spcBef>
                          <a:spcPts val="0"/>
                        </a:spcBef>
                        <a:spcAft>
                          <a:spcPts val="0"/>
                        </a:spcAft>
                        <a:buNone/>
                      </a:pPr>
                      <a:r>
                        <a:rPr lang="en-US" sz="600">
                          <a:solidFill>
                            <a:srgbClr val="FF0000"/>
                          </a:solidFill>
                          <a:latin typeface="Calibri"/>
                          <a:ea typeface="Calibri"/>
                          <a:cs typeface="Calibri"/>
                          <a:sym typeface="Calibri"/>
                        </a:rPr>
                        <a:t>DCL -10분 TOBT 5분 차이시 CTC Comm</a:t>
                      </a:r>
                      <a:endParaRPr sz="900"/>
                    </a:p>
                  </a:txBody>
                  <a:tcPr marL="91450" marR="91450" marT="0" marB="0" anchor="ctr"/>
                </a:tc>
                <a:tc>
                  <a:txBody>
                    <a:bodyPr/>
                    <a:lstStyle/>
                    <a:p>
                      <a:pPr marL="0" marR="0" lvl="0" indent="0" algn="ctr" rtl="0">
                        <a:spcBef>
                          <a:spcPts val="0"/>
                        </a:spcBef>
                        <a:spcAft>
                          <a:spcPts val="0"/>
                        </a:spcAft>
                        <a:buNone/>
                      </a:pPr>
                      <a:r>
                        <a:rPr lang="en-US" sz="900" dirty="0"/>
                        <a:t>None</a:t>
                      </a:r>
                    </a:p>
                    <a:p>
                      <a:pPr marL="0" marR="0" lvl="0" indent="0" algn="ctr" rtl="0">
                        <a:spcBef>
                          <a:spcPts val="0"/>
                        </a:spcBef>
                        <a:spcAft>
                          <a:spcPts val="0"/>
                        </a:spcAft>
                        <a:buNone/>
                      </a:pPr>
                      <a:r>
                        <a:rPr lang="en-US" sz="900" b="1" dirty="0">
                          <a:solidFill>
                            <a:srgbClr val="7030A0"/>
                          </a:solidFill>
                        </a:rPr>
                        <a:t>Gate 63-71</a:t>
                      </a:r>
                      <a:endParaRPr sz="9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B5CAF811-B5E1-B49C-3619-B63357E59B85}"/>
              </a:ext>
            </a:extLst>
          </p:cNvPr>
          <p:cNvSpPr txBox="1"/>
          <p:nvPr/>
        </p:nvSpPr>
        <p:spPr>
          <a:xfrm>
            <a:off x="-41878" y="2830125"/>
            <a:ext cx="2085827" cy="466657"/>
          </a:xfrm>
          <a:prstGeom prst="rect">
            <a:avLst/>
          </a:prstGeom>
          <a:noFill/>
        </p:spPr>
        <p:txBody>
          <a:bodyPr wrap="none" tIns="36000" bIns="36000" rtlCol="0" anchor="ctr">
            <a:spAutoFit/>
          </a:bodyPr>
          <a:lstStyle/>
          <a:p>
            <a:pPr>
              <a:lnSpc>
                <a:spcPct val="150000"/>
              </a:lnSpc>
            </a:pPr>
            <a:r>
              <a:rPr kumimoji="1" lang="en-US" altLang="ko-Kore-KR" sz="600" b="1" u="sng" dirty="0">
                <a:solidFill>
                  <a:srgbClr val="0070C0"/>
                </a:solidFill>
                <a:latin typeface="Gulim" panose="020B0600000101010101" pitchFamily="34" charset="-127"/>
                <a:ea typeface="Gulim" panose="020B0600000101010101" pitchFamily="34" charset="-127"/>
              </a:rPr>
              <a:t>DEP 125.15</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TGU</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134.17 - FUK</a:t>
            </a:r>
            <a:r>
              <a:rPr kumimoji="1" lang="en-US" altLang="ko-Kore-KR" sz="600" b="1" u="sng" dirty="0">
                <a:solidFill>
                  <a:srgbClr val="0070C0"/>
                </a:solidFill>
                <a:latin typeface="Gulim" panose="020B0600000101010101" pitchFamily="34" charset="-127"/>
                <a:ea typeface="Gulim" panose="020B0600000101010101" pitchFamily="34" charset="-127"/>
              </a:rPr>
              <a:t> 1</a:t>
            </a:r>
            <a:r>
              <a:rPr kumimoji="1" lang="en-US" altLang="ko-KR" sz="600" b="1" u="sng" dirty="0">
                <a:solidFill>
                  <a:srgbClr val="0070C0"/>
                </a:solidFill>
                <a:latin typeface="Gulim" panose="020B0600000101010101" pitchFamily="34" charset="-127"/>
                <a:ea typeface="Gulim" panose="020B0600000101010101" pitchFamily="34" charset="-127"/>
              </a:rPr>
              <a:t>24</a:t>
            </a:r>
            <a:r>
              <a:rPr kumimoji="1" lang="en-US" altLang="ko-Kore-KR" sz="600" b="1" u="sng" dirty="0">
                <a:solidFill>
                  <a:srgbClr val="0070C0"/>
                </a:solidFill>
                <a:latin typeface="Gulim" panose="020B0600000101010101" pitchFamily="34" charset="-127"/>
                <a:ea typeface="Gulim" panose="020B0600000101010101" pitchFamily="34" charset="-127"/>
              </a:rPr>
              <a:t>.</a:t>
            </a:r>
            <a:r>
              <a:rPr kumimoji="1" lang="en-US" altLang="ko-KR" sz="600" b="1" u="sng" dirty="0">
                <a:solidFill>
                  <a:srgbClr val="0070C0"/>
                </a:solidFill>
                <a:latin typeface="Gulim" panose="020B0600000101010101" pitchFamily="34" charset="-127"/>
                <a:ea typeface="Gulim" panose="020B0600000101010101" pitchFamily="34" charset="-127"/>
              </a:rPr>
              <a:t>15</a:t>
            </a:r>
            <a:r>
              <a:rPr kumimoji="1" lang="en-US" altLang="ko-Kore-KR" sz="600" b="1" u="sng" dirty="0">
                <a:solidFill>
                  <a:srgbClr val="0070C0"/>
                </a:solidFill>
                <a:latin typeface="Gulim" panose="020B0600000101010101" pitchFamily="34" charset="-127"/>
                <a:ea typeface="Gulim" panose="020B0600000101010101" pitchFamily="34" charset="-127"/>
              </a:rPr>
              <a:t> – 133.</a:t>
            </a:r>
            <a:r>
              <a:rPr kumimoji="1" lang="en-US" altLang="ko-KR" sz="600" b="1" u="sng" dirty="0">
                <a:solidFill>
                  <a:srgbClr val="0070C0"/>
                </a:solidFill>
                <a:latin typeface="Gulim" panose="020B0600000101010101" pitchFamily="34" charset="-127"/>
                <a:ea typeface="Gulim" panose="020B0600000101010101" pitchFamily="34" charset="-127"/>
              </a:rPr>
              <a:t>02</a:t>
            </a:r>
            <a:r>
              <a:rPr kumimoji="1" lang="en-US" altLang="ko-Kore-KR" sz="600" b="1" u="sng" dirty="0">
                <a:solidFill>
                  <a:srgbClr val="0070C0"/>
                </a:solidFill>
                <a:latin typeface="Gulim" panose="020B0600000101010101" pitchFamily="34" charset="-127"/>
                <a:ea typeface="Gulim" panose="020B0600000101010101" pitchFamily="34" charset="-127"/>
              </a:rPr>
              <a:t> </a:t>
            </a:r>
          </a:p>
          <a:p>
            <a:pPr>
              <a:lnSpc>
                <a:spcPct val="150000"/>
              </a:lnSpc>
            </a:pPr>
            <a:r>
              <a:rPr kumimoji="1" lang="en-US" altLang="ko-Kore-KR" sz="600" b="1" u="sng" dirty="0">
                <a:solidFill>
                  <a:srgbClr val="0070C0"/>
                </a:solidFill>
                <a:latin typeface="Gulim" panose="020B0600000101010101" pitchFamily="34" charset="-127"/>
                <a:ea typeface="Gulim" panose="020B0600000101010101" pitchFamily="34" charset="-127"/>
              </a:rPr>
              <a:t>TKO 132.3 - SPR 133.3 -119.3</a:t>
            </a:r>
          </a:p>
          <a:p>
            <a:pPr>
              <a:lnSpc>
                <a:spcPct val="150000"/>
              </a:lnSpc>
            </a:pPr>
            <a:r>
              <a:rPr kumimoji="1" lang="en-US" altLang="ko-KR" sz="600" b="1" u="sng" dirty="0">
                <a:solidFill>
                  <a:srgbClr val="0070C0"/>
                </a:solidFill>
                <a:latin typeface="Gulim" panose="020B0600000101010101" pitchFamily="34" charset="-127"/>
                <a:ea typeface="Gulim" panose="020B0600000101010101" pitchFamily="34" charset="-127"/>
              </a:rPr>
              <a:t>CTS APP 120.1</a:t>
            </a:r>
            <a:endParaRPr kumimoji="1" lang="ko-Kore-KR" altLang="en-US" sz="6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FAEC4EB8-DA09-E905-09CF-DC62055CFFC1}"/>
              </a:ext>
            </a:extLst>
          </p:cNvPr>
          <p:cNvSpPr/>
          <p:nvPr/>
        </p:nvSpPr>
        <p:spPr>
          <a:xfrm>
            <a:off x="823899" y="285938"/>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48187323-9745-7D15-999A-0DB2DA6DB0FD}"/>
              </a:ext>
            </a:extLst>
          </p:cNvPr>
          <p:cNvGraphicFramePr/>
          <p:nvPr>
            <p:extLst>
              <p:ext uri="{D42A27DB-BD31-4B8C-83A1-F6EECF244321}">
                <p14:modId xmlns:p14="http://schemas.microsoft.com/office/powerpoint/2010/main" val="1906755642"/>
              </p:ext>
            </p:extLst>
          </p:nvPr>
        </p:nvGraphicFramePr>
        <p:xfrm>
          <a:off x="1" y="613420"/>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xE</a:t>
                      </a:r>
                      <a:r>
                        <a:rPr lang="en-US" sz="800" b="1" dirty="0">
                          <a:solidFill>
                            <a:srgbClr val="0070C0"/>
                          </a:solidFill>
                        </a:rPr>
                        <a:t>/A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5500/ATC </a:t>
                      </a:r>
                      <a:r>
                        <a:rPr lang="en-US" sz="800" b="1" dirty="0">
                          <a:solidFill>
                            <a:srgbClr val="7030A0"/>
                          </a:solidFill>
                        </a:rPr>
                        <a:t>SPD 230/x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 </a:t>
                      </a:r>
                      <a:r>
                        <a:rPr lang="en-US" sz="800" dirty="0">
                          <a:solidFill>
                            <a:srgbClr val="7030A0"/>
                          </a:solidFill>
                        </a:rPr>
                        <a:t>SPD 230</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EGOBA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EGOBA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A857DC84-A9EE-B011-B931-FEF867EE725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43771"/>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graphicFrame>
        <p:nvGraphicFramePr>
          <p:cNvPr id="336" name="Google Shape;336;p23"/>
          <p:cNvGraphicFramePr/>
          <p:nvPr>
            <p:extLst>
              <p:ext uri="{D42A27DB-BD31-4B8C-83A1-F6EECF244321}">
                <p14:modId xmlns:p14="http://schemas.microsoft.com/office/powerpoint/2010/main" val="1203553812"/>
              </p:ext>
            </p:extLst>
          </p:nvPr>
        </p:nvGraphicFramePr>
        <p:xfrm>
          <a:off x="0" y="611908"/>
          <a:ext cx="2332950" cy="12828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67475">
                  <a:extLst>
                    <a:ext uri="{9D8B030D-6E8A-4147-A177-3AD203B41FA5}">
                      <a16:colId xmlns:a16="http://schemas.microsoft.com/office/drawing/2014/main" val="20003"/>
                    </a:ext>
                  </a:extLst>
                </a:gridCol>
                <a:gridCol w="410400">
                  <a:extLst>
                    <a:ext uri="{9D8B030D-6E8A-4147-A177-3AD203B41FA5}">
                      <a16:colId xmlns:a16="http://schemas.microsoft.com/office/drawing/2014/main" val="20004"/>
                    </a:ext>
                  </a:extLst>
                </a:gridCol>
                <a:gridCol w="427575">
                  <a:extLst>
                    <a:ext uri="{9D8B030D-6E8A-4147-A177-3AD203B41FA5}">
                      <a16:colId xmlns:a16="http://schemas.microsoft.com/office/drawing/2014/main" val="20006"/>
                    </a:ext>
                  </a:extLst>
                </a:gridCol>
                <a:gridCol w="427575">
                  <a:extLst>
                    <a:ext uri="{9D8B030D-6E8A-4147-A177-3AD203B41FA5}">
                      <a16:colId xmlns:a16="http://schemas.microsoft.com/office/drawing/2014/main" val="20007"/>
                    </a:ext>
                  </a:extLst>
                </a:gridCol>
              </a:tblGrid>
              <a:tr h="159300">
                <a:tc gridSpan="7">
                  <a:txBody>
                    <a:bodyPr/>
                    <a:lstStyle/>
                    <a:p>
                      <a:pPr marL="0" marR="0" lvl="0" indent="0" algn="ctr" rtl="0">
                        <a:spcBef>
                          <a:spcPts val="0"/>
                        </a:spcBef>
                        <a:spcAft>
                          <a:spcPts val="0"/>
                        </a:spcAft>
                        <a:buNone/>
                      </a:pPr>
                      <a:r>
                        <a:rPr lang="en-US" sz="800" dirty="0"/>
                        <a:t>CTS : SID (NADP 1)</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rowSpan="2">
                  <a:txBody>
                    <a:bodyPr/>
                    <a:lstStyle/>
                    <a:p>
                      <a:pPr marL="0" marR="0" lvl="0" indent="0" algn="ctr" rtl="0">
                        <a:spcBef>
                          <a:spcPts val="0"/>
                        </a:spcBef>
                        <a:spcAft>
                          <a:spcPts val="0"/>
                        </a:spcAft>
                        <a:buNone/>
                      </a:pPr>
                      <a:r>
                        <a:rPr lang="en-US" sz="800" b="1" dirty="0"/>
                        <a:t>ALL</a:t>
                      </a:r>
                      <a:endParaRPr sz="800" b="1" dirty="0"/>
                    </a:p>
                  </a:txBody>
                  <a:tcPr marL="36000" marR="36000" marT="36000" marB="36000" anchor="ctr"/>
                </a:tc>
                <a:tc rowSpan="2" gridSpan="2">
                  <a:txBody>
                    <a:bodyPr/>
                    <a:lstStyle/>
                    <a:p>
                      <a:pPr marL="0" marR="0" lvl="0" indent="0" algn="ctr" rtl="0">
                        <a:spcBef>
                          <a:spcPts val="0"/>
                        </a:spcBef>
                        <a:spcAft>
                          <a:spcPts val="0"/>
                        </a:spcAft>
                        <a:buNone/>
                      </a:pPr>
                      <a:r>
                        <a:rPr lang="en-US" sz="800" b="1">
                          <a:solidFill>
                            <a:srgbClr val="0070C0"/>
                          </a:solidFill>
                        </a:rPr>
                        <a:t>DALBI x</a:t>
                      </a:r>
                      <a:endParaRPr/>
                    </a:p>
                    <a:p>
                      <a:pPr marL="0" marR="0" lvl="0" indent="0" algn="ctr" rtl="0">
                        <a:spcBef>
                          <a:spcPts val="0"/>
                        </a:spcBef>
                        <a:spcAft>
                          <a:spcPts val="0"/>
                        </a:spcAft>
                        <a:buNone/>
                      </a:pPr>
                      <a:r>
                        <a:rPr lang="en-US" sz="800" b="1">
                          <a:solidFill>
                            <a:srgbClr val="0070C0"/>
                          </a:solidFill>
                        </a:rPr>
                        <a:t>SUVIT x SOSHU x</a:t>
                      </a:r>
                      <a:endParaRPr/>
                    </a:p>
                  </a:txBody>
                  <a:tcPr marL="36000" marR="36000" marT="36000" marB="36000" anchor="ctr"/>
                </a:tc>
                <a:tc rowSpan="2" hMerge="1">
                  <a:txBody>
                    <a:bodyPr/>
                    <a:lstStyle/>
                    <a:p>
                      <a:endParaRPr lang="ko-Kore-KR"/>
                    </a:p>
                  </a:txBody>
                  <a:tcPr/>
                </a:tc>
                <a:tc gridSpan="4">
                  <a:txBody>
                    <a:bodyPr/>
                    <a:lstStyle/>
                    <a:p>
                      <a:pPr marL="0" marR="0" lvl="0" indent="0" algn="ctr" rtl="0">
                        <a:spcBef>
                          <a:spcPts val="0"/>
                        </a:spcBef>
                        <a:spcAft>
                          <a:spcPts val="0"/>
                        </a:spcAft>
                        <a:buNone/>
                      </a:pPr>
                      <a:r>
                        <a:rPr lang="en-US" sz="800" b="1" dirty="0"/>
                        <a:t>HD 002 </a:t>
                      </a:r>
                      <a:r>
                        <a:rPr lang="en-US" sz="800" b="1" dirty="0">
                          <a:solidFill>
                            <a:srgbClr val="0070C0"/>
                          </a:solidFill>
                        </a:rPr>
                        <a:t>ALT ATC</a:t>
                      </a:r>
                    </a:p>
                  </a:txBody>
                  <a:tcPr marL="36000" marR="36000" marT="36000" marB="36000" anchor="ctr"/>
                </a:tc>
                <a:tc hMerge="1">
                  <a:txBody>
                    <a:bodyPr/>
                    <a:lstStyle/>
                    <a:p>
                      <a:endParaRPr lang="ko-Kore-KR"/>
                    </a:p>
                  </a:txBody>
                  <a:tcPr/>
                </a:tc>
                <a:tc hMerge="1">
                  <a:txBody>
                    <a:bodyPr/>
                    <a:lstStyle/>
                    <a:p>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1"/>
                  </a:ext>
                </a:extLst>
              </a:tr>
              <a:tr h="144775">
                <a:tc vMerge="1">
                  <a:txBody>
                    <a:bodyPr/>
                    <a:lstStyle/>
                    <a:p>
                      <a:endParaRPr lang="ko-Kore-KR"/>
                    </a:p>
                  </a:txBody>
                  <a:tcPr/>
                </a:tc>
                <a:tc gridSpan="2" vMerge="1">
                  <a:txBody>
                    <a:bodyPr/>
                    <a:lstStyle/>
                    <a:p>
                      <a:endParaRPr lang="ko-Kore-KR"/>
                    </a:p>
                  </a:txBody>
                  <a:tcPr/>
                </a:tc>
                <a:tc hMerge="1" vMerge="1">
                  <a:txBody>
                    <a:bodyPr/>
                    <a:lstStyle/>
                    <a:p>
                      <a:endParaRPr lang="ko-Kore-KR"/>
                    </a:p>
                  </a:txBody>
                  <a:tcPr/>
                </a:tc>
                <a:tc gridSpan="4">
                  <a:txBody>
                    <a:bodyPr/>
                    <a:lstStyle/>
                    <a:p>
                      <a:pPr marL="0" marR="0" lvl="0" indent="0" algn="ctr" rtl="0">
                        <a:spcBef>
                          <a:spcPts val="0"/>
                        </a:spcBef>
                        <a:spcAft>
                          <a:spcPts val="0"/>
                        </a:spcAft>
                        <a:buNone/>
                      </a:pPr>
                      <a:r>
                        <a:rPr lang="en-US" sz="800" b="1" dirty="0"/>
                        <a:t>HD 182 </a:t>
                      </a:r>
                      <a:r>
                        <a:rPr lang="en-US" sz="800" b="1" dirty="0">
                          <a:solidFill>
                            <a:srgbClr val="0070C0"/>
                          </a:solidFill>
                        </a:rPr>
                        <a:t>ALT ATC</a:t>
                      </a:r>
                    </a:p>
                  </a:txBody>
                  <a:tcPr marL="36000" marR="36000" marT="36000" marB="36000" anchor="ctr"/>
                </a:tc>
                <a:tc hMerge="1">
                  <a:txBody>
                    <a:bodyPr/>
                    <a:lstStyle/>
                    <a:p>
                      <a:endParaRPr lang="ko-Kore-KR"/>
                    </a:p>
                  </a:txBody>
                  <a:tcPr/>
                </a:tc>
                <a:tc hMerge="1">
                  <a:txBody>
                    <a:bodyPr/>
                    <a:lstStyle/>
                    <a:p>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2"/>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CHE</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116.9</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01R ICH</a:t>
                      </a:r>
                      <a:endParaRPr dirty="0"/>
                    </a:p>
                    <a:p>
                      <a:pPr marL="0" marR="0" lvl="0" indent="0" algn="ctr" rtl="0">
                        <a:spcBef>
                          <a:spcPts val="0"/>
                        </a:spcBef>
                        <a:spcAft>
                          <a:spcPts val="0"/>
                        </a:spcAft>
                        <a:buNone/>
                      </a:pPr>
                      <a:r>
                        <a:rPr lang="en-US" sz="800" b="1" dirty="0">
                          <a:solidFill>
                            <a:srgbClr val="C00000"/>
                          </a:solidFill>
                        </a:rPr>
                        <a:t>110.75</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19L ICM</a:t>
                      </a:r>
                      <a:endParaRPr dirty="0"/>
                    </a:p>
                    <a:p>
                      <a:pPr marL="0" marR="0" lvl="0" indent="0" algn="ctr" rtl="0">
                        <a:spcBef>
                          <a:spcPts val="0"/>
                        </a:spcBef>
                        <a:spcAft>
                          <a:spcPts val="0"/>
                        </a:spcAft>
                        <a:buNone/>
                      </a:pPr>
                      <a:r>
                        <a:rPr lang="en-US" sz="800" b="1" dirty="0">
                          <a:solidFill>
                            <a:srgbClr val="C00000"/>
                          </a:solidFill>
                        </a:rPr>
                        <a:t>109.35</a:t>
                      </a:r>
                      <a:endParaRPr sz="800"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01L ICN 110.9</a:t>
                      </a:r>
                      <a:endParaRPr sz="800"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19R ICS 111.5</a:t>
                      </a:r>
                      <a:endParaRPr sz="800" b="1" dirty="0">
                        <a:solidFill>
                          <a:srgbClr val="C00000"/>
                        </a:solidFill>
                      </a:endParaRPr>
                    </a:p>
                  </a:txBody>
                  <a:tcPr marL="36000" marR="36000" marT="36000" marB="36000" anchor="ctr"/>
                </a:tc>
                <a:extLst>
                  <a:ext uri="{0D108BD9-81ED-4DB2-BD59-A6C34878D82A}">
                    <a16:rowId xmlns:a16="http://schemas.microsoft.com/office/drawing/2014/main" val="10003"/>
                  </a:ext>
                </a:extLst>
              </a:tr>
              <a:tr h="144775">
                <a:tc gridSpan="7">
                  <a:txBody>
                    <a:bodyPr/>
                    <a:lstStyle/>
                    <a:p>
                      <a:pPr marL="0" marR="0" lvl="0" indent="0" algn="ctr" rtl="0">
                        <a:lnSpc>
                          <a:spcPct val="100000"/>
                        </a:lnSpc>
                        <a:spcBef>
                          <a:spcPts val="0"/>
                        </a:spcBef>
                        <a:spcAft>
                          <a:spcPts val="0"/>
                        </a:spcAft>
                        <a:buClr>
                          <a:schemeClr val="accent1"/>
                        </a:buClr>
                        <a:buSzPts val="800"/>
                        <a:buFont typeface="Calibri"/>
                        <a:buNone/>
                      </a:pPr>
                      <a:r>
                        <a:rPr lang="en-US" sz="800" b="1" dirty="0">
                          <a:solidFill>
                            <a:schemeClr val="accent1"/>
                          </a:solidFill>
                        </a:rPr>
                        <a:t>APU, Deicing at the Gate</a:t>
                      </a:r>
                      <a:endParaRPr dirty="0"/>
                    </a:p>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R/H turn DCT to HWE -&gt; Confirm R/H Turn ND</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bl>
          </a:graphicData>
        </a:graphic>
      </p:graphicFrame>
      <p:graphicFrame>
        <p:nvGraphicFramePr>
          <p:cNvPr id="337" name="Google Shape;337;p23"/>
          <p:cNvGraphicFramePr/>
          <p:nvPr>
            <p:extLst>
              <p:ext uri="{D42A27DB-BD31-4B8C-83A1-F6EECF244321}">
                <p14:modId xmlns:p14="http://schemas.microsoft.com/office/powerpoint/2010/main" val="1630756081"/>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RJCC(CTS) 70ft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None</a:t>
                      </a:r>
                      <a:endParaRPr dirty="0"/>
                    </a:p>
                    <a:p>
                      <a:pPr marL="0" marR="0" lvl="0" indent="0" algn="ctr" rtl="0">
                        <a:spcBef>
                          <a:spcPts val="0"/>
                        </a:spcBef>
                        <a:spcAft>
                          <a:spcPts val="0"/>
                        </a:spcAft>
                        <a:buNone/>
                      </a:pPr>
                      <a:r>
                        <a:rPr lang="en-US" sz="800" dirty="0">
                          <a:solidFill>
                            <a:srgbClr val="FF0000"/>
                          </a:solidFill>
                        </a:rPr>
                        <a:t>NO DCL -5분</a:t>
                      </a:r>
                      <a:endParaRPr sz="8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EF15FB2D-E42F-675C-3FFB-9ECEC0B206B8}"/>
              </a:ext>
            </a:extLst>
          </p:cNvPr>
          <p:cNvSpPr txBox="1"/>
          <p:nvPr/>
        </p:nvSpPr>
        <p:spPr>
          <a:xfrm>
            <a:off x="-20938" y="2172085"/>
            <a:ext cx="1596912" cy="855482"/>
          </a:xfrm>
          <a:prstGeom prst="rect">
            <a:avLst/>
          </a:prstGeom>
          <a:noFill/>
        </p:spPr>
        <p:txBody>
          <a:bodyPr wrap="none" tIns="36000" bIns="3600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DEP 124.7</a:t>
            </a:r>
          </a:p>
          <a:p>
            <a:pPr>
              <a:lnSpc>
                <a:spcPct val="150000"/>
              </a:lnSpc>
            </a:pPr>
            <a:r>
              <a:rPr kumimoji="1" lang="en-US" altLang="ko-KR" sz="700" b="1" u="sng" dirty="0">
                <a:latin typeface="Gulim" panose="020B0600000101010101" pitchFamily="34" charset="-127"/>
                <a:ea typeface="Gulim" panose="020B0600000101010101" pitchFamily="34" charset="-127"/>
              </a:rPr>
              <a:t>SPR 119.3 – TKO 124.5 - 132.3 </a:t>
            </a:r>
          </a:p>
          <a:p>
            <a:pPr>
              <a:lnSpc>
                <a:spcPct val="150000"/>
              </a:lnSpc>
            </a:pPr>
            <a:r>
              <a:rPr kumimoji="1" lang="en-US" altLang="ko-KR" sz="700" b="1" u="sng" dirty="0">
                <a:latin typeface="Gulim" panose="020B0600000101010101" pitchFamily="34" charset="-127"/>
                <a:ea typeface="Gulim" panose="020B0600000101010101" pitchFamily="34" charset="-127"/>
              </a:rPr>
              <a:t>FUK 133.02 – 124.15 </a:t>
            </a:r>
            <a:endParaRPr kumimoji="1" lang="en-US" altLang="ko-Kore-KR" sz="700" b="1" u="sng" dirty="0">
              <a:latin typeface="Gulim" panose="020B0600000101010101" pitchFamily="34" charset="-127"/>
              <a:ea typeface="Gulim" panose="020B0600000101010101" pitchFamily="34" charset="-127"/>
            </a:endParaRPr>
          </a:p>
          <a:p>
            <a:pPr>
              <a:lnSpc>
                <a:spcPct val="150000"/>
              </a:lnSpc>
            </a:pPr>
            <a:r>
              <a:rPr kumimoji="1" lang="en-US" altLang="ko-Kore-KR" sz="700" b="1" u="sng" dirty="0">
                <a:latin typeface="Gulim" panose="020B0600000101010101" pitchFamily="34" charset="-127"/>
                <a:ea typeface="Gulim" panose="020B0600000101010101" pitchFamily="34" charset="-127"/>
              </a:rPr>
              <a:t>TGU 120.57</a:t>
            </a:r>
          </a:p>
          <a:p>
            <a:pPr>
              <a:lnSpc>
                <a:spcPct val="150000"/>
              </a:lnSpc>
            </a:pPr>
            <a:r>
              <a:rPr kumimoji="1" lang="en-US" altLang="ko-KR" sz="700" b="1" u="sng" dirty="0">
                <a:latin typeface="Gulim" panose="020B0600000101010101" pitchFamily="34" charset="-127"/>
                <a:ea typeface="Gulim" panose="020B0600000101010101" pitchFamily="34" charset="-127"/>
              </a:rPr>
              <a:t>APP 119.75</a:t>
            </a:r>
            <a:endParaRPr kumimoji="1" lang="ko-Kore-KR" altLang="en-US" sz="700" b="1" u="sng" dirty="0">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6617BE5F-5E96-D9F3-56F3-A5CEBCCEF63A}"/>
              </a:ext>
            </a:extLst>
          </p:cNvPr>
          <p:cNvSpPr/>
          <p:nvPr/>
        </p:nvSpPr>
        <p:spPr>
          <a:xfrm>
            <a:off x="817125" y="326580"/>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5" name="그래픽 4" descr="집 Wi-Fi에서 작업 단색으로 채워진">
            <a:hlinkClick r:id="" action="ppaction://hlinkshowjump?jump=firstslide"/>
            <a:extLst>
              <a:ext uri="{FF2B5EF4-FFF2-40B4-BE49-F238E27FC236}">
                <a16:creationId xmlns:a16="http://schemas.microsoft.com/office/drawing/2014/main" id="{4B601688-1CA9-DD87-2D04-8480B380628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847345"/>
            <a:ext cx="457200" cy="457200"/>
          </a:xfrm>
          <a:prstGeom prst="rect">
            <a:avLst/>
          </a:prstGeom>
          <a:effectLst>
            <a:outerShdw blurRad="50800" dist="50800" dir="3660000" algn="ctr" rotWithShape="0">
              <a:schemeClr val="bg1">
                <a:alpha val="82714"/>
              </a:schemeClr>
            </a:outerShdw>
          </a:effectLst>
        </p:spPr>
      </p:pic>
      <p:graphicFrame>
        <p:nvGraphicFramePr>
          <p:cNvPr id="6" name="Google Shape;283;p17">
            <a:extLst>
              <a:ext uri="{FF2B5EF4-FFF2-40B4-BE49-F238E27FC236}">
                <a16:creationId xmlns:a16="http://schemas.microsoft.com/office/drawing/2014/main" id="{83507784-FFD7-5262-00D4-12EDD376F035}"/>
              </a:ext>
            </a:extLst>
          </p:cNvPr>
          <p:cNvGraphicFramePr/>
          <p:nvPr>
            <p:extLst>
              <p:ext uri="{D42A27DB-BD31-4B8C-83A1-F6EECF244321}">
                <p14:modId xmlns:p14="http://schemas.microsoft.com/office/powerpoint/2010/main" val="3993184712"/>
              </p:ext>
            </p:extLst>
          </p:nvPr>
        </p:nvGraphicFramePr>
        <p:xfrm>
          <a:off x="11588" y="3418356"/>
          <a:ext cx="2314761" cy="213049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GUKDO x 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p>
                  </a:txBody>
                  <a:tcPr marL="36000" marR="36000" marT="36000" marB="36000" anchor="ctr"/>
                </a:tc>
                <a:tc>
                  <a:txBody>
                    <a:bodyPr/>
                    <a:lstStyle/>
                    <a:p>
                      <a:pPr marL="0" marR="0" lvl="0" indent="0" algn="ctr" rtl="0">
                        <a:spcBef>
                          <a:spcPts val="0"/>
                        </a:spcBef>
                        <a:spcAft>
                          <a:spcPts val="0"/>
                        </a:spcAft>
                        <a:buNone/>
                      </a:pPr>
                      <a:r>
                        <a:rPr lang="en-US" sz="800" b="1" dirty="0"/>
                        <a:t>GUKDO x H</a:t>
                      </a:r>
                    </a:p>
                    <a:p>
                      <a:pPr marL="0" marR="0" lvl="0" indent="0" algn="ctr" rtl="0">
                        <a:spcBef>
                          <a:spcPts val="0"/>
                        </a:spcBef>
                        <a:spcAft>
                          <a:spcPts val="0"/>
                        </a:spcAft>
                        <a:buNone/>
                      </a:pPr>
                      <a:r>
                        <a:rPr lang="en-US" sz="800" b="1" dirty="0"/>
                        <a:t>GUKDO x C</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p>
                  </a:txBody>
                  <a:tcPr marL="36000" marR="36000" marT="36000" marB="36000" anchor="ctr"/>
                </a:tc>
                <a:tc>
                  <a:txBody>
                    <a:bodyPr/>
                    <a:lstStyle/>
                    <a:p>
                      <a:pPr marL="0" marR="0" lvl="0" indent="0" algn="ctr" rtl="0">
                        <a:spcBef>
                          <a:spcPts val="0"/>
                        </a:spcBef>
                        <a:spcAft>
                          <a:spcPts val="0"/>
                        </a:spcAft>
                        <a:buNone/>
                      </a:pPr>
                      <a:r>
                        <a:rPr lang="en-US" sz="800" b="1" dirty="0"/>
                        <a:t>GUKDO 180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69798" y="2815291"/>
            <a:ext cx="2521844" cy="532316"/>
          </a:xfrm>
          <a:prstGeom prst="rect">
            <a:avLst/>
          </a:prstGeom>
          <a:noFill/>
        </p:spPr>
        <p:txBody>
          <a:bodyPr wrap="none" tIns="36000" bIns="36000" rtlCol="0" anchor="ctr">
            <a:spAutoFit/>
          </a:bodyPr>
          <a:lstStyle/>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124.52(125.72) - </a:t>
            </a:r>
            <a:r>
              <a:rPr kumimoji="1" lang="en-US" altLang="ko-Kore-KR" sz="700" b="1" u="sng" dirty="0">
                <a:solidFill>
                  <a:srgbClr val="0070C0"/>
                </a:solidFill>
                <a:latin typeface="Gulim" panose="020B0600000101010101" pitchFamily="34" charset="-127"/>
                <a:ea typeface="Gulim" panose="020B0600000101010101" pitchFamily="34" charset="-127"/>
              </a:rPr>
              <a:t>FUK 127.5 - TPE 125.5 – 126.7</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129.1 - HKG RDR 121.3 – 126.5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122.0 – Final 119.1 – 119.35</a:t>
            </a:r>
          </a:p>
        </p:txBody>
      </p:sp>
      <p:graphicFrame>
        <p:nvGraphicFramePr>
          <p:cNvPr id="292" name="Google Shape;292;p18"/>
          <p:cNvGraphicFramePr/>
          <p:nvPr>
            <p:extLst>
              <p:ext uri="{D42A27DB-BD31-4B8C-83A1-F6EECF244321}">
                <p14:modId xmlns:p14="http://schemas.microsoft.com/office/powerpoint/2010/main" val="262211761"/>
              </p:ext>
            </p:extLst>
          </p:nvPr>
        </p:nvGraphicFramePr>
        <p:xfrm>
          <a:off x="4472" y="3420882"/>
          <a:ext cx="2351640" cy="2143090"/>
        </p:xfrm>
        <a:graphic>
          <a:graphicData uri="http://schemas.openxmlformats.org/drawingml/2006/table">
            <a:tbl>
              <a:tblPr firstRow="1" bandRow="1">
                <a:noFill/>
                <a:tableStyleId>{A521BE36-7E6F-4EC9-8D66-1CF97A6895EC}</a:tableStyleId>
              </a:tblPr>
              <a:tblGrid>
                <a:gridCol w="410654">
                  <a:extLst>
                    <a:ext uri="{9D8B030D-6E8A-4147-A177-3AD203B41FA5}">
                      <a16:colId xmlns:a16="http://schemas.microsoft.com/office/drawing/2014/main" val="20000"/>
                    </a:ext>
                  </a:extLst>
                </a:gridCol>
                <a:gridCol w="796594">
                  <a:extLst>
                    <a:ext uri="{9D8B030D-6E8A-4147-A177-3AD203B41FA5}">
                      <a16:colId xmlns:a16="http://schemas.microsoft.com/office/drawing/2014/main" val="20001"/>
                    </a:ext>
                  </a:extLst>
                </a:gridCol>
                <a:gridCol w="398297">
                  <a:extLst>
                    <a:ext uri="{9D8B030D-6E8A-4147-A177-3AD203B41FA5}">
                      <a16:colId xmlns:a16="http://schemas.microsoft.com/office/drawing/2014/main" val="20002"/>
                    </a:ext>
                  </a:extLst>
                </a:gridCol>
                <a:gridCol w="746095">
                  <a:extLst>
                    <a:ext uri="{9D8B030D-6E8A-4147-A177-3AD203B41FA5}">
                      <a16:colId xmlns:a16="http://schemas.microsoft.com/office/drawing/2014/main" val="20003"/>
                    </a:ext>
                  </a:extLst>
                </a:gridCol>
              </a:tblGrid>
              <a:tr h="232826">
                <a:tc gridSpan="4">
                  <a:txBody>
                    <a:bodyPr/>
                    <a:lstStyle/>
                    <a:p>
                      <a:pPr marL="0" marR="0" lvl="0" indent="0" algn="ctr" rtl="0">
                        <a:spcBef>
                          <a:spcPts val="0"/>
                        </a:spcBef>
                        <a:spcAft>
                          <a:spcPts val="0"/>
                        </a:spcAft>
                        <a:buNone/>
                      </a:pPr>
                      <a:r>
                        <a:rPr lang="en-US" sz="800" dirty="0"/>
                        <a:t>HKG </a:t>
                      </a:r>
                      <a:r>
                        <a:rPr lang="en-US" sz="800" dirty="0">
                          <a:solidFill>
                            <a:srgbClr val="00B0F0"/>
                          </a:solidFill>
                        </a:rPr>
                        <a:t>[074/254]</a:t>
                      </a:r>
                      <a:r>
                        <a:rPr lang="en-US" sz="800" dirty="0"/>
                        <a:t> TL110 : </a:t>
                      </a:r>
                      <a:r>
                        <a:rPr lang="en-US" sz="700" dirty="0">
                          <a:solidFill>
                            <a:srgbClr val="FFC000"/>
                          </a:solidFill>
                        </a:rPr>
                        <a:t>Terminal Tx RTE + STAR Chart</a:t>
                      </a:r>
                      <a:endParaRPr lang="en-US" sz="800" dirty="0">
                        <a:solidFill>
                          <a:schemeClr val="tx1"/>
                        </a:solidFill>
                      </a:endParaRPr>
                    </a:p>
                    <a:p>
                      <a:pPr marL="0" marR="0" lvl="0" indent="0" algn="ctr" rtl="0">
                        <a:spcBef>
                          <a:spcPts val="0"/>
                        </a:spcBef>
                        <a:spcAft>
                          <a:spcPts val="0"/>
                        </a:spcAft>
                        <a:buNone/>
                      </a:pPr>
                      <a:r>
                        <a:rPr lang="en-US" altLang="ko-Kore-KR" sz="800" b="0" dirty="0">
                          <a:solidFill>
                            <a:srgbClr val="C00000"/>
                          </a:solidFill>
                        </a:rPr>
                        <a:t>ENPET FL260, </a:t>
                      </a:r>
                      <a:r>
                        <a:rPr lang="en-US" sz="800" b="0" dirty="0">
                          <a:solidFill>
                            <a:srgbClr val="FFC000"/>
                          </a:solidFill>
                        </a:rPr>
                        <a:t>RWY25R After TOPUN - </a:t>
                      </a:r>
                      <a:r>
                        <a:rPr lang="en-US" sz="800" b="1" dirty="0">
                          <a:solidFill>
                            <a:srgbClr val="FFC000"/>
                          </a:solidFill>
                        </a:rPr>
                        <a:t>APP Mode</a:t>
                      </a:r>
                      <a:endParaRPr sz="800" b="0" dirty="0">
                        <a:solidFill>
                          <a:srgbClr val="C00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19320">
                <a:tc>
                  <a:txBody>
                    <a:bodyPr/>
                    <a:lstStyle/>
                    <a:p>
                      <a:pPr marL="0" marR="0" lvl="0" indent="0" algn="ctr" rtl="0">
                        <a:spcBef>
                          <a:spcPts val="0"/>
                        </a:spcBef>
                        <a:spcAft>
                          <a:spcPts val="0"/>
                        </a:spcAft>
                        <a:buNone/>
                      </a:pPr>
                      <a:r>
                        <a:rPr lang="en-US" sz="800" b="1" dirty="0"/>
                        <a:t>07L/R</a:t>
                      </a:r>
                    </a:p>
                    <a:p>
                      <a:pPr marL="0" marR="0" lvl="0" indent="0" algn="ctr" rtl="0">
                        <a:spcBef>
                          <a:spcPts val="0"/>
                        </a:spcBef>
                        <a:spcAft>
                          <a:spcPts val="0"/>
                        </a:spcAft>
                        <a:buNone/>
                      </a:pPr>
                      <a:r>
                        <a:rPr lang="en-US" sz="800" b="0" dirty="0"/>
                        <a:t>07C</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ABBEY </a:t>
                      </a:r>
                      <a:r>
                        <a:rPr lang="en-US" sz="800" b="1" dirty="0" err="1"/>
                        <a:t>xxA</a:t>
                      </a:r>
                      <a:endParaRPr lang="en-US" sz="800" b="1" dirty="0"/>
                    </a:p>
                    <a:p>
                      <a:pPr marL="0" marR="0" lvl="0" indent="0" algn="ctr" rtl="0">
                        <a:spcBef>
                          <a:spcPts val="0"/>
                        </a:spcBef>
                        <a:spcAft>
                          <a:spcPts val="0"/>
                        </a:spcAft>
                        <a:buNone/>
                      </a:pPr>
                      <a:r>
                        <a:rPr lang="en-US" sz="800" b="1" dirty="0"/>
                        <a:t>SIERA </a:t>
                      </a:r>
                      <a:r>
                        <a:rPr lang="en-US" sz="800" b="1" dirty="0" err="1"/>
                        <a:t>xxA</a:t>
                      </a:r>
                      <a:r>
                        <a:rPr lang="en-US" sz="800" b="1" dirty="0"/>
                        <a:t>/C</a:t>
                      </a:r>
                    </a:p>
                  </a:txBody>
                  <a:tcPr marL="36000" marR="36000" marT="0" marB="0" anchor="ctr"/>
                </a:tc>
                <a:tc>
                  <a:txBody>
                    <a:bodyPr/>
                    <a:lstStyle/>
                    <a:p>
                      <a:pPr marL="0" marR="0" lvl="0" indent="0" algn="ctr" rtl="0">
                        <a:spcBef>
                          <a:spcPts val="0"/>
                        </a:spcBef>
                        <a:spcAft>
                          <a:spcPts val="0"/>
                        </a:spcAft>
                        <a:buNone/>
                      </a:pPr>
                      <a:r>
                        <a:rPr lang="en-US" sz="800" b="1" dirty="0"/>
                        <a:t>LIMES</a:t>
                      </a:r>
                      <a:endParaRPr sz="800" b="1" dirty="0"/>
                    </a:p>
                  </a:txBody>
                  <a:tcPr marL="36000" marR="36000" marT="0" marB="0" anchor="ctr"/>
                </a:tc>
                <a:tc>
                  <a:txBody>
                    <a:bodyPr/>
                    <a:lstStyle/>
                    <a:p>
                      <a:pPr marL="0" marR="0" lvl="0" indent="0" algn="ctr" rtl="0">
                        <a:spcBef>
                          <a:spcPts val="0"/>
                        </a:spcBef>
                        <a:spcAft>
                          <a:spcPts val="0"/>
                        </a:spcAft>
                        <a:buNone/>
                      </a:pPr>
                      <a:r>
                        <a:rPr lang="en-US" sz="800" b="1" dirty="0"/>
                        <a:t>ILS 07L/R/C</a:t>
                      </a:r>
                    </a:p>
                  </a:txBody>
                  <a:tcPr marL="36000" marR="36000" marT="36000" marB="36000" anchor="ctr"/>
                </a:tc>
                <a:extLst>
                  <a:ext uri="{0D108BD9-81ED-4DB2-BD59-A6C34878D82A}">
                    <a16:rowId xmlns:a16="http://schemas.microsoft.com/office/drawing/2014/main" val="10001"/>
                  </a:ext>
                </a:extLst>
              </a:tr>
              <a:tr h="219320">
                <a:tc>
                  <a:txBody>
                    <a:bodyPr/>
                    <a:lstStyle/>
                    <a:p>
                      <a:pPr marL="0" marR="0" lvl="0" indent="0" algn="ctr" rtl="0">
                        <a:spcBef>
                          <a:spcPts val="0"/>
                        </a:spcBef>
                        <a:spcAft>
                          <a:spcPts val="0"/>
                        </a:spcAft>
                        <a:buNone/>
                      </a:pPr>
                      <a:r>
                        <a:rPr lang="en-US" sz="800" b="1" dirty="0"/>
                        <a:t>25R/L</a:t>
                      </a:r>
                    </a:p>
                    <a:p>
                      <a:pPr marL="0" marR="0" lvl="0" indent="0" algn="ctr" rtl="0">
                        <a:spcBef>
                          <a:spcPts val="0"/>
                        </a:spcBef>
                        <a:spcAft>
                          <a:spcPts val="0"/>
                        </a:spcAft>
                        <a:buNone/>
                      </a:pPr>
                      <a:r>
                        <a:rPr lang="en-US" sz="800" b="0" dirty="0"/>
                        <a:t>25C</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ABBEY </a:t>
                      </a:r>
                      <a:r>
                        <a:rPr lang="en-US" altLang="ko-Kore-KR" sz="800" b="1" dirty="0" err="1"/>
                        <a:t>xxB</a:t>
                      </a:r>
                      <a:endParaRPr lang="en-US" altLang="ko-Kore-KR" sz="800" b="1" dirty="0"/>
                    </a:p>
                    <a:p>
                      <a:pPr marL="0" marR="0" lvl="0" indent="0" algn="ctr" rtl="0">
                        <a:spcBef>
                          <a:spcPts val="0"/>
                        </a:spcBef>
                        <a:spcAft>
                          <a:spcPts val="0"/>
                        </a:spcAft>
                        <a:buNone/>
                      </a:pPr>
                      <a:r>
                        <a:rPr lang="en-US" altLang="ko-Kore-KR" sz="800" b="1" dirty="0"/>
                        <a:t>SIERA </a:t>
                      </a:r>
                      <a:r>
                        <a:rPr lang="en-US" altLang="ko-Kore-KR" sz="800" b="1" dirty="0" err="1"/>
                        <a:t>xxB</a:t>
                      </a:r>
                      <a:r>
                        <a:rPr lang="en-US" altLang="ko-Kore-KR" sz="800" b="1" dirty="0"/>
                        <a:t>/D</a:t>
                      </a:r>
                    </a:p>
                  </a:txBody>
                  <a:tcPr marL="36000" marR="36000" marT="0" marB="0" anchor="ctr"/>
                </a:tc>
                <a:tc>
                  <a:txBody>
                    <a:bodyPr/>
                    <a:lstStyle/>
                    <a:p>
                      <a:pPr marL="0" marR="0" lvl="0" indent="0" algn="ctr" rtl="0">
                        <a:spcBef>
                          <a:spcPts val="0"/>
                        </a:spcBef>
                        <a:spcAft>
                          <a:spcPts val="0"/>
                        </a:spcAft>
                        <a:buNone/>
                      </a:pPr>
                      <a:r>
                        <a:rPr lang="en-US" sz="800" b="1"/>
                        <a:t>RIVMI</a:t>
                      </a:r>
                      <a:endParaRPr sz="800" b="1" dirty="0"/>
                    </a:p>
                  </a:txBody>
                  <a:tcPr marL="36000" marR="36000" marT="0" marB="0" anchor="ctr"/>
                </a:tc>
                <a:tc>
                  <a:txBody>
                    <a:bodyPr/>
                    <a:lstStyle/>
                    <a:p>
                      <a:pPr marL="0" marR="0" lvl="0" indent="0" algn="ctr" rtl="0">
                        <a:spcBef>
                          <a:spcPts val="0"/>
                        </a:spcBef>
                        <a:spcAft>
                          <a:spcPts val="0"/>
                        </a:spcAft>
                        <a:buNone/>
                      </a:pPr>
                      <a:r>
                        <a:rPr lang="en-US" sz="800" b="1" dirty="0">
                          <a:solidFill>
                            <a:srgbClr val="C00000"/>
                          </a:solidFill>
                        </a:rPr>
                        <a:t>RNAV </a:t>
                      </a:r>
                      <a:r>
                        <a:rPr lang="en-US" sz="800" b="1" dirty="0" err="1">
                          <a:solidFill>
                            <a:srgbClr val="C00000"/>
                          </a:solidFill>
                        </a:rPr>
                        <a:t>tx</a:t>
                      </a:r>
                      <a:r>
                        <a:rPr lang="en-US" sz="800" b="1" dirty="0"/>
                        <a:t> ILS 25R</a:t>
                      </a:r>
                    </a:p>
                    <a:p>
                      <a:pPr marL="0" marR="0" lvl="0" indent="0" algn="ctr" rtl="0">
                        <a:spcBef>
                          <a:spcPts val="0"/>
                        </a:spcBef>
                        <a:spcAft>
                          <a:spcPts val="0"/>
                        </a:spcAft>
                        <a:buNone/>
                      </a:pPr>
                      <a:r>
                        <a:rPr lang="en-US" sz="800" b="1" dirty="0"/>
                        <a:t>ILS 25L/C</a:t>
                      </a:r>
                    </a:p>
                  </a:txBody>
                  <a:tcPr marL="36000" marR="36000" marT="36000" marB="36000" anchor="ctr"/>
                </a:tc>
                <a:extLst>
                  <a:ext uri="{0D108BD9-81ED-4DB2-BD59-A6C34878D82A}">
                    <a16:rowId xmlns:a16="http://schemas.microsoft.com/office/drawing/2014/main" val="10002"/>
                  </a:ext>
                </a:extLst>
              </a:tr>
              <a:tr h="124076">
                <a:tc gridSpan="4">
                  <a:txBody>
                    <a:bodyPr/>
                    <a:lstStyle/>
                    <a:p>
                      <a:pPr marL="0" marR="0" lvl="0" indent="0" algn="ctr" rtl="0">
                        <a:spcBef>
                          <a:spcPts val="0"/>
                        </a:spcBef>
                        <a:spcAft>
                          <a:spcPts val="0"/>
                        </a:spcAft>
                        <a:buNone/>
                      </a:pPr>
                      <a:r>
                        <a:rPr lang="en-US" sz="700" b="1" dirty="0">
                          <a:solidFill>
                            <a:srgbClr val="7030A0"/>
                          </a:solidFill>
                        </a:rPr>
                        <a:t>1500 – 1659 Z RWY 07R/5L no avail</a:t>
                      </a:r>
                      <a:r>
                        <a:rPr lang="en-US" sz="700" b="0" dirty="0"/>
                        <a:t>, </a:t>
                      </a:r>
                      <a:r>
                        <a:rPr lang="en-US" sz="700" b="1" dirty="0">
                          <a:solidFill>
                            <a:srgbClr val="C00000"/>
                          </a:solidFill>
                        </a:rPr>
                        <a:t>(ALL DIS TH  Except 25L)</a:t>
                      </a:r>
                      <a:endParaRPr sz="700" b="1" dirty="0">
                        <a:solidFill>
                          <a:srgbClr val="C00000"/>
                        </a:solidFill>
                      </a:endParaRPr>
                    </a:p>
                  </a:txBody>
                  <a:tcPr marL="36000" marR="36000" marT="36000" marB="36000" anchor="ctr"/>
                </a:tc>
                <a:tc hMerge="1">
                  <a:txBody>
                    <a:bodyPr/>
                    <a:lstStyle/>
                    <a:p>
                      <a:pPr marL="0" marR="0" lvl="0" indent="0" algn="ctr" rtl="0">
                        <a:spcBef>
                          <a:spcPts val="0"/>
                        </a:spcBef>
                        <a:spcAft>
                          <a:spcPts val="0"/>
                        </a:spcAft>
                        <a:buNone/>
                      </a:pPr>
                      <a:endParaRPr lang="en-US" altLang="ko-Kore-KR" sz="800" b="1" dirty="0"/>
                    </a:p>
                  </a:txBody>
                  <a:tcPr marL="36000" marR="36000" marT="0" marB="0" anchor="ctr"/>
                </a:tc>
                <a:tc hMerge="1">
                  <a:txBody>
                    <a:bodyPr/>
                    <a:lstStyle/>
                    <a:p>
                      <a:pPr marL="0" marR="0" lvl="0" indent="0" algn="ctr" rtl="0">
                        <a:spcBef>
                          <a:spcPts val="0"/>
                        </a:spcBef>
                        <a:spcAft>
                          <a:spcPts val="0"/>
                        </a:spcAft>
                        <a:buNone/>
                      </a:pPr>
                      <a:endParaRPr sz="800" b="1" dirty="0"/>
                    </a:p>
                  </a:txBody>
                  <a:tcPr marL="36000" marR="36000" marT="0" marB="0" anchor="ctr"/>
                </a:tc>
                <a:tc hMerge="1">
                  <a:txBody>
                    <a:bodyPr/>
                    <a:lstStyle/>
                    <a:p>
                      <a:pPr marL="0" marR="0" lvl="0" indent="0" algn="ctr" rtl="0">
                        <a:spcBef>
                          <a:spcPts val="0"/>
                        </a:spcBef>
                        <a:spcAft>
                          <a:spcPts val="0"/>
                        </a:spcAft>
                        <a:buNone/>
                      </a:pPr>
                      <a:endParaRPr lang="en-US" sz="800" b="1" dirty="0"/>
                    </a:p>
                  </a:txBody>
                  <a:tcPr marL="36000" marR="36000" marT="36000" marB="36000" anchor="ctr"/>
                </a:tc>
                <a:extLst>
                  <a:ext uri="{0D108BD9-81ED-4DB2-BD59-A6C34878D82A}">
                    <a16:rowId xmlns:a16="http://schemas.microsoft.com/office/drawing/2014/main" val="3356361139"/>
                  </a:ext>
                </a:extLst>
              </a:tr>
              <a:tr h="219320">
                <a:tc>
                  <a:txBody>
                    <a:bodyPr/>
                    <a:lstStyle/>
                    <a:p>
                      <a:pPr marL="0" marR="0" lvl="0" indent="0" algn="ctr" rtl="0">
                        <a:spcBef>
                          <a:spcPts val="0"/>
                        </a:spcBef>
                        <a:spcAft>
                          <a:spcPts val="0"/>
                        </a:spcAft>
                        <a:buNone/>
                      </a:pPr>
                      <a:r>
                        <a:rPr lang="en-US" sz="800" dirty="0">
                          <a:solidFill>
                            <a:schemeClr val="lt1"/>
                          </a:solidFill>
                          <a:latin typeface="Calibri"/>
                          <a:cs typeface="Calibri"/>
                          <a:sym typeface="Calibri"/>
                        </a:rPr>
                        <a:t>NAV</a:t>
                      </a:r>
                      <a:endParaRPr dirty="0"/>
                    </a:p>
                  </a:txBody>
                  <a:tcPr marL="36000" marR="36000" marT="36000" marB="36000" anchor="ctr">
                    <a:solidFill>
                      <a:schemeClr val="accent1"/>
                    </a:solidFill>
                  </a:tcPr>
                </a:tc>
                <a:tc gridSpan="3">
                  <a:txBody>
                    <a:bodyPr/>
                    <a:lstStyle/>
                    <a:p>
                      <a:pPr marL="0" marR="0" lvl="0" indent="0" algn="ctr" rtl="0">
                        <a:spcBef>
                          <a:spcPts val="0"/>
                        </a:spcBef>
                        <a:spcAft>
                          <a:spcPts val="0"/>
                        </a:spcAft>
                        <a:buNone/>
                      </a:pPr>
                      <a:r>
                        <a:rPr lang="en-US" altLang="ko-Kore-KR" sz="800" b="1" dirty="0">
                          <a:solidFill>
                            <a:srgbClr val="0070C0"/>
                          </a:solidFill>
                        </a:rPr>
                        <a:t>SMT, </a:t>
                      </a:r>
                      <a:r>
                        <a:rPr lang="en-US" altLang="ko-Kore-KR" sz="800" b="1" dirty="0">
                          <a:solidFill>
                            <a:srgbClr val="C00000"/>
                          </a:solidFill>
                        </a:rPr>
                        <a:t>07L IZSL, 07R IZSR, 07C IZSC</a:t>
                      </a:r>
                    </a:p>
                    <a:p>
                      <a:pPr marL="0" marR="0" lvl="0" indent="0" algn="ctr" rtl="0">
                        <a:spcBef>
                          <a:spcPts val="0"/>
                        </a:spcBef>
                        <a:spcAft>
                          <a:spcPts val="0"/>
                        </a:spcAft>
                        <a:buNone/>
                      </a:pPr>
                      <a:r>
                        <a:rPr lang="en-US" altLang="ko-Kore-KR" sz="800" b="1" dirty="0">
                          <a:solidFill>
                            <a:srgbClr val="C00000"/>
                          </a:solidFill>
                        </a:rPr>
                        <a:t>25R ITFR, 25L ITFL, 25C ITFC</a:t>
                      </a:r>
                      <a:endParaRPr lang="en-US" altLang="ko-Kore-KR" sz="458"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2497124930"/>
                  </a:ext>
                </a:extLst>
              </a:tr>
              <a:tr h="303982">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07L : C7(5882’), C8(7194’),   25R : C6(5882’), C5(7211’)</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07R : J7(6916’), J8(7998’),     25L : J5(6916’), J4(8192’)</a:t>
                      </a:r>
                      <a:r>
                        <a:rPr lang="en-US" sz="800" dirty="0">
                          <a:solidFill>
                            <a:schemeClr val="dk1"/>
                          </a:solidFill>
                        </a:rPr>
                        <a:t> </a:t>
                      </a:r>
                    </a:p>
                    <a:p>
                      <a:pPr marL="0" marR="0" lvl="0" indent="0" algn="l" rtl="0">
                        <a:lnSpc>
                          <a:spcPct val="100000"/>
                        </a:lnSpc>
                        <a:spcBef>
                          <a:spcPts val="0"/>
                        </a:spcBef>
                        <a:spcAft>
                          <a:spcPts val="0"/>
                        </a:spcAft>
                        <a:buClr>
                          <a:schemeClr val="dk1"/>
                        </a:buClr>
                        <a:buSzPts val="800"/>
                        <a:buFont typeface="Calibri"/>
                        <a:buNone/>
                      </a:pPr>
                      <a:r>
                        <a:rPr lang="en-US" sz="800" dirty="0">
                          <a:solidFill>
                            <a:schemeClr val="dk1"/>
                          </a:solidFill>
                        </a:rPr>
                        <a:t>07C : A7(5692’), A8(7208’),   25C : A6(5127’), A56673’)</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69323">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C00000"/>
                          </a:solidFill>
                        </a:rPr>
                        <a:t>Confirm Chart SPD vs ATC SPD (ATC First)</a:t>
                      </a:r>
                      <a:endParaRPr lang="en-US" altLang="ko-KR" sz="800" b="1" dirty="0">
                        <a:solidFill>
                          <a:srgbClr val="C00000"/>
                        </a:solidFill>
                      </a:endParaRP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Solid Line for </a:t>
                      </a:r>
                      <a:r>
                        <a:rPr lang="en-US" sz="800" dirty="0" err="1">
                          <a:solidFill>
                            <a:srgbClr val="0070C0"/>
                          </a:solidFill>
                        </a:rPr>
                        <a:t>WideBody</a:t>
                      </a:r>
                      <a:r>
                        <a:rPr lang="en-US" sz="800" dirty="0">
                          <a:solidFill>
                            <a:srgbClr val="0070C0"/>
                          </a:solidFill>
                        </a:rPr>
                        <a:t>, APU BAN off Procedure</a:t>
                      </a:r>
                      <a:endParaRPr dirty="0">
                        <a:solidFill>
                          <a:srgbClr val="0070C0"/>
                        </a:solidFill>
                      </a:endParaRPr>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743711001"/>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rgbClr val="C00000"/>
                          </a:solidFill>
                          <a:hlinkClick r:id="rId4">
                            <a:extLst>
                              <a:ext uri="{A12FA001-AC4F-418D-AE19-62706E023703}">
                                <ahyp:hlinkClr xmlns:ahyp="http://schemas.microsoft.com/office/drawing/2018/hyperlinkcolor" val="tx"/>
                              </a:ext>
                            </a:extLst>
                          </a:hlinkClick>
                        </a:rPr>
                        <a:t>VHHH(HKG) 28ft</a:t>
                      </a:r>
                      <a:endParaRP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HAS FLT Dis 131.6</a:t>
                      </a:r>
                    </a:p>
                    <a:p>
                      <a:pPr marL="0" marR="0" lvl="0" indent="0" algn="ctr" rtl="0">
                        <a:spcBef>
                          <a:spcPts val="0"/>
                        </a:spcBef>
                        <a:spcAft>
                          <a:spcPts val="0"/>
                        </a:spcAft>
                        <a:buNone/>
                      </a:pPr>
                      <a:r>
                        <a:rPr lang="en-US" sz="900" b="1" dirty="0">
                          <a:solidFill>
                            <a:srgbClr val="7030A0"/>
                          </a:solidFill>
                        </a:rPr>
                        <a:t>Bay N5-N12</a:t>
                      </a:r>
                      <a:endParaRPr sz="9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8E0FC5CB-5405-69E2-6AEE-ED1D46C77F25}"/>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B24637ED-0A24-BD72-980E-39473E67E0E6}"/>
              </a:ext>
            </a:extLst>
          </p:cNvPr>
          <p:cNvGraphicFramePr/>
          <p:nvPr>
            <p:extLst>
              <p:ext uri="{D42A27DB-BD31-4B8C-83A1-F6EECF244321}">
                <p14:modId xmlns:p14="http://schemas.microsoft.com/office/powerpoint/2010/main" val="529071004"/>
              </p:ext>
            </p:extLst>
          </p:nvPr>
        </p:nvGraphicFramePr>
        <p:xfrm>
          <a:off x="1" y="66307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31DD9EB2-212E-1F65-C82E-FC8EB6C2303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99076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8232790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525532967"/>
              </p:ext>
            </p:extLst>
          </p:nvPr>
        </p:nvGraphicFramePr>
        <p:xfrm>
          <a:off x="7176" y="707276"/>
          <a:ext cx="2325976" cy="1863862"/>
        </p:xfrm>
        <a:graphic>
          <a:graphicData uri="http://schemas.openxmlformats.org/drawingml/2006/table">
            <a:tbl>
              <a:tblPr firstRow="1" bandRow="1">
                <a:noFill/>
                <a:tableStyleId>{A521BE36-7E6F-4EC9-8D66-1CF97A6895EC}</a:tableStyleId>
              </a:tblPr>
              <a:tblGrid>
                <a:gridCol w="364443">
                  <a:extLst>
                    <a:ext uri="{9D8B030D-6E8A-4147-A177-3AD203B41FA5}">
                      <a16:colId xmlns:a16="http://schemas.microsoft.com/office/drawing/2014/main" val="20000"/>
                    </a:ext>
                  </a:extLst>
                </a:gridCol>
                <a:gridCol w="639341">
                  <a:extLst>
                    <a:ext uri="{9D8B030D-6E8A-4147-A177-3AD203B41FA5}">
                      <a16:colId xmlns:a16="http://schemas.microsoft.com/office/drawing/2014/main" val="20001"/>
                    </a:ext>
                  </a:extLst>
                </a:gridCol>
                <a:gridCol w="1322192">
                  <a:extLst>
                    <a:ext uri="{9D8B030D-6E8A-4147-A177-3AD203B41FA5}">
                      <a16:colId xmlns:a16="http://schemas.microsoft.com/office/drawing/2014/main" val="20004"/>
                    </a:ext>
                  </a:extLst>
                </a:gridCol>
              </a:tblGrid>
              <a:tr h="398225">
                <a:tc gridSpan="3">
                  <a:txBody>
                    <a:bodyPr/>
                    <a:lstStyle/>
                    <a:p>
                      <a:pPr marL="0" marR="0" lvl="0" indent="0" algn="ctr" rtl="0">
                        <a:spcBef>
                          <a:spcPts val="0"/>
                        </a:spcBef>
                        <a:spcAft>
                          <a:spcPts val="0"/>
                        </a:spcAft>
                        <a:buNone/>
                      </a:pPr>
                      <a:r>
                        <a:rPr lang="en-US" sz="800" u="none" strike="noStrike" cap="none" dirty="0"/>
                        <a:t>HKG : SID + </a:t>
                      </a:r>
                      <a:r>
                        <a:rPr lang="en-US" sz="800" u="none" strike="noStrike" cap="none" dirty="0">
                          <a:solidFill>
                            <a:srgbClr val="FFC000"/>
                          </a:solidFill>
                        </a:rPr>
                        <a:t>Terminal Tx RTE Chart</a:t>
                      </a:r>
                      <a:r>
                        <a:rPr lang="en-US" sz="800" u="none" strike="noStrike" cap="none" dirty="0"/>
                        <a:t> TA 9000</a:t>
                      </a:r>
                    </a:p>
                    <a:p>
                      <a:pPr marL="0" marR="0" lvl="0" indent="0" algn="ctr" rtl="0">
                        <a:spcBef>
                          <a:spcPts val="0"/>
                        </a:spcBef>
                        <a:spcAft>
                          <a:spcPts val="0"/>
                        </a:spcAft>
                        <a:buNone/>
                      </a:pPr>
                      <a:r>
                        <a:rPr lang="en-US" sz="800" b="0" u="none" strike="noStrike" cap="none" dirty="0">
                          <a:solidFill>
                            <a:srgbClr val="FFC000"/>
                          </a:solidFill>
                        </a:rPr>
                        <a:t>NADP2 : 1000 No LVR CLB - FLAP 0 - LVR CLB</a:t>
                      </a:r>
                    </a:p>
                    <a:p>
                      <a:pPr marL="0" marR="0" lvl="0" indent="0" algn="ctr" rtl="0">
                        <a:spcBef>
                          <a:spcPts val="0"/>
                        </a:spcBef>
                        <a:spcAft>
                          <a:spcPts val="0"/>
                        </a:spcAft>
                        <a:buNone/>
                      </a:pPr>
                      <a:r>
                        <a:rPr lang="en-US" sz="800" b="0" u="none" strike="noStrike" cap="none" dirty="0">
                          <a:solidFill>
                            <a:srgbClr val="FFC000"/>
                          </a:solidFill>
                        </a:rPr>
                        <a:t>3000 Manage SPD </a:t>
                      </a:r>
                      <a:r>
                        <a:rPr lang="en-US" sz="700" b="1" u="none" strike="noStrike" cap="none" dirty="0">
                          <a:solidFill>
                            <a:schemeClr val="tx1"/>
                          </a:solidFill>
                        </a:rPr>
                        <a:t>(NADP 1/2 for 07L/R/C)</a:t>
                      </a:r>
                      <a:endParaRPr sz="700" b="1" u="none" strike="noStrike" cap="none" dirty="0">
                        <a:solidFill>
                          <a:schemeClr val="tx1"/>
                        </a:solidFill>
                      </a:endParaRPr>
                    </a:p>
                  </a:txBody>
                  <a:tcPr marL="36000" marR="72000" marT="45725" marB="45725"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84579">
                <a:tc>
                  <a:txBody>
                    <a:bodyPr/>
                    <a:lstStyle/>
                    <a:p>
                      <a:pPr marL="0" marR="0" lvl="0" indent="0" algn="ctr" rtl="0">
                        <a:spcBef>
                          <a:spcPts val="0"/>
                        </a:spcBef>
                        <a:spcAft>
                          <a:spcPts val="0"/>
                        </a:spcAft>
                        <a:buNone/>
                      </a:pPr>
                      <a:r>
                        <a:rPr lang="en-US" sz="800" b="1" u="none" strike="noStrike" cap="none" dirty="0"/>
                        <a:t>07L/C/R</a:t>
                      </a:r>
                      <a:endParaRPr sz="800" b="1" u="none" strike="noStrike" cap="none" dirty="0"/>
                    </a:p>
                  </a:txBody>
                  <a:tcPr marL="0" marR="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DALOL x E/C/A</a:t>
                      </a:r>
                    </a:p>
                    <a:p>
                      <a:pPr marL="0" marR="0" lvl="0" indent="0" algn="ctr" rtl="0">
                        <a:spcBef>
                          <a:spcPts val="0"/>
                        </a:spcBef>
                        <a:spcAft>
                          <a:spcPts val="0"/>
                        </a:spcAft>
                        <a:buNone/>
                      </a:pPr>
                      <a:r>
                        <a:rPr lang="en-US" sz="800" b="0" u="none" strike="noStrike" cap="none" dirty="0">
                          <a:solidFill>
                            <a:srgbClr val="0070C0"/>
                          </a:solidFill>
                        </a:rPr>
                        <a:t>(Z/Y/X RF LEG)</a:t>
                      </a:r>
                      <a:endParaRPr sz="800" b="0" u="none" strike="noStrike" cap="none" dirty="0">
                        <a:solidFill>
                          <a:srgbClr val="0070C0"/>
                        </a:solidFill>
                      </a:endParaRPr>
                    </a:p>
                  </a:txBody>
                  <a:tcPr marL="0" marR="0" marT="36000" marB="36000" anchor="ctr"/>
                </a:tc>
                <a:tc>
                  <a:txBody>
                    <a:bodyPr/>
                    <a:lstStyle/>
                    <a:p>
                      <a:pPr marL="0" marR="0" lvl="0" indent="0" algn="ctr" rtl="0">
                        <a:spcBef>
                          <a:spcPts val="0"/>
                        </a:spcBef>
                        <a:spcAft>
                          <a:spcPts val="0"/>
                        </a:spcAft>
                        <a:buNone/>
                      </a:pPr>
                      <a:r>
                        <a:rPr lang="en-US" sz="800" b="1" u="none" strike="noStrike" cap="none" dirty="0"/>
                        <a:t>HD 074 </a:t>
                      </a:r>
                      <a:r>
                        <a:rPr lang="en-US" sz="800" b="1" u="none" strike="noStrike" cap="none" dirty="0">
                          <a:solidFill>
                            <a:srgbClr val="0070C0"/>
                          </a:solidFill>
                        </a:rPr>
                        <a:t>ALT 5000 </a:t>
                      </a:r>
                      <a:r>
                        <a:rPr lang="en-US" sz="800" b="1" u="none" strike="noStrike" cap="none" dirty="0">
                          <a:solidFill>
                            <a:srgbClr val="AA47F5"/>
                          </a:solidFill>
                        </a:rPr>
                        <a:t>SPD 205</a:t>
                      </a:r>
                    </a:p>
                    <a:p>
                      <a:pPr marL="0" marR="0" lvl="0" indent="0" algn="ctr" rtl="0">
                        <a:spcBef>
                          <a:spcPts val="0"/>
                        </a:spcBef>
                        <a:spcAft>
                          <a:spcPts val="0"/>
                        </a:spcAft>
                        <a:buNone/>
                      </a:pPr>
                      <a:r>
                        <a:rPr lang="en-US" sz="800" b="1" u="none" strike="noStrike" cap="none" dirty="0">
                          <a:solidFill>
                            <a:srgbClr val="C00000"/>
                          </a:solidFill>
                        </a:rPr>
                        <a:t>NADP 1/2</a:t>
                      </a:r>
                      <a:r>
                        <a:rPr lang="en-US" sz="800" b="1" u="none" strike="noStrike" cap="none" dirty="0">
                          <a:solidFill>
                            <a:srgbClr val="AA47F5"/>
                          </a:solidFill>
                        </a:rPr>
                        <a:t>        (Z/Y/X 210)</a:t>
                      </a:r>
                    </a:p>
                  </a:txBody>
                  <a:tcPr marL="0" marR="0" marT="36000" marB="36000" anchor="ctr"/>
                </a:tc>
                <a:extLst>
                  <a:ext uri="{0D108BD9-81ED-4DB2-BD59-A6C34878D82A}">
                    <a16:rowId xmlns:a16="http://schemas.microsoft.com/office/drawing/2014/main" val="10001"/>
                  </a:ext>
                </a:extLst>
              </a:tr>
              <a:tr h="174727">
                <a:tc>
                  <a:txBody>
                    <a:bodyPr/>
                    <a:lstStyle/>
                    <a:p>
                      <a:pPr marL="0" marR="0" lvl="0" indent="0" algn="ctr" rtl="0">
                        <a:spcBef>
                          <a:spcPts val="0"/>
                        </a:spcBef>
                        <a:spcAft>
                          <a:spcPts val="0"/>
                        </a:spcAft>
                        <a:buNone/>
                      </a:pPr>
                      <a:r>
                        <a:rPr lang="en-US" sz="800" b="1" u="none" strike="noStrike" cap="none" dirty="0"/>
                        <a:t>25L/C/R</a:t>
                      </a:r>
                      <a:endParaRPr sz="800" b="1" u="none" strike="noStrike" cap="none" dirty="0"/>
                    </a:p>
                  </a:txBody>
                  <a:tcPr marL="0" marR="0" marT="36000" marB="36000" anchor="ctr"/>
                </a:tc>
                <a:tc>
                  <a:txBody>
                    <a:bodyPr/>
                    <a:lstStyle/>
                    <a:p>
                      <a:pPr marL="0" marR="0" lvl="0" indent="0" algn="ctr" rtl="0">
                        <a:spcBef>
                          <a:spcPts val="0"/>
                        </a:spcBef>
                        <a:spcAft>
                          <a:spcPts val="0"/>
                        </a:spcAft>
                        <a:buNone/>
                      </a:pPr>
                      <a:r>
                        <a:rPr lang="en-US" altLang="ko-Kore-KR" sz="800" b="1" u="none" strike="noStrike" cap="none" dirty="0">
                          <a:solidFill>
                            <a:srgbClr val="0070C0"/>
                          </a:solidFill>
                        </a:rPr>
                        <a:t>DALOL x B/D/F</a:t>
                      </a:r>
                    </a:p>
                  </a:txBody>
                  <a:tcPr marL="0" marR="0" marT="36000" marB="36000" anchor="ctr"/>
                </a:tc>
                <a:tc>
                  <a:txBody>
                    <a:bodyPr/>
                    <a:lstStyle/>
                    <a:p>
                      <a:pPr marL="0" marR="0" lvl="0" indent="0" algn="ctr" rtl="0">
                        <a:spcBef>
                          <a:spcPts val="0"/>
                        </a:spcBef>
                        <a:spcAft>
                          <a:spcPts val="0"/>
                        </a:spcAft>
                        <a:buNone/>
                      </a:pPr>
                      <a:r>
                        <a:rPr lang="en-US" altLang="ko-Kore-KR" sz="800" b="1" u="none" strike="noStrike" cap="none" dirty="0"/>
                        <a:t>HD 254 </a:t>
                      </a:r>
                      <a:r>
                        <a:rPr lang="en-US" altLang="ko-Kore-KR" sz="800" b="1" u="none" strike="noStrike" cap="none" dirty="0">
                          <a:solidFill>
                            <a:srgbClr val="0070C0"/>
                          </a:solidFill>
                        </a:rPr>
                        <a:t>ALT 5000 </a:t>
                      </a:r>
                      <a:r>
                        <a:rPr lang="en-US" altLang="ko-Kore-KR" sz="800" b="1" u="none" strike="noStrike" cap="none" dirty="0">
                          <a:solidFill>
                            <a:srgbClr val="AA47F5"/>
                          </a:solidFill>
                        </a:rPr>
                        <a:t>SPD 205</a:t>
                      </a:r>
                    </a:p>
                    <a:p>
                      <a:pPr marL="0" marR="0" lvl="0" indent="0" algn="ctr" rtl="0">
                        <a:spcBef>
                          <a:spcPts val="0"/>
                        </a:spcBef>
                        <a:spcAft>
                          <a:spcPts val="0"/>
                        </a:spcAft>
                        <a:buNone/>
                      </a:pPr>
                      <a:r>
                        <a:rPr lang="en-US" altLang="ko-Kore-KR" sz="800" b="1" u="none" strike="noStrike" cap="none" dirty="0">
                          <a:solidFill>
                            <a:srgbClr val="C00000"/>
                          </a:solidFill>
                        </a:rPr>
                        <a:t>NADP 2</a:t>
                      </a:r>
                      <a:r>
                        <a:rPr lang="en-US" altLang="ko-Kore-KR" sz="800" b="1" u="none" strike="noStrike" cap="none" dirty="0">
                          <a:solidFill>
                            <a:srgbClr val="AA47F5"/>
                          </a:solidFill>
                        </a:rPr>
                        <a:t> </a:t>
                      </a:r>
                      <a:r>
                        <a:rPr lang="en-US" altLang="ko-Kore-KR" sz="800" b="1" u="none" strike="noStrike" cap="none" dirty="0">
                          <a:solidFill>
                            <a:srgbClr val="F28943"/>
                          </a:solidFill>
                        </a:rPr>
                        <a:t>TA 9000</a:t>
                      </a:r>
                      <a:endParaRPr lang="ko-Kore-KR" altLang="en-US" dirty="0">
                        <a:solidFill>
                          <a:srgbClr val="F28943"/>
                        </a:solidFill>
                      </a:endParaRPr>
                    </a:p>
                  </a:txBody>
                  <a:tcPr marL="0" marR="0" marT="36000" marB="36000" anchor="ctr"/>
                </a:tc>
                <a:extLst>
                  <a:ext uri="{0D108BD9-81ED-4DB2-BD59-A6C34878D82A}">
                    <a16:rowId xmlns:a16="http://schemas.microsoft.com/office/drawing/2014/main" val="10002"/>
                  </a:ext>
                </a:extLst>
              </a:tr>
              <a:tr h="174727">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NAV</a:t>
                      </a:r>
                      <a:endParaRPr sz="800" u="none" strike="noStrike" cap="none" dirty="0">
                        <a:solidFill>
                          <a:schemeClr val="lt1"/>
                        </a:solidFill>
                      </a:endParaRPr>
                    </a:p>
                  </a:txBody>
                  <a:tcPr marL="0" marR="0" marT="36000" marB="36000" anchor="ctr">
                    <a:solidFill>
                      <a:schemeClr val="accent1"/>
                    </a:solidFill>
                  </a:tcPr>
                </a:tc>
                <a:tc gridSpan="2">
                  <a:txBody>
                    <a:bodyPr/>
                    <a:lstStyle/>
                    <a:p>
                      <a:pPr marL="0" marR="0" lvl="0" indent="0" algn="ctr" rtl="0">
                        <a:spcBef>
                          <a:spcPts val="0"/>
                        </a:spcBef>
                        <a:spcAft>
                          <a:spcPts val="0"/>
                        </a:spcAft>
                        <a:buNone/>
                      </a:pPr>
                      <a:r>
                        <a:rPr lang="en-US" altLang="ko-Kore-KR" sz="800" b="1">
                          <a:solidFill>
                            <a:srgbClr val="0070C0"/>
                          </a:solidFill>
                        </a:rPr>
                        <a:t>SMT, </a:t>
                      </a:r>
                      <a:r>
                        <a:rPr lang="en-US" altLang="ko-Kore-KR" sz="800" b="1">
                          <a:solidFill>
                            <a:srgbClr val="C00000"/>
                          </a:solidFill>
                        </a:rPr>
                        <a:t>07L IZSL, 07R IZSR, 07C IZSC</a:t>
                      </a:r>
                    </a:p>
                    <a:p>
                      <a:pPr marL="0" marR="0" lvl="0" indent="0" algn="ctr" rtl="0">
                        <a:spcBef>
                          <a:spcPts val="0"/>
                        </a:spcBef>
                        <a:spcAft>
                          <a:spcPts val="0"/>
                        </a:spcAft>
                        <a:buNone/>
                      </a:pPr>
                      <a:r>
                        <a:rPr lang="en-US" altLang="ko-Kore-KR" sz="800" b="1">
                          <a:solidFill>
                            <a:srgbClr val="C00000"/>
                          </a:solidFill>
                        </a:rPr>
                        <a:t>25R ITFR, 25L ITFL, 25C ITFC</a:t>
                      </a:r>
                      <a:endParaRPr lang="ko-Kore-KR"/>
                    </a:p>
                  </a:txBody>
                  <a:tcPr marL="0" marR="0" marT="0" marB="0" anchor="ctr"/>
                </a:tc>
                <a:tc hMerge="1">
                  <a:txBody>
                    <a:bodyPr/>
                    <a:lstStyle/>
                    <a:p>
                      <a:endParaRPr lang="ko-Kore-KR"/>
                    </a:p>
                  </a:txBody>
                  <a:tcPr/>
                </a:tc>
                <a:extLst>
                  <a:ext uri="{0D108BD9-81ED-4DB2-BD59-A6C34878D82A}">
                    <a16:rowId xmlns:a16="http://schemas.microsoft.com/office/drawing/2014/main" val="10005"/>
                  </a:ext>
                </a:extLst>
              </a:tr>
              <a:tr h="192242">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E. O</a:t>
                      </a:r>
                      <a:endParaRPr sz="800" u="none" strike="noStrike" cap="none" dirty="0">
                        <a:solidFill>
                          <a:schemeClr val="lt1"/>
                        </a:solidFill>
                      </a:endParaRPr>
                    </a:p>
                  </a:txBody>
                  <a:tcPr marL="0" marR="0" marT="36000" marB="36000" anchor="ctr">
                    <a:solidFill>
                      <a:schemeClr val="accent1"/>
                    </a:solidFill>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700" b="0" u="none" strike="noStrike" cap="none" dirty="0">
                          <a:solidFill>
                            <a:schemeClr val="bg1"/>
                          </a:solidFill>
                          <a:latin typeface="Calibri"/>
                          <a:ea typeface="Calibri"/>
                          <a:cs typeface="Calibri"/>
                          <a:sym typeface="Calibri"/>
                        </a:rPr>
                        <a:t>07L: IZSL074/3,R095, IZSL/9.1, 25R: ITFR254/10,R156</a:t>
                      </a:r>
                      <a:r>
                        <a:rPr lang="en-US" sz="800" b="0" u="none" strike="noStrike" cap="none" dirty="0">
                          <a:solidFill>
                            <a:schemeClr val="bg1"/>
                          </a:solidFill>
                          <a:latin typeface="Calibri"/>
                          <a:ea typeface="Calibri"/>
                          <a:cs typeface="Calibri"/>
                          <a:sym typeface="Calibri"/>
                        </a:rPr>
                        <a:t> </a:t>
                      </a:r>
                    </a:p>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ore-KR" sz="700" b="0" i="0" u="none" strike="noStrike" kern="1200" cap="none" spc="0" normalizeH="0" baseline="0" noProof="0" dirty="0">
                          <a:ln>
                            <a:noFill/>
                          </a:ln>
                          <a:solidFill>
                            <a:prstClr val="black"/>
                          </a:solidFill>
                          <a:effectLst/>
                          <a:uLnTx/>
                          <a:uFillTx/>
                          <a:latin typeface="Calibri"/>
                          <a:ea typeface="Calibri"/>
                          <a:cs typeface="Calibri"/>
                          <a:sym typeface="Calibri"/>
                        </a:rPr>
                        <a:t>07C:IZSC074/2.7,R080, IZSC/6.2, 25C:ITFC254/10,R156</a:t>
                      </a:r>
                      <a:r>
                        <a:rPr kumimoji="0" lang="en-US" altLang="ko-Kore-KR" sz="800" b="0" i="0" u="none" strike="noStrike" kern="1200" cap="none" spc="0" normalizeH="0" baseline="0" noProof="0" dirty="0">
                          <a:ln>
                            <a:noFill/>
                          </a:ln>
                          <a:solidFill>
                            <a:prstClr val="black"/>
                          </a:solidFill>
                          <a:effectLst/>
                          <a:uLnTx/>
                          <a:uFillTx/>
                          <a:latin typeface="Calibri"/>
                          <a:ea typeface="Calibri"/>
                          <a:cs typeface="Calibri"/>
                          <a:sym typeface="Calibri"/>
                        </a:rPr>
                        <a:t> </a:t>
                      </a:r>
                    </a:p>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ore-KR" sz="700" b="0" i="0" u="none" strike="noStrike" kern="1200" cap="none" spc="0" normalizeH="0" baseline="0" noProof="0" dirty="0">
                          <a:ln>
                            <a:noFill/>
                          </a:ln>
                          <a:solidFill>
                            <a:prstClr val="black"/>
                          </a:solidFill>
                          <a:effectLst/>
                          <a:uLnTx/>
                          <a:uFillTx/>
                          <a:latin typeface="Calibri"/>
                          <a:ea typeface="Calibri"/>
                          <a:cs typeface="Calibri"/>
                          <a:sym typeface="Calibri"/>
                        </a:rPr>
                        <a:t>07R:IZSR074/6.2,R080,MAX200kt, 25L:ITFL254/6,R145</a:t>
                      </a:r>
                      <a:r>
                        <a:rPr kumimoji="0" lang="en-US" altLang="ko-Kore-KR" sz="800" b="0" i="0" u="none" strike="noStrike" kern="1200" cap="none" spc="0" normalizeH="0" baseline="0" noProof="0" dirty="0">
                          <a:ln>
                            <a:noFill/>
                          </a:ln>
                          <a:solidFill>
                            <a:prstClr val="black"/>
                          </a:solidFill>
                          <a:effectLst/>
                          <a:uLnTx/>
                          <a:uFillTx/>
                          <a:latin typeface="Calibri"/>
                          <a:ea typeface="Calibri"/>
                          <a:cs typeface="Calibri"/>
                          <a:sym typeface="Calibri"/>
                        </a:rPr>
                        <a:t> </a:t>
                      </a:r>
                    </a:p>
                  </a:txBody>
                  <a:tcPr marL="0" marR="0" marT="0" marB="0" anchor="ctr"/>
                </a:tc>
                <a:tc hMerge="1">
                  <a:txBody>
                    <a:bodyPr/>
                    <a:lstStyle/>
                    <a:p>
                      <a:endParaRPr lang="ko-Kore-KR" altLang="en-US"/>
                    </a:p>
                  </a:txBody>
                  <a:tcPr/>
                </a:tc>
                <a:extLst>
                  <a:ext uri="{0D108BD9-81ED-4DB2-BD59-A6C34878D82A}">
                    <a16:rowId xmlns:a16="http://schemas.microsoft.com/office/drawing/2014/main" val="1754822849"/>
                  </a:ext>
                </a:extLst>
              </a:tr>
              <a:tr h="165372">
                <a:tc gridSpan="3">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SID – Tx RTE Chart Many SPD Restriction</a:t>
                      </a:r>
                    </a:p>
                  </a:txBody>
                  <a:tcPr marL="0" marR="0" marT="0" marB="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103304956"/>
              </p:ext>
            </p:extLst>
          </p:nvPr>
        </p:nvGraphicFramePr>
        <p:xfrm>
          <a:off x="-2501" y="16504"/>
          <a:ext cx="2328850" cy="68129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rgbClr val="C00000"/>
                          </a:solidFill>
                          <a:hlinkClick r:id="rId3">
                            <a:extLst>
                              <a:ext uri="{A12FA001-AC4F-418D-AE19-62706E023703}">
                                <ahyp:hlinkClr xmlns:ahyp="http://schemas.microsoft.com/office/drawing/2018/hyperlinkcolor" val="tx"/>
                              </a:ext>
                            </a:extLst>
                          </a:hlinkClick>
                        </a:rPr>
                        <a:t>VHHH(HKG) 28ft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HAS FLT </a:t>
                      </a:r>
                      <a:r>
                        <a:rPr lang="en-US" sz="900" dirty="0" err="1"/>
                        <a:t>Disp</a:t>
                      </a:r>
                      <a:r>
                        <a:rPr lang="en-US" sz="900" dirty="0"/>
                        <a:t> 131.6</a:t>
                      </a:r>
                      <a:endParaRPr dirty="0"/>
                    </a:p>
                    <a:p>
                      <a:pPr marL="0" marR="0" lvl="0" indent="0" algn="ctr" rtl="0">
                        <a:spcBef>
                          <a:spcPts val="0"/>
                        </a:spcBef>
                        <a:spcAft>
                          <a:spcPts val="0"/>
                        </a:spcAft>
                        <a:buNone/>
                      </a:pPr>
                      <a:r>
                        <a:rPr lang="en-US" sz="700" dirty="0">
                          <a:solidFill>
                            <a:srgbClr val="FF0000"/>
                          </a:solidFill>
                        </a:rPr>
                        <a:t>DCL 20</a:t>
                      </a:r>
                      <a:r>
                        <a:rPr lang="ko-KR" altLang="en-US" sz="700" dirty="0">
                          <a:solidFill>
                            <a:srgbClr val="FF0000"/>
                          </a:solidFill>
                        </a:rPr>
                        <a:t>분전</a:t>
                      </a:r>
                      <a:endParaRPr lang="en-US" altLang="ko-KR" sz="700" dirty="0">
                        <a:solidFill>
                          <a:srgbClr val="FF0000"/>
                        </a:solidFill>
                      </a:endParaRPr>
                    </a:p>
                    <a:p>
                      <a:pPr marL="0" marR="0" lvl="0" indent="0" algn="ctr" rtl="0">
                        <a:spcBef>
                          <a:spcPts val="0"/>
                        </a:spcBef>
                        <a:spcAft>
                          <a:spcPts val="0"/>
                        </a:spcAft>
                        <a:buNone/>
                      </a:pPr>
                      <a:r>
                        <a:rPr lang="en-US" sz="700" dirty="0">
                          <a:solidFill>
                            <a:srgbClr val="FF0000"/>
                          </a:solidFill>
                        </a:rPr>
                        <a:t>5</a:t>
                      </a:r>
                      <a:r>
                        <a:rPr lang="ko-KR" altLang="en-US" sz="700" dirty="0">
                          <a:solidFill>
                            <a:srgbClr val="FF0000"/>
                          </a:solidFill>
                        </a:rPr>
                        <a:t>분 차이시 </a:t>
                      </a:r>
                      <a:r>
                        <a:rPr lang="en-US" altLang="ko-KR" sz="700" dirty="0">
                          <a:solidFill>
                            <a:srgbClr val="FF0000"/>
                          </a:solidFill>
                        </a:rPr>
                        <a:t>CTC Comm</a:t>
                      </a:r>
                      <a:endParaRPr sz="700"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739152" y="2572985"/>
            <a:ext cx="1498808" cy="459613"/>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HKG DEP 123.8 – RDR 118.925 </a:t>
            </a:r>
            <a:endParaRPr kumimoji="1" lang="en-US" altLang="ko-Kore-KR" sz="700" b="1" u="sng" dirty="0">
              <a:solidFill>
                <a:srgbClr val="C0000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TPE 129.1 – 126.7 – 123.6 – 125.5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a:t>
            </a: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E5BD0A1F-222D-F256-6A70-D874149F410B}"/>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8" name="그림 7" descr="텍스트, 지도, 도표이(가) 표시된 사진&#10;&#10;자동 생성된 설명">
            <a:extLst>
              <a:ext uri="{FF2B5EF4-FFF2-40B4-BE49-F238E27FC236}">
                <a16:creationId xmlns:a16="http://schemas.microsoft.com/office/drawing/2014/main" id="{8097498A-40D2-10EC-3E1E-F26D27383DB3}"/>
              </a:ext>
            </a:extLst>
          </p:cNvPr>
          <p:cNvPicPr>
            <a:picLocks noChangeAspect="1"/>
          </p:cNvPicPr>
          <p:nvPr/>
        </p:nvPicPr>
        <p:blipFill>
          <a:blip r:embed="rId6"/>
          <a:stretch>
            <a:fillRect/>
          </a:stretch>
        </p:blipFill>
        <p:spPr>
          <a:xfrm>
            <a:off x="-2501" y="2580615"/>
            <a:ext cx="690063" cy="519130"/>
          </a:xfrm>
          <a:prstGeom prst="rect">
            <a:avLst/>
          </a:prstGeom>
        </p:spPr>
      </p:pic>
      <p:pic>
        <p:nvPicPr>
          <p:cNvPr id="5" name="그래픽 4" descr="집 Wi-Fi에서 작업 단색으로 채워진">
            <a:hlinkClick r:id="" action="ppaction://hlinkshowjump?jump=firstslide"/>
            <a:extLst>
              <a:ext uri="{FF2B5EF4-FFF2-40B4-BE49-F238E27FC236}">
                <a16:creationId xmlns:a16="http://schemas.microsoft.com/office/drawing/2014/main" id="{A1E80393-D911-359C-DEDD-4560586C6CE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2859750"/>
            <a:ext cx="457200" cy="457200"/>
          </a:xfrm>
          <a:prstGeom prst="rect">
            <a:avLst/>
          </a:prstGeom>
          <a:effectLst>
            <a:outerShdw blurRad="50800" dist="50800" dir="3660000" algn="ctr" rotWithShape="0">
              <a:schemeClr val="bg1">
                <a:alpha val="82714"/>
              </a:schemeClr>
            </a:outerShdw>
          </a:effectLst>
        </p:spPr>
      </p:pic>
      <p:graphicFrame>
        <p:nvGraphicFramePr>
          <p:cNvPr id="3" name="Google Shape;283;p17">
            <a:extLst>
              <a:ext uri="{FF2B5EF4-FFF2-40B4-BE49-F238E27FC236}">
                <a16:creationId xmlns:a16="http://schemas.microsoft.com/office/drawing/2014/main" id="{15204D4C-BEA5-EAB6-46B3-FEBC20C1800E}"/>
              </a:ext>
            </a:extLst>
          </p:cNvPr>
          <p:cNvGraphicFramePr/>
          <p:nvPr>
            <p:extLst>
              <p:ext uri="{D42A27DB-BD31-4B8C-83A1-F6EECF244321}">
                <p14:modId xmlns:p14="http://schemas.microsoft.com/office/powerpoint/2010/main" val="3423549415"/>
              </p:ext>
            </p:extLst>
          </p:nvPr>
        </p:nvGraphicFramePr>
        <p:xfrm>
          <a:off x="11589" y="3297065"/>
          <a:ext cx="2314761" cy="225241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178498">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2227">
                <a:tc>
                  <a:txBody>
                    <a:bodyPr/>
                    <a:lstStyle/>
                    <a:p>
                      <a:pPr marL="0" marR="0" lvl="0" indent="0" algn="ctr" rtl="0">
                        <a:spcBef>
                          <a:spcPts val="0"/>
                        </a:spcBef>
                        <a:spcAft>
                          <a:spcPts val="0"/>
                        </a:spcAft>
                        <a:buNone/>
                      </a:pPr>
                      <a:r>
                        <a:rPr lang="en-US" sz="800" b="1" dirty="0"/>
                        <a:t>33</a:t>
                      </a:r>
                    </a:p>
                    <a:p>
                      <a:pPr marL="0" marR="0" lvl="0" indent="0" algn="ctr" rtl="0">
                        <a:spcBef>
                          <a:spcPts val="0"/>
                        </a:spcBef>
                        <a:spcAft>
                          <a:spcPts val="0"/>
                        </a:spcAft>
                        <a:buNone/>
                      </a:pPr>
                      <a:r>
                        <a:rPr lang="en-US" sz="800" b="1" dirty="0"/>
                        <a:t>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xY</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ENPIL</a:t>
                      </a:r>
                    </a:p>
                    <a:p>
                      <a:pPr marL="0" marR="0" lvl="0" indent="0" algn="ctr" rtl="0">
                        <a:spcBef>
                          <a:spcPts val="0"/>
                        </a:spcBef>
                        <a:spcAft>
                          <a:spcPts val="0"/>
                        </a:spcAft>
                        <a:buNone/>
                      </a:pPr>
                      <a:r>
                        <a:rPr lang="en-US" sz="800" b="1" dirty="0">
                          <a:solidFill>
                            <a:srgbClr val="FF0000"/>
                          </a:solidFill>
                        </a:rPr>
                        <a:t>PAMBI</a:t>
                      </a:r>
                      <a:endParaRPr sz="458" b="1"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OLMEN 180</a:t>
                      </a:r>
                    </a:p>
                    <a:p>
                      <a:pPr marL="0" marR="0" lvl="0" indent="0" algn="ctr" rtl="0">
                        <a:spcBef>
                          <a:spcPts val="0"/>
                        </a:spcBef>
                        <a:spcAft>
                          <a:spcPts val="0"/>
                        </a:spcAft>
                        <a:buNone/>
                      </a:pPr>
                      <a:r>
                        <a:rPr lang="en-US" sz="800" b="1" dirty="0"/>
                        <a:t>OLMEN 160</a:t>
                      </a:r>
                      <a:endParaRPr sz="458" b="1" dirty="0"/>
                    </a:p>
                  </a:txBody>
                  <a:tcPr marL="36000" marR="36000" marT="36000" marB="36000" anchor="ctr"/>
                </a:tc>
                <a:extLst>
                  <a:ext uri="{0D108BD9-81ED-4DB2-BD59-A6C34878D82A}">
                    <a16:rowId xmlns:a16="http://schemas.microsoft.com/office/drawing/2014/main" val="10001"/>
                  </a:ext>
                </a:extLst>
              </a:tr>
              <a:tr h="264221">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xC</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62227">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62227">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62227">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2227">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8511511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55838" y="3192214"/>
            <a:ext cx="1837362"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132.8 – DLC 132.95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TAO 133.72 – 128.15 – PEK 125.6</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APP 120.6 – Final 119.0</a:t>
            </a:r>
          </a:p>
        </p:txBody>
      </p:sp>
      <p:graphicFrame>
        <p:nvGraphicFramePr>
          <p:cNvPr id="292" name="Google Shape;292;p18"/>
          <p:cNvGraphicFramePr/>
          <p:nvPr>
            <p:extLst>
              <p:ext uri="{D42A27DB-BD31-4B8C-83A1-F6EECF244321}">
                <p14:modId xmlns:p14="http://schemas.microsoft.com/office/powerpoint/2010/main" val="1517695872"/>
              </p:ext>
            </p:extLst>
          </p:nvPr>
        </p:nvGraphicFramePr>
        <p:xfrm>
          <a:off x="55" y="3802861"/>
          <a:ext cx="2333879" cy="1747000"/>
        </p:xfrm>
        <a:graphic>
          <a:graphicData uri="http://schemas.openxmlformats.org/drawingml/2006/table">
            <a:tbl>
              <a:tblPr firstRow="1" bandRow="1">
                <a:noFill/>
                <a:tableStyleId>{A521BE36-7E6F-4EC9-8D66-1CF97A6895EC}</a:tableStyleId>
              </a:tblPr>
              <a:tblGrid>
                <a:gridCol w="582850">
                  <a:extLst>
                    <a:ext uri="{9D8B030D-6E8A-4147-A177-3AD203B41FA5}">
                      <a16:colId xmlns:a16="http://schemas.microsoft.com/office/drawing/2014/main" val="20000"/>
                    </a:ext>
                  </a:extLst>
                </a:gridCol>
                <a:gridCol w="683738">
                  <a:extLst>
                    <a:ext uri="{9D8B030D-6E8A-4147-A177-3AD203B41FA5}">
                      <a16:colId xmlns:a16="http://schemas.microsoft.com/office/drawing/2014/main" val="20001"/>
                    </a:ext>
                  </a:extLst>
                </a:gridCol>
                <a:gridCol w="370450">
                  <a:extLst>
                    <a:ext uri="{9D8B030D-6E8A-4147-A177-3AD203B41FA5}">
                      <a16:colId xmlns:a16="http://schemas.microsoft.com/office/drawing/2014/main" val="20002"/>
                    </a:ext>
                  </a:extLst>
                </a:gridCol>
                <a:gridCol w="696841">
                  <a:extLst>
                    <a:ext uri="{9D8B030D-6E8A-4147-A177-3AD203B41FA5}">
                      <a16:colId xmlns:a16="http://schemas.microsoft.com/office/drawing/2014/main" val="20003"/>
                    </a:ext>
                  </a:extLst>
                </a:gridCol>
              </a:tblGrid>
              <a:tr h="203508">
                <a:tc gridSpan="4">
                  <a:txBody>
                    <a:bodyPr/>
                    <a:lstStyle/>
                    <a:p>
                      <a:pPr marL="0" marR="0" lvl="0" indent="0" algn="ctr" rtl="0">
                        <a:spcBef>
                          <a:spcPts val="0"/>
                        </a:spcBef>
                        <a:spcAft>
                          <a:spcPts val="0"/>
                        </a:spcAft>
                        <a:buNone/>
                      </a:pPr>
                      <a:r>
                        <a:rPr lang="en-US" sz="800" dirty="0"/>
                        <a:t>PEK </a:t>
                      </a:r>
                      <a:r>
                        <a:rPr lang="en-US" sz="800" dirty="0">
                          <a:solidFill>
                            <a:srgbClr val="00B0F0"/>
                          </a:solidFill>
                        </a:rPr>
                        <a:t>[001/181]</a:t>
                      </a:r>
                      <a:r>
                        <a:rPr lang="en-US" sz="800" dirty="0"/>
                        <a:t> : </a:t>
                      </a:r>
                      <a:r>
                        <a:rPr lang="en-US" sz="800" dirty="0">
                          <a:solidFill>
                            <a:srgbClr val="FFC000"/>
                          </a:solidFill>
                        </a:rPr>
                        <a:t>RW01/19 main (RW36L/18R)</a:t>
                      </a:r>
                      <a:endParaRPr sz="800" b="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98270">
                <a:tc>
                  <a:txBody>
                    <a:bodyPr/>
                    <a:lstStyle/>
                    <a:p>
                      <a:pPr marL="0" marR="0" lvl="0" indent="0" algn="ctr" rtl="0">
                        <a:spcBef>
                          <a:spcPts val="0"/>
                        </a:spcBef>
                        <a:spcAft>
                          <a:spcPts val="0"/>
                        </a:spcAft>
                        <a:buNone/>
                      </a:pPr>
                      <a:r>
                        <a:rPr lang="en-US" sz="800" b="1" dirty="0"/>
                        <a:t>01/36L</a:t>
                      </a:r>
                      <a:r>
                        <a:rPr lang="en-US" sz="800" b="0" dirty="0"/>
                        <a:t>/36R</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DUMAP x Z</a:t>
                      </a:r>
                    </a:p>
                  </a:txBody>
                  <a:tcPr marL="36000" marR="36000" marT="36000" marB="36000" anchor="ctr"/>
                </a:tc>
                <a:tc>
                  <a:txBody>
                    <a:bodyPr/>
                    <a:lstStyle/>
                    <a:p>
                      <a:pPr marL="0" marR="0" lvl="0" indent="0" algn="ctr" rtl="0">
                        <a:spcBef>
                          <a:spcPts val="0"/>
                        </a:spcBef>
                        <a:spcAft>
                          <a:spcPts val="0"/>
                        </a:spcAft>
                        <a:buNone/>
                      </a:pPr>
                      <a:r>
                        <a:rPr lang="en-US" sz="800" b="1" dirty="0"/>
                        <a:t>AA141</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01 </a:t>
                      </a:r>
                      <a:r>
                        <a:rPr lang="en-US" sz="800" b="1" dirty="0">
                          <a:solidFill>
                            <a:srgbClr val="0070C0"/>
                          </a:solidFill>
                        </a:rPr>
                        <a:t>(Y 36L)</a:t>
                      </a:r>
                    </a:p>
                  </a:txBody>
                  <a:tcPr marL="36000" marR="36000" marT="36000" marB="36000" anchor="ctr"/>
                </a:tc>
                <a:extLst>
                  <a:ext uri="{0D108BD9-81ED-4DB2-BD59-A6C34878D82A}">
                    <a16:rowId xmlns:a16="http://schemas.microsoft.com/office/drawing/2014/main" val="10001"/>
                  </a:ext>
                </a:extLst>
              </a:tr>
              <a:tr h="181870">
                <a:tc>
                  <a:txBody>
                    <a:bodyPr/>
                    <a:lstStyle/>
                    <a:p>
                      <a:pPr marL="0" marR="0" lvl="0" indent="0" algn="ctr" rtl="0">
                        <a:spcBef>
                          <a:spcPts val="0"/>
                        </a:spcBef>
                        <a:spcAft>
                          <a:spcPts val="0"/>
                        </a:spcAft>
                        <a:buNone/>
                      </a:pPr>
                      <a:r>
                        <a:rPr lang="en-US" altLang="ko-KR" sz="800" b="1" dirty="0"/>
                        <a:t>19/18R</a:t>
                      </a:r>
                      <a:r>
                        <a:rPr lang="en-US" altLang="ko-KR" sz="800" b="0" dirty="0"/>
                        <a:t>/</a:t>
                      </a:r>
                      <a:r>
                        <a:rPr lang="en-US" sz="800" b="0" dirty="0"/>
                        <a:t>18L</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DUMAP x G</a:t>
                      </a:r>
                    </a:p>
                  </a:txBody>
                  <a:tcPr marL="36000" marR="36000" marT="36000" marB="36000" anchor="ctr"/>
                </a:tc>
                <a:tc>
                  <a:txBody>
                    <a:bodyPr/>
                    <a:lstStyle/>
                    <a:p>
                      <a:pPr marL="0" marR="0" lvl="0" indent="0" algn="ctr" rtl="0">
                        <a:spcBef>
                          <a:spcPts val="0"/>
                        </a:spcBef>
                        <a:spcAft>
                          <a:spcPts val="0"/>
                        </a:spcAft>
                        <a:buNone/>
                      </a:pPr>
                      <a:r>
                        <a:rPr lang="en-US" sz="800" b="1" dirty="0"/>
                        <a:t>AA261</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19 </a:t>
                      </a:r>
                      <a:r>
                        <a:rPr lang="en-US" altLang="ko-Kore-KR" sz="800" b="1" dirty="0">
                          <a:solidFill>
                            <a:srgbClr val="0070C0"/>
                          </a:solidFill>
                        </a:rPr>
                        <a:t>(Y18R)</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8495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PEK, </a:t>
                      </a:r>
                      <a:r>
                        <a:rPr lang="en-US" sz="800" b="1" dirty="0">
                          <a:solidFill>
                            <a:srgbClr val="C00000"/>
                          </a:solidFill>
                        </a:rPr>
                        <a:t>01 INJ, 36L IDK, 19 ISZ, 18R ILG</a:t>
                      </a:r>
                    </a:p>
                    <a:p>
                      <a:pPr marL="0" marR="0" lvl="0" indent="0" algn="ctr" rtl="0">
                        <a:lnSpc>
                          <a:spcPct val="100000"/>
                        </a:lnSpc>
                        <a:spcBef>
                          <a:spcPts val="0"/>
                        </a:spcBef>
                        <a:spcAft>
                          <a:spcPts val="0"/>
                        </a:spcAft>
                        <a:buClr>
                          <a:srgbClr val="00B050"/>
                        </a:buClr>
                        <a:buSzPts val="800"/>
                        <a:buFont typeface="Calibri"/>
                        <a:buNone/>
                      </a:pPr>
                      <a:r>
                        <a:rPr lang="en-US" sz="800" b="0" dirty="0">
                          <a:solidFill>
                            <a:srgbClr val="C00000"/>
                          </a:solidFill>
                        </a:rPr>
                        <a:t>36R IQU, 18L IOR</a:t>
                      </a:r>
                      <a:endParaRPr sz="800" b="0"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86134">
                <a:tc gridSpan="4">
                  <a:txBody>
                    <a:bodyPr/>
                    <a:lstStyle/>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FIX : </a:t>
                      </a:r>
                      <a:r>
                        <a:rPr kumimoji="0" lang="en-US" altLang="ko-Kore-KR" sz="800" b="0" i="0" u="none" strike="noStrike" kern="0" cap="none" spc="0" normalizeH="0" baseline="0" noProof="0" dirty="0" err="1">
                          <a:ln>
                            <a:noFill/>
                          </a:ln>
                          <a:solidFill>
                            <a:srgbClr val="000000"/>
                          </a:solidFill>
                          <a:effectLst/>
                          <a:uLnTx/>
                          <a:uFillTx/>
                          <a:latin typeface="Calibri"/>
                          <a:cs typeface="Calibri"/>
                          <a:sym typeface="Arial"/>
                        </a:rPr>
                        <a:t>RWxx</a:t>
                      </a: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 /8(180kts), /6(160kts) </a:t>
                      </a:r>
                      <a:r>
                        <a:rPr kumimoji="0" lang="en-US" altLang="ko-Kore-KR" sz="800" b="0" i="0" u="none" strike="noStrike" kern="0" cap="none" spc="0" normalizeH="0" baseline="0" noProof="0" dirty="0">
                          <a:ln>
                            <a:noFill/>
                          </a:ln>
                          <a:solidFill>
                            <a:srgbClr val="0070C0"/>
                          </a:solidFill>
                          <a:effectLst/>
                          <a:uLnTx/>
                          <a:uFillTx/>
                          <a:latin typeface="Calibri"/>
                          <a:cs typeface="Calibri"/>
                          <a:sym typeface="Arial"/>
                        </a:rPr>
                        <a:t>TMA Max 280kts</a:t>
                      </a:r>
                      <a:endParaRPr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501193734"/>
                  </a:ext>
                </a:extLst>
              </a:tr>
              <a:tr h="301242">
                <a:tc gridSpan="4">
                  <a:txBody>
                    <a:bodyPr/>
                    <a:lstStyle/>
                    <a:p>
                      <a:pPr marL="0" marR="0" lvl="0" indent="0" algn="l" rtl="0">
                        <a:lnSpc>
                          <a:spcPct val="100000"/>
                        </a:lnSpc>
                        <a:spcBef>
                          <a:spcPts val="0"/>
                        </a:spcBef>
                        <a:spcAft>
                          <a:spcPts val="0"/>
                        </a:spcAft>
                        <a:buClr>
                          <a:schemeClr val="dk1"/>
                        </a:buClr>
                        <a:buSzPts val="800"/>
                        <a:buFont typeface="Calibri"/>
                        <a:buNone/>
                      </a:pPr>
                      <a:r>
                        <a:rPr lang="en-US" altLang="ko-KR" sz="800" b="1" dirty="0">
                          <a:solidFill>
                            <a:schemeClr val="dk1"/>
                          </a:solidFill>
                        </a:rPr>
                        <a:t>01</a:t>
                      </a:r>
                      <a:r>
                        <a:rPr lang="en-US" sz="800" b="1" dirty="0">
                          <a:solidFill>
                            <a:schemeClr val="dk1"/>
                          </a:solidFill>
                        </a:rPr>
                        <a:t> : Q5(5223’), Q6(7024’), 19 </a:t>
                      </a:r>
                      <a:r>
                        <a:rPr lang="en-US" altLang="ko-Kore-KR" sz="800" b="1" dirty="0">
                          <a:solidFill>
                            <a:srgbClr val="C00000"/>
                          </a:solidFill>
                        </a:rPr>
                        <a:t>3.2</a:t>
                      </a:r>
                      <a:r>
                        <a:rPr lang="en-US" sz="800" b="1" dirty="0">
                          <a:solidFill>
                            <a:schemeClr val="dk1"/>
                          </a:solidFill>
                        </a:rPr>
                        <a:t> :Q4(5298’),Q3(7103’)</a:t>
                      </a:r>
                      <a:endParaRPr sz="800" dirty="0">
                        <a:solidFill>
                          <a:srgbClr val="C00000"/>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36L : P6(6276’), P7(7719’), 18R : P3(6223’), P2(7552’)</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APU off Procedure</a:t>
                      </a:r>
                      <a:r>
                        <a:rPr lang="ko-KR" altLang="en-US" sz="800" dirty="0"/>
                        <a:t> </a:t>
                      </a:r>
                      <a:r>
                        <a:rPr lang="en-US" altLang="ko-KR" sz="800" dirty="0"/>
                        <a:t>(GND Air Cond’ &amp; GPU)</a:t>
                      </a:r>
                    </a:p>
                    <a:p>
                      <a:pPr marL="0" marR="0" lvl="0" indent="0" algn="ctr" rtl="0">
                        <a:lnSpc>
                          <a:spcPct val="100000"/>
                        </a:lnSpc>
                        <a:spcBef>
                          <a:spcPts val="0"/>
                        </a:spcBef>
                        <a:spcAft>
                          <a:spcPts val="0"/>
                        </a:spcAft>
                        <a:buClr>
                          <a:schemeClr val="dk1"/>
                        </a:buClr>
                        <a:buSzPts val="800"/>
                        <a:buFont typeface="Calibri"/>
                        <a:buNone/>
                      </a:pPr>
                      <a:r>
                        <a:rPr lang="en-US" altLang="ko-KR" sz="800" dirty="0"/>
                        <a:t>Standard TAXI RTE in Jeppesen Chart</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1900272080"/>
              </p:ext>
            </p:extLst>
          </p:nvPr>
        </p:nvGraphicFramePr>
        <p:xfrm>
          <a:off x="-2501" y="16504"/>
          <a:ext cx="2328850" cy="646571"/>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74602">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ZBAA(PEK) 116ft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371969">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800" dirty="0"/>
                        <a:t>Air China Beijing 132.0</a:t>
                      </a:r>
                    </a:p>
                    <a:p>
                      <a:pPr marL="0" marR="0" lvl="0" indent="0" algn="ctr" rtl="0">
                        <a:spcBef>
                          <a:spcPts val="0"/>
                        </a:spcBef>
                        <a:spcAft>
                          <a:spcPts val="0"/>
                        </a:spcAft>
                        <a:buNone/>
                      </a:pPr>
                      <a:r>
                        <a:rPr lang="en-US" sz="900" b="1" dirty="0">
                          <a:solidFill>
                            <a:srgbClr val="7030A0"/>
                          </a:solidFill>
                        </a:rPr>
                        <a:t>Parking Bay 205-208</a:t>
                      </a:r>
                      <a:endParaRPr sz="9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CC8AB46B-539E-FFA8-5737-4E90D549BD61}"/>
              </a:ext>
            </a:extLst>
          </p:cNvPr>
          <p:cNvSpPr/>
          <p:nvPr/>
        </p:nvSpPr>
        <p:spPr>
          <a:xfrm>
            <a:off x="831016" y="251926"/>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774260F0-6DE6-1FE6-AED8-9C31ED463DA3}"/>
              </a:ext>
            </a:extLst>
          </p:cNvPr>
          <p:cNvGraphicFramePr/>
          <p:nvPr>
            <p:extLst>
              <p:ext uri="{D42A27DB-BD31-4B8C-83A1-F6EECF244321}">
                <p14:modId xmlns:p14="http://schemas.microsoft.com/office/powerpoint/2010/main" val="246767816"/>
              </p:ext>
            </p:extLst>
          </p:nvPr>
        </p:nvGraphicFramePr>
        <p:xfrm>
          <a:off x="1" y="66307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F31ECD4A-3CBF-B0BA-F892-E3C0EDC36F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28893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4396583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C3455C0B-FD5F-F195-1C0A-1F01F6827ACB}"/>
              </a:ext>
            </a:extLst>
          </p:cNvPr>
          <p:cNvGraphicFramePr>
            <a:graphicFrameLocks noGrp="1"/>
          </p:cNvGraphicFramePr>
          <p:nvPr>
            <p:ph idx="1"/>
            <p:extLst>
              <p:ext uri="{D42A27DB-BD31-4B8C-83A1-F6EECF244321}">
                <p14:modId xmlns:p14="http://schemas.microsoft.com/office/powerpoint/2010/main" val="1186835258"/>
              </p:ext>
            </p:extLst>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14,800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3,600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11,800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rgbClr val="0070C0"/>
                          </a:solidFill>
                          <a:effectLst/>
                          <a:latin typeface="Arial" panose="020B0604020202020204" pitchFamily="34" charset="0"/>
                          <a:cs typeface="Arial" panose="020B0604020202020204" pitchFamily="34" charset="0"/>
                        </a:rPr>
                        <a:t>3,000</a:t>
                      </a:r>
                      <a:r>
                        <a:rPr lang="en-US" sz="800" b="0" i="0">
                          <a:solidFill>
                            <a:srgbClr val="0070C0"/>
                          </a:solidFill>
                          <a:effectLst/>
                          <a:latin typeface="Arial" panose="020B0604020202020204" pitchFamily="34" charset="0"/>
                          <a:cs typeface="Arial" panose="020B0604020202020204" pitchFamily="34" charset="0"/>
                        </a:rPr>
                        <a:t> </a:t>
                      </a:r>
                      <a:r>
                        <a:rPr lang="en-US" sz="800" b="1" i="0">
                          <a:solidFill>
                            <a:srgbClr val="0070C0"/>
                          </a:solidFill>
                          <a:effectLst/>
                          <a:latin typeface="Arial" panose="020B0604020202020204" pitchFamily="34" charset="0"/>
                          <a:cs typeface="Arial" panose="020B0604020202020204" pitchFamily="34" charset="0"/>
                        </a:rPr>
                        <a:t>m</a:t>
                      </a:r>
                      <a:endParaRPr lang="en-US" sz="80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9,800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1BB0B864-E102-F97B-0479-E9677C331F06}"/>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ADA29B3A-1002-5083-04ED-923AF380D574}"/>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488EBD6D-31DA-D6F3-911A-D2AF5D04DE5A}"/>
              </a:ext>
            </a:extLst>
          </p:cNvPr>
          <p:cNvGraphicFramePr>
            <a:graphicFrameLocks noGrp="1"/>
          </p:cNvGraphicFramePr>
          <p:nvPr>
            <p:extLst>
              <p:ext uri="{D42A27DB-BD31-4B8C-83A1-F6EECF244321}">
                <p14:modId xmlns:p14="http://schemas.microsoft.com/office/powerpoint/2010/main" val="2656822228"/>
              </p:ext>
            </p:extLst>
          </p:nvPr>
        </p:nvGraphicFramePr>
        <p:xfrm>
          <a:off x="39455" y="410023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Tree>
    <p:extLst>
      <p:ext uri="{BB962C8B-B14F-4D97-AF65-F5344CB8AC3E}">
        <p14:creationId xmlns:p14="http://schemas.microsoft.com/office/powerpoint/2010/main" val="2504695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2475998197"/>
              </p:ext>
            </p:extLst>
          </p:nvPr>
        </p:nvGraphicFramePr>
        <p:xfrm>
          <a:off x="-4046" y="796960"/>
          <a:ext cx="2332909" cy="1670650"/>
        </p:xfrm>
        <a:graphic>
          <a:graphicData uri="http://schemas.openxmlformats.org/drawingml/2006/table">
            <a:tbl>
              <a:tblPr firstRow="1" bandRow="1">
                <a:noFill/>
                <a:tableStyleId>{A521BE36-7E6F-4EC9-8D66-1CF97A6895EC}</a:tableStyleId>
              </a:tblPr>
              <a:tblGrid>
                <a:gridCol w="234333">
                  <a:extLst>
                    <a:ext uri="{9D8B030D-6E8A-4147-A177-3AD203B41FA5}">
                      <a16:colId xmlns:a16="http://schemas.microsoft.com/office/drawing/2014/main" val="20000"/>
                    </a:ext>
                  </a:extLst>
                </a:gridCol>
                <a:gridCol w="64473">
                  <a:extLst>
                    <a:ext uri="{9D8B030D-6E8A-4147-A177-3AD203B41FA5}">
                      <a16:colId xmlns:a16="http://schemas.microsoft.com/office/drawing/2014/main" val="20001"/>
                    </a:ext>
                  </a:extLst>
                </a:gridCol>
                <a:gridCol w="152679">
                  <a:extLst>
                    <a:ext uri="{9D8B030D-6E8A-4147-A177-3AD203B41FA5}">
                      <a16:colId xmlns:a16="http://schemas.microsoft.com/office/drawing/2014/main" val="20002"/>
                    </a:ext>
                  </a:extLst>
                </a:gridCol>
                <a:gridCol w="497948">
                  <a:extLst>
                    <a:ext uri="{9D8B030D-6E8A-4147-A177-3AD203B41FA5}">
                      <a16:colId xmlns:a16="http://schemas.microsoft.com/office/drawing/2014/main" val="325153996"/>
                    </a:ext>
                  </a:extLst>
                </a:gridCol>
                <a:gridCol w="139424">
                  <a:extLst>
                    <a:ext uri="{9D8B030D-6E8A-4147-A177-3AD203B41FA5}">
                      <a16:colId xmlns:a16="http://schemas.microsoft.com/office/drawing/2014/main" val="2286074444"/>
                    </a:ext>
                  </a:extLst>
                </a:gridCol>
                <a:gridCol w="312061">
                  <a:extLst>
                    <a:ext uri="{9D8B030D-6E8A-4147-A177-3AD203B41FA5}">
                      <a16:colId xmlns:a16="http://schemas.microsoft.com/office/drawing/2014/main" val="20005"/>
                    </a:ext>
                  </a:extLst>
                </a:gridCol>
                <a:gridCol w="474405">
                  <a:extLst>
                    <a:ext uri="{9D8B030D-6E8A-4147-A177-3AD203B41FA5}">
                      <a16:colId xmlns:a16="http://schemas.microsoft.com/office/drawing/2014/main" val="1871292482"/>
                    </a:ext>
                  </a:extLst>
                </a:gridCol>
                <a:gridCol w="457586">
                  <a:extLst>
                    <a:ext uri="{9D8B030D-6E8A-4147-A177-3AD203B41FA5}">
                      <a16:colId xmlns:a16="http://schemas.microsoft.com/office/drawing/2014/main" val="3899291813"/>
                    </a:ext>
                  </a:extLst>
                </a:gridCol>
              </a:tblGrid>
              <a:tr h="0">
                <a:tc gridSpan="8">
                  <a:txBody>
                    <a:bodyPr/>
                    <a:lstStyle/>
                    <a:p>
                      <a:pPr marL="0" marR="0" lvl="0" indent="0" algn="ctr" rtl="0">
                        <a:spcBef>
                          <a:spcPts val="0"/>
                        </a:spcBef>
                        <a:spcAft>
                          <a:spcPts val="0"/>
                        </a:spcAft>
                        <a:buNone/>
                      </a:pPr>
                      <a:r>
                        <a:rPr lang="en-US" sz="800" u="none" strike="noStrike" cap="none" dirty="0"/>
                        <a:t>PEK : SID (NADP 1)  </a:t>
                      </a:r>
                      <a:r>
                        <a:rPr lang="en-US" sz="800" u="none" strike="noStrike" cap="none" dirty="0">
                          <a:solidFill>
                            <a:srgbClr val="FFC000"/>
                          </a:solidFill>
                        </a:rPr>
                        <a:t>RW36R/18L </a:t>
                      </a:r>
                      <a:r>
                        <a:rPr lang="en-US" sz="800" u="none" strike="noStrike" cap="none" dirty="0" err="1">
                          <a:solidFill>
                            <a:srgbClr val="FFC000"/>
                          </a:solidFill>
                        </a:rPr>
                        <a:t>Intersec</a:t>
                      </a:r>
                      <a:r>
                        <a:rPr lang="en-US" sz="800" u="none" strike="noStrike" cap="none" dirty="0">
                          <a:solidFill>
                            <a:srgbClr val="FFC000"/>
                          </a:solidFill>
                        </a:rPr>
                        <a:t> T/O W2, W7</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altLang="ko-KR" sz="800" b="1" u="none" strike="noStrike" cap="none" dirty="0"/>
                        <a:t>36R</a:t>
                      </a:r>
                      <a:endParaRPr lang="en-US" sz="800" b="1" u="none" strike="noStrike" cap="none" dirty="0"/>
                    </a:p>
                    <a:p>
                      <a:pPr marL="0" marR="0" lvl="0" indent="0" algn="ctr" rtl="0">
                        <a:spcBef>
                          <a:spcPts val="0"/>
                        </a:spcBef>
                        <a:spcAft>
                          <a:spcPts val="0"/>
                        </a:spcAft>
                        <a:buNone/>
                      </a:pPr>
                      <a:r>
                        <a:rPr lang="en-US" sz="800" b="0" u="none" strike="noStrike" cap="none" dirty="0"/>
                        <a:t>(01)</a:t>
                      </a:r>
                      <a:endParaRPr sz="800" b="0" u="none" strike="noStrike" cap="none" dirty="0"/>
                    </a:p>
                  </a:txBody>
                  <a:tcPr marL="36000" marR="36000" marT="36000" marB="36000" anchor="ctr"/>
                </a:tc>
                <a:tc gridSpan="4">
                  <a:txBody>
                    <a:bodyPr/>
                    <a:lstStyle/>
                    <a:p>
                      <a:pPr marL="0" marR="0" lvl="0" indent="0" algn="ctr" rtl="0">
                        <a:spcBef>
                          <a:spcPts val="0"/>
                        </a:spcBef>
                        <a:spcAft>
                          <a:spcPts val="0"/>
                        </a:spcAft>
                        <a:buNone/>
                      </a:pPr>
                      <a:r>
                        <a:rPr lang="en-US" sz="800" b="1" u="none" strike="noStrike" cap="none" dirty="0">
                          <a:solidFill>
                            <a:srgbClr val="0070C0"/>
                          </a:solidFill>
                        </a:rPr>
                        <a:t>MUGLO x X/Y(x X)</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gridSpan="3">
                  <a:txBody>
                    <a:bodyPr/>
                    <a:lstStyle/>
                    <a:p>
                      <a:pPr algn="ctr"/>
                      <a:r>
                        <a:rPr lang="en-US" sz="800" b="1" u="none" strike="noStrike" cap="none" dirty="0"/>
                        <a:t>HD 001 </a:t>
                      </a:r>
                      <a:r>
                        <a:rPr lang="en-US" sz="800" b="1" u="none" strike="noStrike" cap="none" dirty="0">
                          <a:solidFill>
                            <a:srgbClr val="0070C0"/>
                          </a:solidFill>
                        </a:rPr>
                        <a:t>ALT 2100m(1800m)</a:t>
                      </a:r>
                    </a:p>
                    <a:p>
                      <a:pPr algn="ctr"/>
                      <a:r>
                        <a:rPr lang="en-US" altLang="ko-Kore-KR" sz="800" b="1" u="none" strike="noStrike" cap="none" dirty="0">
                          <a:solidFill>
                            <a:srgbClr val="AA47F5"/>
                          </a:solidFill>
                        </a:rPr>
                        <a:t>Maintain RWY TRK </a:t>
                      </a:r>
                      <a:r>
                        <a:rPr lang="en-US" altLang="ko-Kore-KR" sz="800" b="1" u="none" strike="noStrike" cap="none" dirty="0">
                          <a:solidFill>
                            <a:srgbClr val="F28943"/>
                          </a:solidFill>
                        </a:rPr>
                        <a:t>TA9850</a:t>
                      </a:r>
                      <a:endParaRPr lang="ko-Kore-KR"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18L</a:t>
                      </a:r>
                    </a:p>
                    <a:p>
                      <a:pPr marL="0" marR="0" lvl="0" indent="0" algn="ctr" rtl="0">
                        <a:spcBef>
                          <a:spcPts val="0"/>
                        </a:spcBef>
                        <a:spcAft>
                          <a:spcPts val="0"/>
                        </a:spcAft>
                        <a:buNone/>
                      </a:pPr>
                      <a:r>
                        <a:rPr lang="en-US" sz="800" b="0" u="none" strike="noStrike" cap="none" dirty="0"/>
                        <a:t>(19)</a:t>
                      </a:r>
                      <a:endParaRPr sz="800" b="0" u="none" strike="noStrike" cap="none" dirty="0"/>
                    </a:p>
                  </a:txBody>
                  <a:tcPr marL="36000" marR="36000" marT="36000" marB="36000" anchor="ctr"/>
                </a:tc>
                <a:tc gridSpan="4">
                  <a:txBody>
                    <a:bodyPr/>
                    <a:lstStyle/>
                    <a:p>
                      <a:pPr marL="0" marR="0" lvl="0" indent="0" algn="ctr" rtl="0">
                        <a:spcBef>
                          <a:spcPts val="0"/>
                        </a:spcBef>
                        <a:spcAft>
                          <a:spcPts val="0"/>
                        </a:spcAft>
                        <a:buNone/>
                      </a:pPr>
                      <a:r>
                        <a:rPr lang="en-US" altLang="ko-Kore-KR" sz="800" b="1" u="none" strike="noStrike" cap="none" dirty="0">
                          <a:solidFill>
                            <a:srgbClr val="0070C0"/>
                          </a:solidFill>
                        </a:rPr>
                        <a:t>MUGLO x G (x J)</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gridSpan="3">
                  <a:txBody>
                    <a:bodyPr/>
                    <a:lstStyle/>
                    <a:p>
                      <a:pPr algn="ctr"/>
                      <a:r>
                        <a:rPr lang="en-US" sz="800" b="1" u="none" strike="noStrike" cap="none" dirty="0"/>
                        <a:t>HD 181 </a:t>
                      </a:r>
                      <a:r>
                        <a:rPr lang="en-US" sz="800" b="1" u="none" strike="noStrike" cap="none" dirty="0">
                          <a:solidFill>
                            <a:srgbClr val="0070C0"/>
                          </a:solidFill>
                        </a:rPr>
                        <a:t>ALT DCL(1500m)</a:t>
                      </a:r>
                    </a:p>
                    <a:p>
                      <a:pPr algn="ctr"/>
                      <a:r>
                        <a:rPr lang="en-US" altLang="ko-Kore-KR" sz="800" b="1" u="none" strike="noStrike" cap="none" dirty="0">
                          <a:solidFill>
                            <a:srgbClr val="F28943"/>
                          </a:solidFill>
                        </a:rPr>
                        <a:t>TA 9850</a:t>
                      </a:r>
                      <a:endParaRPr lang="ko-Kore-KR"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3">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800" b="1" u="none" strike="noStrike" cap="none" dirty="0">
                          <a:solidFill>
                            <a:srgbClr val="0070C0"/>
                          </a:solidFill>
                        </a:rPr>
                        <a:t>PEK 114.7</a:t>
                      </a:r>
                    </a:p>
                  </a:txBody>
                  <a:tcPr marL="36000" marR="36000" marT="36000" marB="36000" anchor="ctr"/>
                </a:tc>
                <a:tc hMerge="1">
                  <a:txBody>
                    <a:bodyPr/>
                    <a:lstStyle/>
                    <a:p>
                      <a:endParaRPr lang="ko-Kore-KR" altLang="en-US"/>
                    </a:p>
                  </a:txBody>
                  <a:tcPr/>
                </a:tc>
                <a:tc hMerge="1">
                  <a:txBody>
                    <a:bodyPr/>
                    <a:lstStyle/>
                    <a:p>
                      <a:endParaRPr lang="ko-Kore-KR" altLang="en-US"/>
                    </a:p>
                  </a:txBody>
                  <a:tcPr/>
                </a:tc>
                <a:tc>
                  <a:txBody>
                    <a:bodyPr/>
                    <a:lstStyle/>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36R IQU </a:t>
                      </a:r>
                    </a:p>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111.55</a:t>
                      </a:r>
                      <a:endParaRPr lang="en-US" altLang="ko-Kore-KR" sz="600" dirty="0"/>
                    </a:p>
                  </a:txBody>
                  <a:tcPr marL="36000" marR="36000" marT="36000" marB="36000" anchor="ctr"/>
                </a:tc>
                <a:tc gridSpan="2">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18L IOR 109.3</a:t>
                      </a:r>
                      <a:endParaRPr lang="ko-Kore-KR" altLang="ko-Kore-KR" sz="600" dirty="0"/>
                    </a:p>
                  </a:txBody>
                  <a:tcPr marL="36000" marR="36000" marT="36000" marB="36000" anchor="ctr"/>
                </a:tc>
                <a:tc hMerge="1">
                  <a:txBody>
                    <a:bodyPr/>
                    <a:lstStyle/>
                    <a:p>
                      <a:pPr algn="ctr"/>
                      <a:endParaRPr lang="ko-Kore-KR" dirty="0"/>
                    </a:p>
                  </a:txBody>
                  <a:tcPr marL="36000" marR="36000" marT="36000" marB="36000" anchor="ctr"/>
                </a:tc>
                <a:tc>
                  <a:txBody>
                    <a:bodyPr/>
                    <a:lstStyle/>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01 INJ </a:t>
                      </a:r>
                    </a:p>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108.5</a:t>
                      </a:r>
                      <a:endParaRPr lang="en-US" altLang="ko-Kore-KR" sz="600" dirty="0"/>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ISZ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446403819"/>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FIX</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6">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b="0" u="none" strike="noStrike" cap="none" dirty="0">
                          <a:solidFill>
                            <a:schemeClr val="bg1"/>
                          </a:solidFill>
                        </a:rPr>
                        <a:t>36R : PEK 325/11, 36L : PEK 326/13, 01 : PEK 323/9 then R124</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5"/>
                  </a:ext>
                </a:extLst>
              </a:tr>
              <a:tr h="115700">
                <a:tc gridSpan="8">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COBT from ATIS “Enroute”, Bad </a:t>
                      </a:r>
                      <a:r>
                        <a:rPr lang="en-US" sz="800" b="1" u="none" strike="noStrike" cap="none" dirty="0" err="1">
                          <a:solidFill>
                            <a:srgbClr val="0070C0"/>
                          </a:solidFill>
                        </a:rPr>
                        <a:t>Wx</a:t>
                      </a:r>
                      <a:r>
                        <a:rPr lang="en-US" sz="800" b="1" u="none" strike="noStrike" cap="none" dirty="0">
                          <a:solidFill>
                            <a:srgbClr val="0070C0"/>
                          </a:solidFill>
                        </a:rPr>
                        <a:t> DOTRA SID</a:t>
                      </a:r>
                      <a:endParaRPr b="1" dirty="0">
                        <a:solidFill>
                          <a:srgbClr val="0070C0"/>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2800012739"/>
              </p:ext>
            </p:extLst>
          </p:nvPr>
        </p:nvGraphicFramePr>
        <p:xfrm>
          <a:off x="-2501" y="16504"/>
          <a:ext cx="2328850" cy="77273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ZBAA(PEK) 116ft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Air China Beijing 132.0</a:t>
                      </a:r>
                      <a:endParaRPr sz="1200" dirty="0"/>
                    </a:p>
                    <a:p>
                      <a:pPr marL="0" marR="0" lvl="0" indent="0" algn="ctr" rtl="0">
                        <a:spcBef>
                          <a:spcPts val="0"/>
                        </a:spcBef>
                        <a:spcAft>
                          <a:spcPts val="0"/>
                        </a:spcAft>
                        <a:buNone/>
                      </a:pPr>
                      <a:r>
                        <a:rPr lang="en-US" sz="700" dirty="0">
                          <a:solidFill>
                            <a:srgbClr val="FF0000"/>
                          </a:solidFill>
                        </a:rPr>
                        <a:t>DCL 40</a:t>
                      </a:r>
                      <a:r>
                        <a:rPr lang="ko-KR" altLang="en-US" sz="700" dirty="0">
                          <a:solidFill>
                            <a:srgbClr val="FF0000"/>
                          </a:solidFill>
                        </a:rPr>
                        <a:t>분전</a:t>
                      </a:r>
                      <a:r>
                        <a:rPr lang="en-US" altLang="ko-KR" sz="700" dirty="0">
                          <a:solidFill>
                            <a:srgbClr val="FF0000"/>
                          </a:solidFill>
                        </a:rPr>
                        <a:t>,</a:t>
                      </a:r>
                      <a:r>
                        <a:rPr lang="ko-KR" altLang="en-US" sz="700" dirty="0">
                          <a:solidFill>
                            <a:srgbClr val="FF0000"/>
                          </a:solidFill>
                        </a:rPr>
                        <a:t> </a:t>
                      </a:r>
                      <a:r>
                        <a:rPr lang="en-US" altLang="ko-KR" sz="700" dirty="0">
                          <a:solidFill>
                            <a:srgbClr val="FF0000"/>
                          </a:solidFill>
                        </a:rPr>
                        <a:t>Voice 20</a:t>
                      </a:r>
                      <a:r>
                        <a:rPr lang="ko-KR" altLang="en-US" sz="700" dirty="0">
                          <a:solidFill>
                            <a:srgbClr val="FF0000"/>
                          </a:solidFill>
                        </a:rPr>
                        <a:t>분전</a:t>
                      </a:r>
                      <a:endParaRPr lang="en-US" altLang="ko-KR" sz="700" dirty="0">
                        <a:solidFill>
                          <a:srgbClr val="FF0000"/>
                        </a:solidFill>
                      </a:endParaRPr>
                    </a:p>
                    <a:p>
                      <a:pPr marL="0" marR="0" lvl="0" indent="0" algn="ctr" rtl="0">
                        <a:spcBef>
                          <a:spcPts val="0"/>
                        </a:spcBef>
                        <a:spcAft>
                          <a:spcPts val="0"/>
                        </a:spcAft>
                        <a:buNone/>
                      </a:pPr>
                      <a:r>
                        <a:rPr lang="en-US" altLang="ko-KR" sz="700" dirty="0">
                          <a:solidFill>
                            <a:srgbClr val="FF0000"/>
                          </a:solidFill>
                        </a:rPr>
                        <a:t>(COBT/STD 15</a:t>
                      </a:r>
                      <a:r>
                        <a:rPr lang="ko-KR" altLang="en-US" sz="700" dirty="0">
                          <a:solidFill>
                            <a:srgbClr val="FF0000"/>
                          </a:solidFill>
                        </a:rPr>
                        <a:t>분 차이  </a:t>
                      </a:r>
                      <a:r>
                        <a:rPr lang="en-US" altLang="ko-KR" sz="700" dirty="0">
                          <a:solidFill>
                            <a:srgbClr val="FF0000"/>
                          </a:solidFill>
                        </a:rPr>
                        <a:t>CTC Comm)</a:t>
                      </a:r>
                      <a:endParaRPr sz="700" dirty="0">
                        <a:solidFill>
                          <a:srgbClr val="FF0000"/>
                        </a:solidFill>
                      </a:endParaRP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998160" y="2461234"/>
            <a:ext cx="1412566"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124.4</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APP 120.6 – PEK 125.6</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DLC</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123.2 – </a:t>
            </a:r>
            <a:r>
              <a:rPr kumimoji="1" lang="en-US" altLang="ko-Kore-KR" sz="700" b="1" u="sng" dirty="0">
                <a:solidFill>
                  <a:srgbClr val="0070C0"/>
                </a:solidFill>
                <a:latin typeface="Gulim" panose="020B0600000101010101" pitchFamily="34" charset="-127"/>
                <a:ea typeface="Gulim" panose="020B0600000101010101" pitchFamily="34" charset="-127"/>
              </a:rPr>
              <a:t>132.95</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132.8 – APP 119.75</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pic>
        <p:nvPicPr>
          <p:cNvPr id="3" name="그림 2" descr="텍스트, 지도, 도표, 라인이(가) 표시된 사진&#10;&#10;자동 생성된 설명">
            <a:extLst>
              <a:ext uri="{FF2B5EF4-FFF2-40B4-BE49-F238E27FC236}">
                <a16:creationId xmlns:a16="http://schemas.microsoft.com/office/drawing/2014/main" id="{9995A052-72E8-21E5-F8B4-8A7F91B0B578}"/>
              </a:ext>
            </a:extLst>
          </p:cNvPr>
          <p:cNvPicPr>
            <a:picLocks noChangeAspect="1"/>
          </p:cNvPicPr>
          <p:nvPr/>
        </p:nvPicPr>
        <p:blipFill>
          <a:blip r:embed="rId5"/>
          <a:stretch>
            <a:fillRect/>
          </a:stretch>
        </p:blipFill>
        <p:spPr>
          <a:xfrm>
            <a:off x="0" y="2482857"/>
            <a:ext cx="1029898" cy="855481"/>
          </a:xfrm>
          <a:prstGeom prst="rect">
            <a:avLst/>
          </a:prstGeom>
        </p:spPr>
      </p:pic>
      <p:sp>
        <p:nvSpPr>
          <p:cNvPr id="2" name="직사각형 1">
            <a:hlinkClick r:id="" action="ppaction://hlinkshowjump?jump=firstslide"/>
            <a:extLst>
              <a:ext uri="{FF2B5EF4-FFF2-40B4-BE49-F238E27FC236}">
                <a16:creationId xmlns:a16="http://schemas.microsoft.com/office/drawing/2014/main" id="{20F145D3-6C4D-B2CD-0787-EABF57347616}"/>
              </a:ext>
            </a:extLst>
          </p:cNvPr>
          <p:cNvSpPr/>
          <p:nvPr/>
        </p:nvSpPr>
        <p:spPr>
          <a:xfrm>
            <a:off x="913422" y="351023"/>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5" name="그래픽 4" descr="집 Wi-Fi에서 작업 단색으로 채워진">
            <a:hlinkClick r:id="" action="ppaction://hlinkshowjump?jump=firstslide"/>
            <a:extLst>
              <a:ext uri="{FF2B5EF4-FFF2-40B4-BE49-F238E27FC236}">
                <a16:creationId xmlns:a16="http://schemas.microsoft.com/office/drawing/2014/main" id="{FE832C10-7C86-1F04-7EF1-AA05288C8DF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116657"/>
            <a:ext cx="457200" cy="457200"/>
          </a:xfrm>
          <a:prstGeom prst="rect">
            <a:avLst/>
          </a:prstGeom>
          <a:effectLst>
            <a:outerShdw blurRad="50800" dist="50800" dir="3660000" algn="ctr" rotWithShape="0">
              <a:schemeClr val="bg1">
                <a:alpha val="82714"/>
              </a:schemeClr>
            </a:outerShdw>
          </a:effectLst>
        </p:spPr>
      </p:pic>
      <p:graphicFrame>
        <p:nvGraphicFramePr>
          <p:cNvPr id="6" name="Google Shape;283;p17">
            <a:extLst>
              <a:ext uri="{FF2B5EF4-FFF2-40B4-BE49-F238E27FC236}">
                <a16:creationId xmlns:a16="http://schemas.microsoft.com/office/drawing/2014/main" id="{56888552-4493-DABB-C1C9-B2A992A602E9}"/>
              </a:ext>
            </a:extLst>
          </p:cNvPr>
          <p:cNvGraphicFramePr/>
          <p:nvPr>
            <p:extLst>
              <p:ext uri="{D42A27DB-BD31-4B8C-83A1-F6EECF244321}">
                <p14:modId xmlns:p14="http://schemas.microsoft.com/office/powerpoint/2010/main" val="2286344240"/>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P518 R068, R278</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6010626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A27E294E-7F66-46E0-7CE2-81B2EF6F436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437C797-5AC1-48CA-DEDE-FAB3486F6536}"/>
              </a:ext>
            </a:extLst>
          </p:cNvPr>
          <p:cNvSpPr txBox="1"/>
          <p:nvPr/>
        </p:nvSpPr>
        <p:spPr>
          <a:xfrm>
            <a:off x="-55838" y="2877421"/>
            <a:ext cx="1887055"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132.8 – DLC 132.95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TAO 133.72 – 128.15 – PEK 125.6</a:t>
            </a:r>
          </a:p>
          <a:p>
            <a:pPr>
              <a:lnSpc>
                <a:spcPct val="150000"/>
              </a:lnSpc>
            </a:pPr>
            <a:endParaRPr kumimoji="1" lang="en-US" altLang="ko-Kore-KR" sz="700" b="1" u="sng" dirty="0">
              <a:solidFill>
                <a:srgbClr val="0070C0"/>
              </a:solidFill>
              <a:latin typeface="Gulim" panose="020B0600000101010101" pitchFamily="34" charset="-127"/>
              <a:ea typeface="Gulim" panose="020B0600000101010101" pitchFamily="34" charset="-127"/>
            </a:endParaRPr>
          </a:p>
        </p:txBody>
      </p:sp>
      <p:graphicFrame>
        <p:nvGraphicFramePr>
          <p:cNvPr id="292" name="Google Shape;292;p18">
            <a:extLst>
              <a:ext uri="{FF2B5EF4-FFF2-40B4-BE49-F238E27FC236}">
                <a16:creationId xmlns:a16="http://schemas.microsoft.com/office/drawing/2014/main" id="{2403E1D1-F044-7A96-3151-E5BF721B1E1B}"/>
              </a:ext>
            </a:extLst>
          </p:cNvPr>
          <p:cNvGraphicFramePr/>
          <p:nvPr>
            <p:extLst>
              <p:ext uri="{D42A27DB-BD31-4B8C-83A1-F6EECF244321}">
                <p14:modId xmlns:p14="http://schemas.microsoft.com/office/powerpoint/2010/main" val="491424708"/>
              </p:ext>
            </p:extLst>
          </p:nvPr>
        </p:nvGraphicFramePr>
        <p:xfrm>
          <a:off x="55" y="3694172"/>
          <a:ext cx="2333879" cy="1868920"/>
        </p:xfrm>
        <a:graphic>
          <a:graphicData uri="http://schemas.openxmlformats.org/drawingml/2006/table">
            <a:tbl>
              <a:tblPr firstRow="1" bandRow="1">
                <a:noFill/>
                <a:tableStyleId>{A521BE36-7E6F-4EC9-8D66-1CF97A6895EC}</a:tableStyleId>
              </a:tblPr>
              <a:tblGrid>
                <a:gridCol w="479630">
                  <a:extLst>
                    <a:ext uri="{9D8B030D-6E8A-4147-A177-3AD203B41FA5}">
                      <a16:colId xmlns:a16="http://schemas.microsoft.com/office/drawing/2014/main" val="20000"/>
                    </a:ext>
                  </a:extLst>
                </a:gridCol>
                <a:gridCol w="786958">
                  <a:extLst>
                    <a:ext uri="{9D8B030D-6E8A-4147-A177-3AD203B41FA5}">
                      <a16:colId xmlns:a16="http://schemas.microsoft.com/office/drawing/2014/main" val="20001"/>
                    </a:ext>
                  </a:extLst>
                </a:gridCol>
                <a:gridCol w="700816">
                  <a:extLst>
                    <a:ext uri="{9D8B030D-6E8A-4147-A177-3AD203B41FA5}">
                      <a16:colId xmlns:a16="http://schemas.microsoft.com/office/drawing/2014/main" val="20002"/>
                    </a:ext>
                  </a:extLst>
                </a:gridCol>
                <a:gridCol w="366475">
                  <a:extLst>
                    <a:ext uri="{9D8B030D-6E8A-4147-A177-3AD203B41FA5}">
                      <a16:colId xmlns:a16="http://schemas.microsoft.com/office/drawing/2014/main" val="20003"/>
                    </a:ext>
                  </a:extLst>
                </a:gridCol>
              </a:tblGrid>
              <a:tr h="203508">
                <a:tc gridSpan="4">
                  <a:txBody>
                    <a:bodyPr/>
                    <a:lstStyle/>
                    <a:p>
                      <a:pPr marL="0" marR="0" lvl="0" indent="0" algn="ctr" rtl="0">
                        <a:spcBef>
                          <a:spcPts val="0"/>
                        </a:spcBef>
                        <a:spcAft>
                          <a:spcPts val="0"/>
                        </a:spcAft>
                        <a:buNone/>
                      </a:pPr>
                      <a:r>
                        <a:rPr lang="en-US" sz="800" dirty="0"/>
                        <a:t>WUH </a:t>
                      </a:r>
                      <a:r>
                        <a:rPr lang="en-US" sz="800" dirty="0">
                          <a:solidFill>
                            <a:srgbClr val="00B0F0"/>
                          </a:solidFill>
                        </a:rPr>
                        <a:t>[046/226]</a:t>
                      </a:r>
                      <a:r>
                        <a:rPr lang="en-US" sz="800" dirty="0"/>
                        <a:t> : </a:t>
                      </a:r>
                      <a:r>
                        <a:rPr lang="en-US" sz="800" dirty="0">
                          <a:solidFill>
                            <a:srgbClr val="FFC000"/>
                          </a:solidFill>
                        </a:rPr>
                        <a:t>WUH CTL Rep </a:t>
                      </a:r>
                      <a:r>
                        <a:rPr lang="en-US" sz="800" dirty="0" err="1">
                          <a:solidFill>
                            <a:srgbClr val="FFC000"/>
                          </a:solidFill>
                        </a:rPr>
                        <a:t>HLxxxx</a:t>
                      </a:r>
                      <a:r>
                        <a:rPr lang="en-US" sz="800" dirty="0">
                          <a:solidFill>
                            <a:srgbClr val="FFC000"/>
                          </a:solidFill>
                        </a:rPr>
                        <a:t>, RDR CTC 60NM</a:t>
                      </a:r>
                    </a:p>
                    <a:p>
                      <a:pPr marL="0" marR="0" lvl="0" indent="0" algn="ctr" rtl="0">
                        <a:spcBef>
                          <a:spcPts val="0"/>
                        </a:spcBef>
                        <a:spcAft>
                          <a:spcPts val="0"/>
                        </a:spcAft>
                        <a:buNone/>
                      </a:pPr>
                      <a:r>
                        <a:rPr lang="en-US" sz="800" dirty="0">
                          <a:solidFill>
                            <a:srgbClr val="FFC000"/>
                          </a:solidFill>
                        </a:rPr>
                        <a:t>Prepare STAR CHG</a:t>
                      </a:r>
                      <a:endParaRPr sz="800" b="0" dirty="0">
                        <a:solidFill>
                          <a:srgbClr val="FFC000"/>
                        </a:solidFill>
                      </a:endParaRPr>
                    </a:p>
                  </a:txBody>
                  <a:tcPr marL="0" marR="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98270">
                <a:tc>
                  <a:txBody>
                    <a:bodyPr/>
                    <a:lstStyle/>
                    <a:p>
                      <a:pPr marL="0" marR="0" lvl="0" indent="0" algn="ctr" rtl="0">
                        <a:spcBef>
                          <a:spcPts val="0"/>
                        </a:spcBef>
                        <a:spcAft>
                          <a:spcPts val="0"/>
                        </a:spcAft>
                        <a:buNone/>
                      </a:pPr>
                      <a:r>
                        <a:rPr lang="en-US" sz="800" b="1" dirty="0">
                          <a:solidFill>
                            <a:srgbClr val="0070C0"/>
                          </a:solidFill>
                        </a:rPr>
                        <a:t>04</a:t>
                      </a:r>
                      <a:r>
                        <a:rPr lang="en-US" sz="800" b="1" dirty="0"/>
                        <a:t>/05R</a:t>
                      </a:r>
                      <a:r>
                        <a:rPr lang="en-US" sz="800" b="0" dirty="0"/>
                        <a:t>/L</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PONUD 01T/05T</a:t>
                      </a:r>
                    </a:p>
                  </a:txBody>
                  <a:tcPr marL="36000" marR="36000" marT="36000" marB="36000" anchor="ctr"/>
                </a:tc>
                <a:tc>
                  <a:txBody>
                    <a:bodyPr/>
                    <a:lstStyle/>
                    <a:p>
                      <a:pPr marL="0" marR="0" lvl="0" indent="0" algn="ctr" rtl="0">
                        <a:spcBef>
                          <a:spcPts val="0"/>
                        </a:spcBef>
                        <a:spcAft>
                          <a:spcPts val="0"/>
                        </a:spcAft>
                        <a:buNone/>
                      </a:pPr>
                      <a:r>
                        <a:rPr lang="en-US" sz="800" b="1" dirty="0"/>
                        <a:t>HH310/HH357</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a:t>
                      </a:r>
                      <a:endParaRPr lang="en-US" sz="800" b="1" dirty="0">
                        <a:solidFill>
                          <a:srgbClr val="0070C0"/>
                        </a:solidFill>
                      </a:endParaRPr>
                    </a:p>
                  </a:txBody>
                  <a:tcPr marL="36000" marR="36000" marT="36000" marB="36000" anchor="ctr"/>
                </a:tc>
                <a:extLst>
                  <a:ext uri="{0D108BD9-81ED-4DB2-BD59-A6C34878D82A}">
                    <a16:rowId xmlns:a16="http://schemas.microsoft.com/office/drawing/2014/main" val="10001"/>
                  </a:ext>
                </a:extLst>
              </a:tr>
              <a:tr h="181870">
                <a:tc>
                  <a:txBody>
                    <a:bodyPr/>
                    <a:lstStyle/>
                    <a:p>
                      <a:pPr marL="0" marR="0" lvl="0" indent="0" algn="ctr" rtl="0">
                        <a:spcBef>
                          <a:spcPts val="0"/>
                        </a:spcBef>
                        <a:spcAft>
                          <a:spcPts val="0"/>
                        </a:spcAft>
                        <a:buNone/>
                      </a:pPr>
                      <a:r>
                        <a:rPr lang="en-US" altLang="ko-KR" sz="800" b="1" dirty="0">
                          <a:solidFill>
                            <a:srgbClr val="0070C0"/>
                          </a:solidFill>
                        </a:rPr>
                        <a:t>22</a:t>
                      </a:r>
                      <a:r>
                        <a:rPr lang="en-US" altLang="ko-KR" sz="800" b="1" dirty="0"/>
                        <a:t>/23L</a:t>
                      </a:r>
                      <a:r>
                        <a:rPr lang="en-US" altLang="ko-KR" sz="800" b="0" dirty="0"/>
                        <a:t>/R</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PONUD 02T</a:t>
                      </a:r>
                    </a:p>
                  </a:txBody>
                  <a:tcPr marL="36000" marR="36000" marT="36000" marB="36000" anchor="ctr"/>
                </a:tc>
                <a:tc>
                  <a:txBody>
                    <a:bodyPr/>
                    <a:lstStyle/>
                    <a:p>
                      <a:pPr marL="0" marR="0" lvl="0" indent="0" algn="ctr" rtl="0">
                        <a:spcBef>
                          <a:spcPts val="0"/>
                        </a:spcBef>
                        <a:spcAft>
                          <a:spcPts val="0"/>
                        </a:spcAft>
                        <a:buNone/>
                      </a:pPr>
                      <a:r>
                        <a:rPr lang="en-US" sz="800" b="1" dirty="0"/>
                        <a:t>AVLEN</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8495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WHA, </a:t>
                      </a:r>
                      <a:r>
                        <a:rPr lang="en-US" sz="800" b="1" dirty="0">
                          <a:solidFill>
                            <a:srgbClr val="C00000"/>
                          </a:solidFill>
                        </a:rPr>
                        <a:t>04 IHN, 05R IMU, 22 ITS, 23L IQD, </a:t>
                      </a:r>
                      <a:r>
                        <a:rPr lang="en-US" sz="800" b="0" dirty="0">
                          <a:solidFill>
                            <a:srgbClr val="C00000"/>
                          </a:solidFill>
                        </a:rPr>
                        <a:t>05L IWF, 23R IUT</a:t>
                      </a:r>
                      <a:endParaRPr sz="800" b="0"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86134">
                <a:tc gridSpan="4">
                  <a:txBody>
                    <a:bodyPr/>
                    <a:lstStyle/>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FIX : </a:t>
                      </a:r>
                      <a:r>
                        <a:rPr kumimoji="0" lang="en-US" altLang="ko-Kore-KR" sz="800" b="0" i="0" u="none" strike="noStrike" kern="0" cap="none" spc="0" normalizeH="0" baseline="0" noProof="0" dirty="0" err="1">
                          <a:ln>
                            <a:noFill/>
                          </a:ln>
                          <a:solidFill>
                            <a:srgbClr val="000000"/>
                          </a:solidFill>
                          <a:effectLst/>
                          <a:uLnTx/>
                          <a:uFillTx/>
                          <a:latin typeface="Calibri"/>
                          <a:cs typeface="Calibri"/>
                          <a:sym typeface="Arial"/>
                        </a:rPr>
                        <a:t>RWxx</a:t>
                      </a: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 /8(180kts) from intercept final 180kts</a:t>
                      </a:r>
                      <a:endParaRPr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501193734"/>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R" sz="800" b="1" dirty="0">
                          <a:solidFill>
                            <a:schemeClr val="dk1"/>
                          </a:solidFill>
                        </a:rPr>
                        <a:t>04</a:t>
                      </a:r>
                      <a:r>
                        <a:rPr lang="en-US" sz="800" b="1" dirty="0">
                          <a:solidFill>
                            <a:schemeClr val="dk1"/>
                          </a:solidFill>
                        </a:rPr>
                        <a:t> : B8(5557’), B9(6578’), 22 : B5(6738’), B4(7939’)</a:t>
                      </a:r>
                      <a:endParaRPr sz="800" dirty="0">
                        <a:solidFill>
                          <a:srgbClr val="C00000"/>
                        </a:solidFill>
                      </a:endParaRPr>
                    </a:p>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05R : F10(5475’), F11(6597’), 23L : F7(5341’), F6(6545’)</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Follow Me Car TWY K/J</a:t>
                      </a:r>
                    </a:p>
                    <a:p>
                      <a:pPr marL="0" marR="0" lvl="0" indent="0" algn="ctr" rtl="0">
                        <a:lnSpc>
                          <a:spcPct val="100000"/>
                        </a:lnSpc>
                        <a:spcBef>
                          <a:spcPts val="0"/>
                        </a:spcBef>
                        <a:spcAft>
                          <a:spcPts val="0"/>
                        </a:spcAft>
                        <a:buClr>
                          <a:schemeClr val="dk1"/>
                        </a:buClr>
                        <a:buSzPts val="800"/>
                        <a:buFont typeface="Calibri"/>
                        <a:buNone/>
                      </a:pPr>
                      <a:r>
                        <a:rPr lang="en-US" sz="800" dirty="0"/>
                        <a:t>APU off Procedure</a:t>
                      </a:r>
                      <a:r>
                        <a:rPr lang="ko-KR" altLang="en-US" sz="800" dirty="0"/>
                        <a:t> </a:t>
                      </a:r>
                      <a:r>
                        <a:rPr lang="en-US" altLang="ko-KR" sz="800" dirty="0"/>
                        <a:t>(GND Air Cond’ &amp; GPU)</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06452A51-4762-47A4-ADA8-9CE16B4CAAEE}"/>
              </a:ext>
            </a:extLst>
          </p:cNvPr>
          <p:cNvGraphicFramePr/>
          <p:nvPr>
            <p:extLst>
              <p:ext uri="{D42A27DB-BD31-4B8C-83A1-F6EECF244321}">
                <p14:modId xmlns:p14="http://schemas.microsoft.com/office/powerpoint/2010/main" val="1686212568"/>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ZHHH(WUH)</a:t>
                      </a:r>
                      <a:r>
                        <a:rPr lang="en-US" sz="1100" dirty="0">
                          <a:solidFill>
                            <a:schemeClr val="tx1"/>
                          </a:solidFill>
                          <a:hlinkClick r:id="rId4">
                            <a:extLst>
                              <a:ext uri="{A12FA001-AC4F-418D-AE19-62706E023703}">
                                <ahyp:hlinkClr xmlns:ahyp="http://schemas.microsoft.com/office/drawing/2018/hyperlinkcolor" val="tx"/>
                              </a:ext>
                            </a:extLst>
                          </a:hlinkClick>
                        </a:rPr>
                        <a:t>115ft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a:t>
                      </a:r>
                    </a:p>
                    <a:p>
                      <a:pPr marL="0" marR="0" lvl="0" indent="0" algn="ctr" rtl="0">
                        <a:spcBef>
                          <a:spcPts val="0"/>
                        </a:spcBef>
                        <a:spcAft>
                          <a:spcPts val="0"/>
                        </a:spcAft>
                        <a:buNone/>
                      </a:pPr>
                      <a:r>
                        <a:rPr lang="en-US" sz="900" b="1" dirty="0">
                          <a:solidFill>
                            <a:srgbClr val="7030A0"/>
                          </a:solidFill>
                        </a:rPr>
                        <a:t>Parking Bay 331-335</a:t>
                      </a:r>
                      <a:endParaRPr sz="9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58E1048C-82F4-DA0C-B25B-BB308E6EC93A}"/>
              </a:ext>
            </a:extLst>
          </p:cNvPr>
          <p:cNvSpPr/>
          <p:nvPr/>
        </p:nvSpPr>
        <p:spPr>
          <a:xfrm>
            <a:off x="851188" y="218306"/>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AF1CBEC3-24C1-077F-F86D-21DA821249F2}"/>
              </a:ext>
            </a:extLst>
          </p:cNvPr>
          <p:cNvGraphicFramePr/>
          <p:nvPr>
            <p:extLst>
              <p:ext uri="{D42A27DB-BD31-4B8C-83A1-F6EECF244321}">
                <p14:modId xmlns:p14="http://schemas.microsoft.com/office/powerpoint/2010/main" val="3194380724"/>
              </p:ext>
            </p:extLst>
          </p:nvPr>
        </p:nvGraphicFramePr>
        <p:xfrm>
          <a:off x="1" y="610603"/>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8A1E7039-3985-3319-8153-00C2DAD5913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23592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652627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9DC52-799B-207D-29F8-8A90E9CF797B}"/>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8B808DF6-7600-D8FC-9793-0A4A662F4DC7}"/>
              </a:ext>
            </a:extLst>
          </p:cNvPr>
          <p:cNvGraphicFramePr>
            <a:graphicFrameLocks noGrp="1"/>
          </p:cNvGraphicFramePr>
          <p:nvPr>
            <p:ph idx="1"/>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14,800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3,600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11,800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rgbClr val="0070C0"/>
                          </a:solidFill>
                          <a:effectLst/>
                          <a:latin typeface="Arial" panose="020B0604020202020204" pitchFamily="34" charset="0"/>
                          <a:cs typeface="Arial" panose="020B0604020202020204" pitchFamily="34" charset="0"/>
                        </a:rPr>
                        <a:t>3,000</a:t>
                      </a:r>
                      <a:r>
                        <a:rPr lang="en-US" sz="800" b="0" i="0">
                          <a:solidFill>
                            <a:srgbClr val="0070C0"/>
                          </a:solidFill>
                          <a:effectLst/>
                          <a:latin typeface="Arial" panose="020B0604020202020204" pitchFamily="34" charset="0"/>
                          <a:cs typeface="Arial" panose="020B0604020202020204" pitchFamily="34" charset="0"/>
                        </a:rPr>
                        <a:t> </a:t>
                      </a:r>
                      <a:r>
                        <a:rPr lang="en-US" sz="800" b="1" i="0">
                          <a:solidFill>
                            <a:srgbClr val="0070C0"/>
                          </a:solidFill>
                          <a:effectLst/>
                          <a:latin typeface="Arial" panose="020B0604020202020204" pitchFamily="34" charset="0"/>
                          <a:cs typeface="Arial" panose="020B0604020202020204" pitchFamily="34" charset="0"/>
                        </a:rPr>
                        <a:t>m</a:t>
                      </a:r>
                      <a:endParaRPr lang="en-US" sz="80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9,800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AC3BAA90-8162-6561-191A-847D18A94074}"/>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3AD063AC-23F2-97DF-01C2-3E47B86D26AF}"/>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16DC4BCA-74CB-FD52-E9BF-03DB4F277BC7}"/>
              </a:ext>
            </a:extLst>
          </p:cNvPr>
          <p:cNvGraphicFramePr>
            <a:graphicFrameLocks noGrp="1"/>
          </p:cNvGraphicFramePr>
          <p:nvPr/>
        </p:nvGraphicFramePr>
        <p:xfrm>
          <a:off x="39455" y="410023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Tree>
    <p:extLst>
      <p:ext uri="{BB962C8B-B14F-4D97-AF65-F5344CB8AC3E}">
        <p14:creationId xmlns:p14="http://schemas.microsoft.com/office/powerpoint/2010/main" val="26535541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333C40A7-A839-062E-AC98-ADBCE816C0FE}"/>
            </a:ext>
          </a:extLst>
        </p:cNvPr>
        <p:cNvGrpSpPr/>
        <p:nvPr/>
      </p:nvGrpSpPr>
      <p:grpSpPr>
        <a:xfrm>
          <a:off x="0" y="0"/>
          <a:ext cx="0" cy="0"/>
          <a:chOff x="0" y="0"/>
          <a:chExt cx="0" cy="0"/>
        </a:xfrm>
      </p:grpSpPr>
      <p:graphicFrame>
        <p:nvGraphicFramePr>
          <p:cNvPr id="117" name="Google Shape;117;p3">
            <a:extLst>
              <a:ext uri="{FF2B5EF4-FFF2-40B4-BE49-F238E27FC236}">
                <a16:creationId xmlns:a16="http://schemas.microsoft.com/office/drawing/2014/main" id="{256DD3D5-A12A-4FEB-FE52-EA7759FEA2B0}"/>
              </a:ext>
            </a:extLst>
          </p:cNvPr>
          <p:cNvGraphicFramePr/>
          <p:nvPr>
            <p:extLst>
              <p:ext uri="{D42A27DB-BD31-4B8C-83A1-F6EECF244321}">
                <p14:modId xmlns:p14="http://schemas.microsoft.com/office/powerpoint/2010/main" val="3648788356"/>
              </p:ext>
            </p:extLst>
          </p:nvPr>
        </p:nvGraphicFramePr>
        <p:xfrm>
          <a:off x="-4046" y="682516"/>
          <a:ext cx="2332909" cy="1598650"/>
        </p:xfrm>
        <a:graphic>
          <a:graphicData uri="http://schemas.openxmlformats.org/drawingml/2006/table">
            <a:tbl>
              <a:tblPr firstRow="1" bandRow="1">
                <a:noFill/>
                <a:tableStyleId>{A521BE36-7E6F-4EC9-8D66-1CF97A6895EC}</a:tableStyleId>
              </a:tblPr>
              <a:tblGrid>
                <a:gridCol w="234333">
                  <a:extLst>
                    <a:ext uri="{9D8B030D-6E8A-4147-A177-3AD203B41FA5}">
                      <a16:colId xmlns:a16="http://schemas.microsoft.com/office/drawing/2014/main" val="20000"/>
                    </a:ext>
                  </a:extLst>
                </a:gridCol>
                <a:gridCol w="217152">
                  <a:extLst>
                    <a:ext uri="{9D8B030D-6E8A-4147-A177-3AD203B41FA5}">
                      <a16:colId xmlns:a16="http://schemas.microsoft.com/office/drawing/2014/main" val="20001"/>
                    </a:ext>
                  </a:extLst>
                </a:gridCol>
                <a:gridCol w="497948">
                  <a:extLst>
                    <a:ext uri="{9D8B030D-6E8A-4147-A177-3AD203B41FA5}">
                      <a16:colId xmlns:a16="http://schemas.microsoft.com/office/drawing/2014/main" val="325153996"/>
                    </a:ext>
                  </a:extLst>
                </a:gridCol>
                <a:gridCol w="139424">
                  <a:extLst>
                    <a:ext uri="{9D8B030D-6E8A-4147-A177-3AD203B41FA5}">
                      <a16:colId xmlns:a16="http://schemas.microsoft.com/office/drawing/2014/main" val="2286074444"/>
                    </a:ext>
                  </a:extLst>
                </a:gridCol>
                <a:gridCol w="312061">
                  <a:extLst>
                    <a:ext uri="{9D8B030D-6E8A-4147-A177-3AD203B41FA5}">
                      <a16:colId xmlns:a16="http://schemas.microsoft.com/office/drawing/2014/main" val="20005"/>
                    </a:ext>
                  </a:extLst>
                </a:gridCol>
                <a:gridCol w="474405">
                  <a:extLst>
                    <a:ext uri="{9D8B030D-6E8A-4147-A177-3AD203B41FA5}">
                      <a16:colId xmlns:a16="http://schemas.microsoft.com/office/drawing/2014/main" val="1871292482"/>
                    </a:ext>
                  </a:extLst>
                </a:gridCol>
                <a:gridCol w="457586">
                  <a:extLst>
                    <a:ext uri="{9D8B030D-6E8A-4147-A177-3AD203B41FA5}">
                      <a16:colId xmlns:a16="http://schemas.microsoft.com/office/drawing/2014/main" val="3899291813"/>
                    </a:ext>
                  </a:extLst>
                </a:gridCol>
              </a:tblGrid>
              <a:tr h="0">
                <a:tc gridSpan="7">
                  <a:txBody>
                    <a:bodyPr/>
                    <a:lstStyle/>
                    <a:p>
                      <a:pPr marL="0" marR="0" lvl="0" indent="0" algn="ctr" rtl="0">
                        <a:spcBef>
                          <a:spcPts val="0"/>
                        </a:spcBef>
                        <a:spcAft>
                          <a:spcPts val="0"/>
                        </a:spcAft>
                        <a:buNone/>
                      </a:pPr>
                      <a:r>
                        <a:rPr lang="en-US" sz="800" u="none" strike="noStrike" cap="none" dirty="0"/>
                        <a:t>WUH : SID (NADP 1)  </a:t>
                      </a:r>
                      <a:r>
                        <a:rPr lang="en-US" sz="800" u="none" strike="noStrike" cap="none" dirty="0">
                          <a:solidFill>
                            <a:srgbClr val="FFC000"/>
                          </a:solidFill>
                        </a:rPr>
                        <a:t>Readback RWY, ALT to CLR</a:t>
                      </a:r>
                    </a:p>
                    <a:p>
                      <a:pPr marL="0" marR="0" lvl="0" indent="0" algn="ctr" rtl="0">
                        <a:spcBef>
                          <a:spcPts val="0"/>
                        </a:spcBef>
                        <a:spcAft>
                          <a:spcPts val="0"/>
                        </a:spcAft>
                        <a:buNone/>
                      </a:pPr>
                      <a:r>
                        <a:rPr lang="en-US" sz="800" u="none" strike="noStrike" cap="none" dirty="0">
                          <a:solidFill>
                            <a:srgbClr val="FFC000"/>
                          </a:solidFill>
                        </a:rPr>
                        <a:t>Report Ready for P/B to CLR</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altLang="ko-KR" sz="800" b="1" u="none" strike="noStrike" cap="none" dirty="0">
                          <a:solidFill>
                            <a:srgbClr val="0070C0"/>
                          </a:solidFill>
                        </a:rPr>
                        <a:t>04</a:t>
                      </a:r>
                      <a:r>
                        <a:rPr lang="en-US" altLang="ko-KR" sz="800" b="1" u="none" strike="noStrike" cap="none" dirty="0"/>
                        <a:t>/</a:t>
                      </a:r>
                      <a:r>
                        <a:rPr lang="en-US" sz="800" b="0" u="none" strike="noStrike" cap="none" dirty="0"/>
                        <a:t>05L</a:t>
                      </a:r>
                      <a:endParaRPr sz="800" b="0"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BIVIP 7S</a:t>
                      </a: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pPr algn="ctr"/>
                      <a:r>
                        <a:rPr lang="en-US" sz="800" b="1" u="none" strike="noStrike" cap="none" dirty="0"/>
                        <a:t>HD 046 </a:t>
                      </a:r>
                      <a:r>
                        <a:rPr lang="en-US" sz="800" b="1" u="none" strike="noStrike" cap="none" dirty="0">
                          <a:solidFill>
                            <a:srgbClr val="0070C0"/>
                          </a:solidFill>
                        </a:rPr>
                        <a:t>ALT 4800m or ATC(900m) </a:t>
                      </a:r>
                      <a:r>
                        <a:rPr lang="en-US" sz="800" b="1" u="none" strike="noStrike" cap="none" dirty="0">
                          <a:solidFill>
                            <a:srgbClr val="F28943"/>
                          </a:solidFill>
                        </a:rPr>
                        <a:t>TA 9850</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22</a:t>
                      </a:r>
                      <a:r>
                        <a:rPr lang="en-US" sz="800" b="1" u="none" strike="noStrike" cap="none" dirty="0"/>
                        <a:t>/</a:t>
                      </a:r>
                    </a:p>
                    <a:p>
                      <a:pPr marL="0" marR="0" lvl="0" indent="0" algn="ctr" rtl="0">
                        <a:spcBef>
                          <a:spcPts val="0"/>
                        </a:spcBef>
                        <a:spcAft>
                          <a:spcPts val="0"/>
                        </a:spcAft>
                        <a:buNone/>
                      </a:pPr>
                      <a:r>
                        <a:rPr lang="en-US" sz="800" b="0" u="none" strike="noStrike" cap="none" dirty="0"/>
                        <a:t>23R</a:t>
                      </a:r>
                      <a:endParaRPr sz="800" b="0"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BIVIP 6S</a:t>
                      </a: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pPr algn="ctr"/>
                      <a:r>
                        <a:rPr lang="en-US" sz="800" b="1" u="none" strike="noStrike" cap="none" dirty="0"/>
                        <a:t>HD 246 </a:t>
                      </a:r>
                      <a:r>
                        <a:rPr lang="en-US" sz="800" b="1" u="none" strike="noStrike" cap="none" dirty="0">
                          <a:solidFill>
                            <a:srgbClr val="0070C0"/>
                          </a:solidFill>
                        </a:rPr>
                        <a:t>ALT 4800m or ATC(900m)</a:t>
                      </a:r>
                    </a:p>
                    <a:p>
                      <a:pPr algn="ctr"/>
                      <a:r>
                        <a:rPr lang="en-US" altLang="ko-Kore-KR" sz="800" b="1" u="none" strike="noStrike" cap="none" dirty="0">
                          <a:solidFill>
                            <a:srgbClr val="7030A0"/>
                          </a:solidFill>
                        </a:rPr>
                        <a:t>SPD 220/230kts </a:t>
                      </a:r>
                      <a:r>
                        <a:rPr lang="en-US" altLang="ko-Kore-KR" sz="800" b="1" u="none" strike="noStrike" cap="none" dirty="0">
                          <a:solidFill>
                            <a:srgbClr val="F28943"/>
                          </a:solidFill>
                        </a:rPr>
                        <a:t>TA 9850</a:t>
                      </a:r>
                      <a:endParaRPr lang="ko-Kore-KR"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2">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800" b="1" u="none" strike="noStrike" cap="none" dirty="0">
                          <a:solidFill>
                            <a:srgbClr val="0070C0"/>
                          </a:solidFill>
                        </a:rPr>
                        <a:t>WHA 112.2</a:t>
                      </a:r>
                    </a:p>
                  </a:txBody>
                  <a:tcPr marL="36000" marR="36000" marT="36000" marB="36000" anchor="ctr"/>
                </a:tc>
                <a:tc hMerge="1">
                  <a:txBody>
                    <a:bodyPr/>
                    <a:lstStyle/>
                    <a:p>
                      <a:endParaRPr lang="ko-Kore-KR" altLang="en-US"/>
                    </a:p>
                  </a:txBody>
                  <a:tcPr/>
                </a:tc>
                <a:tc>
                  <a:txBody>
                    <a:bodyPr/>
                    <a:lstStyle/>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04 IHN </a:t>
                      </a:r>
                    </a:p>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109.3</a:t>
                      </a:r>
                      <a:endParaRPr lang="en-US" altLang="ko-Kore-KR" sz="600" dirty="0"/>
                    </a:p>
                  </a:txBody>
                  <a:tcPr marL="36000" marR="36000" marT="36000" marB="36000" anchor="ctr"/>
                </a:tc>
                <a:tc gridSpan="2">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22 ITS 108.5</a:t>
                      </a:r>
                      <a:endParaRPr lang="ko-Kore-KR" altLang="ko-Kore-KR" sz="600" dirty="0"/>
                    </a:p>
                  </a:txBody>
                  <a:tcPr marL="36000" marR="36000" marT="36000" marB="36000" anchor="ctr"/>
                </a:tc>
                <a:tc hMerge="1">
                  <a:txBody>
                    <a:bodyPr/>
                    <a:lstStyle/>
                    <a:p>
                      <a:pPr algn="ctr"/>
                      <a:endParaRPr lang="ko-Kore-KR" dirty="0"/>
                    </a:p>
                  </a:txBody>
                  <a:tcPr marL="36000" marR="36000" marT="36000" marB="36000" anchor="ctr"/>
                </a:tc>
                <a:tc>
                  <a:txBody>
                    <a:bodyPr/>
                    <a:lstStyle/>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05L IWF </a:t>
                      </a:r>
                    </a:p>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111.5</a:t>
                      </a:r>
                      <a:endParaRPr lang="en-US" altLang="ko-Kore-KR" sz="600" dirty="0"/>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23R IUT 111.5</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446403819"/>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err="1">
                          <a:solidFill>
                            <a:srgbClr val="0070C0"/>
                          </a:solidFill>
                        </a:rPr>
                        <a:t>Uncommanded</a:t>
                      </a:r>
                      <a:r>
                        <a:rPr lang="en-US" sz="800" b="1" u="none" strike="noStrike" cap="none" dirty="0">
                          <a:solidFill>
                            <a:srgbClr val="0070C0"/>
                          </a:solidFill>
                        </a:rPr>
                        <a:t> Turn RNP Departure</a:t>
                      </a:r>
                      <a:endParaRPr b="1" dirty="0">
                        <a:solidFill>
                          <a:srgbClr val="0070C0"/>
                        </a:solidFil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a:extLst>
              <a:ext uri="{FF2B5EF4-FFF2-40B4-BE49-F238E27FC236}">
                <a16:creationId xmlns:a16="http://schemas.microsoft.com/office/drawing/2014/main" id="{5F1CA6E7-138F-6692-D8FD-74777DD14A57}"/>
              </a:ext>
            </a:extLst>
          </p:cNvPr>
          <p:cNvGraphicFramePr/>
          <p:nvPr>
            <p:extLst>
              <p:ext uri="{D42A27DB-BD31-4B8C-83A1-F6EECF244321}">
                <p14:modId xmlns:p14="http://schemas.microsoft.com/office/powerpoint/2010/main" val="1257515821"/>
              </p:ext>
            </p:extLst>
          </p:nvPr>
        </p:nvGraphicFramePr>
        <p:xfrm>
          <a:off x="-2501" y="1512"/>
          <a:ext cx="2328850" cy="66605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ZHHH(WUH)</a:t>
                      </a:r>
                      <a:r>
                        <a:rPr lang="en-US" altLang="ko-Kore-KR" sz="1050" dirty="0">
                          <a:solidFill>
                            <a:schemeClr val="tx1"/>
                          </a:solidFill>
                          <a:hlinkClick r:id="rId3">
                            <a:extLst>
                              <a:ext uri="{A12FA001-AC4F-418D-AE19-62706E023703}">
                                <ahyp:hlinkClr xmlns:ahyp="http://schemas.microsoft.com/office/drawing/2018/hyperlinkcolor" val="tx"/>
                              </a:ext>
                            </a:extLst>
                          </a:hlinkClick>
                        </a:rPr>
                        <a:t>115ft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None</a:t>
                      </a:r>
                      <a:endParaRPr sz="1200" dirty="0"/>
                    </a:p>
                    <a:p>
                      <a:pPr marL="0" marR="0" lvl="0" indent="0" algn="ctr" rtl="0">
                        <a:spcBef>
                          <a:spcPts val="0"/>
                        </a:spcBef>
                        <a:spcAft>
                          <a:spcPts val="0"/>
                        </a:spcAft>
                        <a:buNone/>
                      </a:pPr>
                      <a:r>
                        <a:rPr lang="en-US" sz="700" dirty="0">
                          <a:solidFill>
                            <a:srgbClr val="FF0000"/>
                          </a:solidFill>
                        </a:rPr>
                        <a:t>DCL 10-30</a:t>
                      </a:r>
                      <a:r>
                        <a:rPr lang="ko-KR" altLang="en-US" sz="700" dirty="0">
                          <a:solidFill>
                            <a:srgbClr val="FF0000"/>
                          </a:solidFill>
                        </a:rPr>
                        <a:t>분전</a:t>
                      </a:r>
                      <a:endParaRPr lang="en-US" altLang="ko-KR" sz="700" dirty="0">
                        <a:solidFill>
                          <a:srgbClr val="FF0000"/>
                        </a:solidFill>
                      </a:endParaRPr>
                    </a:p>
                    <a:p>
                      <a:pPr marL="0" marR="0" lvl="0" indent="0" algn="ctr" rtl="0">
                        <a:spcBef>
                          <a:spcPts val="0"/>
                        </a:spcBef>
                        <a:spcAft>
                          <a:spcPts val="0"/>
                        </a:spcAft>
                        <a:buNone/>
                      </a:pPr>
                      <a:r>
                        <a:rPr lang="en-US" altLang="ko-KR" sz="700" dirty="0">
                          <a:solidFill>
                            <a:srgbClr val="FF0000"/>
                          </a:solidFill>
                        </a:rPr>
                        <a:t>Readback to CLR</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A11941-6534-0E55-E63A-E7303D3769D4}"/>
              </a:ext>
            </a:extLst>
          </p:cNvPr>
          <p:cNvSpPr txBox="1"/>
          <p:nvPr/>
        </p:nvSpPr>
        <p:spPr>
          <a:xfrm>
            <a:off x="-4046" y="2397456"/>
            <a:ext cx="1226618" cy="1017064"/>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119.575</a:t>
            </a:r>
          </a:p>
          <a:p>
            <a:pPr>
              <a:lnSpc>
                <a:spcPct val="150000"/>
              </a:lnSpc>
            </a:pP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SHA</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120.55 – </a:t>
            </a:r>
            <a:r>
              <a:rPr kumimoji="1" lang="en-US" altLang="ko-Kore-KR" sz="700" b="1" u="sng" dirty="0">
                <a:solidFill>
                  <a:srgbClr val="0070C0"/>
                </a:solidFill>
                <a:latin typeface="Gulim" panose="020B0600000101010101" pitchFamily="34" charset="-127"/>
                <a:ea typeface="Gulim" panose="020B0600000101010101" pitchFamily="34" charset="-127"/>
              </a:rPr>
              <a:t>120.95</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132.8 – APP 119.75</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B9FB92E6-462A-A671-D50E-73C4126B5712}"/>
              </a:ext>
            </a:extLst>
          </p:cNvPr>
          <p:cNvSpPr/>
          <p:nvPr/>
        </p:nvSpPr>
        <p:spPr>
          <a:xfrm>
            <a:off x="913422" y="351023"/>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5" name="그래픽 4" descr="집 Wi-Fi에서 작업 단색으로 채워진">
            <a:hlinkClick r:id="" action="ppaction://hlinkshowjump?jump=firstslide"/>
            <a:extLst>
              <a:ext uri="{FF2B5EF4-FFF2-40B4-BE49-F238E27FC236}">
                <a16:creationId xmlns:a16="http://schemas.microsoft.com/office/drawing/2014/main" id="{5BEFEE25-3455-FFF4-B399-93ECE194462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829076"/>
            <a:ext cx="457200" cy="457200"/>
          </a:xfrm>
          <a:prstGeom prst="rect">
            <a:avLst/>
          </a:prstGeom>
          <a:effectLst>
            <a:outerShdw blurRad="50800" dist="50800" dir="3660000" algn="ctr" rotWithShape="0">
              <a:schemeClr val="bg1">
                <a:alpha val="82714"/>
              </a:schemeClr>
            </a:outerShdw>
          </a:effectLst>
        </p:spPr>
      </p:pic>
      <p:graphicFrame>
        <p:nvGraphicFramePr>
          <p:cNvPr id="3" name="Google Shape;283;p17">
            <a:extLst>
              <a:ext uri="{FF2B5EF4-FFF2-40B4-BE49-F238E27FC236}">
                <a16:creationId xmlns:a16="http://schemas.microsoft.com/office/drawing/2014/main" id="{8250B686-D8C8-F6E8-5889-31A0E1A8FB3B}"/>
              </a:ext>
            </a:extLst>
          </p:cNvPr>
          <p:cNvGraphicFramePr/>
          <p:nvPr>
            <p:extLst>
              <p:ext uri="{D42A27DB-BD31-4B8C-83A1-F6EECF244321}">
                <p14:modId xmlns:p14="http://schemas.microsoft.com/office/powerpoint/2010/main" val="3423549415"/>
              </p:ext>
            </p:extLst>
          </p:nvPr>
        </p:nvGraphicFramePr>
        <p:xfrm>
          <a:off x="11589" y="3297065"/>
          <a:ext cx="2314761" cy="225241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178498">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2227">
                <a:tc>
                  <a:txBody>
                    <a:bodyPr/>
                    <a:lstStyle/>
                    <a:p>
                      <a:pPr marL="0" marR="0" lvl="0" indent="0" algn="ctr" rtl="0">
                        <a:spcBef>
                          <a:spcPts val="0"/>
                        </a:spcBef>
                        <a:spcAft>
                          <a:spcPts val="0"/>
                        </a:spcAft>
                        <a:buNone/>
                      </a:pPr>
                      <a:r>
                        <a:rPr lang="en-US" sz="800" b="1" dirty="0"/>
                        <a:t>33</a:t>
                      </a:r>
                    </a:p>
                    <a:p>
                      <a:pPr marL="0" marR="0" lvl="0" indent="0" algn="ctr" rtl="0">
                        <a:spcBef>
                          <a:spcPts val="0"/>
                        </a:spcBef>
                        <a:spcAft>
                          <a:spcPts val="0"/>
                        </a:spcAft>
                        <a:buNone/>
                      </a:pPr>
                      <a:r>
                        <a:rPr lang="en-US" sz="800" b="1" dirty="0"/>
                        <a:t>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xY</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ENPIL</a:t>
                      </a:r>
                    </a:p>
                    <a:p>
                      <a:pPr marL="0" marR="0" lvl="0" indent="0" algn="ctr" rtl="0">
                        <a:spcBef>
                          <a:spcPts val="0"/>
                        </a:spcBef>
                        <a:spcAft>
                          <a:spcPts val="0"/>
                        </a:spcAft>
                        <a:buNone/>
                      </a:pPr>
                      <a:r>
                        <a:rPr lang="en-US" sz="800" b="1" dirty="0">
                          <a:solidFill>
                            <a:srgbClr val="FF0000"/>
                          </a:solidFill>
                        </a:rPr>
                        <a:t>PAMBI</a:t>
                      </a:r>
                      <a:endParaRPr sz="458" b="1"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OLMEN 180</a:t>
                      </a:r>
                    </a:p>
                    <a:p>
                      <a:pPr marL="0" marR="0" lvl="0" indent="0" algn="ctr" rtl="0">
                        <a:spcBef>
                          <a:spcPts val="0"/>
                        </a:spcBef>
                        <a:spcAft>
                          <a:spcPts val="0"/>
                        </a:spcAft>
                        <a:buNone/>
                      </a:pPr>
                      <a:r>
                        <a:rPr lang="en-US" sz="800" b="1" dirty="0"/>
                        <a:t>OLMEN 160</a:t>
                      </a:r>
                      <a:endParaRPr sz="458" b="1" dirty="0"/>
                    </a:p>
                  </a:txBody>
                  <a:tcPr marL="36000" marR="36000" marT="36000" marB="36000" anchor="ctr"/>
                </a:tc>
                <a:extLst>
                  <a:ext uri="{0D108BD9-81ED-4DB2-BD59-A6C34878D82A}">
                    <a16:rowId xmlns:a16="http://schemas.microsoft.com/office/drawing/2014/main" val="10001"/>
                  </a:ext>
                </a:extLst>
              </a:tr>
              <a:tr h="264221">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xC</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62227">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62227">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62227">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2227">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8101213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97692BD7-8799-FC28-C12C-7A29AFF7ED0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FAF08B3-435B-624E-A790-C275A7FE5FB0}"/>
              </a:ext>
            </a:extLst>
          </p:cNvPr>
          <p:cNvSpPr txBox="1"/>
          <p:nvPr/>
        </p:nvSpPr>
        <p:spPr>
          <a:xfrm>
            <a:off x="12776" y="2830851"/>
            <a:ext cx="1842171" cy="693899"/>
          </a:xfrm>
          <a:prstGeom prst="rect">
            <a:avLst/>
          </a:prstGeom>
          <a:noFill/>
        </p:spPr>
        <p:txBody>
          <a:bodyPr wrap="none" tIns="36000" bIns="36000" rtlCol="0" anchor="ctr">
            <a:spAutoFit/>
          </a:bodyPr>
          <a:lstStyle/>
          <a:p>
            <a:pPr>
              <a:lnSpc>
                <a:spcPct val="150000"/>
              </a:lnSpc>
            </a:pPr>
            <a:r>
              <a:rPr kumimoji="1" lang="en-US" altLang="ko-KR" sz="700" b="1" dirty="0">
                <a:latin typeface="Gulim" panose="020B0600000101010101" pitchFamily="34" charset="-127"/>
                <a:ea typeface="Gulim" panose="020B0600000101010101" pitchFamily="34" charset="-127"/>
              </a:rPr>
              <a:t>Detour RTE : L01 (NOTAM)</a:t>
            </a:r>
          </a:p>
          <a:p>
            <a:pPr>
              <a:lnSpc>
                <a:spcPct val="150000"/>
              </a:lnSpc>
            </a:pPr>
            <a:r>
              <a:rPr kumimoji="1" lang="en-US" altLang="ko-KR" sz="700" b="1" dirty="0">
                <a:latin typeface="Gulim" panose="020B0600000101010101" pitchFamily="34" charset="-127"/>
                <a:ea typeface="Gulim" panose="020B0600000101010101" pitchFamily="34" charset="-127"/>
              </a:rPr>
              <a:t>SHR - FP02(N282500E1164500)</a:t>
            </a:r>
          </a:p>
          <a:p>
            <a:pPr>
              <a:lnSpc>
                <a:spcPct val="150000"/>
              </a:lnSpc>
            </a:pPr>
            <a:r>
              <a:rPr kumimoji="1" lang="en-US" altLang="ko-KR" sz="700" b="1" dirty="0">
                <a:latin typeface="Gulim" panose="020B0600000101010101" pitchFamily="34" charset="-127"/>
                <a:ea typeface="Gulim" panose="020B0600000101010101" pitchFamily="34" charset="-127"/>
              </a:rPr>
              <a:t>       - FP01(N274500E1160000) </a:t>
            </a:r>
          </a:p>
          <a:p>
            <a:pPr>
              <a:lnSpc>
                <a:spcPct val="150000"/>
              </a:lnSpc>
            </a:pPr>
            <a:r>
              <a:rPr kumimoji="1" lang="en-US" altLang="ko-KR" sz="700" b="1" dirty="0">
                <a:latin typeface="Gulim" panose="020B0600000101010101" pitchFamily="34" charset="-127"/>
                <a:ea typeface="Gulim" panose="020B0600000101010101" pitchFamily="34" charset="-127"/>
              </a:rPr>
              <a:t>       - ZP01(N261500E1152000)-PLT</a:t>
            </a:r>
            <a:r>
              <a:rPr kumimoji="1" lang="ko-KR" altLang="en-US" sz="700" b="1" dirty="0">
                <a:latin typeface="Gulim" panose="020B0600000101010101" pitchFamily="34" charset="-127"/>
                <a:ea typeface="Gulim" panose="020B0600000101010101" pitchFamily="34" charset="-127"/>
              </a:rPr>
              <a:t> </a:t>
            </a:r>
            <a:endParaRPr kumimoji="1" lang="en-US" altLang="ko-Kore-KR" sz="700" b="1" dirty="0">
              <a:latin typeface="Gulim" panose="020B0600000101010101" pitchFamily="34" charset="-127"/>
              <a:ea typeface="Gulim" panose="020B0600000101010101" pitchFamily="34" charset="-127"/>
            </a:endParaRPr>
          </a:p>
        </p:txBody>
      </p:sp>
      <p:graphicFrame>
        <p:nvGraphicFramePr>
          <p:cNvPr id="292" name="Google Shape;292;p18">
            <a:extLst>
              <a:ext uri="{FF2B5EF4-FFF2-40B4-BE49-F238E27FC236}">
                <a16:creationId xmlns:a16="http://schemas.microsoft.com/office/drawing/2014/main" id="{379CD640-6EAC-04B2-E8A2-2C4DACF85BC8}"/>
              </a:ext>
            </a:extLst>
          </p:cNvPr>
          <p:cNvGraphicFramePr/>
          <p:nvPr>
            <p:extLst>
              <p:ext uri="{D42A27DB-BD31-4B8C-83A1-F6EECF244321}">
                <p14:modId xmlns:p14="http://schemas.microsoft.com/office/powerpoint/2010/main" val="229626342"/>
              </p:ext>
            </p:extLst>
          </p:nvPr>
        </p:nvGraphicFramePr>
        <p:xfrm>
          <a:off x="55" y="3599348"/>
          <a:ext cx="2328808" cy="1986490"/>
        </p:xfrm>
        <a:graphic>
          <a:graphicData uri="http://schemas.openxmlformats.org/drawingml/2006/table">
            <a:tbl>
              <a:tblPr firstRow="1" bandRow="1">
                <a:noFill/>
                <a:tableStyleId>{A521BE36-7E6F-4EC9-8D66-1CF97A6895EC}</a:tableStyleId>
              </a:tblPr>
              <a:tblGrid>
                <a:gridCol w="587370">
                  <a:extLst>
                    <a:ext uri="{9D8B030D-6E8A-4147-A177-3AD203B41FA5}">
                      <a16:colId xmlns:a16="http://schemas.microsoft.com/office/drawing/2014/main" val="20000"/>
                    </a:ext>
                  </a:extLst>
                </a:gridCol>
                <a:gridCol w="645027">
                  <a:extLst>
                    <a:ext uri="{9D8B030D-6E8A-4147-A177-3AD203B41FA5}">
                      <a16:colId xmlns:a16="http://schemas.microsoft.com/office/drawing/2014/main" val="20001"/>
                    </a:ext>
                  </a:extLst>
                </a:gridCol>
                <a:gridCol w="780986">
                  <a:extLst>
                    <a:ext uri="{9D8B030D-6E8A-4147-A177-3AD203B41FA5}">
                      <a16:colId xmlns:a16="http://schemas.microsoft.com/office/drawing/2014/main" val="20002"/>
                    </a:ext>
                  </a:extLst>
                </a:gridCol>
                <a:gridCol w="315425">
                  <a:extLst>
                    <a:ext uri="{9D8B030D-6E8A-4147-A177-3AD203B41FA5}">
                      <a16:colId xmlns:a16="http://schemas.microsoft.com/office/drawing/2014/main" val="20003"/>
                    </a:ext>
                  </a:extLst>
                </a:gridCol>
              </a:tblGrid>
              <a:tr h="196892">
                <a:tc gridSpan="4">
                  <a:txBody>
                    <a:bodyPr/>
                    <a:lstStyle/>
                    <a:p>
                      <a:pPr marL="0" marR="0" lvl="0" indent="0" algn="ctr" rtl="0">
                        <a:spcBef>
                          <a:spcPts val="0"/>
                        </a:spcBef>
                        <a:spcAft>
                          <a:spcPts val="0"/>
                        </a:spcAft>
                        <a:buNone/>
                      </a:pPr>
                      <a:r>
                        <a:rPr lang="en-US" sz="800" dirty="0"/>
                        <a:t>CAN </a:t>
                      </a:r>
                      <a:r>
                        <a:rPr lang="en-US" sz="800" dirty="0">
                          <a:solidFill>
                            <a:srgbClr val="00B0F0"/>
                          </a:solidFill>
                        </a:rPr>
                        <a:t>[017/197]</a:t>
                      </a:r>
                      <a:r>
                        <a:rPr lang="en-US" sz="800" dirty="0"/>
                        <a:t> TL 108 : </a:t>
                      </a:r>
                      <a:r>
                        <a:rPr lang="en-US" sz="800" dirty="0">
                          <a:solidFill>
                            <a:srgbClr val="FFC000"/>
                          </a:solidFill>
                        </a:rPr>
                        <a:t>CAN CTL, APP Freq no Chart</a:t>
                      </a:r>
                    </a:p>
                    <a:p>
                      <a:pPr marL="0" marR="0" lvl="0" indent="0" algn="ctr" rtl="0">
                        <a:spcBef>
                          <a:spcPts val="0"/>
                        </a:spcBef>
                        <a:spcAft>
                          <a:spcPts val="0"/>
                        </a:spcAft>
                        <a:buNone/>
                      </a:pPr>
                      <a:r>
                        <a:rPr lang="en-US" sz="800" dirty="0">
                          <a:solidFill>
                            <a:srgbClr val="FFC000"/>
                          </a:solidFill>
                        </a:rPr>
                        <a:t>Short PTN AFT IAF, RW20 Windshear, </a:t>
                      </a:r>
                      <a:r>
                        <a:rPr lang="en-US" sz="800" dirty="0">
                          <a:solidFill>
                            <a:srgbClr val="C00000"/>
                          </a:solidFill>
                        </a:rPr>
                        <a:t>Lower GA ALT</a:t>
                      </a:r>
                      <a:r>
                        <a:rPr lang="en-US" sz="800" dirty="0">
                          <a:solidFill>
                            <a:srgbClr val="FFC000"/>
                          </a:solidFill>
                        </a:rPr>
                        <a:t> </a:t>
                      </a:r>
                    </a:p>
                  </a:txBody>
                  <a:tcPr marL="0" marR="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16430">
                <a:tc>
                  <a:txBody>
                    <a:bodyPr/>
                    <a:lstStyle/>
                    <a:p>
                      <a:pPr marL="0" marR="0" lvl="0" indent="0" algn="ctr" rtl="0">
                        <a:spcBef>
                          <a:spcPts val="0"/>
                        </a:spcBef>
                        <a:spcAft>
                          <a:spcPts val="0"/>
                        </a:spcAft>
                        <a:buNone/>
                      </a:pPr>
                      <a:r>
                        <a:rPr lang="en-US" sz="800" b="1" dirty="0">
                          <a:solidFill>
                            <a:srgbClr val="0070C0"/>
                          </a:solidFill>
                        </a:rPr>
                        <a:t>02R</a:t>
                      </a:r>
                      <a:r>
                        <a:rPr lang="en-US" altLang="ko-Kore-KR" sz="800" b="0" dirty="0"/>
                        <a:t>/</a:t>
                      </a:r>
                      <a:r>
                        <a:rPr lang="en-US" altLang="ko-Kore-KR" sz="800" b="0" dirty="0">
                          <a:solidFill>
                            <a:schemeClr val="bg1"/>
                          </a:solidFill>
                        </a:rPr>
                        <a:t>L</a:t>
                      </a:r>
                      <a:r>
                        <a:rPr lang="en-US" altLang="ko-Kore-KR" sz="800" b="1" dirty="0">
                          <a:solidFill>
                            <a:schemeClr val="bg1"/>
                          </a:solidFill>
                        </a:rPr>
                        <a:t>,</a:t>
                      </a:r>
                      <a:r>
                        <a:rPr lang="en-US" sz="800" b="1" dirty="0">
                          <a:solidFill>
                            <a:schemeClr val="bg1"/>
                          </a:solidFill>
                        </a:rPr>
                        <a:t>01L</a:t>
                      </a:r>
                      <a:r>
                        <a:rPr lang="en-US" sz="800" b="0" dirty="0">
                          <a:solidFill>
                            <a:schemeClr val="bg1"/>
                          </a:solidFill>
                        </a:rPr>
                        <a:t>/R</a:t>
                      </a:r>
                      <a:endParaRPr sz="800" b="0" dirty="0">
                        <a:solidFill>
                          <a:schemeClr val="bg1"/>
                        </a:solidFill>
                      </a:endParaRPr>
                    </a:p>
                  </a:txBody>
                  <a:tcPr marL="36000" marR="36000" marT="36000" marB="36000" anchor="ctr"/>
                </a:tc>
                <a:tc rowSpan="2">
                  <a:txBody>
                    <a:bodyPr/>
                    <a:lstStyle/>
                    <a:p>
                      <a:pPr marL="0" marR="0" lvl="0" indent="0" algn="ctr" rtl="0">
                        <a:spcBef>
                          <a:spcPts val="0"/>
                        </a:spcBef>
                        <a:spcAft>
                          <a:spcPts val="0"/>
                        </a:spcAft>
                        <a:buNone/>
                      </a:pPr>
                      <a:r>
                        <a:rPr lang="en-US" sz="800" b="1" dirty="0"/>
                        <a:t>OLPAB xx RNAV</a:t>
                      </a:r>
                    </a:p>
                  </a:txBody>
                  <a:tcPr marL="36000" marR="36000" marT="36000" marB="36000" anchor="ctr"/>
                </a:tc>
                <a:tc>
                  <a:txBody>
                    <a:bodyPr/>
                    <a:lstStyle/>
                    <a:p>
                      <a:pPr marL="0" marR="0" lvl="0" indent="0" algn="ctr" rtl="0">
                        <a:spcBef>
                          <a:spcPts val="0"/>
                        </a:spcBef>
                        <a:spcAft>
                          <a:spcPts val="0"/>
                        </a:spcAft>
                        <a:buNone/>
                      </a:pPr>
                      <a:r>
                        <a:rPr lang="en-US" sz="800" b="1" dirty="0"/>
                        <a:t>GG611/GG612</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a:t>
                      </a:r>
                      <a:endParaRPr lang="en-US" sz="800" b="1" dirty="0">
                        <a:solidFill>
                          <a:srgbClr val="0070C0"/>
                        </a:solidFill>
                      </a:endParaRPr>
                    </a:p>
                  </a:txBody>
                  <a:tcPr marL="36000" marR="36000" marT="36000" marB="36000" anchor="ctr"/>
                </a:tc>
                <a:extLst>
                  <a:ext uri="{0D108BD9-81ED-4DB2-BD59-A6C34878D82A}">
                    <a16:rowId xmlns:a16="http://schemas.microsoft.com/office/drawing/2014/main" val="10001"/>
                  </a:ext>
                </a:extLst>
              </a:tr>
              <a:tr h="113875">
                <a:tc>
                  <a:txBody>
                    <a:bodyPr/>
                    <a:lstStyle/>
                    <a:p>
                      <a:pPr marL="0" marR="0" lvl="0" indent="0" algn="ctr" rtl="0">
                        <a:spcBef>
                          <a:spcPts val="0"/>
                        </a:spcBef>
                        <a:spcAft>
                          <a:spcPts val="0"/>
                        </a:spcAft>
                        <a:buNone/>
                      </a:pPr>
                      <a:r>
                        <a:rPr lang="en-US" altLang="ko-KR" sz="800" b="1" dirty="0">
                          <a:solidFill>
                            <a:srgbClr val="0070C0"/>
                          </a:solidFill>
                        </a:rPr>
                        <a:t>20L</a:t>
                      </a:r>
                      <a:r>
                        <a:rPr lang="en-US" altLang="ko-KR" sz="800" b="1" dirty="0"/>
                        <a:t>/</a:t>
                      </a:r>
                      <a:r>
                        <a:rPr lang="en-US" altLang="ko-KR" sz="800" b="0" dirty="0"/>
                        <a:t>R</a:t>
                      </a:r>
                      <a:r>
                        <a:rPr lang="en-US" altLang="ko-KR" sz="800" b="1" dirty="0">
                          <a:solidFill>
                            <a:schemeClr val="bg1"/>
                          </a:solidFill>
                        </a:rPr>
                        <a:t>,19R</a:t>
                      </a:r>
                      <a:r>
                        <a:rPr lang="en-US" altLang="ko-KR" sz="800" b="0" dirty="0">
                          <a:solidFill>
                            <a:schemeClr val="bg1"/>
                          </a:solidFill>
                        </a:rPr>
                        <a:t>/</a:t>
                      </a:r>
                      <a:r>
                        <a:rPr lang="en-US" altLang="ko-KR" sz="800" b="0" dirty="0"/>
                        <a:t>L</a:t>
                      </a:r>
                      <a:endParaRPr sz="800" b="0" dirty="0"/>
                    </a:p>
                  </a:txBody>
                  <a:tcPr marL="36000" marR="36000" marT="36000" marB="36000" anchor="ctr"/>
                </a:tc>
                <a:tc vMerge="1">
                  <a:txBody>
                    <a:bodyPr/>
                    <a:lstStyle/>
                    <a:p>
                      <a:endParaRPr dirty="0"/>
                    </a:p>
                  </a:txBody>
                  <a:tcPr marL="36000" marR="36000" marT="36000" marB="36000" anchor="ctr"/>
                </a:tc>
                <a:tc>
                  <a:txBody>
                    <a:bodyPr/>
                    <a:lstStyle/>
                    <a:p>
                      <a:pPr marL="0" marR="0" lvl="0" indent="0" algn="ctr" rtl="0">
                        <a:spcBef>
                          <a:spcPts val="0"/>
                        </a:spcBef>
                        <a:spcAft>
                          <a:spcPts val="0"/>
                        </a:spcAft>
                        <a:buNone/>
                      </a:pPr>
                      <a:r>
                        <a:rPr lang="en-US" sz="800" b="1" dirty="0"/>
                        <a:t>GG511/GG513</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85470">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No VOR </a:t>
                      </a:r>
                      <a:r>
                        <a:rPr lang="en-US" sz="800" b="1" dirty="0">
                          <a:solidFill>
                            <a:srgbClr val="C00000"/>
                          </a:solidFill>
                        </a:rPr>
                        <a:t>02R IDM, 01L IGW, 20L IXL, 19R IKU, </a:t>
                      </a:r>
                      <a:r>
                        <a:rPr lang="en-US" sz="800" b="0" dirty="0">
                          <a:solidFill>
                            <a:srgbClr val="C00000"/>
                          </a:solidFill>
                        </a:rPr>
                        <a:t>02L IBB, 01R IOO, 20R IAA, 19L IPP</a:t>
                      </a:r>
                      <a:endParaRPr sz="800" b="0"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13875">
                <a:tc gridSpan="4">
                  <a:txBody>
                    <a:bodyPr/>
                    <a:lstStyle/>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Limit : </a:t>
                      </a:r>
                      <a:r>
                        <a:rPr kumimoji="0" lang="en-US" altLang="ko-Kore-KR" sz="800" b="0" i="0" u="none" strike="noStrike" kern="0" cap="none" spc="0" normalizeH="0" baseline="0" noProof="0" dirty="0" err="1">
                          <a:ln>
                            <a:noFill/>
                          </a:ln>
                          <a:solidFill>
                            <a:srgbClr val="000000"/>
                          </a:solidFill>
                          <a:effectLst/>
                          <a:uLnTx/>
                          <a:uFillTx/>
                          <a:latin typeface="Calibri"/>
                          <a:cs typeface="Calibri"/>
                          <a:sym typeface="Arial"/>
                        </a:rPr>
                        <a:t>RWxx</a:t>
                      </a: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 /8(180kts) from final, /6(160kts)</a:t>
                      </a:r>
                      <a:endParaRPr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501193734"/>
                  </a:ext>
                </a:extLst>
              </a:tr>
              <a:tr h="25706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R" sz="800" b="1" dirty="0">
                          <a:solidFill>
                            <a:schemeClr val="dk1"/>
                          </a:solidFill>
                        </a:rPr>
                        <a:t>02R</a:t>
                      </a:r>
                      <a:r>
                        <a:rPr lang="en-US" sz="800" b="1" dirty="0">
                          <a:solidFill>
                            <a:schemeClr val="dk1"/>
                          </a:solidFill>
                        </a:rPr>
                        <a:t>:Y10(6227’),Y8(7263’), 20L:Y12(6217’),Y14(7240’)</a:t>
                      </a:r>
                      <a:endParaRPr sz="800" dirty="0">
                        <a:solidFill>
                          <a:srgbClr val="C00000"/>
                        </a:solidFill>
                      </a:endParaRPr>
                    </a:p>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01L:N5(6453’),N4(7755’), 19R:N8(6423’),N9(7742’)</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C00000"/>
                          </a:solidFill>
                        </a:rPr>
                        <a:t>Caution Cross RWY Intermediate TWY</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8547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STD Taxi RTE in JEPP(GREEN x), EAT 3/4 in JEPP</a:t>
                      </a:r>
                    </a:p>
                    <a:p>
                      <a:pPr marL="0" marR="0" lvl="0" indent="0" algn="ctr" rtl="0">
                        <a:lnSpc>
                          <a:spcPct val="100000"/>
                        </a:lnSpc>
                        <a:spcBef>
                          <a:spcPts val="0"/>
                        </a:spcBef>
                        <a:spcAft>
                          <a:spcPts val="0"/>
                        </a:spcAft>
                        <a:buClr>
                          <a:schemeClr val="dk1"/>
                        </a:buClr>
                        <a:buSzPts val="800"/>
                        <a:buFont typeface="Calibri"/>
                        <a:buNone/>
                      </a:pPr>
                      <a:r>
                        <a:rPr lang="en-US" sz="800" dirty="0"/>
                        <a:t>APU off Procedure</a:t>
                      </a:r>
                      <a:r>
                        <a:rPr lang="en-US" altLang="ko-KR" sz="800" dirty="0"/>
                        <a:t>, </a:t>
                      </a:r>
                      <a:r>
                        <a:rPr lang="en-US" altLang="ko-KR" sz="800" b="1" dirty="0">
                          <a:solidFill>
                            <a:srgbClr val="C00000"/>
                          </a:solidFill>
                        </a:rPr>
                        <a:t>FLAP 0 for Refuel</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1373AEAD-163A-4322-A9C1-273DF78F28B2}"/>
              </a:ext>
            </a:extLst>
          </p:cNvPr>
          <p:cNvGraphicFramePr/>
          <p:nvPr>
            <p:extLst>
              <p:ext uri="{D42A27DB-BD31-4B8C-83A1-F6EECF244321}">
                <p14:modId xmlns:p14="http://schemas.microsoft.com/office/powerpoint/2010/main" val="444131921"/>
              </p:ext>
            </p:extLst>
          </p:nvPr>
        </p:nvGraphicFramePr>
        <p:xfrm>
          <a:off x="-2501" y="3252"/>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ZGGG(CAN)</a:t>
                      </a:r>
                      <a:r>
                        <a:rPr lang="en-US" sz="1400" dirty="0">
                          <a:solidFill>
                            <a:schemeClr val="tx1"/>
                          </a:solidFill>
                          <a:hlinkClick r:id="rId4">
                            <a:extLst>
                              <a:ext uri="{A12FA001-AC4F-418D-AE19-62706E023703}">
                                <ahyp:hlinkClr xmlns:ahyp="http://schemas.microsoft.com/office/drawing/2018/hyperlinkcolor" val="tx"/>
                              </a:ext>
                            </a:extLst>
                          </a:hlinkClick>
                        </a:rPr>
                        <a:t> 50ft</a:t>
                      </a:r>
                      <a:endParaRPr sz="11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800" dirty="0"/>
                        <a:t>China Southern 132.0</a:t>
                      </a:r>
                    </a:p>
                    <a:p>
                      <a:pPr marL="0" marR="0" lvl="0" indent="0" algn="ctr" rtl="0">
                        <a:spcBef>
                          <a:spcPts val="0"/>
                        </a:spcBef>
                        <a:spcAft>
                          <a:spcPts val="0"/>
                        </a:spcAft>
                        <a:buNone/>
                      </a:pPr>
                      <a:r>
                        <a:rPr lang="en-US" sz="900" b="1" dirty="0">
                          <a:solidFill>
                            <a:srgbClr val="7030A0"/>
                          </a:solidFill>
                        </a:rPr>
                        <a:t>Parking Bay 147</a:t>
                      </a:r>
                      <a:endParaRPr sz="9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89C40567-E7D3-2C1A-F6F0-886CA3607C0F}"/>
              </a:ext>
            </a:extLst>
          </p:cNvPr>
          <p:cNvSpPr/>
          <p:nvPr/>
        </p:nvSpPr>
        <p:spPr>
          <a:xfrm>
            <a:off x="836522"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CDF4C473-0781-92ED-7146-3AD11741CC68}"/>
              </a:ext>
            </a:extLst>
          </p:cNvPr>
          <p:cNvGraphicFramePr/>
          <p:nvPr>
            <p:extLst>
              <p:ext uri="{D42A27DB-BD31-4B8C-83A1-F6EECF244321}">
                <p14:modId xmlns:p14="http://schemas.microsoft.com/office/powerpoint/2010/main" val="3943297497"/>
              </p:ext>
            </p:extLst>
          </p:nvPr>
        </p:nvGraphicFramePr>
        <p:xfrm>
          <a:off x="1" y="610603"/>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4D7F1004-4F28-EF3A-7E9C-2AF0DDB2139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02376"/>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0810389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85964-BB55-0808-6F8D-A8CEB2F0D02B}"/>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3E397A91-CBA5-7870-E372-A3506A485E92}"/>
              </a:ext>
            </a:extLst>
          </p:cNvPr>
          <p:cNvGraphicFramePr>
            <a:graphicFrameLocks noGrp="1"/>
          </p:cNvGraphicFramePr>
          <p:nvPr>
            <p:ph idx="1"/>
            <p:extLst>
              <p:ext uri="{D42A27DB-BD31-4B8C-83A1-F6EECF244321}">
                <p14:modId xmlns:p14="http://schemas.microsoft.com/office/powerpoint/2010/main" val="2361819438"/>
              </p:ext>
            </p:extLst>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14,800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chemeClr val="bg1"/>
                          </a:solidFill>
                          <a:effectLst/>
                          <a:latin typeface="Arial" panose="020B0604020202020204" pitchFamily="34" charset="0"/>
                          <a:cs typeface="Arial" panose="020B0604020202020204" pitchFamily="34" charset="0"/>
                        </a:rPr>
                        <a:t>3,600 m</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chemeClr val="bg1"/>
                          </a:solidFill>
                          <a:effectLst/>
                          <a:latin typeface="Arial" panose="020B0604020202020204" pitchFamily="34" charset="0"/>
                          <a:cs typeface="Arial" panose="020B0604020202020204" pitchFamily="34" charset="0"/>
                        </a:rPr>
                        <a:t>11,800 ft</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3,300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10,800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chemeClr val="bg1"/>
                          </a:solidFill>
                          <a:effectLst/>
                          <a:latin typeface="Arial" panose="020B0604020202020204" pitchFamily="34" charset="0"/>
                          <a:cs typeface="Arial" panose="020B0604020202020204" pitchFamily="34" charset="0"/>
                        </a:rPr>
                        <a:t>3,000</a:t>
                      </a:r>
                      <a:r>
                        <a:rPr lang="en-US" sz="800" b="0" i="0">
                          <a:solidFill>
                            <a:schemeClr val="bg1"/>
                          </a:solidFill>
                          <a:effectLst/>
                          <a:latin typeface="Arial" panose="020B0604020202020204" pitchFamily="34" charset="0"/>
                          <a:cs typeface="Arial" panose="020B0604020202020204" pitchFamily="34" charset="0"/>
                        </a:rPr>
                        <a:t> </a:t>
                      </a:r>
                      <a:r>
                        <a:rPr lang="en-US" sz="800" b="1" i="0">
                          <a:solidFill>
                            <a:schemeClr val="bg1"/>
                          </a:solidFill>
                          <a:effectLst/>
                          <a:latin typeface="Arial" panose="020B0604020202020204" pitchFamily="34" charset="0"/>
                          <a:cs typeface="Arial" panose="020B0604020202020204" pitchFamily="34" charset="0"/>
                        </a:rPr>
                        <a:t>m</a:t>
                      </a:r>
                      <a:endParaRPr lang="en-US" sz="800">
                        <a:solidFill>
                          <a:schemeClr val="bg1"/>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chemeClr val="bg1"/>
                          </a:solidFill>
                          <a:effectLst/>
                          <a:latin typeface="Arial" panose="020B0604020202020204" pitchFamily="34" charset="0"/>
                          <a:cs typeface="Arial" panose="020B0604020202020204" pitchFamily="34" charset="0"/>
                        </a:rPr>
                        <a:t>9,800</a:t>
                      </a:r>
                      <a:r>
                        <a:rPr lang="en-US" sz="800" b="0" i="0" dirty="0">
                          <a:solidFill>
                            <a:schemeClr val="bg1"/>
                          </a:solidFill>
                          <a:effectLst/>
                          <a:latin typeface="Arial" panose="020B0604020202020204" pitchFamily="34" charset="0"/>
                          <a:cs typeface="Arial" panose="020B0604020202020204" pitchFamily="34" charset="0"/>
                        </a:rPr>
                        <a:t> </a:t>
                      </a:r>
                      <a:r>
                        <a:rPr lang="en-US" sz="800" b="1" i="0" dirty="0">
                          <a:solidFill>
                            <a:schemeClr val="bg1"/>
                          </a:solidFill>
                          <a:effectLst/>
                          <a:latin typeface="Arial" panose="020B0604020202020204" pitchFamily="34" charset="0"/>
                          <a:cs typeface="Arial" panose="020B0604020202020204" pitchFamily="34" charset="0"/>
                        </a:rPr>
                        <a:t>ft</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2,700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8,900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1493EA80-124D-CA93-DBC2-506E01E4ED20}"/>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90E10175-AC5E-5BE8-AE04-E6F05774F06E}"/>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DBCD609E-EC74-35D2-0BC4-A8C8BC91A412}"/>
              </a:ext>
            </a:extLst>
          </p:cNvPr>
          <p:cNvGraphicFramePr>
            <a:graphicFrameLocks noGrp="1"/>
          </p:cNvGraphicFramePr>
          <p:nvPr>
            <p:extLst>
              <p:ext uri="{D42A27DB-BD31-4B8C-83A1-F6EECF244321}">
                <p14:modId xmlns:p14="http://schemas.microsoft.com/office/powerpoint/2010/main" val="945612177"/>
              </p:ext>
            </p:extLst>
          </p:nvPr>
        </p:nvGraphicFramePr>
        <p:xfrm>
          <a:off x="39455" y="407201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
        <p:nvSpPr>
          <p:cNvPr id="2" name="직사각형 1">
            <a:extLst>
              <a:ext uri="{FF2B5EF4-FFF2-40B4-BE49-F238E27FC236}">
                <a16:creationId xmlns:a16="http://schemas.microsoft.com/office/drawing/2014/main" id="{4652A3C8-BD58-C163-44E3-0A03B9196499}"/>
              </a:ext>
            </a:extLst>
          </p:cNvPr>
          <p:cNvSpPr/>
          <p:nvPr/>
        </p:nvSpPr>
        <p:spPr>
          <a:xfrm>
            <a:off x="1219200" y="3217333"/>
            <a:ext cx="1070207" cy="34544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8" name="TextBox 7">
            <a:extLst>
              <a:ext uri="{FF2B5EF4-FFF2-40B4-BE49-F238E27FC236}">
                <a16:creationId xmlns:a16="http://schemas.microsoft.com/office/drawing/2014/main" id="{38A1B484-8980-63B1-2B41-EA5BA6DF2B4A}"/>
              </a:ext>
            </a:extLst>
          </p:cNvPr>
          <p:cNvSpPr txBox="1"/>
          <p:nvPr/>
        </p:nvSpPr>
        <p:spPr>
          <a:xfrm>
            <a:off x="28167" y="5156361"/>
            <a:ext cx="2289407" cy="393954"/>
          </a:xfrm>
          <a:prstGeom prst="rect">
            <a:avLst/>
          </a:prstGeom>
          <a:noFill/>
        </p:spPr>
        <p:txBody>
          <a:bodyPr wrap="square" lIns="0" tIns="0" rIns="0" bIns="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Detour RTE : L01 (NOTAM)</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r>
              <a:rPr kumimoji="1" lang="en-US" altLang="ko-KR" sz="600" b="1" dirty="0">
                <a:solidFill>
                  <a:prstClr val="white"/>
                </a:solidFill>
                <a:latin typeface="Gulim" panose="020B0600000101010101" pitchFamily="34" charset="-127"/>
                <a:ea typeface="Gulim" panose="020B0600000101010101" pitchFamily="34" charset="-127"/>
              </a:rPr>
              <a:t>VICE VERSA</a:t>
            </a:r>
            <a:endPar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SHR - FP02(N282500E1164500)</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a:t>
            </a:r>
            <a:r>
              <a:rPr kumimoji="1" lang="ko-KR" altLang="en-US" sz="600" b="1" dirty="0">
                <a:solidFill>
                  <a:prstClr val="white"/>
                </a:solidFill>
                <a:latin typeface="Gulim" panose="020B0600000101010101" pitchFamily="34" charset="-127"/>
                <a:ea typeface="Gulim" panose="020B0600000101010101" pitchFamily="34" charset="-127"/>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FP01(N274500E1160000) </a:t>
            </a: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 ZP01(N261500E1152000)</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PLT</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endParaRPr kumimoji="1" lang="en-US" altLang="ko-Kore-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endParaRPr>
          </a:p>
        </p:txBody>
      </p:sp>
    </p:spTree>
    <p:extLst>
      <p:ext uri="{BB962C8B-B14F-4D97-AF65-F5344CB8AC3E}">
        <p14:creationId xmlns:p14="http://schemas.microsoft.com/office/powerpoint/2010/main" val="32219881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FCC5C55E-55BA-7CF6-2C3E-CC4901E5B68F}"/>
            </a:ext>
          </a:extLst>
        </p:cNvPr>
        <p:cNvGrpSpPr/>
        <p:nvPr/>
      </p:nvGrpSpPr>
      <p:grpSpPr>
        <a:xfrm>
          <a:off x="0" y="0"/>
          <a:ext cx="0" cy="0"/>
          <a:chOff x="0" y="0"/>
          <a:chExt cx="0" cy="0"/>
        </a:xfrm>
      </p:grpSpPr>
      <p:graphicFrame>
        <p:nvGraphicFramePr>
          <p:cNvPr id="117" name="Google Shape;117;p3">
            <a:extLst>
              <a:ext uri="{FF2B5EF4-FFF2-40B4-BE49-F238E27FC236}">
                <a16:creationId xmlns:a16="http://schemas.microsoft.com/office/drawing/2014/main" id="{4A984D58-3970-BF32-FCC8-E89E06998B8F}"/>
              </a:ext>
            </a:extLst>
          </p:cNvPr>
          <p:cNvGraphicFramePr/>
          <p:nvPr>
            <p:extLst>
              <p:ext uri="{D42A27DB-BD31-4B8C-83A1-F6EECF244321}">
                <p14:modId xmlns:p14="http://schemas.microsoft.com/office/powerpoint/2010/main" val="491101299"/>
              </p:ext>
            </p:extLst>
          </p:nvPr>
        </p:nvGraphicFramePr>
        <p:xfrm>
          <a:off x="-4046" y="682516"/>
          <a:ext cx="2334602" cy="1864570"/>
        </p:xfrm>
        <a:graphic>
          <a:graphicData uri="http://schemas.openxmlformats.org/drawingml/2006/table">
            <a:tbl>
              <a:tblPr firstRow="1" bandRow="1">
                <a:noFill/>
                <a:tableStyleId>{A521BE36-7E6F-4EC9-8D66-1CF97A6895EC}</a:tableStyleId>
              </a:tblPr>
              <a:tblGrid>
                <a:gridCol w="401915">
                  <a:extLst>
                    <a:ext uri="{9D8B030D-6E8A-4147-A177-3AD203B41FA5}">
                      <a16:colId xmlns:a16="http://schemas.microsoft.com/office/drawing/2014/main" val="20000"/>
                    </a:ext>
                  </a:extLst>
                </a:gridCol>
                <a:gridCol w="61400">
                  <a:extLst>
                    <a:ext uri="{9D8B030D-6E8A-4147-A177-3AD203B41FA5}">
                      <a16:colId xmlns:a16="http://schemas.microsoft.com/office/drawing/2014/main" val="20001"/>
                    </a:ext>
                  </a:extLst>
                </a:gridCol>
                <a:gridCol w="431819">
                  <a:extLst>
                    <a:ext uri="{9D8B030D-6E8A-4147-A177-3AD203B41FA5}">
                      <a16:colId xmlns:a16="http://schemas.microsoft.com/office/drawing/2014/main" val="3032571653"/>
                    </a:ext>
                  </a:extLst>
                </a:gridCol>
                <a:gridCol w="61400">
                  <a:extLst>
                    <a:ext uri="{9D8B030D-6E8A-4147-A177-3AD203B41FA5}">
                      <a16:colId xmlns:a16="http://schemas.microsoft.com/office/drawing/2014/main" val="2286074444"/>
                    </a:ext>
                  </a:extLst>
                </a:gridCol>
                <a:gridCol w="459356">
                  <a:extLst>
                    <a:ext uri="{9D8B030D-6E8A-4147-A177-3AD203B41FA5}">
                      <a16:colId xmlns:a16="http://schemas.microsoft.com/office/drawing/2014/main" val="3489456237"/>
                    </a:ext>
                  </a:extLst>
                </a:gridCol>
                <a:gridCol w="459356">
                  <a:extLst>
                    <a:ext uri="{9D8B030D-6E8A-4147-A177-3AD203B41FA5}">
                      <a16:colId xmlns:a16="http://schemas.microsoft.com/office/drawing/2014/main" val="4138395130"/>
                    </a:ext>
                  </a:extLst>
                </a:gridCol>
                <a:gridCol w="459356">
                  <a:extLst>
                    <a:ext uri="{9D8B030D-6E8A-4147-A177-3AD203B41FA5}">
                      <a16:colId xmlns:a16="http://schemas.microsoft.com/office/drawing/2014/main" val="2038971559"/>
                    </a:ext>
                  </a:extLst>
                </a:gridCol>
              </a:tblGrid>
              <a:tr h="124198">
                <a:tc gridSpan="7">
                  <a:txBody>
                    <a:bodyPr/>
                    <a:lstStyle/>
                    <a:p>
                      <a:pPr marL="0" marR="0" lvl="0" indent="0" algn="ctr" rtl="0">
                        <a:spcBef>
                          <a:spcPts val="0"/>
                        </a:spcBef>
                        <a:spcAft>
                          <a:spcPts val="0"/>
                        </a:spcAft>
                        <a:buNone/>
                      </a:pPr>
                      <a:r>
                        <a:rPr lang="en-US" sz="800" u="none" strike="noStrike" cap="none" dirty="0"/>
                        <a:t>CAN : TA 8900 SID  </a:t>
                      </a:r>
                      <a:r>
                        <a:rPr lang="en-US" sz="800" u="none" strike="noStrike" cap="none" dirty="0">
                          <a:solidFill>
                            <a:srgbClr val="FFC000"/>
                          </a:solidFill>
                        </a:rPr>
                        <a:t>Extra Fuel Delay/CRZ LVL</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83843">
                <a:tc>
                  <a:txBody>
                    <a:bodyPr/>
                    <a:lstStyle/>
                    <a:p>
                      <a:pPr marL="0" marR="0" lvl="0" indent="0" algn="ctr" rtl="0">
                        <a:spcBef>
                          <a:spcPts val="0"/>
                        </a:spcBef>
                        <a:spcAft>
                          <a:spcPts val="0"/>
                        </a:spcAft>
                        <a:buNone/>
                      </a:pPr>
                      <a:r>
                        <a:rPr lang="en-US" altLang="ko-KR" sz="800" b="1" u="none" strike="noStrike" cap="none" dirty="0">
                          <a:solidFill>
                            <a:srgbClr val="0070C0"/>
                          </a:solidFill>
                        </a:rPr>
                        <a:t>02L</a:t>
                      </a:r>
                      <a:r>
                        <a:rPr lang="en-US" altLang="ko-KR" sz="800" b="0" u="none" strike="noStrike" cap="none" dirty="0"/>
                        <a:t>/</a:t>
                      </a:r>
                      <a:r>
                        <a:rPr lang="en-US" altLang="ko-KR" sz="800" b="1" u="none" strike="noStrike" cap="none" dirty="0"/>
                        <a:t>R, </a:t>
                      </a:r>
                      <a:r>
                        <a:rPr lang="en-US" altLang="ko-KR" sz="800" b="1" u="none" strike="noStrike" cap="none" dirty="0">
                          <a:solidFill>
                            <a:schemeClr val="bg1"/>
                          </a:solidFill>
                        </a:rPr>
                        <a:t>01R</a:t>
                      </a:r>
                      <a:r>
                        <a:rPr lang="en-US" altLang="ko-KR" sz="800" b="0" u="none" strike="noStrike" cap="none" dirty="0">
                          <a:solidFill>
                            <a:schemeClr val="bg1"/>
                          </a:solidFill>
                        </a:rPr>
                        <a:t>/</a:t>
                      </a:r>
                      <a:r>
                        <a:rPr lang="en-US" altLang="ko-KR" sz="800" b="1" u="none" strike="noStrike" cap="none" dirty="0">
                          <a:solidFill>
                            <a:schemeClr val="bg1"/>
                          </a:solidFill>
                        </a:rPr>
                        <a:t>L</a:t>
                      </a:r>
                      <a:endParaRPr sz="800" b="0" u="none" strike="noStrike" cap="none" dirty="0">
                        <a:solidFill>
                          <a:schemeClr val="bg1"/>
                        </a:solidFill>
                      </a:endParaRPr>
                    </a:p>
                  </a:txBody>
                  <a:tcPr marL="36000" marR="36000" marT="36000" marB="36000" anchor="ctr"/>
                </a:tc>
                <a:tc rowSpan="2" gridSpan="2">
                  <a:txBody>
                    <a:bodyPr/>
                    <a:lstStyle/>
                    <a:p>
                      <a:pPr marL="0" marR="0" lvl="0" indent="0" algn="ctr" rtl="0">
                        <a:spcBef>
                          <a:spcPts val="0"/>
                        </a:spcBef>
                        <a:spcAft>
                          <a:spcPts val="0"/>
                        </a:spcAft>
                        <a:buNone/>
                      </a:pPr>
                      <a:r>
                        <a:rPr lang="en-US" sz="800" b="1" u="none" strike="noStrike" cap="none" dirty="0">
                          <a:solidFill>
                            <a:srgbClr val="0070C0"/>
                          </a:solidFill>
                        </a:rPr>
                        <a:t>BOVMA xx </a:t>
                      </a:r>
                    </a:p>
                    <a:p>
                      <a:pPr marL="0" marR="0" lvl="0" indent="0" algn="ctr" rtl="0">
                        <a:spcBef>
                          <a:spcPts val="0"/>
                        </a:spcBef>
                        <a:spcAft>
                          <a:spcPts val="0"/>
                        </a:spcAft>
                        <a:buNone/>
                      </a:pPr>
                      <a:r>
                        <a:rPr lang="en-US" sz="800" b="1" u="none" strike="noStrike" cap="none" dirty="0">
                          <a:solidFill>
                            <a:srgbClr val="0070C0"/>
                          </a:solidFill>
                        </a:rPr>
                        <a:t>RNAV</a:t>
                      </a:r>
                    </a:p>
                  </a:txBody>
                  <a:tcPr marL="36000" marR="36000" marT="36000" marB="36000" anchor="ctr"/>
                </a:tc>
                <a:tc rowSpan="2" hMerge="1">
                  <a:txBody>
                    <a:bodyPr/>
                    <a:lstStyle/>
                    <a:p>
                      <a:endParaRPr lang="ko-Kore-KR" altLang="en-US"/>
                    </a:p>
                  </a:txBody>
                  <a:tcPr/>
                </a:tc>
                <a:tc gridSpan="4">
                  <a:txBody>
                    <a:bodyPr/>
                    <a:lstStyle/>
                    <a:p>
                      <a:pPr algn="ctr"/>
                      <a:r>
                        <a:rPr lang="en-US" sz="800" b="1" u="none" strike="noStrike" cap="none" dirty="0"/>
                        <a:t>HD 017 </a:t>
                      </a:r>
                      <a:r>
                        <a:rPr lang="en-US" sz="800" b="1" u="none" strike="noStrike" cap="none" dirty="0">
                          <a:solidFill>
                            <a:srgbClr val="0070C0"/>
                          </a:solidFill>
                        </a:rPr>
                        <a:t>ALT 8900m/ATC(900m) </a:t>
                      </a:r>
                    </a:p>
                    <a:p>
                      <a:pPr algn="ctr"/>
                      <a:r>
                        <a:rPr lang="en-US" altLang="ko-Kore-KR" sz="800" b="1" u="none" strike="noStrike" cap="none" dirty="0">
                          <a:solidFill>
                            <a:srgbClr val="7030A0"/>
                          </a:solidFill>
                        </a:rPr>
                        <a:t>SPD 230kts </a:t>
                      </a:r>
                      <a:r>
                        <a:rPr lang="en-US" sz="800" b="1" u="none" strike="noStrike" cap="none" dirty="0">
                          <a:solidFill>
                            <a:srgbClr val="F28943"/>
                          </a:solidFill>
                        </a:rPr>
                        <a:t>TA 9850</a:t>
                      </a:r>
                      <a:endParaRPr lang="ko-Kore-KR" altLang="en-US"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83843">
                <a:tc>
                  <a:txBody>
                    <a:bodyPr/>
                    <a:lstStyle/>
                    <a:p>
                      <a:pPr marL="0" marR="0" lvl="0" indent="0" algn="ctr" rtl="0">
                        <a:spcBef>
                          <a:spcPts val="0"/>
                        </a:spcBef>
                        <a:spcAft>
                          <a:spcPts val="0"/>
                        </a:spcAft>
                        <a:buNone/>
                      </a:pPr>
                      <a:r>
                        <a:rPr lang="en-US" sz="800" b="1" u="none" strike="noStrike" cap="none" dirty="0">
                          <a:solidFill>
                            <a:srgbClr val="0070C0"/>
                          </a:solidFill>
                        </a:rPr>
                        <a:t>20R</a:t>
                      </a:r>
                      <a:r>
                        <a:rPr lang="en-US" sz="800" b="0" u="none" strike="noStrike" cap="none" dirty="0"/>
                        <a:t>/L,</a:t>
                      </a:r>
                    </a:p>
                    <a:p>
                      <a:pPr marL="0" marR="0" lvl="0" indent="0" algn="ctr" rtl="0">
                        <a:spcBef>
                          <a:spcPts val="0"/>
                        </a:spcBef>
                        <a:spcAft>
                          <a:spcPts val="0"/>
                        </a:spcAft>
                        <a:buNone/>
                      </a:pPr>
                      <a:r>
                        <a:rPr lang="en-US" altLang="ko-Kore-KR" sz="800" b="1" u="none" strike="noStrike" cap="none" dirty="0">
                          <a:solidFill>
                            <a:schemeClr val="bg1"/>
                          </a:solidFill>
                        </a:rPr>
                        <a:t>19L</a:t>
                      </a:r>
                      <a:r>
                        <a:rPr lang="en-US" altLang="ko-Kore-KR" sz="800" b="0" u="none" strike="noStrike" cap="none" dirty="0">
                          <a:solidFill>
                            <a:schemeClr val="bg1"/>
                          </a:solidFill>
                        </a:rPr>
                        <a:t>/R</a:t>
                      </a:r>
                      <a:endParaRPr sz="800" b="0" u="none" strike="noStrike" cap="none" dirty="0">
                        <a:solidFill>
                          <a:schemeClr val="bg1"/>
                        </a:solidFill>
                      </a:endParaRPr>
                    </a:p>
                  </a:txBody>
                  <a:tcPr marL="36000" marR="36000" marT="36000" marB="36000" anchor="ctr"/>
                </a:tc>
                <a:tc gridSpan="2" vMerge="1">
                  <a:txBody>
                    <a:bodyPr/>
                    <a:lstStyle/>
                    <a:p>
                      <a:endParaRPr dirty="0"/>
                    </a:p>
                  </a:txBody>
                  <a:tcPr marL="36000" marR="36000" marT="36000" marB="36000" anchor="ctr"/>
                </a:tc>
                <a:tc hMerge="1" vMerge="1">
                  <a:txBody>
                    <a:bodyPr/>
                    <a:lstStyle/>
                    <a:p>
                      <a:endParaRPr lang="ko-Kore-KR" altLang="en-US"/>
                    </a:p>
                  </a:txBody>
                  <a:tcPr/>
                </a:tc>
                <a:tc gridSpan="4">
                  <a:txBody>
                    <a:bodyPr/>
                    <a:lstStyle/>
                    <a:p>
                      <a:pPr algn="ctr"/>
                      <a:r>
                        <a:rPr lang="en-US" sz="800" b="1" u="none" strike="noStrike" cap="none"/>
                        <a:t>HD 197 </a:t>
                      </a:r>
                      <a:r>
                        <a:rPr lang="en-US" sz="800" b="1" u="none" strike="noStrike" cap="none" dirty="0">
                          <a:solidFill>
                            <a:srgbClr val="0070C0"/>
                          </a:solidFill>
                        </a:rPr>
                        <a:t>ATC(900m)</a:t>
                      </a:r>
                    </a:p>
                    <a:p>
                      <a:pPr algn="ctr"/>
                      <a:r>
                        <a:rPr lang="en-US" altLang="ko-Kore-KR" sz="800" b="1" u="none" strike="noStrike" cap="none" dirty="0">
                          <a:solidFill>
                            <a:srgbClr val="7030A0"/>
                          </a:solidFill>
                        </a:rPr>
                        <a:t>SPD 230kts </a:t>
                      </a:r>
                      <a:r>
                        <a:rPr lang="en-US" altLang="ko-Kore-KR" sz="800" b="1" u="none" strike="noStrike" cap="none" dirty="0">
                          <a:solidFill>
                            <a:srgbClr val="F28943"/>
                          </a:solidFill>
                        </a:rPr>
                        <a:t>TA 9850</a:t>
                      </a:r>
                      <a:endParaRPr lang="ko-Kore-KR" altLang="en-US"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83843">
                <a:tc rowSpan="2" gridSpan="2">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800" b="1" u="none" strike="noStrike" cap="none" dirty="0">
                          <a:solidFill>
                            <a:srgbClr val="0070C0"/>
                          </a:solidFill>
                        </a:rPr>
                        <a:t>POU 11</a:t>
                      </a:r>
                      <a:r>
                        <a:rPr lang="en-US" altLang="ko-KR" sz="800" b="1" u="none" strike="noStrike" cap="none" dirty="0">
                          <a:solidFill>
                            <a:srgbClr val="0070C0"/>
                          </a:solidFill>
                        </a:rPr>
                        <a:t>4</a:t>
                      </a:r>
                      <a:r>
                        <a:rPr lang="en-US" altLang="ko-Kore-KR" sz="800" b="1" u="none" strike="noStrike" cap="none" dirty="0">
                          <a:solidFill>
                            <a:srgbClr val="0070C0"/>
                          </a:solidFill>
                        </a:rPr>
                        <a:t>.</a:t>
                      </a:r>
                      <a:r>
                        <a:rPr lang="en-US" altLang="ko-KR" sz="800" b="1" u="none" strike="noStrike" cap="none" dirty="0">
                          <a:solidFill>
                            <a:srgbClr val="0070C0"/>
                          </a:solidFill>
                        </a:rPr>
                        <a:t>1</a:t>
                      </a:r>
                    </a:p>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800" b="1" u="none" strike="noStrike" cap="none" dirty="0">
                          <a:solidFill>
                            <a:srgbClr val="0070C0"/>
                          </a:solidFill>
                        </a:rPr>
                        <a:t>(no APT)</a:t>
                      </a:r>
                    </a:p>
                  </a:txBody>
                  <a:tcPr marL="36000" marR="36000" marT="36000" marB="36000" anchor="ctr"/>
                </a:tc>
                <a:tc rowSpan="2" hMerge="1">
                  <a:txBody>
                    <a:bodyPr/>
                    <a:lstStyle/>
                    <a:p>
                      <a:endParaRPr lang="ko-Kore-KR" altLang="en-US"/>
                    </a:p>
                  </a:txBody>
                  <a:tcPr/>
                </a:tc>
                <a:tc gridSpan="2">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0</a:t>
                      </a:r>
                      <a:r>
                        <a:rPr kumimoji="0" lang="en-US" altLang="ko-KR" sz="800" b="1" i="0" u="none" strike="noStrike" kern="1200" cap="none" spc="0" normalizeH="0" baseline="0" noProof="0" dirty="0">
                          <a:ln>
                            <a:noFill/>
                          </a:ln>
                          <a:solidFill>
                            <a:srgbClr val="C00000"/>
                          </a:solidFill>
                          <a:effectLst/>
                          <a:uLnTx/>
                          <a:uFillTx/>
                          <a:latin typeface="Calibri"/>
                          <a:cs typeface="Calibri"/>
                        </a:rPr>
                        <a:t>2R</a:t>
                      </a:r>
                      <a:r>
                        <a:rPr kumimoji="0" lang="en-US" altLang="ko-Kore-KR" sz="800" b="1" i="0" u="none" strike="noStrike" kern="1200" cap="none" spc="0" normalizeH="0" baseline="0" noProof="0" dirty="0">
                          <a:ln>
                            <a:noFill/>
                          </a:ln>
                          <a:solidFill>
                            <a:srgbClr val="C00000"/>
                          </a:solidFill>
                          <a:effectLst/>
                          <a:uLnTx/>
                          <a:uFillTx/>
                          <a:latin typeface="Calibri"/>
                          <a:cs typeface="Calibri"/>
                        </a:rPr>
                        <a:t> IDM </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108.5</a:t>
                      </a:r>
                    </a:p>
                  </a:txBody>
                  <a:tcPr marL="36000" marR="36000" marT="36000" marB="36000" anchor="ctr"/>
                </a:tc>
                <a:tc hMerge="1">
                  <a:txBody>
                    <a:bodyPr/>
                    <a:lstStyle/>
                    <a:p>
                      <a:endParaRP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01L IGW </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109.5</a:t>
                      </a: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R" sz="800" b="1" i="0" u="none" strike="noStrike" kern="1200" cap="none" spc="0" normalizeH="0" baseline="0" noProof="0" dirty="0">
                          <a:ln>
                            <a:noFill/>
                          </a:ln>
                          <a:solidFill>
                            <a:srgbClr val="C00000"/>
                          </a:solidFill>
                          <a:effectLst/>
                          <a:uLnTx/>
                          <a:uFillTx/>
                          <a:latin typeface="Calibri"/>
                          <a:cs typeface="Calibri"/>
                        </a:rPr>
                        <a:t>20L</a:t>
                      </a:r>
                      <a:r>
                        <a:rPr kumimoji="0" lang="en-US" altLang="ko-Kore-KR" sz="800" b="1" i="0" u="none" strike="noStrike" kern="1200" cap="none" spc="0" normalizeH="0" baseline="0" noProof="0" dirty="0">
                          <a:ln>
                            <a:noFill/>
                          </a:ln>
                          <a:solidFill>
                            <a:srgbClr val="C00000"/>
                          </a:solidFill>
                          <a:effectLst/>
                          <a:uLnTx/>
                          <a:uFillTx/>
                          <a:latin typeface="Calibri"/>
                          <a:cs typeface="Calibri"/>
                        </a:rPr>
                        <a:t> IXL</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111.9</a:t>
                      </a: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R" sz="800" b="1" i="0" u="none" strike="noStrike" kern="1200" cap="none" spc="0" normalizeH="0" baseline="0" noProof="0" dirty="0">
                          <a:ln>
                            <a:noFill/>
                          </a:ln>
                          <a:solidFill>
                            <a:srgbClr val="C00000"/>
                          </a:solidFill>
                          <a:effectLst/>
                          <a:uLnTx/>
                          <a:uFillTx/>
                          <a:latin typeface="Calibri"/>
                          <a:cs typeface="Calibri"/>
                        </a:rPr>
                        <a:t>19R</a:t>
                      </a:r>
                      <a:r>
                        <a:rPr kumimoji="0" lang="en-US" altLang="ko-Kore-KR" sz="800" b="1" i="0" u="none" strike="noStrike" kern="1200" cap="none" spc="0" normalizeH="0" baseline="0" noProof="0" dirty="0">
                          <a:ln>
                            <a:noFill/>
                          </a:ln>
                          <a:solidFill>
                            <a:srgbClr val="C00000"/>
                          </a:solidFill>
                          <a:effectLst/>
                          <a:uLnTx/>
                          <a:uFillTx/>
                          <a:latin typeface="Calibri"/>
                          <a:cs typeface="Calibri"/>
                        </a:rPr>
                        <a:t> IKU </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108.95</a:t>
                      </a:r>
                    </a:p>
                  </a:txBody>
                  <a:tcPr marL="36000" marR="36000" marT="36000" marB="36000" anchor="ctr"/>
                </a:tc>
                <a:extLst>
                  <a:ext uri="{0D108BD9-81ED-4DB2-BD59-A6C34878D82A}">
                    <a16:rowId xmlns:a16="http://schemas.microsoft.com/office/drawing/2014/main" val="1446403819"/>
                  </a:ext>
                </a:extLst>
              </a:tr>
              <a:tr h="183843">
                <a:tc gridSpan="2" vMerge="1">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endParaRPr lang="en-US" altLang="ko-Kore-KR" sz="800" b="1" u="none" strike="noStrike" cap="none" dirty="0">
                        <a:solidFill>
                          <a:srgbClr val="0070C0"/>
                        </a:solidFill>
                      </a:endParaRPr>
                    </a:p>
                  </a:txBody>
                  <a:tcPr marL="36000" marR="36000" marT="36000" marB="36000" anchor="ctr"/>
                </a:tc>
                <a:tc hMerge="1" vMerge="1">
                  <a:txBody>
                    <a:bodyPr/>
                    <a:lstStyle/>
                    <a:p>
                      <a:endParaRPr lang="ko-Kore-KR" altLang="en-US"/>
                    </a:p>
                  </a:txBody>
                  <a:tcPr/>
                </a:tc>
                <a:tc gridSpan="2">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0</a:t>
                      </a:r>
                      <a:r>
                        <a:rPr kumimoji="0" lang="en-US" altLang="ko-KR" sz="800" b="1" i="0" u="none" strike="noStrike" kern="1200" cap="none" spc="0" normalizeH="0" baseline="0" noProof="0" dirty="0">
                          <a:ln>
                            <a:noFill/>
                          </a:ln>
                          <a:solidFill>
                            <a:srgbClr val="C00000"/>
                          </a:solidFill>
                          <a:effectLst/>
                          <a:uLnTx/>
                          <a:uFillTx/>
                          <a:latin typeface="Calibri"/>
                          <a:cs typeface="Calibri"/>
                        </a:rPr>
                        <a:t>2L</a:t>
                      </a:r>
                      <a:r>
                        <a:rPr kumimoji="0" lang="en-US" altLang="ko-Kore-KR" sz="800" b="1" i="0" u="none" strike="noStrike" kern="1200" cap="none" spc="0" normalizeH="0" baseline="0" noProof="0" dirty="0">
                          <a:ln>
                            <a:noFill/>
                          </a:ln>
                          <a:solidFill>
                            <a:srgbClr val="C00000"/>
                          </a:solidFill>
                          <a:effectLst/>
                          <a:uLnTx/>
                          <a:uFillTx/>
                          <a:latin typeface="Calibri"/>
                          <a:cs typeface="Calibri"/>
                        </a:rPr>
                        <a:t> IBB </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110.35</a:t>
                      </a:r>
                    </a:p>
                  </a:txBody>
                  <a:tcPr marL="36000" marR="36000" marT="36000" marB="36000" anchor="ctr"/>
                </a:tc>
                <a:tc hMerge="1">
                  <a:txBody>
                    <a:bodyPr/>
                    <a:lstStyle/>
                    <a:p>
                      <a:endParaRP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01R IOO </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109.3</a:t>
                      </a: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R" sz="800" b="1" i="0" u="none" strike="noStrike" kern="1200" cap="none" spc="0" normalizeH="0" baseline="0" noProof="0" dirty="0">
                          <a:ln>
                            <a:noFill/>
                          </a:ln>
                          <a:solidFill>
                            <a:srgbClr val="C00000"/>
                          </a:solidFill>
                          <a:effectLst/>
                          <a:uLnTx/>
                          <a:uFillTx/>
                          <a:latin typeface="Calibri"/>
                          <a:cs typeface="Calibri"/>
                        </a:rPr>
                        <a:t>20R</a:t>
                      </a:r>
                      <a:r>
                        <a:rPr kumimoji="0" lang="en-US" altLang="ko-Kore-KR" sz="800" b="1" i="0" u="none" strike="noStrike" kern="1200" cap="none" spc="0" normalizeH="0" baseline="0" noProof="0" dirty="0">
                          <a:ln>
                            <a:noFill/>
                          </a:ln>
                          <a:solidFill>
                            <a:srgbClr val="C00000"/>
                          </a:solidFill>
                          <a:effectLst/>
                          <a:uLnTx/>
                          <a:uFillTx/>
                          <a:latin typeface="Calibri"/>
                          <a:cs typeface="Calibri"/>
                        </a:rPr>
                        <a:t> IAA</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110.75</a:t>
                      </a: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R" sz="800" b="1" i="0" u="none" strike="noStrike" kern="1200" cap="none" spc="0" normalizeH="0" baseline="0" noProof="0" dirty="0">
                          <a:ln>
                            <a:noFill/>
                          </a:ln>
                          <a:solidFill>
                            <a:srgbClr val="C00000"/>
                          </a:solidFill>
                          <a:effectLst/>
                          <a:uLnTx/>
                          <a:uFillTx/>
                          <a:latin typeface="Calibri"/>
                          <a:cs typeface="Calibri"/>
                        </a:rPr>
                        <a:t>19L</a:t>
                      </a:r>
                      <a:r>
                        <a:rPr kumimoji="0" lang="en-US" altLang="ko-Kore-KR" sz="800" b="1" i="0" u="none" strike="noStrike" kern="1200" cap="none" spc="0" normalizeH="0" baseline="0" noProof="0" dirty="0">
                          <a:ln>
                            <a:noFill/>
                          </a:ln>
                          <a:solidFill>
                            <a:srgbClr val="C00000"/>
                          </a:solidFill>
                          <a:effectLst/>
                          <a:uLnTx/>
                          <a:uFillTx/>
                          <a:latin typeface="Calibri"/>
                          <a:cs typeface="Calibri"/>
                        </a:rPr>
                        <a:t> IPP </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111.5</a:t>
                      </a:r>
                    </a:p>
                  </a:txBody>
                  <a:tcPr marL="36000" marR="36000" marT="36000" marB="36000" anchor="ctr"/>
                </a:tc>
                <a:extLst>
                  <a:ext uri="{0D108BD9-81ED-4DB2-BD59-A6C34878D82A}">
                    <a16:rowId xmlns:a16="http://schemas.microsoft.com/office/drawing/2014/main" val="974424816"/>
                  </a:ext>
                </a:extLst>
              </a:tr>
              <a:tr h="112876">
                <a:tc gridSpan="2">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chemeClr val="tx1"/>
                          </a:solidFill>
                        </a:rPr>
                        <a:t>FIX</a:t>
                      </a:r>
                    </a:p>
                  </a:txBody>
                  <a:tcPr marL="0" marR="0" marT="36000" marB="36000" anchor="ctr">
                    <a:solidFill>
                      <a:schemeClr val="accent1"/>
                    </a:solidFill>
                  </a:tcPr>
                </a:tc>
                <a:tc hMerge="1">
                  <a:txBody>
                    <a:bodyPr/>
                    <a:lstStyle/>
                    <a:p>
                      <a:endParaRPr lang="ko-Kore-KR" altLang="en-US"/>
                    </a:p>
                  </a:txBody>
                  <a:tcPr/>
                </a:tc>
                <a:tc gridSpan="5">
                  <a:txBody>
                    <a:bodyPr/>
                    <a:lstStyle/>
                    <a:p>
                      <a:pPr algn="ctr"/>
                      <a:r>
                        <a:rPr lang="en-US" altLang="ko-Kore-KR" sz="600" b="0" dirty="0"/>
                        <a:t>01L/R : IGW/IOO D5.0 R205, 02L/R : IBB/IDM D4.0/4.3 R220</a:t>
                      </a:r>
                      <a:endParaRPr lang="ko-Kore-KR" altLang="en-US" sz="600" b="0" dirty="0"/>
                    </a:p>
                  </a:txBody>
                  <a:tcPr marL="0" marR="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940304178"/>
                  </a:ext>
                </a:extLst>
              </a:tr>
              <a:tr h="112876">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STD Taxi RTE in JEPP(YELLOW x), Report RWY on DEP</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a:extLst>
              <a:ext uri="{FF2B5EF4-FFF2-40B4-BE49-F238E27FC236}">
                <a16:creationId xmlns:a16="http://schemas.microsoft.com/office/drawing/2014/main" id="{6E830CD9-16BB-0432-33EC-7CC134AE30F3}"/>
              </a:ext>
            </a:extLst>
          </p:cNvPr>
          <p:cNvGraphicFramePr/>
          <p:nvPr>
            <p:extLst>
              <p:ext uri="{D42A27DB-BD31-4B8C-83A1-F6EECF244321}">
                <p14:modId xmlns:p14="http://schemas.microsoft.com/office/powerpoint/2010/main" val="2632092572"/>
              </p:ext>
            </p:extLst>
          </p:nvPr>
        </p:nvGraphicFramePr>
        <p:xfrm>
          <a:off x="-2501" y="1512"/>
          <a:ext cx="2328850" cy="66605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ZHHH(CAN) 50ft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China Southern 132.0</a:t>
                      </a:r>
                      <a:endParaRPr sz="1200" dirty="0"/>
                    </a:p>
                    <a:p>
                      <a:pPr marL="0" marR="0" lvl="0" indent="0" algn="ctr" rtl="0">
                        <a:spcBef>
                          <a:spcPts val="0"/>
                        </a:spcBef>
                        <a:spcAft>
                          <a:spcPts val="0"/>
                        </a:spcAft>
                        <a:buNone/>
                      </a:pPr>
                      <a:r>
                        <a:rPr lang="en-US" sz="700" dirty="0">
                          <a:solidFill>
                            <a:srgbClr val="FF0000"/>
                          </a:solidFill>
                        </a:rPr>
                        <a:t>DCL 10-30</a:t>
                      </a:r>
                      <a:r>
                        <a:rPr lang="ko-KR" altLang="en-US" sz="700" dirty="0">
                          <a:solidFill>
                            <a:srgbClr val="FF0000"/>
                          </a:solidFill>
                        </a:rPr>
                        <a:t>분전</a:t>
                      </a:r>
                      <a:endParaRPr lang="en-US" altLang="ko-KR" sz="700" dirty="0">
                        <a:solidFill>
                          <a:srgbClr val="FF0000"/>
                        </a:solidFill>
                      </a:endParaRPr>
                    </a:p>
                    <a:p>
                      <a:pPr marL="0" marR="0" lvl="0" indent="0" algn="ctr" rtl="0">
                        <a:spcBef>
                          <a:spcPts val="0"/>
                        </a:spcBef>
                        <a:spcAft>
                          <a:spcPts val="0"/>
                        </a:spcAft>
                        <a:buNone/>
                      </a:pPr>
                      <a:r>
                        <a:rPr lang="en-US" altLang="ko-KR" sz="700" dirty="0">
                          <a:solidFill>
                            <a:srgbClr val="FF0000"/>
                          </a:solidFill>
                        </a:rPr>
                        <a:t>No Readback</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9B36AA5A-95F0-F42C-602E-9DFCAD178EA3}"/>
              </a:ext>
            </a:extLst>
          </p:cNvPr>
          <p:cNvSpPr txBox="1"/>
          <p:nvPr/>
        </p:nvSpPr>
        <p:spPr>
          <a:xfrm>
            <a:off x="684230" y="2549528"/>
            <a:ext cx="1378904" cy="693899"/>
          </a:xfrm>
          <a:prstGeom prst="rect">
            <a:avLst/>
          </a:prstGeom>
          <a:noFill/>
        </p:spPr>
        <p:txBody>
          <a:bodyPr wrap="none" tIns="36000" bIns="36000" rtlCol="0" anchor="ctr">
            <a:spAutoFit/>
          </a:bodyPr>
          <a:lstStyle/>
          <a:p>
            <a:pPr>
              <a:lnSpc>
                <a:spcPct val="150000"/>
              </a:lnSpc>
            </a:pPr>
            <a:r>
              <a:rPr kumimoji="1" lang="en-US" altLang="ko-Kore-KR" sz="700" b="1" dirty="0">
                <a:latin typeface="Gulim" panose="020B0600000101010101" pitchFamily="34" charset="-127"/>
                <a:ea typeface="Gulim" panose="020B0600000101010101" pitchFamily="34" charset="-127"/>
              </a:rPr>
              <a:t>DEP 119.7 (DEP RWY)</a:t>
            </a:r>
          </a:p>
          <a:p>
            <a:pPr>
              <a:lnSpc>
                <a:spcPct val="150000"/>
              </a:lnSpc>
            </a:pPr>
            <a:r>
              <a:rPr kumimoji="1" lang="en-US" altLang="ko-Kore-KR" sz="700" b="1" dirty="0">
                <a:latin typeface="Gulim" panose="020B0600000101010101" pitchFamily="34" charset="-127"/>
                <a:ea typeface="Gulim" panose="020B0600000101010101" pitchFamily="34" charset="-127"/>
              </a:rPr>
              <a:t>Detour RTE L01 (PLT-SHR)</a:t>
            </a:r>
          </a:p>
          <a:p>
            <a:pPr>
              <a:lnSpc>
                <a:spcPct val="150000"/>
              </a:lnSpc>
            </a:pPr>
            <a:r>
              <a:rPr kumimoji="1" lang="en-US" altLang="ko-Kore-KR" sz="700" b="1" dirty="0">
                <a:latin typeface="Gulim" panose="020B0600000101010101" pitchFamily="34" charset="-127"/>
                <a:ea typeface="Gulim" panose="020B0600000101010101" pitchFamily="34" charset="-127"/>
              </a:rPr>
              <a:t>- Using Pilot Way Point</a:t>
            </a:r>
          </a:p>
          <a:p>
            <a:pPr>
              <a:lnSpc>
                <a:spcPct val="150000"/>
              </a:lnSpc>
            </a:pPr>
            <a:r>
              <a:rPr kumimoji="1" lang="en-US" altLang="ko-Kore-KR" sz="700" b="1" dirty="0">
                <a:latin typeface="Gulim" panose="020B0600000101010101" pitchFamily="34" charset="-127"/>
                <a:ea typeface="Gulim" panose="020B0600000101010101" pitchFamily="34" charset="-127"/>
              </a:rPr>
              <a:t>- Vise Versa </a:t>
            </a:r>
          </a:p>
        </p:txBody>
      </p:sp>
      <p:sp>
        <p:nvSpPr>
          <p:cNvPr id="2" name="직사각형 1">
            <a:hlinkClick r:id="" action="ppaction://hlinkshowjump?jump=firstslide"/>
            <a:extLst>
              <a:ext uri="{FF2B5EF4-FFF2-40B4-BE49-F238E27FC236}">
                <a16:creationId xmlns:a16="http://schemas.microsoft.com/office/drawing/2014/main" id="{28A60683-3A69-B7C7-25BE-D61471EB47DE}"/>
              </a:ext>
            </a:extLst>
          </p:cNvPr>
          <p:cNvSpPr/>
          <p:nvPr/>
        </p:nvSpPr>
        <p:spPr>
          <a:xfrm>
            <a:off x="838919" y="323931"/>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5" name="그림 4">
            <a:extLst>
              <a:ext uri="{FF2B5EF4-FFF2-40B4-BE49-F238E27FC236}">
                <a16:creationId xmlns:a16="http://schemas.microsoft.com/office/drawing/2014/main" id="{82C33243-EEB9-D464-8FA6-9C216A929E83}"/>
              </a:ext>
            </a:extLst>
          </p:cNvPr>
          <p:cNvPicPr>
            <a:picLocks noChangeAspect="1"/>
          </p:cNvPicPr>
          <p:nvPr/>
        </p:nvPicPr>
        <p:blipFill>
          <a:blip r:embed="rId6"/>
          <a:stretch>
            <a:fillRect/>
          </a:stretch>
        </p:blipFill>
        <p:spPr>
          <a:xfrm>
            <a:off x="0" y="2570348"/>
            <a:ext cx="684230" cy="752295"/>
          </a:xfrm>
          <a:prstGeom prst="rect">
            <a:avLst/>
          </a:prstGeom>
        </p:spPr>
      </p:pic>
      <p:pic>
        <p:nvPicPr>
          <p:cNvPr id="7" name="그래픽 6" descr="집 Wi-Fi에서 작업 단색으로 채워진">
            <a:hlinkClick r:id="" action="ppaction://hlinkshowjump?jump=firstslide"/>
            <a:extLst>
              <a:ext uri="{FF2B5EF4-FFF2-40B4-BE49-F238E27FC236}">
                <a16:creationId xmlns:a16="http://schemas.microsoft.com/office/drawing/2014/main" id="{67885CE9-3E13-7DC5-4DD1-4BA7AE88665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2852887"/>
            <a:ext cx="457200" cy="457200"/>
          </a:xfrm>
          <a:prstGeom prst="rect">
            <a:avLst/>
          </a:prstGeom>
          <a:effectLst>
            <a:outerShdw blurRad="50800" dist="50800" dir="3660000" algn="ctr" rotWithShape="0">
              <a:schemeClr val="bg1">
                <a:alpha val="82714"/>
              </a:schemeClr>
            </a:outerShdw>
          </a:effectLst>
        </p:spPr>
      </p:pic>
      <p:graphicFrame>
        <p:nvGraphicFramePr>
          <p:cNvPr id="3" name="Google Shape;283;p17">
            <a:extLst>
              <a:ext uri="{FF2B5EF4-FFF2-40B4-BE49-F238E27FC236}">
                <a16:creationId xmlns:a16="http://schemas.microsoft.com/office/drawing/2014/main" id="{ED3BB5D2-F6D9-5644-DA9B-7F55062C525D}"/>
              </a:ext>
            </a:extLst>
          </p:cNvPr>
          <p:cNvGraphicFramePr/>
          <p:nvPr>
            <p:extLst>
              <p:ext uri="{D42A27DB-BD31-4B8C-83A1-F6EECF244321}">
                <p14:modId xmlns:p14="http://schemas.microsoft.com/office/powerpoint/2010/main" val="3423549415"/>
              </p:ext>
            </p:extLst>
          </p:nvPr>
        </p:nvGraphicFramePr>
        <p:xfrm>
          <a:off x="11589" y="3297065"/>
          <a:ext cx="2314761" cy="225241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178498">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2227">
                <a:tc>
                  <a:txBody>
                    <a:bodyPr/>
                    <a:lstStyle/>
                    <a:p>
                      <a:pPr marL="0" marR="0" lvl="0" indent="0" algn="ctr" rtl="0">
                        <a:spcBef>
                          <a:spcPts val="0"/>
                        </a:spcBef>
                        <a:spcAft>
                          <a:spcPts val="0"/>
                        </a:spcAft>
                        <a:buNone/>
                      </a:pPr>
                      <a:r>
                        <a:rPr lang="en-US" sz="800" b="1" dirty="0"/>
                        <a:t>33</a:t>
                      </a:r>
                    </a:p>
                    <a:p>
                      <a:pPr marL="0" marR="0" lvl="0" indent="0" algn="ctr" rtl="0">
                        <a:spcBef>
                          <a:spcPts val="0"/>
                        </a:spcBef>
                        <a:spcAft>
                          <a:spcPts val="0"/>
                        </a:spcAft>
                        <a:buNone/>
                      </a:pPr>
                      <a:r>
                        <a:rPr lang="en-US" sz="800" b="1" dirty="0"/>
                        <a:t>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xY</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ENPIL</a:t>
                      </a:r>
                    </a:p>
                    <a:p>
                      <a:pPr marL="0" marR="0" lvl="0" indent="0" algn="ctr" rtl="0">
                        <a:spcBef>
                          <a:spcPts val="0"/>
                        </a:spcBef>
                        <a:spcAft>
                          <a:spcPts val="0"/>
                        </a:spcAft>
                        <a:buNone/>
                      </a:pPr>
                      <a:r>
                        <a:rPr lang="en-US" sz="800" b="1" dirty="0">
                          <a:solidFill>
                            <a:srgbClr val="FF0000"/>
                          </a:solidFill>
                        </a:rPr>
                        <a:t>PAMBI</a:t>
                      </a:r>
                      <a:endParaRPr sz="458" b="1"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OLMEN 180</a:t>
                      </a:r>
                    </a:p>
                    <a:p>
                      <a:pPr marL="0" marR="0" lvl="0" indent="0" algn="ctr" rtl="0">
                        <a:spcBef>
                          <a:spcPts val="0"/>
                        </a:spcBef>
                        <a:spcAft>
                          <a:spcPts val="0"/>
                        </a:spcAft>
                        <a:buNone/>
                      </a:pPr>
                      <a:r>
                        <a:rPr lang="en-US" sz="800" b="1" dirty="0"/>
                        <a:t>OLMEN 160</a:t>
                      </a:r>
                      <a:endParaRPr sz="458" b="1" dirty="0"/>
                    </a:p>
                  </a:txBody>
                  <a:tcPr marL="36000" marR="36000" marT="36000" marB="36000" anchor="ctr"/>
                </a:tc>
                <a:extLst>
                  <a:ext uri="{0D108BD9-81ED-4DB2-BD59-A6C34878D82A}">
                    <a16:rowId xmlns:a16="http://schemas.microsoft.com/office/drawing/2014/main" val="10001"/>
                  </a:ext>
                </a:extLst>
              </a:tr>
              <a:tr h="264221">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xC</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62227">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62227">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62227">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2227">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5595510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16083" y="2798715"/>
            <a:ext cx="2239716"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132.8 – DLC 132.95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TAO 133.725 – 128.15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125.6 – 120.35 – 133.65 – 134.15 - 126.7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XIY 125.3 – 120.95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XIY APP 119.05 – 120.2 – 125.1</a:t>
            </a:r>
          </a:p>
        </p:txBody>
      </p:sp>
      <p:graphicFrame>
        <p:nvGraphicFramePr>
          <p:cNvPr id="292" name="Google Shape;292;p18"/>
          <p:cNvGraphicFramePr/>
          <p:nvPr>
            <p:extLst>
              <p:ext uri="{D42A27DB-BD31-4B8C-83A1-F6EECF244321}">
                <p14:modId xmlns:p14="http://schemas.microsoft.com/office/powerpoint/2010/main" val="3671123807"/>
              </p:ext>
            </p:extLst>
          </p:nvPr>
        </p:nvGraphicFramePr>
        <p:xfrm>
          <a:off x="-1706" y="3904832"/>
          <a:ext cx="2333879" cy="1654299"/>
        </p:xfrm>
        <a:graphic>
          <a:graphicData uri="http://schemas.openxmlformats.org/drawingml/2006/table">
            <a:tbl>
              <a:tblPr firstRow="1" bandRow="1">
                <a:noFill/>
                <a:tableStyleId>{A521BE36-7E6F-4EC9-8D66-1CF97A6895EC}</a:tableStyleId>
              </a:tblPr>
              <a:tblGrid>
                <a:gridCol w="430193">
                  <a:extLst>
                    <a:ext uri="{9D8B030D-6E8A-4147-A177-3AD203B41FA5}">
                      <a16:colId xmlns:a16="http://schemas.microsoft.com/office/drawing/2014/main" val="20000"/>
                    </a:ext>
                  </a:extLst>
                </a:gridCol>
                <a:gridCol w="733287">
                  <a:extLst>
                    <a:ext uri="{9D8B030D-6E8A-4147-A177-3AD203B41FA5}">
                      <a16:colId xmlns:a16="http://schemas.microsoft.com/office/drawing/2014/main" val="20001"/>
                    </a:ext>
                  </a:extLst>
                </a:gridCol>
                <a:gridCol w="348974">
                  <a:extLst>
                    <a:ext uri="{9D8B030D-6E8A-4147-A177-3AD203B41FA5}">
                      <a16:colId xmlns:a16="http://schemas.microsoft.com/office/drawing/2014/main" val="20002"/>
                    </a:ext>
                  </a:extLst>
                </a:gridCol>
                <a:gridCol w="821425">
                  <a:extLst>
                    <a:ext uri="{9D8B030D-6E8A-4147-A177-3AD203B41FA5}">
                      <a16:colId xmlns:a16="http://schemas.microsoft.com/office/drawing/2014/main" val="20003"/>
                    </a:ext>
                  </a:extLst>
                </a:gridCol>
              </a:tblGrid>
              <a:tr h="339277">
                <a:tc gridSpan="4">
                  <a:txBody>
                    <a:bodyPr/>
                    <a:lstStyle/>
                    <a:p>
                      <a:pPr marL="0" marR="0" lvl="0" indent="0" algn="ctr" rtl="0">
                        <a:spcBef>
                          <a:spcPts val="0"/>
                        </a:spcBef>
                        <a:spcAft>
                          <a:spcPts val="0"/>
                        </a:spcAft>
                        <a:buNone/>
                      </a:pPr>
                      <a:r>
                        <a:rPr lang="en-US" sz="800" dirty="0"/>
                        <a:t>XIY </a:t>
                      </a:r>
                      <a:r>
                        <a:rPr lang="en-US" sz="800" dirty="0">
                          <a:solidFill>
                            <a:srgbClr val="00B0F0"/>
                          </a:solidFill>
                        </a:rPr>
                        <a:t>[052/232]</a:t>
                      </a:r>
                      <a:r>
                        <a:rPr lang="en-US" sz="800" dirty="0">
                          <a:solidFill>
                            <a:schemeClr val="bg1"/>
                          </a:solidFill>
                        </a:rPr>
                        <a:t> </a:t>
                      </a:r>
                      <a:r>
                        <a:rPr lang="en-US" sz="800" dirty="0"/>
                        <a:t>: STAR TL118 </a:t>
                      </a:r>
                    </a:p>
                    <a:p>
                      <a:pPr marL="0" marR="0" lvl="0" indent="0" algn="ctr" rtl="0">
                        <a:spcBef>
                          <a:spcPts val="0"/>
                        </a:spcBef>
                        <a:spcAft>
                          <a:spcPts val="0"/>
                        </a:spcAft>
                        <a:buNone/>
                      </a:pPr>
                      <a:r>
                        <a:rPr lang="en-US" sz="800" dirty="0" err="1">
                          <a:solidFill>
                            <a:srgbClr val="C00000"/>
                          </a:solidFill>
                        </a:rPr>
                        <a:t>Spd</a:t>
                      </a:r>
                      <a:r>
                        <a:rPr lang="en-US" sz="800" dirty="0">
                          <a:solidFill>
                            <a:srgbClr val="C00000"/>
                          </a:solidFill>
                        </a:rPr>
                        <a:t> Restriction at REF Page </a:t>
                      </a:r>
                    </a:p>
                    <a:p>
                      <a:pPr marL="0" marR="0" lvl="0" indent="0" algn="ctr" rtl="0">
                        <a:spcBef>
                          <a:spcPts val="0"/>
                        </a:spcBef>
                        <a:spcAft>
                          <a:spcPts val="0"/>
                        </a:spcAft>
                        <a:buNone/>
                      </a:pPr>
                      <a:r>
                        <a:rPr lang="en-US" sz="800" dirty="0">
                          <a:solidFill>
                            <a:schemeClr val="accent4"/>
                          </a:solidFill>
                        </a:rPr>
                        <a:t>Req ILS APP instead of Visual APP</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20311">
                <a:tc>
                  <a:txBody>
                    <a:bodyPr/>
                    <a:lstStyle/>
                    <a:p>
                      <a:pPr marL="0" marR="0" lvl="0" indent="0" algn="ctr" rtl="0">
                        <a:spcBef>
                          <a:spcPts val="0"/>
                        </a:spcBef>
                        <a:spcAft>
                          <a:spcPts val="0"/>
                        </a:spcAft>
                        <a:buNone/>
                      </a:pPr>
                      <a:r>
                        <a:rPr lang="en-US" sz="800" b="1" dirty="0"/>
                        <a:t>05L</a:t>
                      </a:r>
                      <a:r>
                        <a:rPr lang="en-US" sz="800" b="0" dirty="0"/>
                        <a:t>/R</a:t>
                      </a:r>
                      <a:endParaRPr sz="800" b="0" dirty="0"/>
                    </a:p>
                  </a:txBody>
                  <a:tcPr marL="36000" marR="36000" marT="0" marB="0" anchor="ctr"/>
                </a:tc>
                <a:tc>
                  <a:txBody>
                    <a:bodyPr/>
                    <a:lstStyle/>
                    <a:p>
                      <a:pPr marL="0" marR="0" lvl="0" indent="0" algn="ctr" rtl="0">
                        <a:spcBef>
                          <a:spcPts val="0"/>
                        </a:spcBef>
                        <a:spcAft>
                          <a:spcPts val="0"/>
                        </a:spcAft>
                        <a:buNone/>
                      </a:pPr>
                      <a:r>
                        <a:rPr lang="en-US" sz="800" b="1" dirty="0"/>
                        <a:t>LOVRA xx W</a:t>
                      </a:r>
                    </a:p>
                  </a:txBody>
                  <a:tcPr marL="36000" marR="36000" marT="0" marB="0" anchor="ctr"/>
                </a:tc>
                <a:tc>
                  <a:txBody>
                    <a:bodyPr/>
                    <a:lstStyle/>
                    <a:p>
                      <a:pPr marL="0" marR="0" lvl="0" indent="0" algn="ctr" rtl="0">
                        <a:spcBef>
                          <a:spcPts val="0"/>
                        </a:spcBef>
                        <a:spcAft>
                          <a:spcPts val="0"/>
                        </a:spcAft>
                        <a:buNone/>
                      </a:pPr>
                      <a:r>
                        <a:rPr lang="en-US" sz="800" b="1" dirty="0"/>
                        <a:t>XY906</a:t>
                      </a:r>
                    </a:p>
                  </a:txBody>
                  <a:tcPr marL="36000" marR="36000" marT="0" marB="0" anchor="ctr"/>
                </a:tc>
                <a:tc>
                  <a:txBody>
                    <a:bodyPr/>
                    <a:lstStyle/>
                    <a:p>
                      <a:pPr marL="0" marR="0" lvl="0" indent="0" algn="ctr" rtl="0">
                        <a:spcBef>
                          <a:spcPts val="0"/>
                        </a:spcBef>
                        <a:spcAft>
                          <a:spcPts val="0"/>
                        </a:spcAft>
                        <a:buNone/>
                      </a:pPr>
                      <a:r>
                        <a:rPr lang="en-US" sz="800" b="1" dirty="0"/>
                        <a:t>RNAV ILS Z 05L/R</a:t>
                      </a:r>
                      <a:endParaRPr lang="en-US" sz="800" b="0" dirty="0"/>
                    </a:p>
                  </a:txBody>
                  <a:tcPr marL="36000" marR="36000" marT="0" marB="0" anchor="ctr"/>
                </a:tc>
                <a:extLst>
                  <a:ext uri="{0D108BD9-81ED-4DB2-BD59-A6C34878D82A}">
                    <a16:rowId xmlns:a16="http://schemas.microsoft.com/office/drawing/2014/main" val="10001"/>
                  </a:ext>
                </a:extLst>
              </a:tr>
              <a:tr h="185561">
                <a:tc>
                  <a:txBody>
                    <a:bodyPr/>
                    <a:lstStyle/>
                    <a:p>
                      <a:pPr marL="0" marR="0" lvl="0" indent="0" algn="ctr" rtl="0">
                        <a:spcBef>
                          <a:spcPts val="0"/>
                        </a:spcBef>
                        <a:spcAft>
                          <a:spcPts val="0"/>
                        </a:spcAft>
                        <a:buNone/>
                      </a:pPr>
                      <a:r>
                        <a:rPr lang="en-US" sz="800" b="1" dirty="0"/>
                        <a:t>23R</a:t>
                      </a:r>
                      <a:r>
                        <a:rPr lang="en-US" sz="800" b="0" dirty="0"/>
                        <a:t>/L</a:t>
                      </a:r>
                      <a:endParaRPr sz="800" b="0" dirty="0"/>
                    </a:p>
                  </a:txBody>
                  <a:tcPr marL="36000" marR="3600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800" b="1" dirty="0"/>
                        <a:t>LOVRA xx Y</a:t>
                      </a:r>
                    </a:p>
                  </a:txBody>
                  <a:tcPr marL="36000" marR="36000" marT="0" marB="0" anchor="ctr"/>
                </a:tc>
                <a:tc>
                  <a:txBody>
                    <a:bodyPr/>
                    <a:lstStyle/>
                    <a:p>
                      <a:pPr marL="0" marR="0" lvl="0" indent="0" algn="ctr" rtl="0">
                        <a:spcBef>
                          <a:spcPts val="0"/>
                        </a:spcBef>
                        <a:spcAft>
                          <a:spcPts val="0"/>
                        </a:spcAft>
                        <a:buNone/>
                      </a:pPr>
                      <a:r>
                        <a:rPr lang="en-US" altLang="ko-Kore-KR" sz="800" b="1" dirty="0"/>
                        <a:t>XY801</a:t>
                      </a:r>
                    </a:p>
                  </a:txBody>
                  <a:tcPr marL="36000" marR="36000" marT="0" marB="0" anchor="ctr"/>
                </a:tc>
                <a:tc>
                  <a:txBody>
                    <a:bodyPr/>
                    <a:lstStyle/>
                    <a:p>
                      <a:pPr marL="0" marR="0" lvl="0" indent="0" algn="ctr" rtl="0">
                        <a:spcBef>
                          <a:spcPts val="0"/>
                        </a:spcBef>
                        <a:spcAft>
                          <a:spcPts val="0"/>
                        </a:spcAft>
                        <a:buNone/>
                      </a:pPr>
                      <a:r>
                        <a:rPr lang="en-US" sz="800" b="1" dirty="0"/>
                        <a:t>RNAV ILS Z 23R/L</a:t>
                      </a:r>
                      <a:endParaRPr sz="800" b="1" dirty="0"/>
                    </a:p>
                  </a:txBody>
                  <a:tcPr marL="36000" marR="36000" marT="0" marB="0" anchor="ctr"/>
                </a:tc>
                <a:extLst>
                  <a:ext uri="{0D108BD9-81ED-4DB2-BD59-A6C34878D82A}">
                    <a16:rowId xmlns:a16="http://schemas.microsoft.com/office/drawing/2014/main" val="10002"/>
                  </a:ext>
                </a:extLst>
              </a:tr>
              <a:tr h="15583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0" marB="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LCZ, </a:t>
                      </a:r>
                      <a:r>
                        <a:rPr lang="en-US" sz="800" b="1" dirty="0">
                          <a:solidFill>
                            <a:srgbClr val="C00000"/>
                          </a:solidFill>
                        </a:rPr>
                        <a:t>05L IQU, 23R IRA, 05R IXW, 23L IAQ</a:t>
                      </a:r>
                      <a:endParaRPr lang="en-US" altLang="ko-Kore-KR" sz="800" b="1" dirty="0">
                        <a:solidFill>
                          <a:srgbClr val="C00000"/>
                        </a:solidFill>
                      </a:endParaRPr>
                    </a:p>
                  </a:txBody>
                  <a:tcPr marL="36000" marR="36000" marT="0" marB="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261934">
                <a:tc gridSpan="4">
                  <a:txBody>
                    <a:bodyPr/>
                    <a:lstStyle/>
                    <a:p>
                      <a:pPr marL="0" marR="0" lvl="0" indent="0" algn="l" rtl="0">
                        <a:lnSpc>
                          <a:spcPct val="100000"/>
                        </a:lnSpc>
                        <a:spcBef>
                          <a:spcPts val="0"/>
                        </a:spcBef>
                        <a:spcAft>
                          <a:spcPts val="0"/>
                        </a:spcAft>
                        <a:buClr>
                          <a:schemeClr val="dk1"/>
                        </a:buClr>
                        <a:buSzPts val="800"/>
                        <a:buFont typeface="Calibri"/>
                        <a:buNone/>
                      </a:pPr>
                      <a:r>
                        <a:rPr lang="en-US" altLang="ko-KR" sz="800" b="1" dirty="0">
                          <a:solidFill>
                            <a:schemeClr val="dk1"/>
                          </a:solidFill>
                        </a:rPr>
                        <a:t> 05L</a:t>
                      </a:r>
                      <a:r>
                        <a:rPr lang="en-US" sz="800" b="1" dirty="0">
                          <a:solidFill>
                            <a:schemeClr val="dk1"/>
                          </a:solidFill>
                        </a:rPr>
                        <a:t> : A3(6778’), A2(9032</a:t>
                      </a:r>
                      <a:r>
                        <a:rPr lang="en-US" altLang="ko-KR" sz="800" b="1" dirty="0">
                          <a:solidFill>
                            <a:schemeClr val="dk1"/>
                          </a:solidFill>
                        </a:rPr>
                        <a:t>’), </a:t>
                      </a:r>
                      <a:r>
                        <a:rPr lang="en-US" sz="800" b="1" dirty="0">
                          <a:solidFill>
                            <a:schemeClr val="dk1"/>
                          </a:solidFill>
                        </a:rPr>
                        <a:t>23R : A6(5544’), A7(6512’)</a:t>
                      </a: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 </a:t>
                      </a:r>
                      <a:r>
                        <a:rPr lang="en-US" altLang="ko-KR" sz="800" b="1" dirty="0">
                          <a:solidFill>
                            <a:schemeClr val="dk1"/>
                          </a:solidFill>
                        </a:rPr>
                        <a:t>05R</a:t>
                      </a:r>
                      <a:r>
                        <a:rPr lang="en-US" altLang="ko-Kore-KR" sz="800" b="1" dirty="0">
                          <a:solidFill>
                            <a:schemeClr val="dk1"/>
                          </a:solidFill>
                        </a:rPr>
                        <a:t> : D4(5613’), D3(7322</a:t>
                      </a:r>
                      <a:r>
                        <a:rPr lang="en-US" altLang="ko-KR" sz="800" b="1" dirty="0">
                          <a:solidFill>
                            <a:schemeClr val="dk1"/>
                          </a:solidFill>
                        </a:rPr>
                        <a:t>’), </a:t>
                      </a:r>
                      <a:r>
                        <a:rPr lang="en-US" altLang="ko-Kore-KR" sz="800" b="1" dirty="0">
                          <a:solidFill>
                            <a:schemeClr val="dk1"/>
                          </a:solidFill>
                        </a:rPr>
                        <a:t>23L : D5(5646’), D6(7408’)</a:t>
                      </a:r>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39290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Follow Me Car, CTC Apron before Gate in</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“Closing to xx TWY, apply to change to xx Freq”</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Taxi RTE in Jeppesen Chart. </a:t>
                      </a:r>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2771811489"/>
              </p:ext>
            </p:extLst>
          </p:nvPr>
        </p:nvGraphicFramePr>
        <p:xfrm>
          <a:off x="-2501" y="12087"/>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200" dirty="0">
                          <a:solidFill>
                            <a:schemeClr val="tx1"/>
                          </a:solidFill>
                          <a:hlinkClick r:id="rId4">
                            <a:extLst>
                              <a:ext uri="{A12FA001-AC4F-418D-AE19-62706E023703}">
                                <ahyp:hlinkClr xmlns:ahyp="http://schemas.microsoft.com/office/drawing/2018/hyperlinkcolor" val="tx"/>
                              </a:ext>
                            </a:extLst>
                          </a:hlinkClick>
                        </a:rPr>
                        <a:t>ZLXY(XIY)</a:t>
                      </a:r>
                      <a:r>
                        <a:rPr lang="en-US" sz="1200" dirty="0">
                          <a:solidFill>
                            <a:srgbClr val="C00000"/>
                          </a:solidFill>
                          <a:hlinkClick r:id="rId4">
                            <a:extLst>
                              <a:ext uri="{A12FA001-AC4F-418D-AE19-62706E023703}">
                                <ahyp:hlinkClr xmlns:ahyp="http://schemas.microsoft.com/office/drawing/2018/hyperlinkcolor" val="tx"/>
                              </a:ext>
                            </a:extLst>
                          </a:hlinkClick>
                        </a:rPr>
                        <a:t>1572ft</a:t>
                      </a:r>
                      <a:endParaRPr sz="12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AirPort OC 132.0</a:t>
                      </a:r>
                    </a:p>
                    <a:p>
                      <a:pPr marL="0" marR="0" lvl="0" indent="0" algn="ctr" rtl="0">
                        <a:spcBef>
                          <a:spcPts val="0"/>
                        </a:spcBef>
                        <a:spcAft>
                          <a:spcPts val="0"/>
                        </a:spcAft>
                        <a:buNone/>
                      </a:pPr>
                      <a:r>
                        <a:rPr lang="en-US" sz="900" b="1" dirty="0">
                          <a:solidFill>
                            <a:srgbClr val="7030A0"/>
                          </a:solidFill>
                        </a:rPr>
                        <a:t>Parking Bay 556-561</a:t>
                      </a:r>
                      <a:endParaRPr sz="9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6009EB74-6D91-1AA6-A9DA-65019232BABA}"/>
              </a:ext>
            </a:extLst>
          </p:cNvPr>
          <p:cNvSpPr/>
          <p:nvPr/>
        </p:nvSpPr>
        <p:spPr>
          <a:xfrm>
            <a:off x="845882" y="203880"/>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C8DD365E-7219-0DC6-0ED4-B3899D077878}"/>
              </a:ext>
            </a:extLst>
          </p:cNvPr>
          <p:cNvGraphicFramePr/>
          <p:nvPr>
            <p:extLst>
              <p:ext uri="{D42A27DB-BD31-4B8C-83A1-F6EECF244321}">
                <p14:modId xmlns:p14="http://schemas.microsoft.com/office/powerpoint/2010/main" val="1993635572"/>
              </p:ext>
            </p:extLst>
          </p:nvPr>
        </p:nvGraphicFramePr>
        <p:xfrm>
          <a:off x="1" y="610603"/>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20191FEC-9740-F804-2F62-4680E32AF4D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394949"/>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2978834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D3F76-0ACF-227A-6409-1225AEBC77D1}"/>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7276436F-8F34-1A3E-6363-C2B7D34D6567}"/>
              </a:ext>
            </a:extLst>
          </p:cNvPr>
          <p:cNvGraphicFramePr>
            <a:graphicFrameLocks noGrp="1"/>
          </p:cNvGraphicFramePr>
          <p:nvPr>
            <p:ph idx="1"/>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14,800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3,600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11,800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rgbClr val="0070C0"/>
                          </a:solidFill>
                          <a:effectLst/>
                          <a:latin typeface="Arial" panose="020B0604020202020204" pitchFamily="34" charset="0"/>
                          <a:cs typeface="Arial" panose="020B0604020202020204" pitchFamily="34" charset="0"/>
                        </a:rPr>
                        <a:t>3,000</a:t>
                      </a:r>
                      <a:r>
                        <a:rPr lang="en-US" sz="800" b="0" i="0">
                          <a:solidFill>
                            <a:srgbClr val="0070C0"/>
                          </a:solidFill>
                          <a:effectLst/>
                          <a:latin typeface="Arial" panose="020B0604020202020204" pitchFamily="34" charset="0"/>
                          <a:cs typeface="Arial" panose="020B0604020202020204" pitchFamily="34" charset="0"/>
                        </a:rPr>
                        <a:t> </a:t>
                      </a:r>
                      <a:r>
                        <a:rPr lang="en-US" sz="800" b="1" i="0">
                          <a:solidFill>
                            <a:srgbClr val="0070C0"/>
                          </a:solidFill>
                          <a:effectLst/>
                          <a:latin typeface="Arial" panose="020B0604020202020204" pitchFamily="34" charset="0"/>
                          <a:cs typeface="Arial" panose="020B0604020202020204" pitchFamily="34" charset="0"/>
                        </a:rPr>
                        <a:t>m</a:t>
                      </a:r>
                      <a:endParaRPr lang="en-US" sz="80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9,800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69023CEF-F14D-D9B6-2954-428FC0F8027D}"/>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01FB690D-8F4E-F58B-AF01-306BF3AD2BE1}"/>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4EB81FE9-F2DA-F7B4-4362-2D3853FBA6A5}"/>
              </a:ext>
            </a:extLst>
          </p:cNvPr>
          <p:cNvGraphicFramePr>
            <a:graphicFrameLocks noGrp="1"/>
          </p:cNvGraphicFramePr>
          <p:nvPr/>
        </p:nvGraphicFramePr>
        <p:xfrm>
          <a:off x="39455" y="410023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Tree>
    <p:extLst>
      <p:ext uri="{BB962C8B-B14F-4D97-AF65-F5344CB8AC3E}">
        <p14:creationId xmlns:p14="http://schemas.microsoft.com/office/powerpoint/2010/main" val="187215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856310249"/>
              </p:ext>
            </p:extLst>
          </p:nvPr>
        </p:nvGraphicFramePr>
        <p:xfrm>
          <a:off x="-4046" y="692910"/>
          <a:ext cx="2334438" cy="1354810"/>
        </p:xfrm>
        <a:graphic>
          <a:graphicData uri="http://schemas.openxmlformats.org/drawingml/2006/table">
            <a:tbl>
              <a:tblPr firstRow="1" bandRow="1">
                <a:noFill/>
                <a:tableStyleId>{A521BE36-7E6F-4EC9-8D66-1CF97A6895EC}</a:tableStyleId>
              </a:tblPr>
              <a:tblGrid>
                <a:gridCol w="233594">
                  <a:extLst>
                    <a:ext uri="{9D8B030D-6E8A-4147-A177-3AD203B41FA5}">
                      <a16:colId xmlns:a16="http://schemas.microsoft.com/office/drawing/2014/main" val="20000"/>
                    </a:ext>
                  </a:extLst>
                </a:gridCol>
                <a:gridCol w="300866">
                  <a:extLst>
                    <a:ext uri="{9D8B030D-6E8A-4147-A177-3AD203B41FA5}">
                      <a16:colId xmlns:a16="http://schemas.microsoft.com/office/drawing/2014/main" val="20001"/>
                    </a:ext>
                  </a:extLst>
                </a:gridCol>
                <a:gridCol w="339920">
                  <a:extLst>
                    <a:ext uri="{9D8B030D-6E8A-4147-A177-3AD203B41FA5}">
                      <a16:colId xmlns:a16="http://schemas.microsoft.com/office/drawing/2014/main" val="20003"/>
                    </a:ext>
                  </a:extLst>
                </a:gridCol>
                <a:gridCol w="107959">
                  <a:extLst>
                    <a:ext uri="{9D8B030D-6E8A-4147-A177-3AD203B41FA5}">
                      <a16:colId xmlns:a16="http://schemas.microsoft.com/office/drawing/2014/main" val="20004"/>
                    </a:ext>
                  </a:extLst>
                </a:gridCol>
                <a:gridCol w="456341">
                  <a:extLst>
                    <a:ext uri="{9D8B030D-6E8A-4147-A177-3AD203B41FA5}">
                      <a16:colId xmlns:a16="http://schemas.microsoft.com/office/drawing/2014/main" val="456969378"/>
                    </a:ext>
                  </a:extLst>
                </a:gridCol>
                <a:gridCol w="447879">
                  <a:extLst>
                    <a:ext uri="{9D8B030D-6E8A-4147-A177-3AD203B41FA5}">
                      <a16:colId xmlns:a16="http://schemas.microsoft.com/office/drawing/2014/main" val="585746357"/>
                    </a:ext>
                  </a:extLst>
                </a:gridCol>
                <a:gridCol w="447879">
                  <a:extLst>
                    <a:ext uri="{9D8B030D-6E8A-4147-A177-3AD203B41FA5}">
                      <a16:colId xmlns:a16="http://schemas.microsoft.com/office/drawing/2014/main" val="2630083129"/>
                    </a:ext>
                  </a:extLst>
                </a:gridCol>
              </a:tblGrid>
              <a:tr h="147257">
                <a:tc gridSpan="7">
                  <a:txBody>
                    <a:bodyPr/>
                    <a:lstStyle/>
                    <a:p>
                      <a:pPr marL="0" marR="0" lvl="0" indent="0" algn="ctr" rtl="0">
                        <a:spcBef>
                          <a:spcPts val="0"/>
                        </a:spcBef>
                        <a:spcAft>
                          <a:spcPts val="0"/>
                        </a:spcAft>
                        <a:buNone/>
                      </a:pPr>
                      <a:r>
                        <a:rPr lang="en-US" sz="800" u="none" strike="noStrike" cap="none" dirty="0"/>
                        <a:t>XIY (TA 9850’)</a:t>
                      </a:r>
                      <a:r>
                        <a:rPr lang="en-US" sz="800" u="none" strike="noStrike" cap="none" dirty="0">
                          <a:solidFill>
                            <a:srgbClr val="C00000"/>
                          </a:solidFill>
                        </a:rPr>
                        <a:t> </a:t>
                      </a:r>
                      <a:r>
                        <a:rPr lang="en-US" sz="800" u="none" strike="noStrike" cap="none" dirty="0"/>
                        <a:t>: RNAV SID (NADP 1)</a:t>
                      </a:r>
                      <a:endParaRPr lang="en-US" sz="800" u="none" strike="noStrike" cap="none" dirty="0">
                        <a:solidFill>
                          <a:schemeClr val="accent4"/>
                        </a:solidFill>
                      </a:endParaRP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17976">
                <a:tc>
                  <a:txBody>
                    <a:bodyPr/>
                    <a:lstStyle/>
                    <a:p>
                      <a:pPr marL="0" marR="0" lvl="0" indent="0" algn="ctr" rtl="0">
                        <a:spcBef>
                          <a:spcPts val="0"/>
                        </a:spcBef>
                        <a:spcAft>
                          <a:spcPts val="0"/>
                        </a:spcAft>
                        <a:buNone/>
                      </a:pPr>
                      <a:r>
                        <a:rPr lang="en-US" sz="800" b="1" u="none" strike="noStrike" cap="none" dirty="0"/>
                        <a:t>05L</a:t>
                      </a:r>
                      <a:r>
                        <a:rPr lang="en-US" sz="800" b="0" u="none" strike="noStrike" cap="none" dirty="0"/>
                        <a:t>/R</a:t>
                      </a:r>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WJC xx W</a:t>
                      </a:r>
                      <a:r>
                        <a:rPr lang="en-US" sz="800" b="0" u="none" strike="noStrike" cap="none" dirty="0">
                          <a:solidFill>
                            <a:srgbClr val="0070C0"/>
                          </a:solidFill>
                        </a:rPr>
                        <a:t>/Z</a:t>
                      </a:r>
                    </a:p>
                  </a:txBody>
                  <a:tcPr marL="36000" marR="36000" marT="36000" marB="36000" anchor="ctr"/>
                </a:tc>
                <a:tc hMerge="1">
                  <a:txBody>
                    <a:bodyPr/>
                    <a:lstStyle/>
                    <a:p>
                      <a:endParaRPr lang="ko-Kore-KR"/>
                    </a:p>
                  </a:txBody>
                  <a:tcPr/>
                </a:tc>
                <a:tc gridSpan="4">
                  <a:txBody>
                    <a:bodyPr/>
                    <a:lstStyle/>
                    <a:p>
                      <a:pPr marL="0" marR="0" lvl="0" indent="0" algn="ctr" rtl="0">
                        <a:spcBef>
                          <a:spcPts val="0"/>
                        </a:spcBef>
                        <a:spcAft>
                          <a:spcPts val="0"/>
                        </a:spcAft>
                        <a:buNone/>
                      </a:pPr>
                      <a:r>
                        <a:rPr lang="en-US" sz="800" b="1" u="none" strike="noStrike" cap="none" dirty="0"/>
                        <a:t>HD 052 </a:t>
                      </a:r>
                      <a:r>
                        <a:rPr lang="en-US" sz="800" b="1" u="none" strike="noStrike" cap="none" dirty="0">
                          <a:solidFill>
                            <a:srgbClr val="0070C0"/>
                          </a:solidFill>
                        </a:rPr>
                        <a:t>ALT ATC</a:t>
                      </a:r>
                    </a:p>
                    <a:p>
                      <a:pPr marL="0" marR="0" lvl="0" indent="0" algn="ctr" rtl="0">
                        <a:spcBef>
                          <a:spcPts val="0"/>
                        </a:spcBef>
                        <a:spcAft>
                          <a:spcPts val="0"/>
                        </a:spcAft>
                        <a:buNone/>
                      </a:pPr>
                      <a:r>
                        <a:rPr lang="en-US" sz="800" b="1" u="none" strike="noStrike" cap="none" dirty="0">
                          <a:solidFill>
                            <a:srgbClr val="0070C0"/>
                          </a:solidFill>
                        </a:rPr>
                        <a:t>1500m(4900’) </a:t>
                      </a:r>
                      <a:r>
                        <a:rPr lang="en-US" sz="800" b="1" u="none" strike="noStrike" cap="none" dirty="0">
                          <a:solidFill>
                            <a:schemeClr val="accent5"/>
                          </a:solidFill>
                        </a:rPr>
                        <a:t>TA 9850</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217976">
                <a:tc>
                  <a:txBody>
                    <a:bodyPr/>
                    <a:lstStyle/>
                    <a:p>
                      <a:pPr marL="0" marR="0" lvl="0" indent="0" algn="ctr" rtl="0">
                        <a:spcBef>
                          <a:spcPts val="0"/>
                        </a:spcBef>
                        <a:spcAft>
                          <a:spcPts val="0"/>
                        </a:spcAft>
                        <a:buNone/>
                      </a:pPr>
                      <a:r>
                        <a:rPr lang="en-US" sz="800" b="1" u="none" strike="noStrike" cap="none" dirty="0"/>
                        <a:t>23R</a:t>
                      </a:r>
                      <a:r>
                        <a:rPr lang="en-US" sz="800" b="0" u="none" strike="noStrike" cap="none" dirty="0"/>
                        <a:t>/L</a:t>
                      </a:r>
                      <a:endParaRPr sz="800" b="0"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altLang="ko-Kore-KR" sz="800" b="1" u="none" strike="noStrike" cap="none" dirty="0">
                          <a:solidFill>
                            <a:srgbClr val="0070C0"/>
                          </a:solidFill>
                        </a:rPr>
                        <a:t>WJC xx X</a:t>
                      </a:r>
                      <a:r>
                        <a:rPr lang="en-US" altLang="ko-Kore-KR" sz="800" b="0" u="none" strike="noStrike" cap="none" dirty="0">
                          <a:solidFill>
                            <a:srgbClr val="0070C0"/>
                          </a:solidFill>
                        </a:rPr>
                        <a:t>/Y</a:t>
                      </a:r>
                    </a:p>
                  </a:txBody>
                  <a:tcPr marL="36000" marR="36000" marT="36000" marB="36000" anchor="ctr"/>
                </a:tc>
                <a:tc hMerge="1">
                  <a:txBody>
                    <a:bodyPr/>
                    <a:lstStyle/>
                    <a:p>
                      <a:endParaRPr lang="ko-Kore-KR"/>
                    </a:p>
                  </a:txBody>
                  <a:tcPr/>
                </a:tc>
                <a:tc gridSpan="4">
                  <a:txBody>
                    <a:bodyPr/>
                    <a:lstStyle/>
                    <a:p>
                      <a:pPr marL="0" marR="0" lvl="0" indent="0" algn="ctr" rtl="0">
                        <a:spcBef>
                          <a:spcPts val="0"/>
                        </a:spcBef>
                        <a:spcAft>
                          <a:spcPts val="0"/>
                        </a:spcAft>
                        <a:buNone/>
                      </a:pPr>
                      <a:r>
                        <a:rPr lang="en-US" sz="800" b="1" u="none" strike="noStrike" cap="none" dirty="0"/>
                        <a:t>HD 232 </a:t>
                      </a:r>
                      <a:r>
                        <a:rPr lang="en-US" altLang="ko-Kore-KR" sz="800" b="1" u="none" strike="noStrike" cap="none" dirty="0">
                          <a:solidFill>
                            <a:srgbClr val="0070C0"/>
                          </a:solidFill>
                        </a:rPr>
                        <a:t>ALT ATC</a:t>
                      </a:r>
                    </a:p>
                    <a:p>
                      <a:pPr marL="0" marR="0" lvl="0" indent="0" algn="ctr" rtl="0">
                        <a:spcBef>
                          <a:spcPts val="0"/>
                        </a:spcBef>
                        <a:spcAft>
                          <a:spcPts val="0"/>
                        </a:spcAft>
                        <a:buNone/>
                      </a:pPr>
                      <a:r>
                        <a:rPr lang="en-US" altLang="ko-Kore-KR" sz="800" b="1" u="none" strike="noStrike" cap="none" dirty="0">
                          <a:solidFill>
                            <a:srgbClr val="0070C0"/>
                          </a:solidFill>
                        </a:rPr>
                        <a:t>1500m(4900’) </a:t>
                      </a:r>
                      <a:r>
                        <a:rPr lang="en-US" altLang="ko-Kore-KR" sz="800" b="1" u="none" strike="noStrike" cap="none" dirty="0">
                          <a:solidFill>
                            <a:srgbClr val="7030A0"/>
                          </a:solidFill>
                        </a:rPr>
                        <a:t>SPD 205/230</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217976">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LCZ 109.0</a:t>
                      </a:r>
                      <a:endParaRPr sz="800" b="1" u="none" strike="noStrike" cap="none"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05L IQU 108.55</a:t>
                      </a:r>
                    </a:p>
                  </a:txBody>
                  <a:tcPr marL="36000" marR="36000" marT="36000" marB="36000" anchor="ctr"/>
                </a:tc>
                <a:tc hMerge="1">
                  <a:txBody>
                    <a:bodyPr/>
                    <a:lstStyle/>
                    <a:p>
                      <a:endParaRPr lang="ko-Kore-KR"/>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23R IRA 111.7</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05R IXW 109.3</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23L IAQ 111.1</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36405">
                <a:tc gridSpan="7">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b="1" dirty="0">
                          <a:solidFill>
                            <a:srgbClr val="FF0000"/>
                          </a:solidFill>
                        </a:rPr>
                        <a:t>NOTAM TO Perf</a:t>
                      </a:r>
                      <a:r>
                        <a:rPr lang="en-US" altLang="ko-Kore-KR" sz="800" b="1" dirty="0">
                          <a:solidFill>
                            <a:srgbClr val="0070C0"/>
                          </a:solidFill>
                        </a:rPr>
                        <a:t>, ADT = CTOT</a:t>
                      </a:r>
                      <a:endParaRPr lang="en-US" altLang="ko-Kore-KR" sz="800" dirty="0">
                        <a:solidFill>
                          <a:srgbClr val="0070C0"/>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329504973"/>
              </p:ext>
            </p:extLst>
          </p:nvPr>
        </p:nvGraphicFramePr>
        <p:xfrm>
          <a:off x="-2501" y="16504"/>
          <a:ext cx="2328850" cy="68129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200" dirty="0">
                          <a:solidFill>
                            <a:schemeClr val="tx1"/>
                          </a:solidFill>
                          <a:hlinkClick r:id="rId3">
                            <a:extLst>
                              <a:ext uri="{A12FA001-AC4F-418D-AE19-62706E023703}">
                                <ahyp:hlinkClr xmlns:ahyp="http://schemas.microsoft.com/office/drawing/2018/hyperlinkcolor" val="tx"/>
                              </a:ext>
                            </a:extLst>
                          </a:hlinkClick>
                        </a:rPr>
                        <a:t>ZLXY(XIY)</a:t>
                      </a:r>
                      <a:r>
                        <a:rPr lang="en-US" altLang="ko-Kore-KR" sz="1200" dirty="0">
                          <a:solidFill>
                            <a:srgbClr val="C00000"/>
                          </a:solidFill>
                          <a:hlinkClick r:id="rId3">
                            <a:extLst>
                              <a:ext uri="{A12FA001-AC4F-418D-AE19-62706E023703}">
                                <ahyp:hlinkClr xmlns:ahyp="http://schemas.microsoft.com/office/drawing/2018/hyperlinkcolor" val="tx"/>
                              </a:ext>
                            </a:extLst>
                          </a:hlinkClick>
                        </a:rPr>
                        <a:t>1572ft</a:t>
                      </a:r>
                      <a:endParaRPr lang="en-US" altLang="ko-Kore-KR" sz="12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altLang="ko-Kore-KR" sz="800" dirty="0"/>
                        <a:t>Airport Operation Center 132.0</a:t>
                      </a:r>
                    </a:p>
                    <a:p>
                      <a:pPr marL="0" marR="0" lvl="0" indent="0" algn="ctr" rtl="0">
                        <a:spcBef>
                          <a:spcPts val="0"/>
                        </a:spcBef>
                        <a:spcAft>
                          <a:spcPts val="0"/>
                        </a:spcAft>
                        <a:buNone/>
                      </a:pPr>
                      <a:r>
                        <a:rPr lang="en-US" altLang="ko-KR" sz="700" dirty="0">
                          <a:solidFill>
                            <a:srgbClr val="FF0000"/>
                          </a:solidFill>
                        </a:rPr>
                        <a:t>DCL -30~10 Min, Read Back</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22235" y="2117735"/>
            <a:ext cx="1794081"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119.9- XIY 120.95 – 124.1</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126.7 – 134.15 – 128.3 – 120.35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DLC</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123.2 - 132.95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TAE 132.8 </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53AC9E1A-44C6-BA36-C536-ED6640435CB5}"/>
              </a:ext>
            </a:extLst>
          </p:cNvPr>
          <p:cNvSpPr/>
          <p:nvPr/>
        </p:nvSpPr>
        <p:spPr>
          <a:xfrm>
            <a:off x="890872" y="327667"/>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8" name="그래픽 7" descr="집 Wi-Fi에서 작업 단색으로 채워진">
            <a:hlinkClick r:id="" action="ppaction://hlinkshowjump?jump=firstslide"/>
            <a:extLst>
              <a:ext uri="{FF2B5EF4-FFF2-40B4-BE49-F238E27FC236}">
                <a16:creationId xmlns:a16="http://schemas.microsoft.com/office/drawing/2014/main" id="{E34F2FED-EB1A-4018-3EAA-D07DC1E350E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997389"/>
            <a:ext cx="457200" cy="457200"/>
          </a:xfrm>
          <a:prstGeom prst="rect">
            <a:avLst/>
          </a:prstGeom>
          <a:effectLst>
            <a:outerShdw blurRad="50800" dist="50800" dir="3660000" algn="ctr" rotWithShape="0">
              <a:schemeClr val="bg1">
                <a:alpha val="82714"/>
              </a:schemeClr>
            </a:outerShdw>
          </a:effectLst>
        </p:spPr>
      </p:pic>
      <p:graphicFrame>
        <p:nvGraphicFramePr>
          <p:cNvPr id="3" name="Google Shape;283;p17">
            <a:extLst>
              <a:ext uri="{FF2B5EF4-FFF2-40B4-BE49-F238E27FC236}">
                <a16:creationId xmlns:a16="http://schemas.microsoft.com/office/drawing/2014/main" id="{F1AD7E94-04C3-C8DF-1149-9AC5AD8DEB20}"/>
              </a:ext>
            </a:extLst>
          </p:cNvPr>
          <p:cNvGraphicFramePr/>
          <p:nvPr>
            <p:extLst>
              <p:ext uri="{D42A27DB-BD31-4B8C-83A1-F6EECF244321}">
                <p14:modId xmlns:p14="http://schemas.microsoft.com/office/powerpoint/2010/main" val="2286344240"/>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P518 R068, R278</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4886344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55838" y="2988110"/>
            <a:ext cx="1887055" cy="693899"/>
          </a:xfrm>
          <a:prstGeom prst="rect">
            <a:avLst/>
          </a:prstGeom>
          <a:noFill/>
        </p:spPr>
        <p:txBody>
          <a:bodyPr wrap="none" tIns="36000" bIns="3600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DEP 125.15</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TGU</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132.8 – DLC 132.95</a:t>
            </a:r>
            <a:endParaRPr kumimoji="1" lang="en-US" altLang="ko-Kore-KR" sz="700" b="1" u="sng" dirty="0">
              <a:latin typeface="Gulim" panose="020B0600000101010101" pitchFamily="34" charset="-127"/>
              <a:ea typeface="Gulim" panose="020B0600000101010101" pitchFamily="34" charset="-127"/>
            </a:endParaRPr>
          </a:p>
          <a:p>
            <a:pPr>
              <a:lnSpc>
                <a:spcPct val="150000"/>
              </a:lnSpc>
            </a:pPr>
            <a:r>
              <a:rPr kumimoji="1" lang="en-US" altLang="ko-Kore-KR" sz="700" b="1" u="sng" dirty="0">
                <a:latin typeface="Gulim" panose="020B0600000101010101" pitchFamily="34" charset="-127"/>
                <a:ea typeface="Gulim" panose="020B0600000101010101" pitchFamily="34" charset="-127"/>
              </a:rPr>
              <a:t>TAO 133.72 – 128.15 – PEK 125.6</a:t>
            </a:r>
          </a:p>
          <a:p>
            <a:pPr>
              <a:lnSpc>
                <a:spcPct val="150000"/>
              </a:lnSpc>
            </a:pPr>
            <a:r>
              <a:rPr kumimoji="1" lang="en-US" altLang="ko-Kore-KR" sz="700" b="1" u="sng" dirty="0">
                <a:latin typeface="Gulim" panose="020B0600000101010101" pitchFamily="34" charset="-127"/>
                <a:ea typeface="Gulim" panose="020B0600000101010101" pitchFamily="34" charset="-127"/>
              </a:rPr>
              <a:t>TSN APP 119.27 </a:t>
            </a:r>
          </a:p>
          <a:p>
            <a:pPr>
              <a:lnSpc>
                <a:spcPct val="150000"/>
              </a:lnSpc>
            </a:pPr>
            <a:r>
              <a:rPr kumimoji="1" lang="en-US" altLang="ko-Kore-KR" sz="700" b="1" u="sng" dirty="0">
                <a:solidFill>
                  <a:srgbClr val="FF0000"/>
                </a:solidFill>
                <a:latin typeface="Gulim" panose="020B0600000101010101" pitchFamily="34" charset="-127"/>
                <a:ea typeface="Gulim" panose="020B0600000101010101" pitchFamily="34" charset="-127"/>
              </a:rPr>
              <a:t>TWR 118.425(130.0)</a:t>
            </a:r>
          </a:p>
        </p:txBody>
      </p:sp>
      <p:graphicFrame>
        <p:nvGraphicFramePr>
          <p:cNvPr id="292" name="Google Shape;292;p18"/>
          <p:cNvGraphicFramePr/>
          <p:nvPr>
            <p:extLst>
              <p:ext uri="{D42A27DB-BD31-4B8C-83A1-F6EECF244321}">
                <p14:modId xmlns:p14="http://schemas.microsoft.com/office/powerpoint/2010/main" val="3701214694"/>
              </p:ext>
            </p:extLst>
          </p:nvPr>
        </p:nvGraphicFramePr>
        <p:xfrm>
          <a:off x="4472" y="3934290"/>
          <a:ext cx="2333879" cy="1624079"/>
        </p:xfrm>
        <a:graphic>
          <a:graphicData uri="http://schemas.openxmlformats.org/drawingml/2006/table">
            <a:tbl>
              <a:tblPr firstRow="1" bandRow="1">
                <a:noFill/>
                <a:tableStyleId>{A521BE36-7E6F-4EC9-8D66-1CF97A6895EC}</a:tableStyleId>
              </a:tblPr>
              <a:tblGrid>
                <a:gridCol w="476174">
                  <a:extLst>
                    <a:ext uri="{9D8B030D-6E8A-4147-A177-3AD203B41FA5}">
                      <a16:colId xmlns:a16="http://schemas.microsoft.com/office/drawing/2014/main" val="20000"/>
                    </a:ext>
                  </a:extLst>
                </a:gridCol>
                <a:gridCol w="790414">
                  <a:extLst>
                    <a:ext uri="{9D8B030D-6E8A-4147-A177-3AD203B41FA5}">
                      <a16:colId xmlns:a16="http://schemas.microsoft.com/office/drawing/2014/main" val="20001"/>
                    </a:ext>
                  </a:extLst>
                </a:gridCol>
                <a:gridCol w="370450">
                  <a:extLst>
                    <a:ext uri="{9D8B030D-6E8A-4147-A177-3AD203B41FA5}">
                      <a16:colId xmlns:a16="http://schemas.microsoft.com/office/drawing/2014/main" val="20002"/>
                    </a:ext>
                  </a:extLst>
                </a:gridCol>
                <a:gridCol w="696841">
                  <a:extLst>
                    <a:ext uri="{9D8B030D-6E8A-4147-A177-3AD203B41FA5}">
                      <a16:colId xmlns:a16="http://schemas.microsoft.com/office/drawing/2014/main" val="20003"/>
                    </a:ext>
                  </a:extLst>
                </a:gridCol>
              </a:tblGrid>
              <a:tr h="177180">
                <a:tc gridSpan="4">
                  <a:txBody>
                    <a:bodyPr/>
                    <a:lstStyle/>
                    <a:p>
                      <a:pPr marL="0" marR="0" lvl="0" indent="0" algn="ctr" rtl="0">
                        <a:spcBef>
                          <a:spcPts val="0"/>
                        </a:spcBef>
                        <a:spcAft>
                          <a:spcPts val="0"/>
                        </a:spcAft>
                        <a:buNone/>
                      </a:pPr>
                      <a:r>
                        <a:rPr lang="en-US" sz="800" dirty="0"/>
                        <a:t>TSN </a:t>
                      </a:r>
                      <a:r>
                        <a:rPr lang="en-US" sz="800" dirty="0">
                          <a:solidFill>
                            <a:srgbClr val="00B0F0"/>
                          </a:solidFill>
                        </a:rPr>
                        <a:t>[161/341]</a:t>
                      </a:r>
                      <a:r>
                        <a:rPr lang="en-US" sz="800" dirty="0"/>
                        <a:t> : STAR </a:t>
                      </a:r>
                      <a:r>
                        <a:rPr lang="en-US" sz="800" dirty="0">
                          <a:solidFill>
                            <a:schemeClr val="accent4"/>
                          </a:solidFill>
                        </a:rPr>
                        <a:t>(Missed App 1970’ Initially)</a:t>
                      </a:r>
                      <a:endParaRPr sz="800" b="0" dirty="0">
                        <a:solidFill>
                          <a:schemeClr val="accent4"/>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62270">
                <a:tc>
                  <a:txBody>
                    <a:bodyPr/>
                    <a:lstStyle/>
                    <a:p>
                      <a:pPr marL="0" marR="0" lvl="0" indent="0" algn="ctr" rtl="0">
                        <a:spcBef>
                          <a:spcPts val="0"/>
                        </a:spcBef>
                        <a:spcAft>
                          <a:spcPts val="0"/>
                        </a:spcAft>
                        <a:buNone/>
                      </a:pPr>
                      <a:r>
                        <a:rPr lang="en-US" sz="800" b="1" dirty="0"/>
                        <a:t>16L</a:t>
                      </a:r>
                      <a:r>
                        <a:rPr lang="en-US" sz="800" b="0" dirty="0"/>
                        <a:t>/16R</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DUMAP </a:t>
                      </a:r>
                      <a:r>
                        <a:rPr lang="en-US" sz="800" b="1" dirty="0" err="1"/>
                        <a:t>xK</a:t>
                      </a:r>
                      <a:r>
                        <a:rPr lang="en-US" sz="800" b="0" dirty="0"/>
                        <a:t>/R/H</a:t>
                      </a:r>
                    </a:p>
                  </a:txBody>
                  <a:tcPr marL="36000" marR="36000" marT="36000" marB="36000" anchor="ctr"/>
                </a:tc>
                <a:tc>
                  <a:txBody>
                    <a:bodyPr/>
                    <a:lstStyle/>
                    <a:p>
                      <a:pPr marL="0" marR="0" lvl="0" indent="0" algn="ctr" rtl="0">
                        <a:spcBef>
                          <a:spcPts val="0"/>
                        </a:spcBef>
                        <a:spcAft>
                          <a:spcPts val="0"/>
                        </a:spcAft>
                        <a:buNone/>
                      </a:pPr>
                      <a:r>
                        <a:rPr lang="en-US" sz="800" b="1" dirty="0"/>
                        <a:t>TJ960</a:t>
                      </a:r>
                    </a:p>
                    <a:p>
                      <a:pPr marL="0" marR="0" lvl="0" indent="0" algn="ctr" rtl="0">
                        <a:spcBef>
                          <a:spcPts val="0"/>
                        </a:spcBef>
                        <a:spcAft>
                          <a:spcPts val="0"/>
                        </a:spcAft>
                        <a:buNone/>
                      </a:pPr>
                      <a:r>
                        <a:rPr lang="en-US" sz="800" b="0" dirty="0"/>
                        <a:t>TJ919</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ILS 16L</a:t>
                      </a:r>
                      <a:r>
                        <a:rPr lang="en-US" sz="800" b="0" dirty="0"/>
                        <a:t>/16R</a:t>
                      </a:r>
                    </a:p>
                  </a:txBody>
                  <a:tcPr marL="36000" marR="36000" marT="36000" marB="36000" anchor="ctr"/>
                </a:tc>
                <a:extLst>
                  <a:ext uri="{0D108BD9-81ED-4DB2-BD59-A6C34878D82A}">
                    <a16:rowId xmlns:a16="http://schemas.microsoft.com/office/drawing/2014/main" val="10001"/>
                  </a:ext>
                </a:extLst>
              </a:tr>
              <a:tr h="262270">
                <a:tc>
                  <a:txBody>
                    <a:bodyPr/>
                    <a:lstStyle/>
                    <a:p>
                      <a:pPr marL="0" marR="0" lvl="0" indent="0" algn="ctr" rtl="0">
                        <a:spcBef>
                          <a:spcPts val="0"/>
                        </a:spcBef>
                        <a:spcAft>
                          <a:spcPts val="0"/>
                        </a:spcAft>
                        <a:buNone/>
                      </a:pPr>
                      <a:r>
                        <a:rPr lang="en-US" sz="800" b="1" dirty="0"/>
                        <a:t>34R</a:t>
                      </a:r>
                      <a:r>
                        <a:rPr lang="en-US" sz="800" b="0" dirty="0"/>
                        <a:t>/34L</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DUMAP </a:t>
                      </a:r>
                      <a:r>
                        <a:rPr lang="en-US" altLang="ko-Kore-KR" sz="800" b="1" dirty="0" err="1"/>
                        <a:t>xQ</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TJ841</a:t>
                      </a:r>
                    </a:p>
                  </a:txBody>
                  <a:tcPr marL="36000" marR="36000" marT="36000" marB="36000" anchor="ctr"/>
                </a:tc>
                <a:tc>
                  <a:txBody>
                    <a:bodyPr/>
                    <a:lstStyle/>
                    <a:p>
                      <a:pPr marL="0" marR="0" lvl="0" indent="0" algn="ctr" rtl="0">
                        <a:spcBef>
                          <a:spcPts val="0"/>
                        </a:spcBef>
                        <a:spcAft>
                          <a:spcPts val="0"/>
                        </a:spcAft>
                        <a:buNone/>
                      </a:pPr>
                      <a:r>
                        <a:rPr lang="en-US" sz="800" b="1" dirty="0"/>
                        <a:t>ILS 34R</a:t>
                      </a:r>
                      <a:r>
                        <a:rPr lang="en-US" altLang="ko-Kore-KR" sz="800" b="0" dirty="0"/>
                        <a:t>/34L</a:t>
                      </a:r>
                      <a:endParaRPr sz="800" b="1" dirty="0"/>
                    </a:p>
                  </a:txBody>
                  <a:tcPr marL="36000" marR="36000" marT="36000" marB="36000" anchor="ctr"/>
                </a:tc>
                <a:extLst>
                  <a:ext uri="{0D108BD9-81ED-4DB2-BD59-A6C34878D82A}">
                    <a16:rowId xmlns:a16="http://schemas.microsoft.com/office/drawing/2014/main" val="10002"/>
                  </a:ext>
                </a:extLst>
              </a:tr>
              <a:tr h="123469">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TAJ, </a:t>
                      </a:r>
                      <a:r>
                        <a:rPr lang="en-US" sz="800" b="1" dirty="0">
                          <a:solidFill>
                            <a:srgbClr val="C00000"/>
                          </a:solidFill>
                        </a:rPr>
                        <a:t>16L ICU, 34R IKD, 16R IJS, 34L ICG</a:t>
                      </a:r>
                      <a:endParaRPr sz="800" b="0"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23469">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ore-KR" sz="800" b="0" i="0" u="none" strike="noStrike" kern="0" cap="none" spc="0" normalizeH="0" baseline="0" noProof="0" dirty="0" err="1">
                          <a:ln>
                            <a:noFill/>
                          </a:ln>
                          <a:solidFill>
                            <a:srgbClr val="000000"/>
                          </a:solidFill>
                          <a:effectLst/>
                          <a:uLnTx/>
                          <a:uFillTx/>
                          <a:latin typeface="Calibri"/>
                          <a:cs typeface="Calibri"/>
                          <a:sym typeface="Arial"/>
                        </a:rPr>
                        <a:t>RWxx</a:t>
                      </a: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 /8, </a:t>
                      </a:r>
                      <a:r>
                        <a:rPr kumimoji="0" lang="en-US" altLang="ko-Kore-KR" sz="800" b="1" i="0" u="none" strike="noStrike" kern="0" cap="none" spc="0" normalizeH="0" baseline="0" noProof="0" dirty="0" err="1">
                          <a:ln>
                            <a:noFill/>
                          </a:ln>
                          <a:solidFill>
                            <a:srgbClr val="0070C0"/>
                          </a:solidFill>
                          <a:effectLst/>
                          <a:uLnTx/>
                          <a:uFillTx/>
                          <a:latin typeface="Calibri"/>
                          <a:cs typeface="Calibri"/>
                          <a:sym typeface="Arial"/>
                        </a:rPr>
                        <a:t>RWxx</a:t>
                      </a: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 /6 160kts</a:t>
                      </a:r>
                      <a:r>
                        <a:rPr kumimoji="0" lang="en-US" altLang="ko-KR" sz="800" b="1" i="0" u="none" strike="noStrike" kern="0" cap="none" spc="0" normalizeH="0" baseline="0" noProof="0" dirty="0">
                          <a:ln>
                            <a:noFill/>
                          </a:ln>
                          <a:solidFill>
                            <a:srgbClr val="0070C0"/>
                          </a:solidFill>
                          <a:effectLst/>
                          <a:uLnTx/>
                          <a:uFillTx/>
                          <a:latin typeface="Calibri"/>
                          <a:cs typeface="Calibri"/>
                          <a:sym typeface="Arial"/>
                        </a:rPr>
                        <a:t>(JEPP REF)</a:t>
                      </a: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 </a:t>
                      </a:r>
                      <a:endParaRPr sz="800" b="0"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977481440"/>
                  </a:ext>
                </a:extLst>
              </a:tr>
              <a:tr h="262270">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16L :W3(6269’),W2(9809’), 34R :W7(6443’),W8(7591’)</a:t>
                      </a:r>
                      <a:endParaRPr sz="800" b="1" dirty="0">
                        <a:solidFill>
                          <a:schemeClr val="dk1"/>
                        </a:solidFill>
                      </a:endParaRPr>
                    </a:p>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16R :B4(5177’),B3(7191’), 34L :B5(5183’),B6(7201’)</a:t>
                      </a:r>
                      <a:r>
                        <a:rPr lang="en-US" sz="800" b="1" dirty="0">
                          <a:solidFill>
                            <a:schemeClr val="dk1"/>
                          </a:solidFill>
                        </a:rPr>
                        <a:t> </a:t>
                      </a:r>
                      <a:endParaRPr b="1"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28919">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Follow me car on D, TAXI SPD Max 27kts</a:t>
                      </a:r>
                      <a:endParaRPr lang="en-US" altLang="ko-KR" sz="800" dirty="0"/>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643372456"/>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ZBTJ(TSN) 6ft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Air China TSN 132.0</a:t>
                      </a:r>
                    </a:p>
                    <a:p>
                      <a:pPr marL="0" marR="0" lvl="0" indent="0" algn="ctr" rtl="0">
                        <a:spcBef>
                          <a:spcPts val="0"/>
                        </a:spcBef>
                        <a:spcAft>
                          <a:spcPts val="0"/>
                        </a:spcAft>
                        <a:buNone/>
                      </a:pPr>
                      <a:r>
                        <a:rPr lang="en-US" sz="900" b="1" dirty="0">
                          <a:solidFill>
                            <a:srgbClr val="7030A0"/>
                          </a:solidFill>
                        </a:rPr>
                        <a:t>Parking Bay 105-107</a:t>
                      </a:r>
                      <a:endParaRPr sz="9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CC8AB46B-539E-FFA8-5737-4E90D549BD61}"/>
              </a:ext>
            </a:extLst>
          </p:cNvPr>
          <p:cNvSpPr/>
          <p:nvPr/>
        </p:nvSpPr>
        <p:spPr>
          <a:xfrm>
            <a:off x="824293"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172E7694-E627-ADAE-DF67-CEC98593FD53}"/>
              </a:ext>
            </a:extLst>
          </p:cNvPr>
          <p:cNvGraphicFramePr/>
          <p:nvPr>
            <p:extLst>
              <p:ext uri="{D42A27DB-BD31-4B8C-83A1-F6EECF244321}">
                <p14:modId xmlns:p14="http://schemas.microsoft.com/office/powerpoint/2010/main" val="4075225115"/>
              </p:ext>
            </p:extLst>
          </p:nvPr>
        </p:nvGraphicFramePr>
        <p:xfrm>
          <a:off x="1" y="630059"/>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4108798D-7683-BA79-6C89-C98F19FD5A3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997389"/>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3255610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37A4C-C378-0F58-BA1F-5505FB257295}"/>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5140A9CA-316D-FB9A-5257-AB664BC1E6CC}"/>
              </a:ext>
            </a:extLst>
          </p:cNvPr>
          <p:cNvGraphicFramePr>
            <a:graphicFrameLocks noGrp="1"/>
          </p:cNvGraphicFramePr>
          <p:nvPr>
            <p:ph idx="1"/>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14,800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3,600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11,800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rgbClr val="0070C0"/>
                          </a:solidFill>
                          <a:effectLst/>
                          <a:latin typeface="Arial" panose="020B0604020202020204" pitchFamily="34" charset="0"/>
                          <a:cs typeface="Arial" panose="020B0604020202020204" pitchFamily="34" charset="0"/>
                        </a:rPr>
                        <a:t>3,000</a:t>
                      </a:r>
                      <a:r>
                        <a:rPr lang="en-US" sz="800" b="0" i="0">
                          <a:solidFill>
                            <a:srgbClr val="0070C0"/>
                          </a:solidFill>
                          <a:effectLst/>
                          <a:latin typeface="Arial" panose="020B0604020202020204" pitchFamily="34" charset="0"/>
                          <a:cs typeface="Arial" panose="020B0604020202020204" pitchFamily="34" charset="0"/>
                        </a:rPr>
                        <a:t> </a:t>
                      </a:r>
                      <a:r>
                        <a:rPr lang="en-US" sz="800" b="1" i="0">
                          <a:solidFill>
                            <a:srgbClr val="0070C0"/>
                          </a:solidFill>
                          <a:effectLst/>
                          <a:latin typeface="Arial" panose="020B0604020202020204" pitchFamily="34" charset="0"/>
                          <a:cs typeface="Arial" panose="020B0604020202020204" pitchFamily="34" charset="0"/>
                        </a:rPr>
                        <a:t>m</a:t>
                      </a:r>
                      <a:endParaRPr lang="en-US" sz="80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9,800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82A2B653-147D-4459-010F-CBEC79679F90}"/>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01C83516-51EE-DD72-01AD-AAB400095B1C}"/>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A9EC69C2-0557-F9CE-2B14-D788D0534D47}"/>
              </a:ext>
            </a:extLst>
          </p:cNvPr>
          <p:cNvGraphicFramePr>
            <a:graphicFrameLocks noGrp="1"/>
          </p:cNvGraphicFramePr>
          <p:nvPr/>
        </p:nvGraphicFramePr>
        <p:xfrm>
          <a:off x="39455" y="410023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Tree>
    <p:extLst>
      <p:ext uri="{BB962C8B-B14F-4D97-AF65-F5344CB8AC3E}">
        <p14:creationId xmlns:p14="http://schemas.microsoft.com/office/powerpoint/2010/main" val="36140810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1585854960"/>
              </p:ext>
            </p:extLst>
          </p:nvPr>
        </p:nvGraphicFramePr>
        <p:xfrm>
          <a:off x="-3430" y="676135"/>
          <a:ext cx="2333776" cy="1476730"/>
        </p:xfrm>
        <a:graphic>
          <a:graphicData uri="http://schemas.openxmlformats.org/drawingml/2006/table">
            <a:tbl>
              <a:tblPr firstRow="1" bandRow="1">
                <a:noFill/>
                <a:tableStyleId>{A521BE36-7E6F-4EC9-8D66-1CF97A6895EC}</a:tableStyleId>
              </a:tblPr>
              <a:tblGrid>
                <a:gridCol w="288853">
                  <a:extLst>
                    <a:ext uri="{9D8B030D-6E8A-4147-A177-3AD203B41FA5}">
                      <a16:colId xmlns:a16="http://schemas.microsoft.com/office/drawing/2014/main" val="20000"/>
                    </a:ext>
                  </a:extLst>
                </a:gridCol>
                <a:gridCol w="166338">
                  <a:extLst>
                    <a:ext uri="{9D8B030D-6E8A-4147-A177-3AD203B41FA5}">
                      <a16:colId xmlns:a16="http://schemas.microsoft.com/office/drawing/2014/main" val="20002"/>
                    </a:ext>
                  </a:extLst>
                </a:gridCol>
                <a:gridCol w="451612">
                  <a:extLst>
                    <a:ext uri="{9D8B030D-6E8A-4147-A177-3AD203B41FA5}">
                      <a16:colId xmlns:a16="http://schemas.microsoft.com/office/drawing/2014/main" val="2878850997"/>
                    </a:ext>
                  </a:extLst>
                </a:gridCol>
                <a:gridCol w="61400">
                  <a:extLst>
                    <a:ext uri="{9D8B030D-6E8A-4147-A177-3AD203B41FA5}">
                      <a16:colId xmlns:a16="http://schemas.microsoft.com/office/drawing/2014/main" val="488815992"/>
                    </a:ext>
                  </a:extLst>
                </a:gridCol>
                <a:gridCol w="455192">
                  <a:extLst>
                    <a:ext uri="{9D8B030D-6E8A-4147-A177-3AD203B41FA5}">
                      <a16:colId xmlns:a16="http://schemas.microsoft.com/office/drawing/2014/main" val="2821561803"/>
                    </a:ext>
                  </a:extLst>
                </a:gridCol>
                <a:gridCol w="455190">
                  <a:extLst>
                    <a:ext uri="{9D8B030D-6E8A-4147-A177-3AD203B41FA5}">
                      <a16:colId xmlns:a16="http://schemas.microsoft.com/office/drawing/2014/main" val="2901698894"/>
                    </a:ext>
                  </a:extLst>
                </a:gridCol>
                <a:gridCol w="455191">
                  <a:extLst>
                    <a:ext uri="{9D8B030D-6E8A-4147-A177-3AD203B41FA5}">
                      <a16:colId xmlns:a16="http://schemas.microsoft.com/office/drawing/2014/main" val="526455269"/>
                    </a:ext>
                  </a:extLst>
                </a:gridCol>
              </a:tblGrid>
              <a:tr h="0">
                <a:tc gridSpan="7">
                  <a:txBody>
                    <a:bodyPr/>
                    <a:lstStyle/>
                    <a:p>
                      <a:pPr marL="0" marR="0" lvl="0" indent="0" algn="ctr" rtl="0">
                        <a:spcBef>
                          <a:spcPts val="0"/>
                        </a:spcBef>
                        <a:spcAft>
                          <a:spcPts val="0"/>
                        </a:spcAft>
                        <a:buNone/>
                      </a:pPr>
                      <a:r>
                        <a:rPr lang="en-US" sz="800" u="none" strike="noStrike" cap="none" dirty="0"/>
                        <a:t>TSN : SID (NADP 1)  </a:t>
                      </a:r>
                      <a:r>
                        <a:rPr lang="en-US" sz="800" u="none" strike="noStrike" cap="none" dirty="0">
                          <a:solidFill>
                            <a:schemeClr val="accent4"/>
                          </a:solidFill>
                        </a:rPr>
                        <a:t>Caution 600</a:t>
                      </a:r>
                      <a:r>
                        <a:rPr lang="en-US" altLang="ko-KR" sz="800" u="none" strike="noStrike" cap="none" dirty="0">
                          <a:solidFill>
                            <a:schemeClr val="accent4"/>
                          </a:solidFill>
                        </a:rPr>
                        <a:t>m Level Off – SPD Inc</a:t>
                      </a:r>
                      <a:endParaRPr lang="en-US" sz="800" u="none" strike="noStrike" cap="none" dirty="0">
                        <a:solidFill>
                          <a:schemeClr val="accent4"/>
                        </a:solidFill>
                      </a:endParaRP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altLang="ko-KR" sz="800" b="1" u="none" strike="noStrike" cap="none" dirty="0"/>
                        <a:t>16R</a:t>
                      </a:r>
                      <a:endParaRPr lang="en-US" sz="800" b="1" u="none" strike="noStrike" cap="none" dirty="0"/>
                    </a:p>
                    <a:p>
                      <a:pPr marL="0" marR="0" lvl="0" indent="0" algn="ctr" rtl="0">
                        <a:spcBef>
                          <a:spcPts val="0"/>
                        </a:spcBef>
                        <a:spcAft>
                          <a:spcPts val="0"/>
                        </a:spcAft>
                        <a:buNone/>
                      </a:pPr>
                      <a:r>
                        <a:rPr lang="en-US" sz="800" b="0" u="none" strike="noStrike" cap="none" dirty="0"/>
                        <a:t>/16L</a:t>
                      </a:r>
                      <a:endParaRPr sz="800" b="0" u="none" strike="noStrike" cap="none" dirty="0"/>
                    </a:p>
                  </a:txBody>
                  <a:tcPr marL="36000" marR="36000" marT="36000" marB="36000" anchor="ctr"/>
                </a:tc>
                <a:tc gridSpan="2">
                  <a:txBody>
                    <a:bodyPr/>
                    <a:lstStyle/>
                    <a:p>
                      <a:pPr algn="ctr"/>
                      <a:r>
                        <a:rPr lang="en-US" sz="800" b="1" u="none" strike="noStrike" cap="none" dirty="0">
                          <a:solidFill>
                            <a:srgbClr val="0070C0"/>
                          </a:solidFill>
                        </a:rPr>
                        <a:t>MUGLO </a:t>
                      </a:r>
                      <a:r>
                        <a:rPr lang="en-US" sz="800" b="1" u="none" strike="noStrike" cap="none" dirty="0" err="1">
                          <a:solidFill>
                            <a:srgbClr val="0070C0"/>
                          </a:solidFill>
                        </a:rPr>
                        <a:t>xT</a:t>
                      </a:r>
                      <a:endParaRPr lang="ko-Kore-KR" dirty="0"/>
                    </a:p>
                  </a:txBody>
                  <a:tcPr marL="36000" marR="36000" marT="36000" marB="36000" anchor="ctr"/>
                </a:tc>
                <a:tc hMerge="1">
                  <a:txBody>
                    <a:bodyPr/>
                    <a:lstStyle/>
                    <a:p>
                      <a:endParaRPr lang="ko-Kore-KR" altLang="en-US"/>
                    </a:p>
                  </a:txBody>
                  <a:tcPr/>
                </a:tc>
                <a:tc gridSpan="4">
                  <a:txBody>
                    <a:bodyPr/>
                    <a:lstStyle/>
                    <a:p>
                      <a:pPr algn="ctr"/>
                      <a:r>
                        <a:rPr lang="en-US" sz="800" b="1" u="none" strike="noStrike" cap="none" dirty="0"/>
                        <a:t>HD 161 </a:t>
                      </a:r>
                      <a:r>
                        <a:rPr lang="en-US" sz="800" b="1" u="none" strike="noStrike" cap="none" dirty="0">
                          <a:solidFill>
                            <a:srgbClr val="0070C0"/>
                          </a:solidFill>
                        </a:rPr>
                        <a:t>ALT ATC(600m)</a:t>
                      </a:r>
                    </a:p>
                    <a:p>
                      <a:pPr algn="ctr"/>
                      <a:r>
                        <a:rPr lang="en-US" sz="800" b="1" u="none" strike="noStrike" cap="none" dirty="0">
                          <a:solidFill>
                            <a:srgbClr val="F28943"/>
                          </a:solidFill>
                        </a:rPr>
                        <a:t>TA 3000m</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34L</a:t>
                      </a:r>
                    </a:p>
                    <a:p>
                      <a:pPr marL="0" marR="0" lvl="0" indent="0" algn="ctr" rtl="0">
                        <a:spcBef>
                          <a:spcPts val="0"/>
                        </a:spcBef>
                        <a:spcAft>
                          <a:spcPts val="0"/>
                        </a:spcAft>
                        <a:buNone/>
                      </a:pPr>
                      <a:r>
                        <a:rPr lang="en-US" sz="800" b="0" u="none" strike="noStrike" cap="none" dirty="0"/>
                        <a:t>/34R</a:t>
                      </a:r>
                      <a:endParaRPr sz="800" b="0" u="none" strike="noStrike" cap="none" dirty="0"/>
                    </a:p>
                  </a:txBody>
                  <a:tcPr marL="36000" marR="36000" marT="36000" marB="36000" anchor="ctr"/>
                </a:tc>
                <a:tc gridSpan="2">
                  <a:txBody>
                    <a:bodyPr/>
                    <a:lstStyle/>
                    <a:p>
                      <a:pPr algn="ctr"/>
                      <a:r>
                        <a:rPr lang="en-US" altLang="ko-Kore-KR" sz="800" b="1" u="none" strike="noStrike" cap="none" dirty="0">
                          <a:solidFill>
                            <a:srgbClr val="0070C0"/>
                          </a:solidFill>
                        </a:rPr>
                        <a:t>MUGLO </a:t>
                      </a:r>
                      <a:r>
                        <a:rPr lang="en-US" altLang="ko-Kore-KR" sz="800" b="1" u="none" strike="noStrike" cap="none" dirty="0" err="1">
                          <a:solidFill>
                            <a:srgbClr val="0070C0"/>
                          </a:solidFill>
                        </a:rPr>
                        <a:t>xW</a:t>
                      </a:r>
                      <a:r>
                        <a:rPr lang="en-US" altLang="ko-Kore-KR" sz="800" b="1" u="none" strike="noStrike" cap="none" dirty="0">
                          <a:solidFill>
                            <a:srgbClr val="0070C0"/>
                          </a:solidFill>
                        </a:rPr>
                        <a:t>/R</a:t>
                      </a:r>
                    </a:p>
                  </a:txBody>
                  <a:tcPr marL="36000" marR="36000" marT="36000" marB="36000" anchor="ctr"/>
                </a:tc>
                <a:tc hMerge="1">
                  <a:txBody>
                    <a:bodyPr/>
                    <a:lstStyle/>
                    <a:p>
                      <a:endParaRPr lang="ko-Kore-KR" altLang="en-US"/>
                    </a:p>
                  </a:txBody>
                  <a:tcPr/>
                </a:tc>
                <a:tc gridSpan="4">
                  <a:txBody>
                    <a:bodyPr/>
                    <a:lstStyle/>
                    <a:p>
                      <a:pPr algn="ctr"/>
                      <a:r>
                        <a:rPr lang="en-US" sz="800" b="1" u="none" strike="noStrike" cap="none" dirty="0"/>
                        <a:t>HD 341 </a:t>
                      </a:r>
                      <a:r>
                        <a:rPr lang="en-US" sz="800" b="1" u="none" strike="noStrike" cap="none" dirty="0">
                          <a:solidFill>
                            <a:srgbClr val="0070C0"/>
                          </a:solidFill>
                        </a:rPr>
                        <a:t>ALT ATC(600m) </a:t>
                      </a:r>
                    </a:p>
                    <a:p>
                      <a:pPr algn="ctr"/>
                      <a:r>
                        <a:rPr lang="en-US" sz="800" b="1" u="none" strike="noStrike" cap="none" dirty="0">
                          <a:solidFill>
                            <a:srgbClr val="7030A0"/>
                          </a:solidFill>
                        </a:rPr>
                        <a:t>SPD 230 </a:t>
                      </a:r>
                      <a:r>
                        <a:rPr lang="en-US" sz="800" b="1" u="none" strike="noStrike" cap="none" dirty="0">
                          <a:solidFill>
                            <a:srgbClr val="F28943"/>
                          </a:solidFill>
                        </a:rPr>
                        <a:t>TA 3000m</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TAJ 112.1</a:t>
                      </a:r>
                    </a:p>
                  </a:txBody>
                  <a:tcPr marL="36000" marR="36000" marT="36000" marB="36000" anchor="ct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16R IJS </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110.9</a:t>
                      </a:r>
                    </a:p>
                  </a:txBody>
                  <a:tcPr marL="36000" marR="36000" marT="36000" marB="36000" anchor="ctr"/>
                </a:tc>
                <a:tc hMerge="1">
                  <a:txBody>
                    <a:bodyPr/>
                    <a:lstStyle/>
                    <a:p>
                      <a:endParaRPr/>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34L ICG 110.5</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16L ICU </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109.7</a:t>
                      </a: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34R IKD 111.5</a:t>
                      </a:r>
                    </a:p>
                  </a:txBody>
                  <a:tcPr marL="36000" marR="36000" marT="36000" marB="36000" anchor="ctr"/>
                </a:tc>
                <a:extLst>
                  <a:ext uri="{0D108BD9-81ED-4DB2-BD59-A6C34878D82A}">
                    <a16:rowId xmlns:a16="http://schemas.microsoft.com/office/drawing/2014/main" val="10003"/>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16R : Do not pass A11 </a:t>
                      </a:r>
                    </a:p>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chemeClr val="bg1"/>
                          </a:solidFill>
                        </a:rPr>
                        <a:t>Confirm Parking Brake Release before Push back</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895086968"/>
              </p:ext>
            </p:extLst>
          </p:nvPr>
        </p:nvGraphicFramePr>
        <p:xfrm>
          <a:off x="-2501" y="16504"/>
          <a:ext cx="2328850" cy="66605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ZBTJ(TSN) 6ft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Air China Tianjin 132.0</a:t>
                      </a:r>
                      <a:endParaRPr sz="1200" dirty="0"/>
                    </a:p>
                    <a:p>
                      <a:pPr marL="0" marR="0" lvl="0" indent="0" algn="ctr" rtl="0">
                        <a:spcBef>
                          <a:spcPts val="0"/>
                        </a:spcBef>
                        <a:spcAft>
                          <a:spcPts val="0"/>
                        </a:spcAft>
                        <a:buNone/>
                      </a:pPr>
                      <a:r>
                        <a:rPr lang="en-US" sz="700" dirty="0">
                          <a:solidFill>
                            <a:srgbClr val="FF0000"/>
                          </a:solidFill>
                        </a:rPr>
                        <a:t>DCL 30</a:t>
                      </a:r>
                      <a:r>
                        <a:rPr lang="ko-KR" altLang="en-US" sz="700" dirty="0">
                          <a:solidFill>
                            <a:srgbClr val="FF0000"/>
                          </a:solidFill>
                        </a:rPr>
                        <a:t>분전</a:t>
                      </a:r>
                      <a:r>
                        <a:rPr lang="en-US" altLang="ko-KR" sz="700" dirty="0">
                          <a:solidFill>
                            <a:srgbClr val="FF0000"/>
                          </a:solidFill>
                        </a:rPr>
                        <a:t>,</a:t>
                      </a:r>
                      <a:r>
                        <a:rPr lang="ko-KR" altLang="en-US" sz="700" dirty="0">
                          <a:solidFill>
                            <a:srgbClr val="FF0000"/>
                          </a:solidFill>
                        </a:rPr>
                        <a:t> </a:t>
                      </a:r>
                      <a:r>
                        <a:rPr lang="en-US" altLang="ko-KR" sz="700" dirty="0">
                          <a:solidFill>
                            <a:srgbClr val="FF0000"/>
                          </a:solidFill>
                        </a:rPr>
                        <a:t>Voice 10</a:t>
                      </a:r>
                      <a:r>
                        <a:rPr lang="ko-KR" altLang="en-US" sz="700" dirty="0">
                          <a:solidFill>
                            <a:srgbClr val="FF0000"/>
                          </a:solidFill>
                        </a:rPr>
                        <a:t>분전</a:t>
                      </a:r>
                      <a:endParaRPr lang="en-US" altLang="ko-KR" sz="700" dirty="0">
                        <a:solidFill>
                          <a:srgbClr val="FF0000"/>
                        </a:solidFill>
                      </a:endParaRPr>
                    </a:p>
                    <a:p>
                      <a:pPr marL="0" marR="0" lvl="0" indent="0" algn="ctr" rtl="0">
                        <a:spcBef>
                          <a:spcPts val="0"/>
                        </a:spcBef>
                        <a:spcAft>
                          <a:spcPts val="0"/>
                        </a:spcAft>
                        <a:buNone/>
                      </a:pPr>
                      <a:r>
                        <a:rPr lang="en-US" altLang="ko-KR" sz="700" dirty="0">
                          <a:solidFill>
                            <a:srgbClr val="FF0000"/>
                          </a:solidFill>
                        </a:rPr>
                        <a:t>(Read Back!)</a:t>
                      </a:r>
                      <a:endParaRPr sz="700" dirty="0">
                        <a:solidFill>
                          <a:srgbClr val="FF0000"/>
                        </a:solidFill>
                      </a:endParaRP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20971" y="2288989"/>
            <a:ext cx="1226618" cy="855482"/>
          </a:xfrm>
          <a:prstGeom prst="rect">
            <a:avLst/>
          </a:prstGeom>
          <a:noFill/>
        </p:spPr>
        <p:txBody>
          <a:bodyPr wrap="none" tIns="36000" bIns="3600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DEP 119.27</a:t>
            </a:r>
          </a:p>
          <a:p>
            <a:pPr>
              <a:lnSpc>
                <a:spcPct val="150000"/>
              </a:lnSpc>
            </a:pPr>
            <a:r>
              <a:rPr kumimoji="1" lang="en-US" altLang="ko-Kore-KR" sz="700" b="1" u="sng" dirty="0">
                <a:latin typeface="Gulim" panose="020B0600000101010101" pitchFamily="34" charset="-127"/>
                <a:ea typeface="Gulim" panose="020B0600000101010101" pitchFamily="34" charset="-127"/>
              </a:rPr>
              <a:t>PEK 125.6</a:t>
            </a:r>
          </a:p>
          <a:p>
            <a:pPr>
              <a:lnSpc>
                <a:spcPct val="150000"/>
              </a:lnSpc>
            </a:pPr>
            <a:r>
              <a:rPr kumimoji="1" lang="en-US" altLang="ko-KR" sz="700" b="1" u="sng" dirty="0">
                <a:latin typeface="Gulim" panose="020B0600000101010101" pitchFamily="34" charset="-127"/>
                <a:ea typeface="Gulim" panose="020B0600000101010101" pitchFamily="34" charset="-127"/>
              </a:rPr>
              <a:t>DLC</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123.2 – </a:t>
            </a:r>
            <a:r>
              <a:rPr kumimoji="1" lang="en-US" altLang="ko-Kore-KR" sz="700" b="1" u="sng" dirty="0">
                <a:latin typeface="Gulim" panose="020B0600000101010101" pitchFamily="34" charset="-127"/>
                <a:ea typeface="Gulim" panose="020B0600000101010101" pitchFamily="34" charset="-127"/>
              </a:rPr>
              <a:t>132.95</a:t>
            </a:r>
            <a:endParaRPr kumimoji="1" lang="en-US" altLang="ko-KR" sz="700" b="1" u="sng" dirty="0">
              <a:latin typeface="Gulim" panose="020B0600000101010101" pitchFamily="34" charset="-127"/>
              <a:ea typeface="Gulim" panose="020B0600000101010101" pitchFamily="34" charset="-127"/>
            </a:endParaRPr>
          </a:p>
          <a:p>
            <a:pPr>
              <a:lnSpc>
                <a:spcPct val="150000"/>
              </a:lnSpc>
            </a:pPr>
            <a:r>
              <a:rPr kumimoji="1" lang="en-US" altLang="ko-KR" sz="700" b="1" u="sng" dirty="0">
                <a:latin typeface="Gulim" panose="020B0600000101010101" pitchFamily="34" charset="-127"/>
                <a:ea typeface="Gulim" panose="020B0600000101010101" pitchFamily="34" charset="-127"/>
              </a:rPr>
              <a:t>ICN 128.7 – APP 119.75</a:t>
            </a:r>
          </a:p>
          <a:p>
            <a:pPr>
              <a:lnSpc>
                <a:spcPct val="150000"/>
              </a:lnSpc>
            </a:pPr>
            <a:endParaRPr kumimoji="1" lang="en-US" altLang="ko-KR" sz="700" b="1" u="sng" dirty="0">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20F145D3-6C4D-B2CD-0787-EABF57347616}"/>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3" name="그래픽 2" descr="집 Wi-Fi에서 작업 단색으로 채워진">
            <a:hlinkClick r:id="" action="ppaction://hlinkshowjump?jump=firstslide"/>
            <a:extLst>
              <a:ext uri="{FF2B5EF4-FFF2-40B4-BE49-F238E27FC236}">
                <a16:creationId xmlns:a16="http://schemas.microsoft.com/office/drawing/2014/main" id="{C29056F9-0FCD-21C9-FD87-66E9E016BDE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822292"/>
            <a:ext cx="457200" cy="457200"/>
          </a:xfrm>
          <a:prstGeom prst="rect">
            <a:avLst/>
          </a:prstGeom>
          <a:effectLst>
            <a:outerShdw blurRad="50800" dist="50800" dir="3660000" algn="ctr" rotWithShape="0">
              <a:schemeClr val="bg1">
                <a:alpha val="82714"/>
              </a:schemeClr>
            </a:outerShdw>
          </a:effectLst>
        </p:spPr>
      </p:pic>
      <p:graphicFrame>
        <p:nvGraphicFramePr>
          <p:cNvPr id="5" name="Google Shape;283;p17">
            <a:extLst>
              <a:ext uri="{FF2B5EF4-FFF2-40B4-BE49-F238E27FC236}">
                <a16:creationId xmlns:a16="http://schemas.microsoft.com/office/drawing/2014/main" id="{D722A2AD-126E-F46D-C046-E8A4EC830C40}"/>
              </a:ext>
            </a:extLst>
          </p:cNvPr>
          <p:cNvGraphicFramePr/>
          <p:nvPr>
            <p:extLst>
              <p:ext uri="{D42A27DB-BD31-4B8C-83A1-F6EECF244321}">
                <p14:modId xmlns:p14="http://schemas.microsoft.com/office/powerpoint/2010/main" val="2286344240"/>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P518 R068, R278</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137388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5A386F00-8D5D-E8A4-F45E-4012C728BCA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D202D59-F2D6-A9C1-A0A9-D51DFD578FA6}"/>
              </a:ext>
            </a:extLst>
          </p:cNvPr>
          <p:cNvSpPr txBox="1"/>
          <p:nvPr/>
        </p:nvSpPr>
        <p:spPr>
          <a:xfrm>
            <a:off x="-28168" y="2835445"/>
            <a:ext cx="1887055"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FCFCFC"/>
                </a:solidFill>
                <a:latin typeface="Gulim" panose="020B0600000101010101" pitchFamily="34" charset="-127"/>
                <a:ea typeface="Gulim" panose="020B0600000101010101" pitchFamily="34" charset="-127"/>
              </a:rPr>
              <a:t>DEP 125.15</a:t>
            </a:r>
            <a:r>
              <a:rPr kumimoji="1" lang="ko-KR" altLang="en-US" sz="700" b="1" u="sng" dirty="0">
                <a:solidFill>
                  <a:srgbClr val="FCFCFC"/>
                </a:solidFill>
                <a:latin typeface="Gulim" panose="020B0600000101010101" pitchFamily="34" charset="-127"/>
                <a:ea typeface="Gulim" panose="020B0600000101010101" pitchFamily="34" charset="-127"/>
              </a:rPr>
              <a:t> </a:t>
            </a:r>
            <a:r>
              <a:rPr kumimoji="1" lang="en-US" altLang="ko-KR" sz="700" b="1" u="sng" dirty="0">
                <a:solidFill>
                  <a:srgbClr val="FCFCFC"/>
                </a:solidFill>
                <a:latin typeface="Gulim" panose="020B0600000101010101" pitchFamily="34" charset="-127"/>
                <a:ea typeface="Gulim" panose="020B0600000101010101" pitchFamily="34" charset="-127"/>
              </a:rPr>
              <a:t>–</a:t>
            </a:r>
            <a:r>
              <a:rPr kumimoji="1" lang="ko-KR" altLang="en-US" sz="700" b="1" u="sng" dirty="0">
                <a:solidFill>
                  <a:srgbClr val="FCFCFC"/>
                </a:solidFill>
                <a:latin typeface="Gulim" panose="020B0600000101010101" pitchFamily="34" charset="-127"/>
                <a:ea typeface="Gulim" panose="020B0600000101010101" pitchFamily="34" charset="-127"/>
              </a:rPr>
              <a:t> </a:t>
            </a:r>
            <a:r>
              <a:rPr kumimoji="1" lang="en-US" altLang="ko-KR" sz="700" b="1" u="sng" dirty="0">
                <a:solidFill>
                  <a:srgbClr val="FCFCFC"/>
                </a:solidFill>
                <a:latin typeface="Gulim" panose="020B0600000101010101" pitchFamily="34" charset="-127"/>
                <a:ea typeface="Gulim" panose="020B0600000101010101" pitchFamily="34" charset="-127"/>
              </a:rPr>
              <a:t>TGU</a:t>
            </a:r>
            <a:r>
              <a:rPr kumimoji="1" lang="ko-KR" altLang="en-US" sz="700" b="1" u="sng" dirty="0">
                <a:solidFill>
                  <a:srgbClr val="FCFCFC"/>
                </a:solidFill>
                <a:latin typeface="Gulim" panose="020B0600000101010101" pitchFamily="34" charset="-127"/>
                <a:ea typeface="Gulim" panose="020B0600000101010101" pitchFamily="34" charset="-127"/>
              </a:rPr>
              <a:t> </a:t>
            </a:r>
            <a:r>
              <a:rPr kumimoji="1" lang="en-US" altLang="ko-KR" sz="700" b="1" u="sng" dirty="0">
                <a:solidFill>
                  <a:srgbClr val="FCFCFC"/>
                </a:solidFill>
                <a:latin typeface="Gulim" panose="020B0600000101010101" pitchFamily="34" charset="-127"/>
                <a:ea typeface="Gulim" panose="020B0600000101010101" pitchFamily="34" charset="-127"/>
              </a:rPr>
              <a:t>128.7 – DLC 132.95</a:t>
            </a:r>
            <a:endParaRPr kumimoji="1" lang="en-US" altLang="ko-Kore-KR" sz="700" b="1" u="sng" dirty="0">
              <a:solidFill>
                <a:srgbClr val="FCFCFC"/>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FCFCFC"/>
                </a:solidFill>
                <a:latin typeface="Gulim" panose="020B0600000101010101" pitchFamily="34" charset="-127"/>
                <a:ea typeface="Gulim" panose="020B0600000101010101" pitchFamily="34" charset="-127"/>
              </a:rPr>
              <a:t>TAO 1</a:t>
            </a:r>
            <a:r>
              <a:rPr kumimoji="1" lang="en-US" altLang="ko-KR" sz="700" b="1" u="sng" dirty="0">
                <a:solidFill>
                  <a:srgbClr val="FCFCFC"/>
                </a:solidFill>
                <a:latin typeface="Gulim" panose="020B0600000101010101" pitchFamily="34" charset="-127"/>
                <a:ea typeface="Gulim" panose="020B0600000101010101" pitchFamily="34" charset="-127"/>
              </a:rPr>
              <a:t>28</a:t>
            </a:r>
            <a:r>
              <a:rPr kumimoji="1" lang="en-US" altLang="ko-Kore-KR" sz="700" b="1" u="sng" dirty="0">
                <a:solidFill>
                  <a:srgbClr val="FCFCFC"/>
                </a:solidFill>
                <a:latin typeface="Gulim" panose="020B0600000101010101" pitchFamily="34" charset="-127"/>
                <a:ea typeface="Gulim" panose="020B0600000101010101" pitchFamily="34" charset="-127"/>
              </a:rPr>
              <a:t>.</a:t>
            </a:r>
            <a:r>
              <a:rPr kumimoji="1" lang="en-US" altLang="ko-KR" sz="700" b="1" u="sng" dirty="0">
                <a:solidFill>
                  <a:srgbClr val="FCFCFC"/>
                </a:solidFill>
                <a:latin typeface="Gulim" panose="020B0600000101010101" pitchFamily="34" charset="-127"/>
                <a:ea typeface="Gulim" panose="020B0600000101010101" pitchFamily="34" charset="-127"/>
              </a:rPr>
              <a:t>5</a:t>
            </a:r>
            <a:r>
              <a:rPr kumimoji="1" lang="en-US" altLang="ko-Kore-KR" sz="700" b="1" u="sng" dirty="0">
                <a:solidFill>
                  <a:srgbClr val="FCFCFC"/>
                </a:solidFill>
                <a:latin typeface="Gulim" panose="020B0600000101010101" pitchFamily="34" charset="-127"/>
                <a:ea typeface="Gulim" panose="020B0600000101010101" pitchFamily="34" charset="-127"/>
              </a:rPr>
              <a:t>5 – 134.85</a:t>
            </a:r>
          </a:p>
          <a:p>
            <a:pPr>
              <a:lnSpc>
                <a:spcPct val="150000"/>
              </a:lnSpc>
            </a:pPr>
            <a:r>
              <a:rPr kumimoji="1" lang="en-US" altLang="ko-Kore-KR" sz="700" b="1" u="sng" dirty="0">
                <a:solidFill>
                  <a:srgbClr val="FCFCFC"/>
                </a:solidFill>
                <a:latin typeface="Gulim" panose="020B0600000101010101" pitchFamily="34" charset="-127"/>
                <a:ea typeface="Gulim" panose="020B0600000101010101" pitchFamily="34" charset="-127"/>
              </a:rPr>
              <a:t>TAO APP 1</a:t>
            </a:r>
            <a:r>
              <a:rPr kumimoji="1" lang="en-US" altLang="ko-KR" sz="700" b="1" u="sng" dirty="0">
                <a:solidFill>
                  <a:srgbClr val="FCFCFC"/>
                </a:solidFill>
                <a:latin typeface="Gulim" panose="020B0600000101010101" pitchFamily="34" charset="-127"/>
                <a:ea typeface="Gulim" panose="020B0600000101010101" pitchFamily="34" charset="-127"/>
              </a:rPr>
              <a:t>19</a:t>
            </a:r>
            <a:r>
              <a:rPr kumimoji="1" lang="en-US" altLang="ko-Kore-KR" sz="700" b="1" u="sng" dirty="0">
                <a:solidFill>
                  <a:srgbClr val="FCFCFC"/>
                </a:solidFill>
                <a:latin typeface="Gulim" panose="020B0600000101010101" pitchFamily="34" charset="-127"/>
                <a:ea typeface="Gulim" panose="020B0600000101010101" pitchFamily="34" charset="-127"/>
              </a:rPr>
              <a:t>.</a:t>
            </a:r>
            <a:r>
              <a:rPr kumimoji="1" lang="en-US" altLang="ko-KR" sz="700" b="1" u="sng" dirty="0">
                <a:solidFill>
                  <a:srgbClr val="FCFCFC"/>
                </a:solidFill>
                <a:latin typeface="Gulim" panose="020B0600000101010101" pitchFamily="34" charset="-127"/>
                <a:ea typeface="Gulim" panose="020B0600000101010101" pitchFamily="34" charset="-127"/>
              </a:rPr>
              <a:t>77</a:t>
            </a:r>
            <a:r>
              <a:rPr kumimoji="1" lang="en-US" altLang="ko-Kore-KR" sz="700" b="1" u="sng" dirty="0">
                <a:solidFill>
                  <a:srgbClr val="FCFCFC"/>
                </a:solidFill>
                <a:latin typeface="Gulim" panose="020B0600000101010101" pitchFamily="34" charset="-127"/>
                <a:ea typeface="Gulim" panose="020B0600000101010101" pitchFamily="34" charset="-127"/>
              </a:rPr>
              <a:t> – 119.4 </a:t>
            </a:r>
          </a:p>
        </p:txBody>
      </p:sp>
      <p:graphicFrame>
        <p:nvGraphicFramePr>
          <p:cNvPr id="292" name="Google Shape;292;p18">
            <a:extLst>
              <a:ext uri="{FF2B5EF4-FFF2-40B4-BE49-F238E27FC236}">
                <a16:creationId xmlns:a16="http://schemas.microsoft.com/office/drawing/2014/main" id="{0101752F-937C-D3D5-A021-153D080880AB}"/>
              </a:ext>
            </a:extLst>
          </p:cNvPr>
          <p:cNvGraphicFramePr/>
          <p:nvPr>
            <p:extLst>
              <p:ext uri="{D42A27DB-BD31-4B8C-83A1-F6EECF244321}">
                <p14:modId xmlns:p14="http://schemas.microsoft.com/office/powerpoint/2010/main" val="2150391323"/>
              </p:ext>
            </p:extLst>
          </p:nvPr>
        </p:nvGraphicFramePr>
        <p:xfrm>
          <a:off x="-7530" y="3808621"/>
          <a:ext cx="2333879" cy="1747000"/>
        </p:xfrm>
        <a:graphic>
          <a:graphicData uri="http://schemas.openxmlformats.org/drawingml/2006/table">
            <a:tbl>
              <a:tblPr firstRow="1" bandRow="1">
                <a:noFill/>
                <a:tableStyleId>{A521BE36-7E6F-4EC9-8D66-1CF97A6895EC}</a:tableStyleId>
              </a:tblPr>
              <a:tblGrid>
                <a:gridCol w="582850">
                  <a:extLst>
                    <a:ext uri="{9D8B030D-6E8A-4147-A177-3AD203B41FA5}">
                      <a16:colId xmlns:a16="http://schemas.microsoft.com/office/drawing/2014/main" val="20000"/>
                    </a:ext>
                  </a:extLst>
                </a:gridCol>
                <a:gridCol w="683738">
                  <a:extLst>
                    <a:ext uri="{9D8B030D-6E8A-4147-A177-3AD203B41FA5}">
                      <a16:colId xmlns:a16="http://schemas.microsoft.com/office/drawing/2014/main" val="20001"/>
                    </a:ext>
                  </a:extLst>
                </a:gridCol>
                <a:gridCol w="370450">
                  <a:extLst>
                    <a:ext uri="{9D8B030D-6E8A-4147-A177-3AD203B41FA5}">
                      <a16:colId xmlns:a16="http://schemas.microsoft.com/office/drawing/2014/main" val="20002"/>
                    </a:ext>
                  </a:extLst>
                </a:gridCol>
                <a:gridCol w="696841">
                  <a:extLst>
                    <a:ext uri="{9D8B030D-6E8A-4147-A177-3AD203B41FA5}">
                      <a16:colId xmlns:a16="http://schemas.microsoft.com/office/drawing/2014/main" val="20003"/>
                    </a:ext>
                  </a:extLst>
                </a:gridCol>
              </a:tblGrid>
              <a:tr h="203508">
                <a:tc gridSpan="4">
                  <a:txBody>
                    <a:bodyPr/>
                    <a:lstStyle/>
                    <a:p>
                      <a:pPr marL="0" marR="0" lvl="0" indent="0" algn="ctr" rtl="0">
                        <a:spcBef>
                          <a:spcPts val="0"/>
                        </a:spcBef>
                        <a:spcAft>
                          <a:spcPts val="0"/>
                        </a:spcAft>
                        <a:buNone/>
                      </a:pPr>
                      <a:r>
                        <a:rPr lang="en-US" sz="800" dirty="0"/>
                        <a:t>TAO </a:t>
                      </a:r>
                      <a:r>
                        <a:rPr lang="en-US" sz="800" dirty="0">
                          <a:solidFill>
                            <a:srgbClr val="00B0F0"/>
                          </a:solidFill>
                        </a:rPr>
                        <a:t>[350/170]</a:t>
                      </a:r>
                      <a:r>
                        <a:rPr lang="en-US" sz="800" dirty="0"/>
                        <a:t> : </a:t>
                      </a:r>
                      <a:r>
                        <a:rPr lang="en-US" sz="800" dirty="0">
                          <a:solidFill>
                            <a:srgbClr val="FFC000"/>
                          </a:solidFill>
                        </a:rPr>
                        <a:t>AFT AGAVO – IKEKA- LATUX</a:t>
                      </a:r>
                      <a:endParaRPr sz="800" b="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98270">
                <a:tc>
                  <a:txBody>
                    <a:bodyPr/>
                    <a:lstStyle/>
                    <a:p>
                      <a:pPr marL="0" marR="0" lvl="0" indent="0" algn="ctr" rtl="0">
                        <a:spcBef>
                          <a:spcPts val="0"/>
                        </a:spcBef>
                        <a:spcAft>
                          <a:spcPts val="0"/>
                        </a:spcAft>
                        <a:buNone/>
                      </a:pPr>
                      <a:r>
                        <a:rPr lang="en-US" sz="800" b="1" dirty="0"/>
                        <a:t>35</a:t>
                      </a:r>
                      <a:r>
                        <a:rPr lang="en-US" sz="800" b="0" dirty="0"/>
                        <a:t>/34</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LAT 91A/01A </a:t>
                      </a:r>
                    </a:p>
                  </a:txBody>
                  <a:tcPr marL="36000" marR="36000" marT="36000" marB="36000" anchor="ctr"/>
                </a:tc>
                <a:tc>
                  <a:txBody>
                    <a:bodyPr/>
                    <a:lstStyle/>
                    <a:p>
                      <a:pPr marL="0" marR="0" lvl="0" indent="0" algn="ctr" rtl="0">
                        <a:spcBef>
                          <a:spcPts val="0"/>
                        </a:spcBef>
                        <a:spcAft>
                          <a:spcPts val="0"/>
                        </a:spcAft>
                        <a:buNone/>
                      </a:pPr>
                      <a:r>
                        <a:rPr lang="en-US" sz="800" b="1" dirty="0"/>
                        <a:t>QD700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35</a:t>
                      </a:r>
                      <a:r>
                        <a:rPr lang="en-US" sz="800" b="0" dirty="0"/>
                        <a:t>(34)</a:t>
                      </a:r>
                      <a:endParaRPr lang="en-US" sz="800" b="0" dirty="0">
                        <a:solidFill>
                          <a:srgbClr val="0070C0"/>
                        </a:solidFill>
                      </a:endParaRPr>
                    </a:p>
                  </a:txBody>
                  <a:tcPr marL="36000" marR="36000" marT="36000" marB="36000" anchor="ctr"/>
                </a:tc>
                <a:extLst>
                  <a:ext uri="{0D108BD9-81ED-4DB2-BD59-A6C34878D82A}">
                    <a16:rowId xmlns:a16="http://schemas.microsoft.com/office/drawing/2014/main" val="10001"/>
                  </a:ext>
                </a:extLst>
              </a:tr>
              <a:tr h="181870">
                <a:tc>
                  <a:txBody>
                    <a:bodyPr/>
                    <a:lstStyle/>
                    <a:p>
                      <a:pPr marL="0" marR="0" lvl="0" indent="0" algn="ctr" rtl="0">
                        <a:spcBef>
                          <a:spcPts val="0"/>
                        </a:spcBef>
                        <a:spcAft>
                          <a:spcPts val="0"/>
                        </a:spcAft>
                        <a:buNone/>
                      </a:pPr>
                      <a:r>
                        <a:rPr lang="en-US" altLang="ko-KR" sz="800" b="1" dirty="0"/>
                        <a:t>17</a:t>
                      </a:r>
                      <a:r>
                        <a:rPr lang="en-US" altLang="ko-KR" sz="800" b="0" dirty="0"/>
                        <a:t>/</a:t>
                      </a:r>
                      <a:r>
                        <a:rPr lang="en-US" sz="800" b="0" dirty="0"/>
                        <a:t>16</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LAT 81A/11A</a:t>
                      </a:r>
                    </a:p>
                  </a:txBody>
                  <a:tcPr marL="36000" marR="36000" marT="36000" marB="36000" anchor="ctr"/>
                </a:tc>
                <a:tc>
                  <a:txBody>
                    <a:bodyPr/>
                    <a:lstStyle/>
                    <a:p>
                      <a:pPr marL="0" marR="0" lvl="0" indent="0" algn="ctr" rtl="0">
                        <a:spcBef>
                          <a:spcPts val="0"/>
                        </a:spcBef>
                        <a:spcAft>
                          <a:spcPts val="0"/>
                        </a:spcAft>
                        <a:buNone/>
                      </a:pPr>
                      <a:r>
                        <a:rPr lang="en-US" sz="800" b="1" dirty="0"/>
                        <a:t>QD305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17</a:t>
                      </a:r>
                      <a:r>
                        <a:rPr lang="en-US" sz="800" b="0" dirty="0"/>
                        <a:t>(16)</a:t>
                      </a:r>
                      <a:endParaRPr sz="800" b="0" dirty="0">
                        <a:solidFill>
                          <a:srgbClr val="0070C0"/>
                        </a:solidFill>
                      </a:endParaRPr>
                    </a:p>
                  </a:txBody>
                  <a:tcPr marL="36000" marR="36000" marT="36000" marB="36000" anchor="ctr"/>
                </a:tc>
                <a:extLst>
                  <a:ext uri="{0D108BD9-81ED-4DB2-BD59-A6C34878D82A}">
                    <a16:rowId xmlns:a16="http://schemas.microsoft.com/office/drawing/2014/main" val="10002"/>
                  </a:ext>
                </a:extLst>
              </a:tr>
              <a:tr h="18495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JDG, </a:t>
                      </a:r>
                      <a:r>
                        <a:rPr lang="en-US" sz="800" b="1" dirty="0">
                          <a:solidFill>
                            <a:srgbClr val="C00000"/>
                          </a:solidFill>
                        </a:rPr>
                        <a:t>35 IQX, 17 IQD, </a:t>
                      </a:r>
                      <a:r>
                        <a:rPr lang="en-US" sz="800" b="0" dirty="0">
                          <a:solidFill>
                            <a:srgbClr val="C00000"/>
                          </a:solidFill>
                        </a:rPr>
                        <a:t>34 IIN, 16 IDA</a:t>
                      </a:r>
                      <a:endParaRPr sz="800" b="0"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8495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Limit</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0" dirty="0">
                          <a:solidFill>
                            <a:schemeClr val="bg1"/>
                          </a:solidFill>
                        </a:rPr>
                        <a:t>RW xx /6 160kts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4047291246"/>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35 : S2(5255’), S4(6624’), 17 : S1(5282’), S3(6604’)</a:t>
                      </a:r>
                      <a:endParaRPr sz="800" dirty="0">
                        <a:solidFill>
                          <a:schemeClr val="dk1"/>
                        </a:solidFill>
                      </a:endParaRPr>
                    </a:p>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34 : R2(5278’), R4(6650’), 16 : R1(5318’), R3(6706’) </a:t>
                      </a:r>
                      <a:endParaRPr b="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R" sz="800" dirty="0">
                          <a:solidFill>
                            <a:srgbClr val="0070C0"/>
                          </a:solidFill>
                        </a:rPr>
                        <a:t>1</a:t>
                      </a:r>
                      <a:r>
                        <a:rPr lang="en-US" altLang="ko-KR" sz="800" baseline="30000" dirty="0">
                          <a:solidFill>
                            <a:srgbClr val="0070C0"/>
                          </a:solidFill>
                        </a:rPr>
                        <a:t>st</a:t>
                      </a:r>
                      <a:r>
                        <a:rPr lang="en-US" altLang="ko-KR" sz="800" dirty="0">
                          <a:solidFill>
                            <a:srgbClr val="0070C0"/>
                          </a:solidFill>
                        </a:rPr>
                        <a:t> TWY GND, 2</a:t>
                      </a:r>
                      <a:r>
                        <a:rPr lang="en-US" altLang="ko-KR" sz="800" baseline="30000" dirty="0">
                          <a:solidFill>
                            <a:srgbClr val="0070C0"/>
                          </a:solidFill>
                        </a:rPr>
                        <a:t>nd</a:t>
                      </a:r>
                      <a:r>
                        <a:rPr lang="en-US" altLang="ko-KR" sz="800" dirty="0">
                          <a:solidFill>
                            <a:srgbClr val="0070C0"/>
                          </a:solidFill>
                        </a:rPr>
                        <a:t> TWY Apron, </a:t>
                      </a:r>
                      <a:r>
                        <a:rPr lang="en-US" altLang="ko-KR" sz="800" dirty="0">
                          <a:solidFill>
                            <a:srgbClr val="C00000"/>
                          </a:solidFill>
                        </a:rPr>
                        <a:t>CTC</a:t>
                      </a:r>
                      <a:r>
                        <a:rPr lang="en-US" altLang="ko-KR" sz="800" dirty="0"/>
                        <a:t> </a:t>
                      </a:r>
                      <a:r>
                        <a:rPr lang="en-US" altLang="ko-KR" sz="800" dirty="0">
                          <a:solidFill>
                            <a:srgbClr val="C00000"/>
                          </a:solidFill>
                        </a:rPr>
                        <a:t>Apron</a:t>
                      </a:r>
                    </a:p>
                    <a:p>
                      <a:pPr marL="0" marR="0" lvl="0" indent="0" algn="ctr" rtl="0">
                        <a:lnSpc>
                          <a:spcPct val="100000"/>
                        </a:lnSpc>
                        <a:spcBef>
                          <a:spcPts val="0"/>
                        </a:spcBef>
                        <a:spcAft>
                          <a:spcPts val="0"/>
                        </a:spcAft>
                        <a:buClr>
                          <a:schemeClr val="dk1"/>
                        </a:buClr>
                        <a:buSzPts val="800"/>
                        <a:buFont typeface="Calibri"/>
                        <a:buNone/>
                      </a:pPr>
                      <a:r>
                        <a:rPr lang="en-US" altLang="ko-KR" sz="800" dirty="0">
                          <a:solidFill>
                            <a:srgbClr val="C00000"/>
                          </a:solidFill>
                        </a:rPr>
                        <a:t>Caution HOT SPOT (HP01,HP02)  </a:t>
                      </a:r>
                    </a:p>
                    <a:p>
                      <a:pPr marL="0" marR="0" lvl="0" indent="0" algn="ctr" rtl="0">
                        <a:lnSpc>
                          <a:spcPct val="100000"/>
                        </a:lnSpc>
                        <a:spcBef>
                          <a:spcPts val="0"/>
                        </a:spcBef>
                        <a:spcAft>
                          <a:spcPts val="0"/>
                        </a:spcAft>
                        <a:buClr>
                          <a:schemeClr val="dk1"/>
                        </a:buClr>
                        <a:buSzPts val="800"/>
                        <a:buFont typeface="Calibri"/>
                        <a:buNone/>
                      </a:pPr>
                      <a:r>
                        <a:rPr lang="en-US" altLang="ko-KR" sz="800" dirty="0"/>
                        <a:t> </a:t>
                      </a:r>
                      <a:r>
                        <a:rPr lang="en-US" sz="800" dirty="0"/>
                        <a:t>Follow Me Car on </a:t>
                      </a:r>
                      <a:r>
                        <a:rPr lang="en-US" sz="800" dirty="0" err="1"/>
                        <a:t>Lxx</a:t>
                      </a:r>
                      <a:r>
                        <a:rPr lang="en-US" sz="800" dirty="0"/>
                        <a:t>, APU off Procedure</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12AADAA9-ECE8-66EA-FC58-DB2D69AEE3F1}"/>
              </a:ext>
            </a:extLst>
          </p:cNvPr>
          <p:cNvGraphicFramePr/>
          <p:nvPr>
            <p:extLst>
              <p:ext uri="{D42A27DB-BD31-4B8C-83A1-F6EECF244321}">
                <p14:modId xmlns:p14="http://schemas.microsoft.com/office/powerpoint/2010/main" val="324738689"/>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ZSQD(TAO) 30ft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800" dirty="0"/>
                        <a:t>Air China Beijing 132.0</a:t>
                      </a:r>
                    </a:p>
                    <a:p>
                      <a:pPr marL="0" marR="0" lvl="0" indent="0" algn="ctr" rtl="0">
                        <a:spcBef>
                          <a:spcPts val="0"/>
                        </a:spcBef>
                        <a:spcAft>
                          <a:spcPts val="0"/>
                        </a:spcAft>
                        <a:buNone/>
                      </a:pPr>
                      <a:r>
                        <a:rPr lang="en-US" sz="900" b="1" dirty="0">
                          <a:solidFill>
                            <a:srgbClr val="7030A0"/>
                          </a:solidFill>
                        </a:rPr>
                        <a:t>Parking Bay 131-141</a:t>
                      </a:r>
                      <a:endParaRPr sz="9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824679CE-739A-7A83-499E-7E1C840499F2}"/>
              </a:ext>
            </a:extLst>
          </p:cNvPr>
          <p:cNvSpPr/>
          <p:nvPr/>
        </p:nvSpPr>
        <p:spPr>
          <a:xfrm>
            <a:off x="824292"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96002EB2-64E2-C324-6FAC-CB6E3BAF4C32}"/>
              </a:ext>
            </a:extLst>
          </p:cNvPr>
          <p:cNvGraphicFramePr/>
          <p:nvPr/>
        </p:nvGraphicFramePr>
        <p:xfrm>
          <a:off x="1" y="66307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D9565358-05EF-DF8E-656F-B91788E3B7D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28893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713424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70BD9-D9EA-B4D2-2D60-DE443D1A2115}"/>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701AFF59-07B0-3DBA-46A8-52C61954C820}"/>
              </a:ext>
            </a:extLst>
          </p:cNvPr>
          <p:cNvGraphicFramePr>
            <a:graphicFrameLocks noGrp="1"/>
          </p:cNvGraphicFramePr>
          <p:nvPr>
            <p:ph idx="1"/>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14,800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3,600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11,800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rgbClr val="0070C0"/>
                          </a:solidFill>
                          <a:effectLst/>
                          <a:latin typeface="Arial" panose="020B0604020202020204" pitchFamily="34" charset="0"/>
                          <a:cs typeface="Arial" panose="020B0604020202020204" pitchFamily="34" charset="0"/>
                        </a:rPr>
                        <a:t>3,000</a:t>
                      </a:r>
                      <a:r>
                        <a:rPr lang="en-US" sz="800" b="0" i="0">
                          <a:solidFill>
                            <a:srgbClr val="0070C0"/>
                          </a:solidFill>
                          <a:effectLst/>
                          <a:latin typeface="Arial" panose="020B0604020202020204" pitchFamily="34" charset="0"/>
                          <a:cs typeface="Arial" panose="020B0604020202020204" pitchFamily="34" charset="0"/>
                        </a:rPr>
                        <a:t> </a:t>
                      </a:r>
                      <a:r>
                        <a:rPr lang="en-US" sz="800" b="1" i="0">
                          <a:solidFill>
                            <a:srgbClr val="0070C0"/>
                          </a:solidFill>
                          <a:effectLst/>
                          <a:latin typeface="Arial" panose="020B0604020202020204" pitchFamily="34" charset="0"/>
                          <a:cs typeface="Arial" panose="020B0604020202020204" pitchFamily="34" charset="0"/>
                        </a:rPr>
                        <a:t>m</a:t>
                      </a:r>
                      <a:endParaRPr lang="en-US" sz="80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9,800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C5E2EAE8-F889-1437-B115-DD478B11A35A}"/>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9D427601-ABE9-A5EF-B947-A04B4E16815A}"/>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6777C057-7E8B-EB48-3A12-DEC89831F216}"/>
              </a:ext>
            </a:extLst>
          </p:cNvPr>
          <p:cNvGraphicFramePr>
            <a:graphicFrameLocks noGrp="1"/>
          </p:cNvGraphicFramePr>
          <p:nvPr/>
        </p:nvGraphicFramePr>
        <p:xfrm>
          <a:off x="39455" y="410023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Tree>
    <p:extLst>
      <p:ext uri="{BB962C8B-B14F-4D97-AF65-F5344CB8AC3E}">
        <p14:creationId xmlns:p14="http://schemas.microsoft.com/office/powerpoint/2010/main" val="21147675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8A6643A2-E915-A221-9657-9E97E34197C6}"/>
            </a:ext>
          </a:extLst>
        </p:cNvPr>
        <p:cNvGrpSpPr/>
        <p:nvPr/>
      </p:nvGrpSpPr>
      <p:grpSpPr>
        <a:xfrm>
          <a:off x="0" y="0"/>
          <a:ext cx="0" cy="0"/>
          <a:chOff x="0" y="0"/>
          <a:chExt cx="0" cy="0"/>
        </a:xfrm>
      </p:grpSpPr>
      <p:graphicFrame>
        <p:nvGraphicFramePr>
          <p:cNvPr id="117" name="Google Shape;117;p3">
            <a:extLst>
              <a:ext uri="{FF2B5EF4-FFF2-40B4-BE49-F238E27FC236}">
                <a16:creationId xmlns:a16="http://schemas.microsoft.com/office/drawing/2014/main" id="{34263078-E3A7-E4B4-C046-62B08AAE6590}"/>
              </a:ext>
            </a:extLst>
          </p:cNvPr>
          <p:cNvGraphicFramePr/>
          <p:nvPr>
            <p:extLst>
              <p:ext uri="{D42A27DB-BD31-4B8C-83A1-F6EECF244321}">
                <p14:modId xmlns:p14="http://schemas.microsoft.com/office/powerpoint/2010/main" val="135456099"/>
              </p:ext>
            </p:extLst>
          </p:nvPr>
        </p:nvGraphicFramePr>
        <p:xfrm>
          <a:off x="-4046" y="756451"/>
          <a:ext cx="2330557" cy="1476730"/>
        </p:xfrm>
        <a:graphic>
          <a:graphicData uri="http://schemas.openxmlformats.org/drawingml/2006/table">
            <a:tbl>
              <a:tblPr firstRow="1" bandRow="1">
                <a:noFill/>
                <a:tableStyleId>{A521BE36-7E6F-4EC9-8D66-1CF97A6895EC}</a:tableStyleId>
              </a:tblPr>
              <a:tblGrid>
                <a:gridCol w="234333">
                  <a:extLst>
                    <a:ext uri="{9D8B030D-6E8A-4147-A177-3AD203B41FA5}">
                      <a16:colId xmlns:a16="http://schemas.microsoft.com/office/drawing/2014/main" val="20000"/>
                    </a:ext>
                  </a:extLst>
                </a:gridCol>
                <a:gridCol w="250079">
                  <a:extLst>
                    <a:ext uri="{9D8B030D-6E8A-4147-A177-3AD203B41FA5}">
                      <a16:colId xmlns:a16="http://schemas.microsoft.com/office/drawing/2014/main" val="20001"/>
                    </a:ext>
                  </a:extLst>
                </a:gridCol>
                <a:gridCol w="497948">
                  <a:extLst>
                    <a:ext uri="{9D8B030D-6E8A-4147-A177-3AD203B41FA5}">
                      <a16:colId xmlns:a16="http://schemas.microsoft.com/office/drawing/2014/main" val="325153996"/>
                    </a:ext>
                  </a:extLst>
                </a:gridCol>
                <a:gridCol w="139424">
                  <a:extLst>
                    <a:ext uri="{9D8B030D-6E8A-4147-A177-3AD203B41FA5}">
                      <a16:colId xmlns:a16="http://schemas.microsoft.com/office/drawing/2014/main" val="2286074444"/>
                    </a:ext>
                  </a:extLst>
                </a:gridCol>
                <a:gridCol w="312061">
                  <a:extLst>
                    <a:ext uri="{9D8B030D-6E8A-4147-A177-3AD203B41FA5}">
                      <a16:colId xmlns:a16="http://schemas.microsoft.com/office/drawing/2014/main" val="20005"/>
                    </a:ext>
                  </a:extLst>
                </a:gridCol>
                <a:gridCol w="474405">
                  <a:extLst>
                    <a:ext uri="{9D8B030D-6E8A-4147-A177-3AD203B41FA5}">
                      <a16:colId xmlns:a16="http://schemas.microsoft.com/office/drawing/2014/main" val="1871292482"/>
                    </a:ext>
                  </a:extLst>
                </a:gridCol>
                <a:gridCol w="422307">
                  <a:extLst>
                    <a:ext uri="{9D8B030D-6E8A-4147-A177-3AD203B41FA5}">
                      <a16:colId xmlns:a16="http://schemas.microsoft.com/office/drawing/2014/main" val="3899291813"/>
                    </a:ext>
                  </a:extLst>
                </a:gridCol>
              </a:tblGrid>
              <a:tr h="0">
                <a:tc gridSpan="7">
                  <a:txBody>
                    <a:bodyPr/>
                    <a:lstStyle/>
                    <a:p>
                      <a:pPr marL="0" marR="0" lvl="0" indent="0" algn="ctr" rtl="0">
                        <a:spcBef>
                          <a:spcPts val="0"/>
                        </a:spcBef>
                        <a:spcAft>
                          <a:spcPts val="0"/>
                        </a:spcAft>
                        <a:buNone/>
                      </a:pPr>
                      <a:r>
                        <a:rPr lang="en-US" altLang="ko-Kore-KR" sz="800" u="none" strike="noStrike" cap="none" dirty="0"/>
                        <a:t>TAO : SID (NADP 1) </a:t>
                      </a:r>
                      <a:r>
                        <a:rPr lang="en-US" altLang="ko-Kore-KR" sz="800" u="none" strike="noStrike" cap="none" dirty="0">
                          <a:solidFill>
                            <a:srgbClr val="FFC000"/>
                          </a:solidFill>
                        </a:rPr>
                        <a:t>Walk Around Ramp Pass &amp; PW</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altLang="ko-KR" sz="800" b="1" u="none" strike="noStrike" cap="none" dirty="0"/>
                        <a:t>34</a:t>
                      </a:r>
                      <a:endParaRPr lang="en-US" sz="800" b="1" u="none" strike="noStrike" cap="none" dirty="0"/>
                    </a:p>
                    <a:p>
                      <a:pPr marL="0" marR="0" lvl="0" indent="0" algn="ctr" rtl="0">
                        <a:spcBef>
                          <a:spcPts val="0"/>
                        </a:spcBef>
                        <a:spcAft>
                          <a:spcPts val="0"/>
                        </a:spcAft>
                        <a:buNone/>
                      </a:pPr>
                      <a:r>
                        <a:rPr lang="en-US" sz="800" b="0" u="none" strike="noStrike" cap="none" dirty="0"/>
                        <a:t>(</a:t>
                      </a:r>
                      <a:r>
                        <a:rPr lang="en-US" altLang="ko-KR" sz="800" b="0" u="none" strike="noStrike" cap="none" dirty="0"/>
                        <a:t>35</a:t>
                      </a:r>
                      <a:r>
                        <a:rPr lang="en-US" sz="800" b="0" u="none" strike="noStrike" cap="none" dirty="0"/>
                        <a:t>)</a:t>
                      </a:r>
                      <a:endParaRPr sz="800" b="0"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LAT 91D/01D</a:t>
                      </a: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pPr algn="ctr"/>
                      <a:r>
                        <a:rPr lang="en-US" sz="800" b="1" u="none" strike="noStrike" cap="none" dirty="0"/>
                        <a:t>HD </a:t>
                      </a:r>
                      <a:r>
                        <a:rPr lang="en-US" altLang="ko-KR" sz="800" b="1" u="none" strike="noStrike" cap="none" dirty="0"/>
                        <a:t>350</a:t>
                      </a:r>
                      <a:r>
                        <a:rPr lang="en-US" sz="800" b="1" u="none" strike="noStrike" cap="none" dirty="0"/>
                        <a:t> </a:t>
                      </a:r>
                      <a:r>
                        <a:rPr lang="en-US" sz="800" b="1" u="none" strike="noStrike" cap="none" dirty="0">
                          <a:solidFill>
                            <a:srgbClr val="0070C0"/>
                          </a:solidFill>
                        </a:rPr>
                        <a:t>ALT </a:t>
                      </a:r>
                      <a:r>
                        <a:rPr lang="en-US" altLang="ko-KR" sz="800" b="1" u="none" strike="noStrike" cap="none" dirty="0">
                          <a:solidFill>
                            <a:srgbClr val="0070C0"/>
                          </a:solidFill>
                        </a:rPr>
                        <a:t>30</a:t>
                      </a:r>
                      <a:r>
                        <a:rPr lang="en-US" sz="800" b="1" u="none" strike="noStrike" cap="none" dirty="0">
                          <a:solidFill>
                            <a:srgbClr val="0070C0"/>
                          </a:solidFill>
                        </a:rPr>
                        <a:t>00(</a:t>
                      </a:r>
                      <a:r>
                        <a:rPr lang="en-US" altLang="ko-KR" sz="800" b="1" u="none" strike="noStrike" cap="none" dirty="0">
                          <a:solidFill>
                            <a:srgbClr val="0070C0"/>
                          </a:solidFill>
                        </a:rPr>
                        <a:t>900</a:t>
                      </a:r>
                      <a:r>
                        <a:rPr lang="en-US" sz="800" b="1" u="none" strike="noStrike" cap="none" dirty="0">
                          <a:solidFill>
                            <a:srgbClr val="0070C0"/>
                          </a:solidFill>
                        </a:rPr>
                        <a:t>m)</a:t>
                      </a:r>
                    </a:p>
                    <a:p>
                      <a:pPr algn="ctr"/>
                      <a:r>
                        <a:rPr lang="en-US" altLang="ko-Kore-KR" sz="800" b="1" u="none" strike="noStrike" cap="none" dirty="0">
                          <a:solidFill>
                            <a:srgbClr val="AA47F5"/>
                          </a:solidFill>
                        </a:rPr>
                        <a:t>SPD 250 </a:t>
                      </a:r>
                      <a:r>
                        <a:rPr lang="en-US" altLang="ko-Kore-KR" sz="800" b="1" u="none" strike="noStrike" cap="none" dirty="0">
                          <a:solidFill>
                            <a:srgbClr val="F28943"/>
                          </a:solidFill>
                        </a:rPr>
                        <a:t>TA9850</a:t>
                      </a:r>
                      <a:endParaRPr lang="ko-Kore-KR"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1</a:t>
                      </a:r>
                      <a:r>
                        <a:rPr lang="en-US" altLang="ko-KR" sz="800" b="1" u="none" strike="noStrike" cap="none" dirty="0"/>
                        <a:t>6</a:t>
                      </a:r>
                      <a:endParaRPr lang="en-US" sz="800" b="1" u="none" strike="noStrike" cap="none" dirty="0"/>
                    </a:p>
                    <a:p>
                      <a:pPr marL="0" marR="0" lvl="0" indent="0" algn="ctr" rtl="0">
                        <a:spcBef>
                          <a:spcPts val="0"/>
                        </a:spcBef>
                        <a:spcAft>
                          <a:spcPts val="0"/>
                        </a:spcAft>
                        <a:buNone/>
                      </a:pPr>
                      <a:r>
                        <a:rPr lang="en-US" sz="800" b="0" u="none" strike="noStrike" cap="none" dirty="0"/>
                        <a:t>(1</a:t>
                      </a:r>
                      <a:r>
                        <a:rPr lang="en-US" altLang="ko-KR" sz="800" b="0" u="none" strike="noStrike" cap="none" dirty="0"/>
                        <a:t>7</a:t>
                      </a:r>
                      <a:r>
                        <a:rPr lang="en-US" sz="800" b="0" u="none" strike="noStrike" cap="none" dirty="0"/>
                        <a:t>)</a:t>
                      </a:r>
                      <a:endParaRPr sz="800" b="0"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LAT 81D/11D</a:t>
                      </a: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pPr algn="ctr"/>
                      <a:r>
                        <a:rPr lang="en-US" sz="800" b="1" u="none" strike="noStrike" cap="none" dirty="0"/>
                        <a:t>HD 1</a:t>
                      </a:r>
                      <a:r>
                        <a:rPr lang="en-US" altLang="ko-KR" sz="800" b="1" u="none" strike="noStrike" cap="none" dirty="0"/>
                        <a:t>70</a:t>
                      </a:r>
                      <a:r>
                        <a:rPr lang="en-US" sz="800" b="1" u="none" strike="noStrike" cap="none" dirty="0"/>
                        <a:t> </a:t>
                      </a:r>
                      <a:r>
                        <a:rPr lang="en-US" sz="800" b="1" u="none" strike="noStrike" cap="none" dirty="0">
                          <a:solidFill>
                            <a:srgbClr val="0070C0"/>
                          </a:solidFill>
                        </a:rPr>
                        <a:t>ALT </a:t>
                      </a:r>
                      <a:r>
                        <a:rPr lang="en-US" altLang="ko-KR" sz="800" b="1" u="none" strike="noStrike" cap="none" dirty="0">
                          <a:solidFill>
                            <a:srgbClr val="0070C0"/>
                          </a:solidFill>
                        </a:rPr>
                        <a:t>3000</a:t>
                      </a:r>
                      <a:r>
                        <a:rPr lang="en-US" sz="800" b="1" u="none" strike="noStrike" cap="none" dirty="0">
                          <a:solidFill>
                            <a:srgbClr val="0070C0"/>
                          </a:solidFill>
                        </a:rPr>
                        <a:t>(</a:t>
                      </a:r>
                      <a:r>
                        <a:rPr lang="en-US" altLang="ko-KR" sz="800" b="1" u="none" strike="noStrike" cap="none" dirty="0">
                          <a:solidFill>
                            <a:srgbClr val="0070C0"/>
                          </a:solidFill>
                        </a:rPr>
                        <a:t>9</a:t>
                      </a:r>
                      <a:r>
                        <a:rPr lang="en-US" sz="800" b="1" u="none" strike="noStrike" cap="none" dirty="0">
                          <a:solidFill>
                            <a:srgbClr val="0070C0"/>
                          </a:solidFill>
                        </a:rPr>
                        <a:t>00m)</a:t>
                      </a:r>
                    </a:p>
                    <a:p>
                      <a:pPr algn="ctr"/>
                      <a:r>
                        <a:rPr lang="en-US" altLang="ko-Kore-KR" sz="800" b="1" u="none" strike="noStrike" cap="none" dirty="0">
                          <a:solidFill>
                            <a:srgbClr val="AA47F5"/>
                          </a:solidFill>
                        </a:rPr>
                        <a:t>SPD 250 </a:t>
                      </a:r>
                      <a:r>
                        <a:rPr lang="en-US" altLang="ko-Kore-KR" sz="800" b="1" u="none" strike="noStrike" cap="none" dirty="0">
                          <a:solidFill>
                            <a:srgbClr val="F28943"/>
                          </a:solidFill>
                        </a:rPr>
                        <a:t>TA 9850</a:t>
                      </a:r>
                      <a:endParaRPr lang="ko-Kore-KR"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2">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800" b="1" u="none" strike="noStrike" cap="none" dirty="0">
                          <a:solidFill>
                            <a:srgbClr val="0070C0"/>
                          </a:solidFill>
                        </a:rPr>
                        <a:t>JDG 114.45</a:t>
                      </a:r>
                    </a:p>
                  </a:txBody>
                  <a:tcPr marL="36000" marR="36000" marT="36000" marB="36000" anchor="ctr"/>
                </a:tc>
                <a:tc hMerge="1">
                  <a:txBody>
                    <a:bodyPr/>
                    <a:lstStyle/>
                    <a:p>
                      <a:endParaRPr lang="ko-Kore-KR" altLang="en-US"/>
                    </a:p>
                  </a:txBody>
                  <a:tcPr/>
                </a:tc>
                <a:tc>
                  <a:txBody>
                    <a:bodyPr/>
                    <a:lstStyle/>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35 IQX </a:t>
                      </a:r>
                    </a:p>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109.75</a:t>
                      </a:r>
                      <a:endParaRPr lang="en-US" altLang="ko-Kore-KR" sz="600" dirty="0"/>
                    </a:p>
                  </a:txBody>
                  <a:tcPr marL="36000" marR="36000" marT="36000" marB="36000" anchor="ctr"/>
                </a:tc>
                <a:tc gridSpan="2">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34 IIN 108.55</a:t>
                      </a:r>
                      <a:endParaRPr lang="ko-Kore-KR" altLang="ko-Kore-KR" sz="600" dirty="0"/>
                    </a:p>
                  </a:txBody>
                  <a:tcPr marL="36000" marR="36000" marT="36000" marB="36000" anchor="ctr"/>
                </a:tc>
                <a:tc hMerge="1">
                  <a:txBody>
                    <a:bodyPr/>
                    <a:lstStyle/>
                    <a:p>
                      <a:pPr algn="ctr"/>
                      <a:endParaRPr lang="ko-Kore-KR" dirty="0"/>
                    </a:p>
                  </a:txBody>
                  <a:tcPr marL="36000" marR="36000" marT="36000" marB="36000" anchor="ctr"/>
                </a:tc>
                <a:tc>
                  <a:txBody>
                    <a:bodyPr/>
                    <a:lstStyle/>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17 IQD </a:t>
                      </a:r>
                    </a:p>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110.15</a:t>
                      </a:r>
                      <a:endParaRPr lang="en-US" altLang="ko-Kore-KR" sz="600" dirty="0"/>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16 IDA 111.9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446403819"/>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b="1" u="none" strike="noStrike" cap="none" dirty="0">
                          <a:solidFill>
                            <a:srgbClr val="0070C0"/>
                          </a:solidFill>
                        </a:rPr>
                        <a:t>Heading 190, Join W209 -&gt;  DCT LATUX CRS 148(328)</a:t>
                      </a: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R" sz="800" b="0" i="0" u="none" strike="noStrike" kern="1200" cap="none" spc="0" normalizeH="0" baseline="0" noProof="0" dirty="0">
                          <a:ln>
                            <a:noFill/>
                          </a:ln>
                          <a:solidFill>
                            <a:srgbClr val="C00000"/>
                          </a:solidFill>
                          <a:effectLst/>
                          <a:uLnTx/>
                          <a:uFillTx/>
                          <a:latin typeface="Calibri"/>
                          <a:cs typeface="Calibri"/>
                        </a:rPr>
                        <a:t>Caution HOT SPOT (HP01,HP02)  </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a:extLst>
              <a:ext uri="{FF2B5EF4-FFF2-40B4-BE49-F238E27FC236}">
                <a16:creationId xmlns:a16="http://schemas.microsoft.com/office/drawing/2014/main" id="{6A48A7E4-CFC6-A084-6F72-2EF4F5E002FC}"/>
              </a:ext>
            </a:extLst>
          </p:cNvPr>
          <p:cNvGraphicFramePr/>
          <p:nvPr>
            <p:extLst>
              <p:ext uri="{D42A27DB-BD31-4B8C-83A1-F6EECF244321}">
                <p14:modId xmlns:p14="http://schemas.microsoft.com/office/powerpoint/2010/main" val="3931470084"/>
              </p:ext>
            </p:extLst>
          </p:nvPr>
        </p:nvGraphicFramePr>
        <p:xfrm>
          <a:off x="-2501" y="16504"/>
          <a:ext cx="2328850" cy="7270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ZSQD(TAO) 30ft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altLang="ko-Kore-KR" sz="1000" dirty="0"/>
                        <a:t>None</a:t>
                      </a:r>
                      <a:endParaRPr lang="en-US" altLang="ko-Kore-KR" sz="600" dirty="0"/>
                    </a:p>
                    <a:p>
                      <a:pPr marL="0" marR="0" lvl="0" indent="0" algn="ctr" rtl="0">
                        <a:spcBef>
                          <a:spcPts val="0"/>
                        </a:spcBef>
                        <a:spcAft>
                          <a:spcPts val="0"/>
                        </a:spcAft>
                        <a:buNone/>
                      </a:pPr>
                      <a:r>
                        <a:rPr lang="en-US" altLang="ko-Kore-KR" sz="800" dirty="0">
                          <a:solidFill>
                            <a:srgbClr val="FF0000"/>
                          </a:solidFill>
                        </a:rPr>
                        <a:t>DCL </a:t>
                      </a:r>
                      <a:r>
                        <a:rPr lang="ko-KR" altLang="en-US" sz="800" dirty="0">
                          <a:solidFill>
                            <a:srgbClr val="FF0000"/>
                          </a:solidFill>
                        </a:rPr>
                        <a:t>가능</a:t>
                      </a:r>
                      <a:r>
                        <a:rPr lang="en-US" altLang="ko-KR" sz="800" dirty="0">
                          <a:solidFill>
                            <a:srgbClr val="FF0000"/>
                          </a:solidFill>
                        </a:rPr>
                        <a:t>, </a:t>
                      </a:r>
                      <a:r>
                        <a:rPr lang="en-US" altLang="ko-Kore-KR" sz="800" dirty="0">
                          <a:solidFill>
                            <a:srgbClr val="FF0000"/>
                          </a:solidFill>
                        </a:rPr>
                        <a:t>No READ BACK!</a:t>
                      </a:r>
                    </a:p>
                    <a:p>
                      <a:pPr marL="0" marR="0" lvl="0" indent="0" algn="ctr" rtl="0">
                        <a:spcBef>
                          <a:spcPts val="0"/>
                        </a:spcBef>
                        <a:spcAft>
                          <a:spcPts val="0"/>
                        </a:spcAft>
                        <a:buNone/>
                      </a:pPr>
                      <a:r>
                        <a:rPr lang="en-US" altLang="ko-Kore-KR" sz="800" dirty="0">
                          <a:solidFill>
                            <a:srgbClr val="FF0000"/>
                          </a:solidFill>
                        </a:rPr>
                        <a:t>(Voice 10</a:t>
                      </a:r>
                      <a:r>
                        <a:rPr lang="ko-KR" altLang="en-US" sz="800" dirty="0">
                          <a:solidFill>
                            <a:srgbClr val="FF0000"/>
                          </a:solidFill>
                        </a:rPr>
                        <a:t>분전 </a:t>
                      </a:r>
                      <a:r>
                        <a:rPr lang="ko-KR" altLang="en-US" sz="800" dirty="0" err="1">
                          <a:solidFill>
                            <a:srgbClr val="FF0000"/>
                          </a:solidFill>
                        </a:rPr>
                        <a:t>부터</a:t>
                      </a:r>
                      <a:r>
                        <a:rPr lang="en-US" altLang="ko-KR" sz="800" dirty="0">
                          <a:solidFill>
                            <a:srgbClr val="FF0000"/>
                          </a:solidFill>
                        </a:rPr>
                        <a:t>)</a:t>
                      </a:r>
                      <a:endParaRPr lang="ko-KR" altLang="en-US" sz="800" dirty="0">
                        <a:solidFill>
                          <a:srgbClr val="FF0000"/>
                        </a:solidFill>
                      </a:endParaRP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41B8C403-5D19-C421-91CA-A25AE8B16F8D}"/>
              </a:ext>
            </a:extLst>
          </p:cNvPr>
          <p:cNvSpPr/>
          <p:nvPr/>
        </p:nvSpPr>
        <p:spPr>
          <a:xfrm>
            <a:off x="913422" y="351023"/>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5" name="그래픽 4" descr="집 Wi-Fi에서 작업 단색으로 채워진">
            <a:hlinkClick r:id="" action="ppaction://hlinkshowjump?jump=firstslide"/>
            <a:extLst>
              <a:ext uri="{FF2B5EF4-FFF2-40B4-BE49-F238E27FC236}">
                <a16:creationId xmlns:a16="http://schemas.microsoft.com/office/drawing/2014/main" id="{CC2F4C15-1516-4539-64A9-46FD942BF17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937251"/>
            <a:ext cx="457200" cy="457200"/>
          </a:xfrm>
          <a:prstGeom prst="rect">
            <a:avLst/>
          </a:prstGeom>
          <a:effectLst>
            <a:outerShdw blurRad="50800" dist="50800" dir="3660000" algn="ctr" rotWithShape="0">
              <a:schemeClr val="bg1">
                <a:alpha val="82714"/>
              </a:schemeClr>
            </a:outerShdw>
          </a:effectLst>
        </p:spPr>
      </p:pic>
      <p:sp>
        <p:nvSpPr>
          <p:cNvPr id="8" name="TextBox 7">
            <a:extLst>
              <a:ext uri="{FF2B5EF4-FFF2-40B4-BE49-F238E27FC236}">
                <a16:creationId xmlns:a16="http://schemas.microsoft.com/office/drawing/2014/main" id="{B6CBF371-47B2-03BD-BF23-D67CE2863BCE}"/>
              </a:ext>
            </a:extLst>
          </p:cNvPr>
          <p:cNvSpPr txBox="1"/>
          <p:nvPr/>
        </p:nvSpPr>
        <p:spPr>
          <a:xfrm>
            <a:off x="-4047" y="2228461"/>
            <a:ext cx="1645278" cy="713529"/>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ore-KR" sz="700" b="1" i="0" u="sng" strike="noStrike" kern="1200" cap="none" spc="0" normalizeH="0" baseline="0" noProof="0" dirty="0">
                <a:ln>
                  <a:noFill/>
                </a:ln>
                <a:solidFill>
                  <a:srgbClr val="AA47F5"/>
                </a:solidFill>
                <a:effectLst/>
                <a:uLnTx/>
                <a:uFillTx/>
                <a:latin typeface="Gulim" panose="020B0600000101010101" pitchFamily="34" charset="-127"/>
                <a:ea typeface="Gulim" panose="020B0600000101010101" pitchFamily="34" charset="-127"/>
                <a:cs typeface="+mn-cs"/>
              </a:rPr>
              <a:t>TAO APP 119.4 (RWY, INI ALT)</a:t>
            </a: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ore-KR" sz="700" b="1" i="0" u="sng" strike="noStrike" kern="1200" cap="none" spc="0" normalizeH="0" baseline="0" noProof="0" dirty="0">
                <a:ln>
                  <a:noFill/>
                </a:ln>
                <a:solidFill>
                  <a:srgbClr val="FCFCFC"/>
                </a:solidFill>
                <a:effectLst/>
                <a:uLnTx/>
                <a:uFillTx/>
                <a:latin typeface="Gulim" panose="020B0600000101010101" pitchFamily="34" charset="-127"/>
                <a:ea typeface="Gulim" panose="020B0600000101010101" pitchFamily="34" charset="-127"/>
                <a:cs typeface="+mn-cs"/>
              </a:rPr>
              <a:t>TAO 119.73</a:t>
            </a: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R" sz="700" b="1" i="0" u="sng" strike="noStrike" kern="1200" cap="none" spc="0" normalizeH="0" baseline="0" noProof="0" dirty="0">
                <a:ln>
                  <a:noFill/>
                </a:ln>
                <a:solidFill>
                  <a:srgbClr val="FCFCFC"/>
                </a:solidFill>
                <a:effectLst/>
                <a:uLnTx/>
                <a:uFillTx/>
                <a:latin typeface="Gulim" panose="020B0600000101010101" pitchFamily="34" charset="-127"/>
                <a:ea typeface="Gulim" panose="020B0600000101010101" pitchFamily="34" charset="-127"/>
                <a:cs typeface="+mn-cs"/>
              </a:rPr>
              <a:t>TAO</a:t>
            </a:r>
            <a:r>
              <a:rPr kumimoji="1" lang="ko-KR" altLang="en-US" sz="700" b="1" i="0" u="sng" strike="noStrike" kern="1200" cap="none" spc="0" normalizeH="0" baseline="0" noProof="0" dirty="0">
                <a:ln>
                  <a:noFill/>
                </a:ln>
                <a:solidFill>
                  <a:srgbClr val="FCFCFC"/>
                </a:solidFill>
                <a:effectLst/>
                <a:uLnTx/>
                <a:uFillTx/>
                <a:latin typeface="Gulim" panose="020B0600000101010101" pitchFamily="34" charset="-127"/>
                <a:ea typeface="Gulim" panose="020B0600000101010101" pitchFamily="34" charset="-127"/>
                <a:cs typeface="+mn-cs"/>
              </a:rPr>
              <a:t> </a:t>
            </a:r>
            <a:r>
              <a:rPr kumimoji="1" lang="en-US" altLang="ko-KR" sz="700" b="1" i="0" u="sng" strike="noStrike" kern="1200" cap="none" spc="0" normalizeH="0" baseline="0" noProof="0" dirty="0">
                <a:ln>
                  <a:noFill/>
                </a:ln>
                <a:solidFill>
                  <a:srgbClr val="FCFCFC"/>
                </a:solidFill>
                <a:effectLst/>
                <a:uLnTx/>
                <a:uFillTx/>
                <a:latin typeface="Gulim" panose="020B0600000101010101" pitchFamily="34" charset="-127"/>
                <a:ea typeface="Gulim" panose="020B0600000101010101" pitchFamily="34" charset="-127"/>
                <a:cs typeface="+mn-cs"/>
              </a:rPr>
              <a:t>134.85 – DLC </a:t>
            </a:r>
            <a:r>
              <a:rPr kumimoji="1" lang="en-US" altLang="ko-Kore-KR" sz="700" b="1" i="0" u="sng" strike="noStrike" kern="1200" cap="none" spc="0" normalizeH="0" baseline="0" noProof="0" dirty="0">
                <a:ln>
                  <a:noFill/>
                </a:ln>
                <a:solidFill>
                  <a:srgbClr val="FCFCFC"/>
                </a:solidFill>
                <a:effectLst/>
                <a:uLnTx/>
                <a:uFillTx/>
                <a:latin typeface="Gulim" panose="020B0600000101010101" pitchFamily="34" charset="-127"/>
                <a:ea typeface="Gulim" panose="020B0600000101010101" pitchFamily="34" charset="-127"/>
                <a:cs typeface="+mn-cs"/>
              </a:rPr>
              <a:t>132.95</a:t>
            </a:r>
            <a:endParaRPr kumimoji="1" lang="en-US" altLang="ko-KR" sz="700" b="1" i="0" u="sng" strike="noStrike" kern="1200" cap="none" spc="0" normalizeH="0" baseline="0" noProof="0" dirty="0">
              <a:ln>
                <a:noFill/>
              </a:ln>
              <a:solidFill>
                <a:srgbClr val="FCFCFC"/>
              </a:solidFill>
              <a:effectLst/>
              <a:uLnTx/>
              <a:uFillTx/>
              <a:latin typeface="Gulim" panose="020B0600000101010101" pitchFamily="34" charset="-127"/>
              <a:ea typeface="Gulim" panose="020B0600000101010101" pitchFamily="34" charset="-127"/>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R" sz="700" b="1" i="0" u="sng" strike="noStrike" kern="1200" cap="none" spc="0" normalizeH="0" baseline="0" noProof="0" dirty="0">
                <a:ln>
                  <a:noFill/>
                </a:ln>
                <a:solidFill>
                  <a:srgbClr val="FCFCFC"/>
                </a:solidFill>
                <a:effectLst/>
                <a:uLnTx/>
                <a:uFillTx/>
                <a:latin typeface="Gulim" panose="020B0600000101010101" pitchFamily="34" charset="-127"/>
                <a:ea typeface="Gulim" panose="020B0600000101010101" pitchFamily="34" charset="-127"/>
                <a:cs typeface="+mn-cs"/>
              </a:rPr>
              <a:t>ICN 128.7 – APP 119.75</a:t>
            </a:r>
          </a:p>
        </p:txBody>
      </p:sp>
      <p:graphicFrame>
        <p:nvGraphicFramePr>
          <p:cNvPr id="3" name="Google Shape;283;p17">
            <a:extLst>
              <a:ext uri="{FF2B5EF4-FFF2-40B4-BE49-F238E27FC236}">
                <a16:creationId xmlns:a16="http://schemas.microsoft.com/office/drawing/2014/main" id="{4CFE8B20-24BF-EA17-B1CE-432BA2828CCB}"/>
              </a:ext>
            </a:extLst>
          </p:cNvPr>
          <p:cNvGraphicFramePr/>
          <p:nvPr>
            <p:extLst>
              <p:ext uri="{D42A27DB-BD31-4B8C-83A1-F6EECF244321}">
                <p14:modId xmlns:p14="http://schemas.microsoft.com/office/powerpoint/2010/main" val="2286344240"/>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P518 R068, R278</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6695546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D4158903-5729-C96D-2B02-A1C1D766C5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1067CE2-018D-3A1E-BA37-FBAE6BB9A796}"/>
              </a:ext>
            </a:extLst>
          </p:cNvPr>
          <p:cNvSpPr txBox="1"/>
          <p:nvPr/>
        </p:nvSpPr>
        <p:spPr>
          <a:xfrm>
            <a:off x="12776" y="2830851"/>
            <a:ext cx="1842171" cy="693899"/>
          </a:xfrm>
          <a:prstGeom prst="rect">
            <a:avLst/>
          </a:prstGeom>
          <a:noFill/>
        </p:spPr>
        <p:txBody>
          <a:bodyPr wrap="none" tIns="36000" bIns="36000" rtlCol="0" anchor="ctr">
            <a:spAutoFit/>
          </a:bodyPr>
          <a:lstStyle/>
          <a:p>
            <a:pPr>
              <a:lnSpc>
                <a:spcPct val="150000"/>
              </a:lnSpc>
            </a:pPr>
            <a:r>
              <a:rPr kumimoji="1" lang="en-US" altLang="ko-KR" sz="700" b="1" dirty="0">
                <a:latin typeface="Gulim" panose="020B0600000101010101" pitchFamily="34" charset="-127"/>
                <a:ea typeface="Gulim" panose="020B0600000101010101" pitchFamily="34" charset="-127"/>
              </a:rPr>
              <a:t>Detour RTE : L01 (NOTAM)</a:t>
            </a:r>
          </a:p>
          <a:p>
            <a:pPr>
              <a:lnSpc>
                <a:spcPct val="150000"/>
              </a:lnSpc>
            </a:pPr>
            <a:r>
              <a:rPr kumimoji="1" lang="en-US" altLang="ko-KR" sz="700" b="1" dirty="0">
                <a:latin typeface="Gulim" panose="020B0600000101010101" pitchFamily="34" charset="-127"/>
                <a:ea typeface="Gulim" panose="020B0600000101010101" pitchFamily="34" charset="-127"/>
              </a:rPr>
              <a:t>SHR - FP02(N282500E1164500)</a:t>
            </a:r>
          </a:p>
          <a:p>
            <a:pPr>
              <a:lnSpc>
                <a:spcPct val="150000"/>
              </a:lnSpc>
            </a:pPr>
            <a:r>
              <a:rPr kumimoji="1" lang="en-US" altLang="ko-KR" sz="700" b="1" dirty="0">
                <a:latin typeface="Gulim" panose="020B0600000101010101" pitchFamily="34" charset="-127"/>
                <a:ea typeface="Gulim" panose="020B0600000101010101" pitchFamily="34" charset="-127"/>
              </a:rPr>
              <a:t>       - FP01(N274500E1160000) </a:t>
            </a:r>
          </a:p>
          <a:p>
            <a:pPr>
              <a:lnSpc>
                <a:spcPct val="150000"/>
              </a:lnSpc>
            </a:pPr>
            <a:r>
              <a:rPr kumimoji="1" lang="en-US" altLang="ko-KR" sz="700" b="1" dirty="0">
                <a:latin typeface="Gulim" panose="020B0600000101010101" pitchFamily="34" charset="-127"/>
                <a:ea typeface="Gulim" panose="020B0600000101010101" pitchFamily="34" charset="-127"/>
              </a:rPr>
              <a:t>       - ZP01(N261500E1152000)-PLT</a:t>
            </a:r>
            <a:r>
              <a:rPr kumimoji="1" lang="ko-KR" altLang="en-US" sz="700" b="1" dirty="0">
                <a:latin typeface="Gulim" panose="020B0600000101010101" pitchFamily="34" charset="-127"/>
                <a:ea typeface="Gulim" panose="020B0600000101010101" pitchFamily="34" charset="-127"/>
              </a:rPr>
              <a:t> </a:t>
            </a:r>
            <a:endParaRPr kumimoji="1" lang="en-US" altLang="ko-Kore-KR" sz="700" b="1" dirty="0">
              <a:latin typeface="Gulim" panose="020B0600000101010101" pitchFamily="34" charset="-127"/>
              <a:ea typeface="Gulim" panose="020B0600000101010101" pitchFamily="34" charset="-127"/>
            </a:endParaRPr>
          </a:p>
        </p:txBody>
      </p:sp>
      <p:graphicFrame>
        <p:nvGraphicFramePr>
          <p:cNvPr id="292" name="Google Shape;292;p18">
            <a:extLst>
              <a:ext uri="{FF2B5EF4-FFF2-40B4-BE49-F238E27FC236}">
                <a16:creationId xmlns:a16="http://schemas.microsoft.com/office/drawing/2014/main" id="{47F98870-0ED9-0A03-B0CC-1D6D20C06ADC}"/>
              </a:ext>
            </a:extLst>
          </p:cNvPr>
          <p:cNvGraphicFramePr/>
          <p:nvPr>
            <p:extLst>
              <p:ext uri="{D42A27DB-BD31-4B8C-83A1-F6EECF244321}">
                <p14:modId xmlns:p14="http://schemas.microsoft.com/office/powerpoint/2010/main" val="2303186036"/>
              </p:ext>
            </p:extLst>
          </p:nvPr>
        </p:nvGraphicFramePr>
        <p:xfrm>
          <a:off x="55" y="3571898"/>
          <a:ext cx="2328808" cy="1986490"/>
        </p:xfrm>
        <a:graphic>
          <a:graphicData uri="http://schemas.openxmlformats.org/drawingml/2006/table">
            <a:tbl>
              <a:tblPr firstRow="1" bandRow="1">
                <a:noFill/>
                <a:tableStyleId>{A521BE36-7E6F-4EC9-8D66-1CF97A6895EC}</a:tableStyleId>
              </a:tblPr>
              <a:tblGrid>
                <a:gridCol w="587370">
                  <a:extLst>
                    <a:ext uri="{9D8B030D-6E8A-4147-A177-3AD203B41FA5}">
                      <a16:colId xmlns:a16="http://schemas.microsoft.com/office/drawing/2014/main" val="20000"/>
                    </a:ext>
                  </a:extLst>
                </a:gridCol>
                <a:gridCol w="645027">
                  <a:extLst>
                    <a:ext uri="{9D8B030D-6E8A-4147-A177-3AD203B41FA5}">
                      <a16:colId xmlns:a16="http://schemas.microsoft.com/office/drawing/2014/main" val="20001"/>
                    </a:ext>
                  </a:extLst>
                </a:gridCol>
                <a:gridCol w="573199">
                  <a:extLst>
                    <a:ext uri="{9D8B030D-6E8A-4147-A177-3AD203B41FA5}">
                      <a16:colId xmlns:a16="http://schemas.microsoft.com/office/drawing/2014/main" val="20002"/>
                    </a:ext>
                  </a:extLst>
                </a:gridCol>
                <a:gridCol w="523212">
                  <a:extLst>
                    <a:ext uri="{9D8B030D-6E8A-4147-A177-3AD203B41FA5}">
                      <a16:colId xmlns:a16="http://schemas.microsoft.com/office/drawing/2014/main" val="20003"/>
                    </a:ext>
                  </a:extLst>
                </a:gridCol>
              </a:tblGrid>
              <a:tr h="196892">
                <a:tc gridSpan="4">
                  <a:txBody>
                    <a:bodyPr/>
                    <a:lstStyle/>
                    <a:p>
                      <a:pPr marL="0" marR="0" lvl="0" indent="0" algn="ctr" rtl="0">
                        <a:spcBef>
                          <a:spcPts val="0"/>
                        </a:spcBef>
                        <a:spcAft>
                          <a:spcPts val="0"/>
                        </a:spcAft>
                        <a:buNone/>
                      </a:pPr>
                      <a:r>
                        <a:rPr lang="en-US" sz="800" dirty="0"/>
                        <a:t>SZX </a:t>
                      </a:r>
                      <a:r>
                        <a:rPr lang="en-US" sz="800" dirty="0">
                          <a:solidFill>
                            <a:srgbClr val="00B0F0"/>
                          </a:solidFill>
                        </a:rPr>
                        <a:t>[336/156]</a:t>
                      </a:r>
                      <a:r>
                        <a:rPr lang="en-US" sz="800" dirty="0"/>
                        <a:t> TL 108 : </a:t>
                      </a:r>
                      <a:r>
                        <a:rPr lang="en-US" sz="800" dirty="0">
                          <a:solidFill>
                            <a:srgbClr val="FFC000"/>
                          </a:solidFill>
                        </a:rPr>
                        <a:t>SPD Restriction JEPP </a:t>
                      </a:r>
                    </a:p>
                    <a:p>
                      <a:pPr marL="0" marR="0" lvl="0" indent="0" algn="ctr" rtl="0">
                        <a:spcBef>
                          <a:spcPts val="0"/>
                        </a:spcBef>
                        <a:spcAft>
                          <a:spcPts val="0"/>
                        </a:spcAft>
                        <a:buNone/>
                      </a:pPr>
                      <a:r>
                        <a:rPr lang="en-US" sz="800" dirty="0">
                          <a:solidFill>
                            <a:srgbClr val="FFC000"/>
                          </a:solidFill>
                        </a:rPr>
                        <a:t>Caution Freq CHG &amp; RDR Vectoring (TERR</a:t>
                      </a:r>
                      <a:r>
                        <a:rPr lang="en-US" altLang="ko-KR" sz="800" dirty="0">
                          <a:solidFill>
                            <a:srgbClr val="FFC000"/>
                          </a:solidFill>
                        </a:rPr>
                        <a:t>!!</a:t>
                      </a:r>
                      <a:r>
                        <a:rPr lang="en-US" sz="800" dirty="0">
                          <a:solidFill>
                            <a:srgbClr val="FFC000"/>
                          </a:solidFill>
                        </a:rPr>
                        <a:t>)</a:t>
                      </a:r>
                    </a:p>
                    <a:p>
                      <a:pPr marL="0" marR="0" lvl="0" indent="0" algn="ctr" rtl="0">
                        <a:spcBef>
                          <a:spcPts val="0"/>
                        </a:spcBef>
                        <a:spcAft>
                          <a:spcPts val="0"/>
                        </a:spcAft>
                        <a:buNone/>
                      </a:pPr>
                      <a:r>
                        <a:rPr lang="en-US" sz="800" dirty="0">
                          <a:solidFill>
                            <a:srgbClr val="FFC000"/>
                          </a:solidFill>
                        </a:rPr>
                        <a:t>Do not Cross HKG Boundary</a:t>
                      </a:r>
                      <a:r>
                        <a:rPr lang="ko-KR" altLang="en-US" sz="800" dirty="0">
                          <a:solidFill>
                            <a:srgbClr val="FFC000"/>
                          </a:solidFill>
                        </a:rPr>
                        <a:t> </a:t>
                      </a:r>
                      <a:r>
                        <a:rPr lang="en-US" altLang="ko-KR" sz="800" dirty="0">
                          <a:solidFill>
                            <a:srgbClr val="FFC000"/>
                          </a:solidFill>
                        </a:rPr>
                        <a:t>(No more)</a:t>
                      </a:r>
                      <a:endParaRPr lang="en-US" sz="800" dirty="0">
                        <a:solidFill>
                          <a:srgbClr val="FFC000"/>
                        </a:solidFill>
                      </a:endParaRPr>
                    </a:p>
                  </a:txBody>
                  <a:tcPr marL="0" marR="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16430">
                <a:tc>
                  <a:txBody>
                    <a:bodyPr/>
                    <a:lstStyle/>
                    <a:p>
                      <a:pPr marL="0" marR="0" lvl="0" indent="0" algn="ctr" rtl="0">
                        <a:spcBef>
                          <a:spcPts val="0"/>
                        </a:spcBef>
                        <a:spcAft>
                          <a:spcPts val="0"/>
                        </a:spcAft>
                        <a:buNone/>
                      </a:pPr>
                      <a:r>
                        <a:rPr lang="en-US" altLang="ko-Kore-KR" sz="800" b="1" dirty="0">
                          <a:solidFill>
                            <a:srgbClr val="0070C0"/>
                          </a:solidFill>
                        </a:rPr>
                        <a:t>15/16R</a:t>
                      </a:r>
                      <a:r>
                        <a:rPr lang="en-US" altLang="ko-Kore-KR" sz="800" b="0" dirty="0">
                          <a:solidFill>
                            <a:schemeClr val="bg1"/>
                          </a:solidFill>
                        </a:rPr>
                        <a:t>/16L</a:t>
                      </a:r>
                      <a:endParaRPr sz="800" b="0" dirty="0">
                        <a:solidFill>
                          <a:schemeClr val="bg1"/>
                        </a:solidFill>
                      </a:endParaRPr>
                    </a:p>
                  </a:txBody>
                  <a:tcPr marL="36000" marR="36000" marT="36000" marB="36000" anchor="ctr"/>
                </a:tc>
                <a:tc>
                  <a:txBody>
                    <a:bodyPr/>
                    <a:lstStyle/>
                    <a:p>
                      <a:pPr marL="0" marR="0" lvl="0" indent="0" algn="ctr" rtl="0">
                        <a:spcBef>
                          <a:spcPts val="0"/>
                        </a:spcBef>
                        <a:spcAft>
                          <a:spcPts val="0"/>
                        </a:spcAft>
                        <a:buNone/>
                      </a:pPr>
                      <a:r>
                        <a:rPr lang="en-US" sz="800" b="1" dirty="0"/>
                        <a:t>SAR 9/8 XA</a:t>
                      </a:r>
                    </a:p>
                  </a:txBody>
                  <a:tcPr marL="36000" marR="36000" marT="36000" marB="36000" anchor="ctr"/>
                </a:tc>
                <a:tc>
                  <a:txBody>
                    <a:bodyPr/>
                    <a:lstStyle/>
                    <a:p>
                      <a:pPr marL="0" marR="0" lvl="0" indent="0" algn="ctr" rtl="0">
                        <a:spcBef>
                          <a:spcPts val="0"/>
                        </a:spcBef>
                        <a:spcAft>
                          <a:spcPts val="0"/>
                        </a:spcAft>
                        <a:buNone/>
                      </a:pPr>
                      <a:r>
                        <a:rPr lang="en-US" sz="800" b="1" dirty="0"/>
                        <a:t>SZ462</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RNP ILS Z</a:t>
                      </a:r>
                      <a:endParaRPr lang="en-US" sz="800" b="1" dirty="0">
                        <a:solidFill>
                          <a:srgbClr val="0070C0"/>
                        </a:solidFill>
                      </a:endParaRPr>
                    </a:p>
                  </a:txBody>
                  <a:tcPr marL="36000" marR="36000" marT="36000" marB="36000" anchor="ctr"/>
                </a:tc>
                <a:extLst>
                  <a:ext uri="{0D108BD9-81ED-4DB2-BD59-A6C34878D82A}">
                    <a16:rowId xmlns:a16="http://schemas.microsoft.com/office/drawing/2014/main" val="10001"/>
                  </a:ext>
                </a:extLst>
              </a:tr>
              <a:tr h="113875">
                <a:tc>
                  <a:txBody>
                    <a:bodyPr/>
                    <a:lstStyle/>
                    <a:p>
                      <a:pPr marL="0" marR="0" lvl="0" indent="0" algn="ctr" rtl="0">
                        <a:spcBef>
                          <a:spcPts val="0"/>
                        </a:spcBef>
                        <a:spcAft>
                          <a:spcPts val="0"/>
                        </a:spcAft>
                        <a:buNone/>
                      </a:pPr>
                      <a:r>
                        <a:rPr lang="en-US" altLang="ko-KR" sz="800" b="1" dirty="0">
                          <a:solidFill>
                            <a:srgbClr val="0070C0"/>
                          </a:solidFill>
                        </a:rPr>
                        <a:t>33/34L</a:t>
                      </a:r>
                      <a:r>
                        <a:rPr lang="en-US" altLang="ko-KR" sz="800" b="0" dirty="0">
                          <a:solidFill>
                            <a:schemeClr val="bg1"/>
                          </a:solidFill>
                        </a:rPr>
                        <a:t>/34R</a:t>
                      </a:r>
                      <a:endParaRPr sz="800" b="0" dirty="0">
                        <a:solidFill>
                          <a:schemeClr val="bg1"/>
                        </a:solidFill>
                      </a:endParaRPr>
                    </a:p>
                  </a:txBody>
                  <a:tcPr marL="36000" marR="36000" marT="36000" marB="36000" anchor="ctr"/>
                </a:tc>
                <a:tc>
                  <a:txBody>
                    <a:bodyPr/>
                    <a:lstStyle/>
                    <a:p>
                      <a:pPr marL="0" marR="0" lvl="0" indent="0" algn="ctr" rtl="0">
                        <a:spcBef>
                          <a:spcPts val="0"/>
                        </a:spcBef>
                        <a:spcAft>
                          <a:spcPts val="0"/>
                        </a:spcAft>
                        <a:buNone/>
                      </a:pPr>
                      <a:r>
                        <a:rPr lang="en-US" sz="800" b="1" dirty="0"/>
                        <a:t>SAR 9/8 ZA</a:t>
                      </a:r>
                    </a:p>
                  </a:txBody>
                  <a:tcPr marL="36000" marR="36000" marT="36000" marB="36000" anchor="ctr"/>
                </a:tc>
                <a:tc>
                  <a:txBody>
                    <a:bodyPr/>
                    <a:lstStyle/>
                    <a:p>
                      <a:pPr marL="0" marR="0" lvl="0" indent="0" algn="ctr" rtl="0">
                        <a:spcBef>
                          <a:spcPts val="0"/>
                        </a:spcBef>
                        <a:spcAft>
                          <a:spcPts val="0"/>
                        </a:spcAft>
                        <a:buNone/>
                      </a:pPr>
                      <a:r>
                        <a:rPr lang="en-US" sz="800" b="1" dirty="0"/>
                        <a:t>NLG</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RNP ILS Z</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85470">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No VOR, </a:t>
                      </a:r>
                      <a:r>
                        <a:rPr lang="en-US" sz="800" b="1" dirty="0">
                          <a:solidFill>
                            <a:srgbClr val="C00000"/>
                          </a:solidFill>
                        </a:rPr>
                        <a:t>16 ISZ, 34 IBA, </a:t>
                      </a:r>
                      <a:r>
                        <a:rPr lang="en-US" sz="800" b="0" dirty="0">
                          <a:solidFill>
                            <a:srgbClr val="C00000"/>
                          </a:solidFill>
                        </a:rPr>
                        <a:t>15 IQJ, 33 IMH</a:t>
                      </a:r>
                      <a:endParaRPr sz="800" b="0"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13875">
                <a:tc gridSpan="4">
                  <a:txBody>
                    <a:bodyPr/>
                    <a:lstStyle/>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Limit : 30NM 220kts, </a:t>
                      </a:r>
                      <a:r>
                        <a:rPr kumimoji="0" lang="en-US" altLang="ko-Kore-KR" sz="800" b="0" i="0" u="none" strike="noStrike" kern="0" cap="none" spc="0" normalizeH="0" baseline="0" noProof="0" dirty="0" err="1">
                          <a:ln>
                            <a:noFill/>
                          </a:ln>
                          <a:solidFill>
                            <a:srgbClr val="000000"/>
                          </a:solidFill>
                          <a:effectLst/>
                          <a:uLnTx/>
                          <a:uFillTx/>
                          <a:latin typeface="Calibri"/>
                          <a:cs typeface="Calibri"/>
                          <a:sym typeface="Arial"/>
                        </a:rPr>
                        <a:t>RWxx</a:t>
                      </a: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 /8(180kts), /5(160kts)</a:t>
                      </a:r>
                      <a:endParaRPr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501193734"/>
                  </a:ext>
                </a:extLst>
              </a:tr>
              <a:tr h="25706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R" sz="800" b="0" dirty="0">
                          <a:solidFill>
                            <a:schemeClr val="dk1"/>
                          </a:solidFill>
                        </a:rPr>
                        <a:t>16R </a:t>
                      </a:r>
                      <a:r>
                        <a:rPr lang="en-US" sz="800" b="0" dirty="0">
                          <a:solidFill>
                            <a:schemeClr val="dk1"/>
                          </a:solidFill>
                        </a:rPr>
                        <a:t>: H6(5449’), H8(6676’), 34L : H6(5413’), H5(6561’)</a:t>
                      </a:r>
                      <a:endParaRPr sz="800" b="0" dirty="0">
                        <a:solidFill>
                          <a:srgbClr val="C00000"/>
                        </a:solidFill>
                      </a:endParaRPr>
                    </a:p>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15: C8(6725’), C9(8152’), 33 : C5(6548’), C4(8175’)</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C00000"/>
                          </a:solidFill>
                        </a:rPr>
                        <a:t>Be </a:t>
                      </a:r>
                      <a:r>
                        <a:rPr lang="en-US" sz="800" b="1" dirty="0" err="1">
                          <a:solidFill>
                            <a:srgbClr val="C00000"/>
                          </a:solidFill>
                        </a:rPr>
                        <a:t>carefull</a:t>
                      </a:r>
                      <a:r>
                        <a:rPr lang="en-US" sz="800" b="1" dirty="0">
                          <a:solidFill>
                            <a:srgbClr val="C00000"/>
                          </a:solidFill>
                        </a:rPr>
                        <a:t> RWY 16L then TWY Q,R</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8547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CTC Apron Before Entering, MAX wingspan in JEPP</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APU OFF but Remain</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6C531076-A80F-F575-681A-1ED857478E27}"/>
              </a:ext>
            </a:extLst>
          </p:cNvPr>
          <p:cNvGraphicFramePr/>
          <p:nvPr>
            <p:extLst>
              <p:ext uri="{D42A27DB-BD31-4B8C-83A1-F6EECF244321}">
                <p14:modId xmlns:p14="http://schemas.microsoft.com/office/powerpoint/2010/main" val="2813244488"/>
              </p:ext>
            </p:extLst>
          </p:nvPr>
        </p:nvGraphicFramePr>
        <p:xfrm>
          <a:off x="-2501" y="3252"/>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ZGSZ(SZX)</a:t>
                      </a:r>
                      <a:r>
                        <a:rPr lang="en-US" sz="1400" dirty="0">
                          <a:solidFill>
                            <a:schemeClr val="tx1"/>
                          </a:solidFill>
                          <a:hlinkClick r:id="rId4">
                            <a:extLst>
                              <a:ext uri="{A12FA001-AC4F-418D-AE19-62706E023703}">
                                <ahyp:hlinkClr xmlns:ahyp="http://schemas.microsoft.com/office/drawing/2018/hyperlinkcolor" val="tx"/>
                              </a:ext>
                            </a:extLst>
                          </a:hlinkClick>
                        </a:rPr>
                        <a:t> 13ft</a:t>
                      </a:r>
                      <a:endParaRPr sz="11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800" dirty="0"/>
                        <a:t>SZX </a:t>
                      </a:r>
                      <a:r>
                        <a:rPr lang="en-US" sz="800" dirty="0" err="1"/>
                        <a:t>Disp</a:t>
                      </a:r>
                      <a:r>
                        <a:rPr lang="en-US" sz="800" dirty="0"/>
                        <a:t> Southern131.3</a:t>
                      </a:r>
                    </a:p>
                    <a:p>
                      <a:pPr marL="0" marR="0" lvl="0" indent="0" algn="ctr" rtl="0">
                        <a:spcBef>
                          <a:spcPts val="0"/>
                        </a:spcBef>
                        <a:spcAft>
                          <a:spcPts val="0"/>
                        </a:spcAft>
                        <a:buNone/>
                      </a:pPr>
                      <a:r>
                        <a:rPr lang="en-US" sz="900" b="1" dirty="0" err="1">
                          <a:solidFill>
                            <a:srgbClr val="7030A0"/>
                          </a:solidFill>
                        </a:rPr>
                        <a:t>Paking</a:t>
                      </a:r>
                      <a:r>
                        <a:rPr lang="en-US" sz="900" b="1" dirty="0">
                          <a:solidFill>
                            <a:srgbClr val="7030A0"/>
                          </a:solidFill>
                        </a:rPr>
                        <a:t> Bay 301-319</a:t>
                      </a:r>
                      <a:endParaRPr sz="9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A51FBC07-B021-0458-FBF4-6B586DAD91AD}"/>
              </a:ext>
            </a:extLst>
          </p:cNvPr>
          <p:cNvSpPr/>
          <p:nvPr/>
        </p:nvSpPr>
        <p:spPr>
          <a:xfrm>
            <a:off x="817403"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928D54ED-9B28-56E6-E196-1BF5AA2DF2B8}"/>
              </a:ext>
            </a:extLst>
          </p:cNvPr>
          <p:cNvGraphicFramePr/>
          <p:nvPr/>
        </p:nvGraphicFramePr>
        <p:xfrm>
          <a:off x="1" y="610603"/>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9A772123-28D4-53E6-FAAD-7A1B0D342BB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02376"/>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8570233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235E8-878D-1C0A-DBF3-7D54ABB7D31F}"/>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166D8EB4-92E8-EF56-DB6D-8606809661E6}"/>
              </a:ext>
            </a:extLst>
          </p:cNvPr>
          <p:cNvGraphicFramePr>
            <a:graphicFrameLocks noGrp="1"/>
          </p:cNvGraphicFramePr>
          <p:nvPr>
            <p:ph idx="1"/>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14,800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chemeClr val="bg1"/>
                          </a:solidFill>
                          <a:effectLst/>
                          <a:latin typeface="Arial" panose="020B0604020202020204" pitchFamily="34" charset="0"/>
                          <a:cs typeface="Arial" panose="020B0604020202020204" pitchFamily="34" charset="0"/>
                        </a:rPr>
                        <a:t>3,600 m</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chemeClr val="bg1"/>
                          </a:solidFill>
                          <a:effectLst/>
                          <a:latin typeface="Arial" panose="020B0604020202020204" pitchFamily="34" charset="0"/>
                          <a:cs typeface="Arial" panose="020B0604020202020204" pitchFamily="34" charset="0"/>
                        </a:rPr>
                        <a:t>11,800 ft</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3,300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10,800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chemeClr val="bg1"/>
                          </a:solidFill>
                          <a:effectLst/>
                          <a:latin typeface="Arial" panose="020B0604020202020204" pitchFamily="34" charset="0"/>
                          <a:cs typeface="Arial" panose="020B0604020202020204" pitchFamily="34" charset="0"/>
                        </a:rPr>
                        <a:t>3,000</a:t>
                      </a:r>
                      <a:r>
                        <a:rPr lang="en-US" sz="800" b="0" i="0">
                          <a:solidFill>
                            <a:schemeClr val="bg1"/>
                          </a:solidFill>
                          <a:effectLst/>
                          <a:latin typeface="Arial" panose="020B0604020202020204" pitchFamily="34" charset="0"/>
                          <a:cs typeface="Arial" panose="020B0604020202020204" pitchFamily="34" charset="0"/>
                        </a:rPr>
                        <a:t> </a:t>
                      </a:r>
                      <a:r>
                        <a:rPr lang="en-US" sz="800" b="1" i="0">
                          <a:solidFill>
                            <a:schemeClr val="bg1"/>
                          </a:solidFill>
                          <a:effectLst/>
                          <a:latin typeface="Arial" panose="020B0604020202020204" pitchFamily="34" charset="0"/>
                          <a:cs typeface="Arial" panose="020B0604020202020204" pitchFamily="34" charset="0"/>
                        </a:rPr>
                        <a:t>m</a:t>
                      </a:r>
                      <a:endParaRPr lang="en-US" sz="800">
                        <a:solidFill>
                          <a:schemeClr val="bg1"/>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chemeClr val="bg1"/>
                          </a:solidFill>
                          <a:effectLst/>
                          <a:latin typeface="Arial" panose="020B0604020202020204" pitchFamily="34" charset="0"/>
                          <a:cs typeface="Arial" panose="020B0604020202020204" pitchFamily="34" charset="0"/>
                        </a:rPr>
                        <a:t>9,800</a:t>
                      </a:r>
                      <a:r>
                        <a:rPr lang="en-US" sz="800" b="0" i="0" dirty="0">
                          <a:solidFill>
                            <a:schemeClr val="bg1"/>
                          </a:solidFill>
                          <a:effectLst/>
                          <a:latin typeface="Arial" panose="020B0604020202020204" pitchFamily="34" charset="0"/>
                          <a:cs typeface="Arial" panose="020B0604020202020204" pitchFamily="34" charset="0"/>
                        </a:rPr>
                        <a:t> </a:t>
                      </a:r>
                      <a:r>
                        <a:rPr lang="en-US" sz="800" b="1" i="0" dirty="0">
                          <a:solidFill>
                            <a:schemeClr val="bg1"/>
                          </a:solidFill>
                          <a:effectLst/>
                          <a:latin typeface="Arial" panose="020B0604020202020204" pitchFamily="34" charset="0"/>
                          <a:cs typeface="Arial" panose="020B0604020202020204" pitchFamily="34" charset="0"/>
                        </a:rPr>
                        <a:t>ft</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2,700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8,900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B00C10ED-D069-B73B-7835-C2CBD4B60808}"/>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B916FFC5-BD82-A064-1408-94FF14519CC5}"/>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55300731-C3F8-99F4-27F7-AE937B8DBEA7}"/>
              </a:ext>
            </a:extLst>
          </p:cNvPr>
          <p:cNvGraphicFramePr>
            <a:graphicFrameLocks noGrp="1"/>
          </p:cNvGraphicFramePr>
          <p:nvPr/>
        </p:nvGraphicFramePr>
        <p:xfrm>
          <a:off x="39455" y="407201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
        <p:nvSpPr>
          <p:cNvPr id="2" name="직사각형 1">
            <a:extLst>
              <a:ext uri="{FF2B5EF4-FFF2-40B4-BE49-F238E27FC236}">
                <a16:creationId xmlns:a16="http://schemas.microsoft.com/office/drawing/2014/main" id="{7625AFA3-613D-1E87-9184-97ED614204F9}"/>
              </a:ext>
            </a:extLst>
          </p:cNvPr>
          <p:cNvSpPr/>
          <p:nvPr/>
        </p:nvSpPr>
        <p:spPr>
          <a:xfrm>
            <a:off x="1219200" y="3217333"/>
            <a:ext cx="1070207" cy="34544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8" name="TextBox 7">
            <a:extLst>
              <a:ext uri="{FF2B5EF4-FFF2-40B4-BE49-F238E27FC236}">
                <a16:creationId xmlns:a16="http://schemas.microsoft.com/office/drawing/2014/main" id="{169FF0A0-5783-C107-DFB7-58FF1659A183}"/>
              </a:ext>
            </a:extLst>
          </p:cNvPr>
          <p:cNvSpPr txBox="1"/>
          <p:nvPr/>
        </p:nvSpPr>
        <p:spPr>
          <a:xfrm>
            <a:off x="28167" y="5156361"/>
            <a:ext cx="2289407" cy="393954"/>
          </a:xfrm>
          <a:prstGeom prst="rect">
            <a:avLst/>
          </a:prstGeom>
          <a:noFill/>
        </p:spPr>
        <p:txBody>
          <a:bodyPr wrap="square" lIns="0" tIns="0" rIns="0" bIns="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Detour RTE : L01 (NOTAM)</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r>
              <a:rPr kumimoji="1" lang="en-US" altLang="ko-KR" sz="600" b="1" dirty="0">
                <a:solidFill>
                  <a:prstClr val="white"/>
                </a:solidFill>
                <a:latin typeface="Gulim" panose="020B0600000101010101" pitchFamily="34" charset="-127"/>
                <a:ea typeface="Gulim" panose="020B0600000101010101" pitchFamily="34" charset="-127"/>
              </a:rPr>
              <a:t>VICE VERSA</a:t>
            </a:r>
            <a:endPar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SHR - FP02(N282500E1164500)</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a:t>
            </a:r>
            <a:r>
              <a:rPr kumimoji="1" lang="ko-KR" altLang="en-US" sz="600" b="1" dirty="0">
                <a:solidFill>
                  <a:prstClr val="white"/>
                </a:solidFill>
                <a:latin typeface="Gulim" panose="020B0600000101010101" pitchFamily="34" charset="-127"/>
                <a:ea typeface="Gulim" panose="020B0600000101010101" pitchFamily="34" charset="-127"/>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FP01(N274500E1160000) </a:t>
            </a: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 ZP01(N261500E1152000)</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PLT</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endParaRPr kumimoji="1" lang="en-US" altLang="ko-Kore-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endParaRPr>
          </a:p>
        </p:txBody>
      </p:sp>
    </p:spTree>
    <p:extLst>
      <p:ext uri="{BB962C8B-B14F-4D97-AF65-F5344CB8AC3E}">
        <p14:creationId xmlns:p14="http://schemas.microsoft.com/office/powerpoint/2010/main" val="28557131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07139F12-DC57-E251-2FE1-9148724153E6}"/>
            </a:ext>
          </a:extLst>
        </p:cNvPr>
        <p:cNvGrpSpPr/>
        <p:nvPr/>
      </p:nvGrpSpPr>
      <p:grpSpPr>
        <a:xfrm>
          <a:off x="0" y="0"/>
          <a:ext cx="0" cy="0"/>
          <a:chOff x="0" y="0"/>
          <a:chExt cx="0" cy="0"/>
        </a:xfrm>
      </p:grpSpPr>
      <p:graphicFrame>
        <p:nvGraphicFramePr>
          <p:cNvPr id="117" name="Google Shape;117;p3">
            <a:extLst>
              <a:ext uri="{FF2B5EF4-FFF2-40B4-BE49-F238E27FC236}">
                <a16:creationId xmlns:a16="http://schemas.microsoft.com/office/drawing/2014/main" id="{CFEE6E1B-D041-509E-A9C2-9C82FA9365EA}"/>
              </a:ext>
            </a:extLst>
          </p:cNvPr>
          <p:cNvGraphicFramePr/>
          <p:nvPr>
            <p:extLst>
              <p:ext uri="{D42A27DB-BD31-4B8C-83A1-F6EECF244321}">
                <p14:modId xmlns:p14="http://schemas.microsoft.com/office/powerpoint/2010/main" val="865898652"/>
              </p:ext>
            </p:extLst>
          </p:nvPr>
        </p:nvGraphicFramePr>
        <p:xfrm>
          <a:off x="-4046" y="682516"/>
          <a:ext cx="2334602" cy="1548730"/>
        </p:xfrm>
        <a:graphic>
          <a:graphicData uri="http://schemas.openxmlformats.org/drawingml/2006/table">
            <a:tbl>
              <a:tblPr firstRow="1" bandRow="1">
                <a:noFill/>
                <a:tableStyleId>{A521BE36-7E6F-4EC9-8D66-1CF97A6895EC}</a:tableStyleId>
              </a:tblPr>
              <a:tblGrid>
                <a:gridCol w="401915">
                  <a:extLst>
                    <a:ext uri="{9D8B030D-6E8A-4147-A177-3AD203B41FA5}">
                      <a16:colId xmlns:a16="http://schemas.microsoft.com/office/drawing/2014/main" val="20000"/>
                    </a:ext>
                  </a:extLst>
                </a:gridCol>
                <a:gridCol w="61400">
                  <a:extLst>
                    <a:ext uri="{9D8B030D-6E8A-4147-A177-3AD203B41FA5}">
                      <a16:colId xmlns:a16="http://schemas.microsoft.com/office/drawing/2014/main" val="20001"/>
                    </a:ext>
                  </a:extLst>
                </a:gridCol>
                <a:gridCol w="431819">
                  <a:extLst>
                    <a:ext uri="{9D8B030D-6E8A-4147-A177-3AD203B41FA5}">
                      <a16:colId xmlns:a16="http://schemas.microsoft.com/office/drawing/2014/main" val="3032571653"/>
                    </a:ext>
                  </a:extLst>
                </a:gridCol>
                <a:gridCol w="61400">
                  <a:extLst>
                    <a:ext uri="{9D8B030D-6E8A-4147-A177-3AD203B41FA5}">
                      <a16:colId xmlns:a16="http://schemas.microsoft.com/office/drawing/2014/main" val="2286074444"/>
                    </a:ext>
                  </a:extLst>
                </a:gridCol>
                <a:gridCol w="459356">
                  <a:extLst>
                    <a:ext uri="{9D8B030D-6E8A-4147-A177-3AD203B41FA5}">
                      <a16:colId xmlns:a16="http://schemas.microsoft.com/office/drawing/2014/main" val="3489456237"/>
                    </a:ext>
                  </a:extLst>
                </a:gridCol>
                <a:gridCol w="459356">
                  <a:extLst>
                    <a:ext uri="{9D8B030D-6E8A-4147-A177-3AD203B41FA5}">
                      <a16:colId xmlns:a16="http://schemas.microsoft.com/office/drawing/2014/main" val="4138395130"/>
                    </a:ext>
                  </a:extLst>
                </a:gridCol>
                <a:gridCol w="459356">
                  <a:extLst>
                    <a:ext uri="{9D8B030D-6E8A-4147-A177-3AD203B41FA5}">
                      <a16:colId xmlns:a16="http://schemas.microsoft.com/office/drawing/2014/main" val="2038971559"/>
                    </a:ext>
                  </a:extLst>
                </a:gridCol>
              </a:tblGrid>
              <a:tr h="124198">
                <a:tc gridSpan="7">
                  <a:txBody>
                    <a:bodyPr/>
                    <a:lstStyle/>
                    <a:p>
                      <a:pPr marL="0" marR="0" lvl="0" indent="0" algn="ctr" rtl="0">
                        <a:spcBef>
                          <a:spcPts val="0"/>
                        </a:spcBef>
                        <a:spcAft>
                          <a:spcPts val="0"/>
                        </a:spcAft>
                        <a:buNone/>
                      </a:pPr>
                      <a:r>
                        <a:rPr lang="en-US" sz="800" u="none" strike="noStrike" cap="none" dirty="0"/>
                        <a:t>SZX : TA 8900 SID </a:t>
                      </a:r>
                      <a:endParaRPr lang="en-US" sz="800" u="none" strike="noStrike" cap="none" dirty="0">
                        <a:solidFill>
                          <a:srgbClr val="FFC000"/>
                        </a:solidFill>
                      </a:endParaRP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83843">
                <a:tc>
                  <a:txBody>
                    <a:bodyPr/>
                    <a:lstStyle/>
                    <a:p>
                      <a:pPr marL="0" marR="0" lvl="0" indent="0" algn="ctr" rtl="0">
                        <a:spcBef>
                          <a:spcPts val="0"/>
                        </a:spcBef>
                        <a:spcAft>
                          <a:spcPts val="0"/>
                        </a:spcAft>
                        <a:buNone/>
                      </a:pPr>
                      <a:r>
                        <a:rPr lang="en-US" altLang="ko-KR" sz="800" b="1" u="none" strike="noStrike" cap="none" dirty="0">
                          <a:solidFill>
                            <a:srgbClr val="0070C0"/>
                          </a:solidFill>
                        </a:rPr>
                        <a:t>15</a:t>
                      </a:r>
                      <a:r>
                        <a:rPr lang="en-US" altLang="ko-KR" sz="800" b="0" u="none" strike="noStrike" cap="none" dirty="0"/>
                        <a:t>/</a:t>
                      </a:r>
                      <a:r>
                        <a:rPr lang="en-US" altLang="ko-KR" sz="800" b="1" u="none" strike="noStrike" cap="none" dirty="0"/>
                        <a:t>16L</a:t>
                      </a:r>
                      <a:endParaRPr sz="800" b="0" u="none" strike="noStrike" cap="none" dirty="0">
                        <a:solidFill>
                          <a:schemeClr val="bg1"/>
                        </a:solidFill>
                      </a:endParaRPr>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IDU 9WD/XD</a:t>
                      </a:r>
                    </a:p>
                  </a:txBody>
                  <a:tcPr marL="36000" marR="36000" marT="36000" marB="36000" anchor="ctr"/>
                </a:tc>
                <a:tc hMerge="1">
                  <a:txBody>
                    <a:bodyPr/>
                    <a:lstStyle/>
                    <a:p>
                      <a:endParaRPr lang="ko-Kore-KR" altLang="en-US"/>
                    </a:p>
                  </a:txBody>
                  <a:tcPr/>
                </a:tc>
                <a:tc gridSpan="4">
                  <a:txBody>
                    <a:bodyPr/>
                    <a:lstStyle/>
                    <a:p>
                      <a:pPr algn="ctr"/>
                      <a:r>
                        <a:rPr lang="en-US" sz="800" b="1" u="none" strike="noStrike" cap="none" dirty="0"/>
                        <a:t>HD 156 </a:t>
                      </a:r>
                      <a:r>
                        <a:rPr lang="en-US" sz="800" b="1" u="none" strike="noStrike" cap="none" dirty="0">
                          <a:solidFill>
                            <a:srgbClr val="0070C0"/>
                          </a:solidFill>
                        </a:rPr>
                        <a:t>ALT 1200m </a:t>
                      </a:r>
                    </a:p>
                    <a:p>
                      <a:pPr algn="ctr"/>
                      <a:r>
                        <a:rPr lang="en-US" altLang="ko-Kore-KR" sz="800" b="1" u="none" strike="noStrike" cap="none" dirty="0">
                          <a:solidFill>
                            <a:srgbClr val="7030A0"/>
                          </a:solidFill>
                        </a:rPr>
                        <a:t>SPD 230kts </a:t>
                      </a:r>
                      <a:r>
                        <a:rPr lang="en-US" sz="800" b="1" u="none" strike="noStrike" cap="none" dirty="0">
                          <a:solidFill>
                            <a:srgbClr val="F28943"/>
                          </a:solidFill>
                        </a:rPr>
                        <a:t>TA 8900</a:t>
                      </a:r>
                      <a:endParaRPr lang="ko-Kore-KR" altLang="en-US"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83843">
                <a:tc>
                  <a:txBody>
                    <a:bodyPr/>
                    <a:lstStyle/>
                    <a:p>
                      <a:pPr marL="0" marR="0" lvl="0" indent="0" algn="ctr" rtl="0">
                        <a:spcBef>
                          <a:spcPts val="0"/>
                        </a:spcBef>
                        <a:spcAft>
                          <a:spcPts val="0"/>
                        </a:spcAft>
                        <a:buNone/>
                      </a:pPr>
                      <a:r>
                        <a:rPr lang="en-US" sz="800" b="1" u="none" strike="noStrike" cap="none" dirty="0">
                          <a:solidFill>
                            <a:srgbClr val="0070C0"/>
                          </a:solidFill>
                        </a:rPr>
                        <a:t>33</a:t>
                      </a:r>
                      <a:r>
                        <a:rPr lang="en-US" sz="800" b="0" u="none" strike="noStrike" cap="none" dirty="0"/>
                        <a:t>/34R</a:t>
                      </a:r>
                      <a:endParaRPr sz="800" b="0" u="none" strike="noStrike" cap="none" dirty="0">
                        <a:solidFill>
                          <a:schemeClr val="bg1"/>
                        </a:solidFill>
                      </a:endParaRPr>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IDU 9YD/ZD</a:t>
                      </a:r>
                    </a:p>
                  </a:txBody>
                  <a:tcPr marL="36000" marR="36000" marT="36000" marB="36000" anchor="ctr"/>
                </a:tc>
                <a:tc hMerge="1">
                  <a:txBody>
                    <a:bodyPr/>
                    <a:lstStyle/>
                    <a:p>
                      <a:endParaRPr lang="ko-Kore-KR" altLang="en-US"/>
                    </a:p>
                  </a:txBody>
                  <a:tcPr/>
                </a:tc>
                <a:tc gridSpan="4">
                  <a:txBody>
                    <a:bodyPr/>
                    <a:lstStyle/>
                    <a:p>
                      <a:pPr algn="ctr"/>
                      <a:r>
                        <a:rPr lang="en-US" sz="800" b="1" u="none" strike="noStrike" cap="none" dirty="0"/>
                        <a:t>HD 356 </a:t>
                      </a:r>
                      <a:r>
                        <a:rPr lang="en-US" sz="800" b="1" u="none" strike="noStrike" cap="none" dirty="0">
                          <a:solidFill>
                            <a:srgbClr val="0070C0"/>
                          </a:solidFill>
                        </a:rPr>
                        <a:t>ATC 1200m</a:t>
                      </a:r>
                    </a:p>
                    <a:p>
                      <a:pPr algn="ctr"/>
                      <a:r>
                        <a:rPr lang="en-US" altLang="ko-Kore-KR" sz="800" b="1" u="none" strike="noStrike" cap="none" dirty="0">
                          <a:solidFill>
                            <a:srgbClr val="7030A0"/>
                          </a:solidFill>
                        </a:rPr>
                        <a:t>SPD 230/250kts </a:t>
                      </a:r>
                      <a:r>
                        <a:rPr lang="en-US" altLang="ko-Kore-KR" sz="800" b="1" u="none" strike="noStrike" cap="none" dirty="0">
                          <a:solidFill>
                            <a:srgbClr val="F28943"/>
                          </a:solidFill>
                        </a:rPr>
                        <a:t>TA 8900</a:t>
                      </a:r>
                      <a:endParaRPr lang="ko-Kore-KR" altLang="en-US"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83843">
                <a:tc gridSpan="2">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800" b="1" u="none" strike="noStrike" cap="none" dirty="0">
                          <a:solidFill>
                            <a:srgbClr val="0070C0"/>
                          </a:solidFill>
                        </a:rPr>
                        <a:t>no APT</a:t>
                      </a:r>
                    </a:p>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800" b="1" u="none" strike="noStrike" cap="none" dirty="0">
                          <a:solidFill>
                            <a:srgbClr val="0070C0"/>
                          </a:solidFill>
                        </a:rPr>
                        <a:t>VOR</a:t>
                      </a:r>
                    </a:p>
                  </a:txBody>
                  <a:tcPr marL="36000" marR="36000" marT="36000" marB="36000" anchor="ctr"/>
                </a:tc>
                <a:tc hMerge="1">
                  <a:txBody>
                    <a:bodyPr/>
                    <a:lstStyle/>
                    <a:p>
                      <a:endParaRPr lang="ko-Kore-KR" altLang="en-US"/>
                    </a:p>
                  </a:txBody>
                  <a:tcPr/>
                </a:tc>
                <a:tc gridSpan="2">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16 ISZ </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108.1</a:t>
                      </a:r>
                    </a:p>
                  </a:txBody>
                  <a:tcPr marL="36000" marR="36000" marT="36000" marB="36000" anchor="ctr"/>
                </a:tc>
                <a:tc hMerge="1">
                  <a:txBody>
                    <a:bodyPr/>
                    <a:lstStyle/>
                    <a:p>
                      <a:endParaRP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34 IBA </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109.1</a:t>
                      </a: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15 IQJ</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111.3</a:t>
                      </a: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33 IMH </a:t>
                      </a:r>
                    </a:p>
                    <a:p>
                      <a:pPr marL="0" marR="0" lvl="0" indent="0" algn="ctr" defTabSz="116449"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110.7</a:t>
                      </a:r>
                    </a:p>
                  </a:txBody>
                  <a:tcPr marL="36000" marR="36000" marT="36000" marB="36000" anchor="ctr"/>
                </a:tc>
                <a:extLst>
                  <a:ext uri="{0D108BD9-81ED-4DB2-BD59-A6C34878D82A}">
                    <a16:rowId xmlns:a16="http://schemas.microsoft.com/office/drawing/2014/main" val="1446403819"/>
                  </a:ext>
                </a:extLst>
              </a:tr>
              <a:tr h="112876">
                <a:tc gridSpan="2">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chemeClr val="tx1"/>
                          </a:solidFill>
                        </a:rPr>
                        <a:t>FIX</a:t>
                      </a:r>
                    </a:p>
                  </a:txBody>
                  <a:tcPr marL="0" marR="0" marT="36000" marB="36000" anchor="ctr">
                    <a:solidFill>
                      <a:schemeClr val="accent1"/>
                    </a:solidFill>
                  </a:tcPr>
                </a:tc>
                <a:tc hMerge="1">
                  <a:txBody>
                    <a:bodyPr/>
                    <a:lstStyle/>
                    <a:p>
                      <a:endParaRPr lang="ko-Kore-KR" altLang="en-US"/>
                    </a:p>
                  </a:txBody>
                  <a:tcPr/>
                </a:tc>
                <a:tc gridSpan="5">
                  <a:txBody>
                    <a:bodyPr/>
                    <a:lstStyle/>
                    <a:p>
                      <a:pPr algn="ctr"/>
                      <a:r>
                        <a:rPr lang="en-US" altLang="ko-Kore-KR" sz="800" b="0" dirty="0"/>
                        <a:t>15 : IQJ 155/3.5, R205, 16 : ISZ 155/3.5, R205</a:t>
                      </a:r>
                      <a:endParaRPr lang="ko-Kore-KR" altLang="en-US" sz="800" b="0" dirty="0"/>
                    </a:p>
                  </a:txBody>
                  <a:tcPr marL="0" marR="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940304178"/>
                  </a:ext>
                </a:extLst>
              </a:tr>
              <a:tr h="112876">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CTC DEP AUTO Report RWY</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a:extLst>
              <a:ext uri="{FF2B5EF4-FFF2-40B4-BE49-F238E27FC236}">
                <a16:creationId xmlns:a16="http://schemas.microsoft.com/office/drawing/2014/main" id="{1DBAD63A-69E7-48EA-368A-E7884E31FE10}"/>
              </a:ext>
            </a:extLst>
          </p:cNvPr>
          <p:cNvGraphicFramePr/>
          <p:nvPr>
            <p:extLst>
              <p:ext uri="{D42A27DB-BD31-4B8C-83A1-F6EECF244321}">
                <p14:modId xmlns:p14="http://schemas.microsoft.com/office/powerpoint/2010/main" val="1242698028"/>
              </p:ext>
            </p:extLst>
          </p:nvPr>
        </p:nvGraphicFramePr>
        <p:xfrm>
          <a:off x="-2501" y="1512"/>
          <a:ext cx="2328850" cy="681004"/>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98763">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ZGSZ(SZX) 13ft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82241">
                <a:tc>
                  <a:txBody>
                    <a:bodyPr/>
                    <a:lstStyle/>
                    <a:p>
                      <a:pPr marL="0" marR="0" lvl="0" indent="0" algn="ctr" rtl="0">
                        <a:spcBef>
                          <a:spcPts val="0"/>
                        </a:spcBef>
                        <a:spcAft>
                          <a:spcPts val="0"/>
                        </a:spcAft>
                        <a:buNone/>
                      </a:pPr>
                      <a:r>
                        <a:rPr lang="en-US" sz="800" dirty="0"/>
                        <a:t>SZX Dispatch 131.3</a:t>
                      </a:r>
                      <a:endParaRPr sz="1200" dirty="0"/>
                    </a:p>
                    <a:p>
                      <a:pPr marL="0" marR="0" lvl="0" indent="0" algn="ctr" rtl="0">
                        <a:spcBef>
                          <a:spcPts val="0"/>
                        </a:spcBef>
                        <a:spcAft>
                          <a:spcPts val="0"/>
                        </a:spcAft>
                        <a:buNone/>
                      </a:pPr>
                      <a:r>
                        <a:rPr lang="en-US" sz="900" dirty="0">
                          <a:solidFill>
                            <a:srgbClr val="FF0000"/>
                          </a:solidFill>
                        </a:rPr>
                        <a:t>DCL Avail</a:t>
                      </a:r>
                      <a:endParaRPr lang="en-US" altLang="ko-KR" sz="700" dirty="0">
                        <a:solidFill>
                          <a:srgbClr val="FF0000"/>
                        </a:solidFill>
                      </a:endParaRP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31F4551-2CAF-5A07-F86B-5CE0FD7B0762}"/>
              </a:ext>
            </a:extLst>
          </p:cNvPr>
          <p:cNvSpPr txBox="1"/>
          <p:nvPr/>
        </p:nvSpPr>
        <p:spPr>
          <a:xfrm>
            <a:off x="666868" y="2260257"/>
            <a:ext cx="1749197" cy="855482"/>
          </a:xfrm>
          <a:prstGeom prst="rect">
            <a:avLst/>
          </a:prstGeom>
          <a:noFill/>
        </p:spPr>
        <p:txBody>
          <a:bodyPr wrap="none" tIns="36000" bIns="36000" rtlCol="0" anchor="ctr">
            <a:spAutoFit/>
          </a:bodyPr>
          <a:lstStyle/>
          <a:p>
            <a:pPr>
              <a:lnSpc>
                <a:spcPct val="150000"/>
              </a:lnSpc>
            </a:pPr>
            <a:r>
              <a:rPr kumimoji="1" lang="en-US" altLang="ko-Kore-KR" sz="700" b="1" dirty="0">
                <a:solidFill>
                  <a:srgbClr val="00B0F0"/>
                </a:solidFill>
                <a:latin typeface="Gulim" panose="020B0600000101010101" pitchFamily="34" charset="-127"/>
                <a:ea typeface="Gulim" panose="020B0600000101010101" pitchFamily="34" charset="-127"/>
              </a:rPr>
              <a:t>DEP ATIS (AUTO) Report DEP RWY</a:t>
            </a:r>
          </a:p>
          <a:p>
            <a:pPr>
              <a:lnSpc>
                <a:spcPct val="150000"/>
              </a:lnSpc>
            </a:pPr>
            <a:endParaRPr kumimoji="1" lang="en-US" altLang="ko-Kore-KR" sz="700" b="1" dirty="0">
              <a:latin typeface="Gulim" panose="020B0600000101010101" pitchFamily="34" charset="-127"/>
              <a:ea typeface="Gulim" panose="020B0600000101010101" pitchFamily="34" charset="-127"/>
            </a:endParaRPr>
          </a:p>
          <a:p>
            <a:pPr>
              <a:lnSpc>
                <a:spcPct val="150000"/>
              </a:lnSpc>
            </a:pPr>
            <a:r>
              <a:rPr kumimoji="1" lang="en-US" altLang="ko-Kore-KR" sz="700" b="1" dirty="0">
                <a:latin typeface="Gulim" panose="020B0600000101010101" pitchFamily="34" charset="-127"/>
                <a:ea typeface="Gulim" panose="020B0600000101010101" pitchFamily="34" charset="-127"/>
              </a:rPr>
              <a:t>Detour RTE L01 (PLT-SHR)</a:t>
            </a:r>
          </a:p>
          <a:p>
            <a:pPr>
              <a:lnSpc>
                <a:spcPct val="150000"/>
              </a:lnSpc>
            </a:pPr>
            <a:r>
              <a:rPr kumimoji="1" lang="en-US" altLang="ko-Kore-KR" sz="700" b="1" dirty="0">
                <a:latin typeface="Gulim" panose="020B0600000101010101" pitchFamily="34" charset="-127"/>
                <a:ea typeface="Gulim" panose="020B0600000101010101" pitchFamily="34" charset="-127"/>
              </a:rPr>
              <a:t>- Using Pilot Way Point</a:t>
            </a:r>
          </a:p>
          <a:p>
            <a:pPr>
              <a:lnSpc>
                <a:spcPct val="150000"/>
              </a:lnSpc>
            </a:pPr>
            <a:r>
              <a:rPr kumimoji="1" lang="en-US" altLang="ko-Kore-KR" sz="700" b="1" dirty="0">
                <a:latin typeface="Gulim" panose="020B0600000101010101" pitchFamily="34" charset="-127"/>
                <a:ea typeface="Gulim" panose="020B0600000101010101" pitchFamily="34" charset="-127"/>
              </a:rPr>
              <a:t>- Vise Versa </a:t>
            </a:r>
          </a:p>
        </p:txBody>
      </p:sp>
      <p:sp>
        <p:nvSpPr>
          <p:cNvPr id="2" name="직사각형 1">
            <a:hlinkClick r:id="" action="ppaction://hlinkshowjump?jump=firstslide"/>
            <a:extLst>
              <a:ext uri="{FF2B5EF4-FFF2-40B4-BE49-F238E27FC236}">
                <a16:creationId xmlns:a16="http://schemas.microsoft.com/office/drawing/2014/main" id="{5F457DCC-21E0-694C-411B-836F6ADA3F8A}"/>
              </a:ext>
            </a:extLst>
          </p:cNvPr>
          <p:cNvSpPr/>
          <p:nvPr/>
        </p:nvSpPr>
        <p:spPr>
          <a:xfrm>
            <a:off x="838919" y="323931"/>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7" name="그래픽 6" descr="집 Wi-Fi에서 작업 단색으로 채워진">
            <a:hlinkClick r:id="" action="ppaction://hlinkshowjump?jump=firstslide"/>
            <a:extLst>
              <a:ext uri="{FF2B5EF4-FFF2-40B4-BE49-F238E27FC236}">
                <a16:creationId xmlns:a16="http://schemas.microsoft.com/office/drawing/2014/main" id="{BBE01274-B466-1618-4926-1110BC40902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813091"/>
            <a:ext cx="457200" cy="457200"/>
          </a:xfrm>
          <a:prstGeom prst="rect">
            <a:avLst/>
          </a:prstGeom>
          <a:effectLst>
            <a:outerShdw blurRad="50800" dist="50800" dir="3660000" algn="ctr" rotWithShape="0">
              <a:schemeClr val="bg1">
                <a:alpha val="82714"/>
              </a:schemeClr>
            </a:outerShdw>
          </a:effectLst>
        </p:spPr>
      </p:pic>
      <p:pic>
        <p:nvPicPr>
          <p:cNvPr id="8" name="그림 7" descr="텍스트, 폰트, 번호, 스크린샷이(가) 표시된 사진&#10;&#10;자동 생성된 설명">
            <a:extLst>
              <a:ext uri="{FF2B5EF4-FFF2-40B4-BE49-F238E27FC236}">
                <a16:creationId xmlns:a16="http://schemas.microsoft.com/office/drawing/2014/main" id="{EBD0702D-06F5-9BCF-3F6A-55F680424F2A}"/>
              </a:ext>
            </a:extLst>
          </p:cNvPr>
          <p:cNvPicPr>
            <a:picLocks noChangeAspect="1"/>
          </p:cNvPicPr>
          <p:nvPr/>
        </p:nvPicPr>
        <p:blipFill>
          <a:blip r:embed="rId8"/>
          <a:stretch>
            <a:fillRect/>
          </a:stretch>
        </p:blipFill>
        <p:spPr>
          <a:xfrm>
            <a:off x="-4046" y="2237109"/>
            <a:ext cx="725085" cy="781007"/>
          </a:xfrm>
          <a:prstGeom prst="rect">
            <a:avLst/>
          </a:prstGeom>
        </p:spPr>
      </p:pic>
      <p:graphicFrame>
        <p:nvGraphicFramePr>
          <p:cNvPr id="5" name="Google Shape;283;p17">
            <a:extLst>
              <a:ext uri="{FF2B5EF4-FFF2-40B4-BE49-F238E27FC236}">
                <a16:creationId xmlns:a16="http://schemas.microsoft.com/office/drawing/2014/main" id="{5865F84E-CAF4-2786-A719-400EE6E848B3}"/>
              </a:ext>
            </a:extLst>
          </p:cNvPr>
          <p:cNvGraphicFramePr/>
          <p:nvPr>
            <p:extLst>
              <p:ext uri="{D42A27DB-BD31-4B8C-83A1-F6EECF244321}">
                <p14:modId xmlns:p14="http://schemas.microsoft.com/office/powerpoint/2010/main" val="2869841565"/>
              </p:ext>
            </p:extLst>
          </p:nvPr>
        </p:nvGraphicFramePr>
        <p:xfrm>
          <a:off x="11589" y="3297065"/>
          <a:ext cx="2314761" cy="225241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178498">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2227">
                <a:tc>
                  <a:txBody>
                    <a:bodyPr/>
                    <a:lstStyle/>
                    <a:p>
                      <a:pPr marL="0" marR="0" lvl="0" indent="0" algn="ctr" rtl="0">
                        <a:spcBef>
                          <a:spcPts val="0"/>
                        </a:spcBef>
                        <a:spcAft>
                          <a:spcPts val="0"/>
                        </a:spcAft>
                        <a:buNone/>
                      </a:pPr>
                      <a:r>
                        <a:rPr lang="en-US" sz="800" b="1" dirty="0"/>
                        <a:t>33</a:t>
                      </a:r>
                    </a:p>
                    <a:p>
                      <a:pPr marL="0" marR="0" lvl="0" indent="0" algn="ctr" rtl="0">
                        <a:spcBef>
                          <a:spcPts val="0"/>
                        </a:spcBef>
                        <a:spcAft>
                          <a:spcPts val="0"/>
                        </a:spcAft>
                        <a:buNone/>
                      </a:pPr>
                      <a:r>
                        <a:rPr lang="en-US" sz="800" b="1" dirty="0"/>
                        <a:t>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xY</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ENPIL</a:t>
                      </a:r>
                    </a:p>
                    <a:p>
                      <a:pPr marL="0" marR="0" lvl="0" indent="0" algn="ctr" rtl="0">
                        <a:spcBef>
                          <a:spcPts val="0"/>
                        </a:spcBef>
                        <a:spcAft>
                          <a:spcPts val="0"/>
                        </a:spcAft>
                        <a:buNone/>
                      </a:pPr>
                      <a:r>
                        <a:rPr lang="en-US" sz="800" b="1" dirty="0">
                          <a:solidFill>
                            <a:srgbClr val="FF0000"/>
                          </a:solidFill>
                        </a:rPr>
                        <a:t>PAMBI</a:t>
                      </a:r>
                      <a:endParaRPr sz="458" b="1"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OLMEN 180</a:t>
                      </a:r>
                    </a:p>
                    <a:p>
                      <a:pPr marL="0" marR="0" lvl="0" indent="0" algn="ctr" rtl="0">
                        <a:spcBef>
                          <a:spcPts val="0"/>
                        </a:spcBef>
                        <a:spcAft>
                          <a:spcPts val="0"/>
                        </a:spcAft>
                        <a:buNone/>
                      </a:pPr>
                      <a:r>
                        <a:rPr lang="en-US" sz="800" b="1" dirty="0"/>
                        <a:t>OLMEN 160</a:t>
                      </a:r>
                      <a:endParaRPr sz="458" b="1" dirty="0"/>
                    </a:p>
                  </a:txBody>
                  <a:tcPr marL="36000" marR="36000" marT="36000" marB="36000" anchor="ctr"/>
                </a:tc>
                <a:extLst>
                  <a:ext uri="{0D108BD9-81ED-4DB2-BD59-A6C34878D82A}">
                    <a16:rowId xmlns:a16="http://schemas.microsoft.com/office/drawing/2014/main" val="10001"/>
                  </a:ext>
                </a:extLst>
              </a:tr>
              <a:tr h="264221">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xC</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62227">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62227">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62227">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2227">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2256845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58296" y="2649325"/>
            <a:ext cx="2069797"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128.17 – 124.52(125.72)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a:t>
            </a:r>
            <a:r>
              <a:rPr kumimoji="1" lang="en-US" altLang="ko-Kore-KR" sz="700" b="1" u="sng" dirty="0">
                <a:solidFill>
                  <a:srgbClr val="FF0000"/>
                </a:solidFill>
                <a:latin typeface="Gulim" panose="020B0600000101010101" pitchFamily="34" charset="-127"/>
                <a:ea typeface="Gulim" panose="020B0600000101010101" pitchFamily="34" charset="-127"/>
              </a:rPr>
              <a:t>(SENKA</a:t>
            </a:r>
            <a:r>
              <a:rPr kumimoji="1" lang="ko-KR" altLang="en-US" sz="700" b="1" u="sng" dirty="0">
                <a:solidFill>
                  <a:srgbClr val="FF0000"/>
                </a:solidFill>
                <a:latin typeface="Gulim" panose="020B0600000101010101" pitchFamily="34" charset="-127"/>
                <a:ea typeface="Gulim" panose="020B0600000101010101" pitchFamily="34" charset="-127"/>
              </a:rPr>
              <a:t> </a:t>
            </a:r>
            <a:r>
              <a:rPr kumimoji="1" lang="en-US" altLang="ko-KR" sz="700" b="1" u="sng" dirty="0">
                <a:solidFill>
                  <a:srgbClr val="FF0000"/>
                </a:solidFill>
                <a:latin typeface="Gulim" panose="020B0600000101010101" pitchFamily="34" charset="-127"/>
                <a:ea typeface="Gulim" panose="020B0600000101010101" pitchFamily="34" charset="-127"/>
              </a:rPr>
              <a:t>/20) </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TPE</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125.5 – 129.1 – HKG 132.15 - 127.1</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SNY 122.6 – HNI 123.3 – VTN 128.3</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BKK 132.1 – 133.1 - APP 119.1 </a:t>
            </a:r>
          </a:p>
        </p:txBody>
      </p:sp>
      <p:graphicFrame>
        <p:nvGraphicFramePr>
          <p:cNvPr id="292" name="Google Shape;292;p18"/>
          <p:cNvGraphicFramePr/>
          <p:nvPr>
            <p:extLst>
              <p:ext uri="{D42A27DB-BD31-4B8C-83A1-F6EECF244321}">
                <p14:modId xmlns:p14="http://schemas.microsoft.com/office/powerpoint/2010/main" val="3402311347"/>
              </p:ext>
            </p:extLst>
          </p:nvPr>
        </p:nvGraphicFramePr>
        <p:xfrm>
          <a:off x="-2500" y="3594271"/>
          <a:ext cx="2328849" cy="1986490"/>
        </p:xfrm>
        <a:graphic>
          <a:graphicData uri="http://schemas.openxmlformats.org/drawingml/2006/table">
            <a:tbl>
              <a:tblPr firstRow="1" bandRow="1">
                <a:noFill/>
                <a:tableStyleId>{A521BE36-7E6F-4EC9-8D66-1CF97A6895EC}</a:tableStyleId>
              </a:tblPr>
              <a:tblGrid>
                <a:gridCol w="461201">
                  <a:extLst>
                    <a:ext uri="{9D8B030D-6E8A-4147-A177-3AD203B41FA5}">
                      <a16:colId xmlns:a16="http://schemas.microsoft.com/office/drawing/2014/main" val="20000"/>
                    </a:ext>
                  </a:extLst>
                </a:gridCol>
                <a:gridCol w="681907">
                  <a:extLst>
                    <a:ext uri="{9D8B030D-6E8A-4147-A177-3AD203B41FA5}">
                      <a16:colId xmlns:a16="http://schemas.microsoft.com/office/drawing/2014/main" val="20001"/>
                    </a:ext>
                  </a:extLst>
                </a:gridCol>
                <a:gridCol w="464366">
                  <a:extLst>
                    <a:ext uri="{9D8B030D-6E8A-4147-A177-3AD203B41FA5}">
                      <a16:colId xmlns:a16="http://schemas.microsoft.com/office/drawing/2014/main" val="502366202"/>
                    </a:ext>
                  </a:extLst>
                </a:gridCol>
                <a:gridCol w="721375">
                  <a:extLst>
                    <a:ext uri="{9D8B030D-6E8A-4147-A177-3AD203B41FA5}">
                      <a16:colId xmlns:a16="http://schemas.microsoft.com/office/drawing/2014/main" val="992510185"/>
                    </a:ext>
                  </a:extLst>
                </a:gridCol>
              </a:tblGrid>
              <a:tr h="155749">
                <a:tc gridSpan="4">
                  <a:txBody>
                    <a:bodyPr/>
                    <a:lstStyle/>
                    <a:p>
                      <a:pPr marL="0" marR="0" lvl="0" indent="0" algn="ctr" rtl="0">
                        <a:spcBef>
                          <a:spcPts val="0"/>
                        </a:spcBef>
                        <a:spcAft>
                          <a:spcPts val="0"/>
                        </a:spcAft>
                        <a:buNone/>
                      </a:pPr>
                      <a:r>
                        <a:rPr lang="en-US" altLang="ko-Kore-KR" sz="800" dirty="0"/>
                        <a:t>BKK </a:t>
                      </a:r>
                      <a:r>
                        <a:rPr lang="en-US" altLang="ko-Kore-KR" sz="800" dirty="0">
                          <a:solidFill>
                            <a:srgbClr val="00B0F0"/>
                          </a:solidFill>
                        </a:rPr>
                        <a:t>[015/295]</a:t>
                      </a:r>
                      <a:r>
                        <a:rPr lang="en-US" altLang="ko-Kore-KR" sz="800" dirty="0"/>
                        <a:t> : TL130 UTC+7 </a:t>
                      </a:r>
                      <a:r>
                        <a:rPr lang="en-US" altLang="ko-Kore-KR" sz="800" dirty="0">
                          <a:solidFill>
                            <a:srgbClr val="FFC000"/>
                          </a:solidFill>
                        </a:rPr>
                        <a:t>(SPD CTL via STAR Chart)</a:t>
                      </a:r>
                      <a:endParaRPr lang="en-US" altLang="ko-Kore-KR" sz="800" b="1" dirty="0">
                        <a:solidFill>
                          <a:srgbClr val="FFC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30547">
                <a:tc>
                  <a:txBody>
                    <a:bodyPr/>
                    <a:lstStyle/>
                    <a:p>
                      <a:pPr marL="0" marR="0" lvl="0" indent="0" algn="ctr" rtl="0">
                        <a:spcBef>
                          <a:spcPts val="0"/>
                        </a:spcBef>
                        <a:spcAft>
                          <a:spcPts val="0"/>
                        </a:spcAft>
                        <a:buNone/>
                      </a:pPr>
                      <a:r>
                        <a:rPr lang="en-US" sz="800" b="1" dirty="0">
                          <a:solidFill>
                            <a:srgbClr val="0070C0"/>
                          </a:solidFill>
                        </a:rPr>
                        <a:t>19</a:t>
                      </a:r>
                      <a:r>
                        <a:rPr lang="en-US" sz="800" b="0" dirty="0">
                          <a:solidFill>
                            <a:srgbClr val="0070C0"/>
                          </a:solidFill>
                        </a:rPr>
                        <a:t>,</a:t>
                      </a:r>
                      <a:r>
                        <a:rPr lang="en-US" sz="800" b="1" dirty="0">
                          <a:solidFill>
                            <a:srgbClr val="0070C0"/>
                          </a:solidFill>
                        </a:rPr>
                        <a:t>20R</a:t>
                      </a:r>
                      <a:r>
                        <a:rPr lang="en-US" sz="800" b="0" dirty="0"/>
                        <a:t>/L</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EASTE </a:t>
                      </a:r>
                      <a:r>
                        <a:rPr lang="en-US" sz="800" b="1" dirty="0" err="1"/>
                        <a:t>xxC</a:t>
                      </a:r>
                      <a:endParaRPr lang="en-US" sz="800" b="1" dirty="0"/>
                    </a:p>
                  </a:txBody>
                  <a:tcPr marL="36000" marR="36000" marT="36000" marB="36000" anchor="ctr"/>
                </a:tc>
                <a:tc>
                  <a:txBody>
                    <a:bodyPr/>
                    <a:lstStyle/>
                    <a:p>
                      <a:pPr algn="ctr"/>
                      <a:r>
                        <a:rPr lang="en-US" altLang="ko-Kore-KR" sz="800" b="1" dirty="0"/>
                        <a:t>Select Tx</a:t>
                      </a:r>
                    </a:p>
                  </a:txBody>
                  <a:tcPr marL="36000" marR="36000" marT="36000" marB="36000" anchor="ctr"/>
                </a:tc>
                <a:tc>
                  <a:txBody>
                    <a:bodyPr/>
                    <a:lstStyle/>
                    <a:p>
                      <a:pPr marL="0" marR="0" lvl="0" indent="0" algn="ctr" rtl="0">
                        <a:spcBef>
                          <a:spcPts val="0"/>
                        </a:spcBef>
                        <a:spcAft>
                          <a:spcPts val="0"/>
                        </a:spcAft>
                        <a:buNone/>
                      </a:pPr>
                      <a:r>
                        <a:rPr lang="en-US" sz="800" b="1" dirty="0"/>
                        <a:t>ILS Z 19</a:t>
                      </a:r>
                      <a:r>
                        <a:rPr lang="en-US" sz="800" b="0" dirty="0"/>
                        <a:t>/20L</a:t>
                      </a:r>
                    </a:p>
                    <a:p>
                      <a:pPr marL="0" marR="0" lvl="0" indent="0" algn="ctr" rtl="0">
                        <a:spcBef>
                          <a:spcPts val="0"/>
                        </a:spcBef>
                        <a:spcAft>
                          <a:spcPts val="0"/>
                        </a:spcAft>
                        <a:buNone/>
                      </a:pPr>
                      <a:r>
                        <a:rPr lang="en-US" sz="800" b="1" dirty="0"/>
                        <a:t>RNP 20R  </a:t>
                      </a:r>
                      <a:endParaRPr lang="ko-Kore-KR" altLang="en-US" b="0" dirty="0"/>
                    </a:p>
                  </a:txBody>
                  <a:tcPr marL="36000" marR="36000" marT="36000" marB="36000" anchor="ctr"/>
                </a:tc>
                <a:extLst>
                  <a:ext uri="{0D108BD9-81ED-4DB2-BD59-A6C34878D82A}">
                    <a16:rowId xmlns:a16="http://schemas.microsoft.com/office/drawing/2014/main" val="10001"/>
                  </a:ext>
                </a:extLst>
              </a:tr>
              <a:tr h="230547">
                <a:tc>
                  <a:txBody>
                    <a:bodyPr/>
                    <a:lstStyle/>
                    <a:p>
                      <a:pPr marL="0" marR="0" lvl="0" indent="0" algn="ctr" rtl="0">
                        <a:spcBef>
                          <a:spcPts val="0"/>
                        </a:spcBef>
                        <a:spcAft>
                          <a:spcPts val="0"/>
                        </a:spcAft>
                        <a:buNone/>
                      </a:pPr>
                      <a:r>
                        <a:rPr lang="en-US" sz="800" b="1" dirty="0">
                          <a:solidFill>
                            <a:srgbClr val="0070C0"/>
                          </a:solidFill>
                        </a:rPr>
                        <a:t>01,02L</a:t>
                      </a:r>
                      <a:r>
                        <a:rPr lang="en-US" sz="800" b="0" dirty="0"/>
                        <a:t>/R</a:t>
                      </a:r>
                      <a:endParaRPr sz="800" b="0" dirty="0"/>
                    </a:p>
                  </a:txBody>
                  <a:tcPr marL="36000" marR="36000" marT="36000" marB="36000" anchor="ctr"/>
                </a:tc>
                <a:tc>
                  <a:txBody>
                    <a:bodyPr/>
                    <a:lstStyle/>
                    <a:p>
                      <a:pPr marL="0" marR="0" lvl="0" indent="0" algn="ctr" rtl="0">
                        <a:spcBef>
                          <a:spcPts val="0"/>
                        </a:spcBef>
                        <a:spcAft>
                          <a:spcPts val="0"/>
                        </a:spcAft>
                        <a:buNone/>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EASTE </a:t>
                      </a:r>
                      <a:r>
                        <a:rPr kumimoji="0" lang="en-US" altLang="ko-Kore-KR" sz="800" b="1" i="0" u="none" strike="noStrike" kern="0" cap="none" spc="0" normalizeH="0" baseline="0" noProof="0" dirty="0" err="1">
                          <a:ln>
                            <a:noFill/>
                          </a:ln>
                          <a:solidFill>
                            <a:srgbClr val="000000"/>
                          </a:solidFill>
                          <a:effectLst/>
                          <a:uLnTx/>
                          <a:uFillTx/>
                          <a:latin typeface="Calibri"/>
                          <a:cs typeface="Calibri"/>
                          <a:sym typeface="Arial"/>
                        </a:rPr>
                        <a:t>xxD</a:t>
                      </a: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 </a:t>
                      </a:r>
                    </a:p>
                  </a:txBody>
                  <a:tcPr marL="36000" marR="36000" marT="36000" marB="36000" anchor="ctr"/>
                </a:tc>
                <a:tc>
                  <a:txBody>
                    <a:bodyPr/>
                    <a:lstStyle/>
                    <a:p>
                      <a:pPr algn="ctr"/>
                      <a:r>
                        <a:rPr kumimoji="0" lang="en-US" altLang="ko-Kore-KR" sz="800" b="1" i="0" u="none" strike="noStrike" kern="0" cap="none" spc="0" normalizeH="0" baseline="0" noProof="0">
                          <a:ln>
                            <a:noFill/>
                          </a:ln>
                          <a:solidFill>
                            <a:srgbClr val="000000"/>
                          </a:solidFill>
                          <a:effectLst/>
                          <a:uLnTx/>
                          <a:uFillTx/>
                          <a:latin typeface="Calibri"/>
                          <a:cs typeface="Calibri"/>
                          <a:sym typeface="Arial"/>
                        </a:rPr>
                        <a:t>Select </a:t>
                      </a: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Tx</a:t>
                      </a:r>
                      <a:endParaRPr lang="ko-Kore-KR" altLang="en-US" dirty="0"/>
                    </a:p>
                  </a:txBody>
                  <a:tcPr marL="36000" marR="36000" marT="36000" marB="36000" anchor="ctr"/>
                </a:tc>
                <a:tc>
                  <a:txBody>
                    <a:bodyPr/>
                    <a:lstStyle/>
                    <a:p>
                      <a:pPr algn="ctr"/>
                      <a:r>
                        <a:rPr lang="en-US" sz="800" b="1" dirty="0"/>
                        <a:t>ILS Z 010</a:t>
                      </a:r>
                      <a:r>
                        <a:rPr lang="en-US" sz="800" b="0" dirty="0"/>
                        <a:t>/02R</a:t>
                      </a:r>
                    </a:p>
                    <a:p>
                      <a:pPr algn="ctr"/>
                      <a:r>
                        <a:rPr lang="en-US" altLang="ko-Kore-KR" sz="800" b="1" dirty="0"/>
                        <a:t>RNP 02L</a:t>
                      </a:r>
                      <a:endParaRPr lang="ko-Kore-KR" altLang="en-US" b="1" dirty="0"/>
                    </a:p>
                  </a:txBody>
                  <a:tcPr marL="36000" marR="36000" marT="36000" marB="36000" anchor="ctr"/>
                </a:tc>
                <a:extLst>
                  <a:ext uri="{0D108BD9-81ED-4DB2-BD59-A6C34878D82A}">
                    <a16:rowId xmlns:a16="http://schemas.microsoft.com/office/drawing/2014/main" val="10002"/>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70C0"/>
                          </a:solidFill>
                        </a:rPr>
                        <a:t>SVB, </a:t>
                      </a:r>
                      <a:r>
                        <a:rPr lang="en-US" altLang="ko-KR" sz="800" b="1" dirty="0">
                          <a:solidFill>
                            <a:srgbClr val="C00000"/>
                          </a:solidFill>
                        </a:rPr>
                        <a:t>01 ISES, 02R ISWS, 19 ISEN, 20L ISWN</a:t>
                      </a:r>
                      <a:endParaRPr sz="800" b="1" dirty="0">
                        <a:solidFill>
                          <a:srgbClr val="C00000"/>
                        </a:solidFill>
                      </a:endParaRPr>
                    </a:p>
                  </a:txBody>
                  <a:tcPr marL="36000" marR="36000" marT="36000" marB="36000" anchor="ctr"/>
                </a:tc>
                <a:tc hMerge="1">
                  <a:txBody>
                    <a:bodyPr/>
                    <a:lstStyle/>
                    <a:p>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err="1">
                          <a:solidFill>
                            <a:schemeClr val="bg1"/>
                          </a:solidFill>
                        </a:rPr>
                        <a:t>RWxx</a:t>
                      </a:r>
                      <a:r>
                        <a:rPr lang="en-US" sz="800" b="1" dirty="0">
                          <a:solidFill>
                            <a:schemeClr val="bg1"/>
                          </a:solidFill>
                        </a:rPr>
                        <a:t> /8 (180tks), /5 (160-150kts)</a:t>
                      </a: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C0000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433256594"/>
                  </a:ext>
                </a:extLst>
              </a:tr>
              <a:tr h="3195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19 : B8(5567’), B10(6965’),    01 : B7(5964’), B5(7962’)</a:t>
                      </a:r>
                      <a:endParaRPr sz="800" b="0" dirty="0">
                        <a:solidFill>
                          <a:srgbClr val="0070C0"/>
                        </a:solidFill>
                      </a:endParaRPr>
                    </a:p>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20L : E9(5052’), E13(7139’), 02R : E12(4872’), E7(6958’)</a:t>
                      </a:r>
                    </a:p>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20R : F7(6994’), F9(8471’),   02L : F6(5725’), F4(7496’)</a:t>
                      </a:r>
                      <a:r>
                        <a:rPr lang="en-US" sz="800" dirty="0">
                          <a:solidFill>
                            <a:srgbClr val="0070C0"/>
                          </a:solidFill>
                        </a:rPr>
                        <a:t> </a:t>
                      </a:r>
                      <a:endParaRPr dirty="0">
                        <a:solidFill>
                          <a:srgbClr val="0070C0"/>
                        </a:solidFil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230547">
                <a:tc gridSpan="4">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HIRO,</a:t>
                      </a:r>
                      <a:r>
                        <a:rPr kumimoji="0" lang="en-US" altLang="ko-Kore-KR" sz="800" b="1" i="0" u="none" strike="noStrike" kern="0" cap="none" spc="0" normalizeH="0" baseline="0" noProof="0" dirty="0">
                          <a:ln>
                            <a:noFill/>
                          </a:ln>
                          <a:solidFill>
                            <a:schemeClr val="bg1"/>
                          </a:solidFill>
                          <a:effectLst/>
                          <a:uLnTx/>
                          <a:uFillTx/>
                          <a:latin typeface="Calibri"/>
                          <a:cs typeface="Calibri"/>
                          <a:sym typeface="Arial"/>
                        </a:rPr>
                        <a:t> </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01/19, 02L/20R No </a:t>
                      </a:r>
                      <a:r>
                        <a:rPr kumimoji="0" lang="en-US" altLang="ko-Kore-KR" sz="800" b="1" i="0" u="none" strike="noStrike" kern="0" cap="none" spc="0" normalizeH="0" baseline="0" noProof="0" dirty="0" err="1">
                          <a:ln>
                            <a:noFill/>
                          </a:ln>
                          <a:solidFill>
                            <a:srgbClr val="C00000"/>
                          </a:solidFill>
                          <a:effectLst/>
                          <a:uLnTx/>
                          <a:uFillTx/>
                          <a:latin typeface="Calibri"/>
                          <a:cs typeface="Calibri"/>
                          <a:sym typeface="Arial"/>
                        </a:rPr>
                        <a:t>Groov</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r>
                        <a:rPr kumimoji="0" lang="en-US" altLang="ko-Kore-KR" sz="800" b="1" i="0" u="none" strike="noStrike" kern="0" cap="none" spc="0" normalizeH="0" baseline="0" noProof="0" dirty="0">
                          <a:ln>
                            <a:noFill/>
                          </a:ln>
                          <a:solidFill>
                            <a:srgbClr val="F28943"/>
                          </a:solidFill>
                          <a:effectLst/>
                          <a:uLnTx/>
                          <a:uFillTx/>
                          <a:latin typeface="Calibri"/>
                          <a:cs typeface="Calibri"/>
                          <a:sym typeface="Arial"/>
                        </a:rPr>
                        <a:t>AFT LD CONF 1</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chemeClr val="bg1"/>
                          </a:solidFill>
                          <a:effectLst/>
                          <a:uLnTx/>
                          <a:uFillTx/>
                          <a:latin typeface="Calibri"/>
                          <a:cs typeface="Calibri"/>
                          <a:sym typeface="Arial"/>
                        </a:rPr>
                        <a:t>Standard Taxi Route, APU Off Procedure</a:t>
                      </a:r>
                      <a:endParaRPr lang="en-US" sz="800" b="1" dirty="0">
                        <a:solidFill>
                          <a:schemeClr val="bg1"/>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2892125329"/>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rgbClr val="C00000"/>
                          </a:solidFill>
                          <a:hlinkClick r:id="rId3">
                            <a:extLst>
                              <a:ext uri="{A12FA001-AC4F-418D-AE19-62706E023703}">
                                <ahyp:hlinkClr xmlns:ahyp="http://schemas.microsoft.com/office/drawing/2018/hyperlinkcolor" val="tx"/>
                              </a:ext>
                            </a:extLst>
                          </a:hlinkClick>
                        </a:rPr>
                        <a:t>RKPK(PUS) 13ft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VTBS(BKK) 4ft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a:t>
                      </a:r>
                      <a:r>
                        <a:rPr lang="en-US" sz="900" dirty="0" err="1"/>
                        <a:t>Gimhae</a:t>
                      </a:r>
                      <a:r>
                        <a:rPr lang="en-US" sz="900" dirty="0"/>
                        <a:t> 129.2</a:t>
                      </a:r>
                      <a:endParaRPr dirty="0"/>
                    </a:p>
                    <a:p>
                      <a:pPr marL="0" marR="0" lvl="0" indent="0" algn="ctr" rtl="0">
                        <a:lnSpc>
                          <a:spcPct val="100000"/>
                        </a:lnSpc>
                        <a:spcBef>
                          <a:spcPts val="0"/>
                        </a:spcBef>
                        <a:spcAft>
                          <a:spcPts val="0"/>
                        </a:spcAft>
                        <a:buClr>
                          <a:srgbClr val="FF0000"/>
                        </a:buClr>
                        <a:buSzPts val="600"/>
                        <a:buFont typeface="Calibri"/>
                        <a:buNone/>
                      </a:pPr>
                      <a:r>
                        <a:rPr lang="en-US" sz="800" dirty="0">
                          <a:solidFill>
                            <a:srgbClr val="FF0000"/>
                          </a:solidFill>
                          <a:latin typeface="Calibri"/>
                          <a:ea typeface="Calibri"/>
                          <a:cs typeface="Calibri"/>
                          <a:sym typeface="Calibri"/>
                        </a:rPr>
                        <a:t>DCL -5분</a:t>
                      </a:r>
                      <a:endParaRPr sz="105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KE Bangkok 131.25</a:t>
                      </a:r>
                    </a:p>
                    <a:p>
                      <a:pPr marL="0" marR="0" lvl="0" indent="0" algn="ctr" rtl="0">
                        <a:spcBef>
                          <a:spcPts val="0"/>
                        </a:spcBef>
                        <a:spcAft>
                          <a:spcPts val="0"/>
                        </a:spcAft>
                        <a:buNone/>
                      </a:pPr>
                      <a:r>
                        <a:rPr lang="en-US" sz="900" b="1" dirty="0">
                          <a:solidFill>
                            <a:srgbClr val="7030A0"/>
                          </a:solidFill>
                        </a:rPr>
                        <a:t>Stand F,G 1-5</a:t>
                      </a: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26E8B272-8D5B-D47D-58C6-4C3C17E8230E}"/>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6" name="Google Shape;247;p13">
            <a:extLst>
              <a:ext uri="{FF2B5EF4-FFF2-40B4-BE49-F238E27FC236}">
                <a16:creationId xmlns:a16="http://schemas.microsoft.com/office/drawing/2014/main" id="{0A1B02FF-5F26-C6D7-81DB-46D44D71B267}"/>
              </a:ext>
            </a:extLst>
          </p:cNvPr>
          <p:cNvGraphicFramePr/>
          <p:nvPr>
            <p:extLst>
              <p:ext uri="{D42A27DB-BD31-4B8C-83A1-F6EECF244321}">
                <p14:modId xmlns:p14="http://schemas.microsoft.com/office/powerpoint/2010/main" val="4762536"/>
              </p:ext>
            </p:extLst>
          </p:nvPr>
        </p:nvGraphicFramePr>
        <p:xfrm>
          <a:off x="0" y="640973"/>
          <a:ext cx="2330925" cy="154873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122800">
                  <a:extLst>
                    <a:ext uri="{9D8B030D-6E8A-4147-A177-3AD203B41FA5}">
                      <a16:colId xmlns:a16="http://schemas.microsoft.com/office/drawing/2014/main" val="20001"/>
                    </a:ext>
                  </a:extLst>
                </a:gridCol>
                <a:gridCol w="167075">
                  <a:extLst>
                    <a:ext uri="{9D8B030D-6E8A-4147-A177-3AD203B41FA5}">
                      <a16:colId xmlns:a16="http://schemas.microsoft.com/office/drawing/2014/main" val="20002"/>
                    </a:ext>
                  </a:extLst>
                </a:gridCol>
                <a:gridCol w="317900">
                  <a:extLst>
                    <a:ext uri="{9D8B030D-6E8A-4147-A177-3AD203B41FA5}">
                      <a16:colId xmlns:a16="http://schemas.microsoft.com/office/drawing/2014/main" val="20003"/>
                    </a:ext>
                  </a:extLst>
                </a:gridCol>
                <a:gridCol w="304175">
                  <a:extLst>
                    <a:ext uri="{9D8B030D-6E8A-4147-A177-3AD203B41FA5}">
                      <a16:colId xmlns:a16="http://schemas.microsoft.com/office/drawing/2014/main" val="20004"/>
                    </a:ext>
                  </a:extLst>
                </a:gridCol>
                <a:gridCol w="558675">
                  <a:extLst>
                    <a:ext uri="{9D8B030D-6E8A-4147-A177-3AD203B41FA5}">
                      <a16:colId xmlns:a16="http://schemas.microsoft.com/office/drawing/2014/main" val="20005"/>
                    </a:ext>
                  </a:extLst>
                </a:gridCol>
                <a:gridCol w="498100">
                  <a:extLst>
                    <a:ext uri="{9D8B030D-6E8A-4147-A177-3AD203B41FA5}">
                      <a16:colId xmlns:a16="http://schemas.microsoft.com/office/drawing/2014/main" val="20009"/>
                    </a:ext>
                  </a:extLst>
                </a:gridCol>
              </a:tblGrid>
              <a:tr h="0">
                <a:tc gridSpan="7">
                  <a:txBody>
                    <a:bodyPr/>
                    <a:lstStyle/>
                    <a:p>
                      <a:pPr marL="0" marR="0" lvl="0" indent="0" algn="ctr" rtl="0">
                        <a:spcBef>
                          <a:spcPts val="0"/>
                        </a:spcBef>
                        <a:spcAft>
                          <a:spcPts val="0"/>
                        </a:spcAft>
                        <a:buNone/>
                      </a:pPr>
                      <a:r>
                        <a:rPr lang="en-US" sz="800" dirty="0"/>
                        <a:t>PUS : </a:t>
                      </a:r>
                      <a:r>
                        <a:rPr lang="en-US" sz="800" dirty="0">
                          <a:solidFill>
                            <a:srgbClr val="FFC000"/>
                          </a:solidFill>
                        </a:rPr>
                        <a:t>NADP CLB 1500, 360000lbs TOGA, CONF 1+F</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t>36</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SOORO x</a:t>
                      </a:r>
                      <a:endParaRPr/>
                    </a:p>
                    <a:p>
                      <a:pPr marL="0" marR="0" lvl="0" indent="0" algn="ctr" rtl="0">
                        <a:spcBef>
                          <a:spcPts val="0"/>
                        </a:spcBef>
                        <a:spcAft>
                          <a:spcPts val="0"/>
                        </a:spcAft>
                        <a:buNone/>
                      </a:pPr>
                      <a:r>
                        <a:rPr lang="en-US" sz="800" b="1">
                          <a:solidFill>
                            <a:srgbClr val="0070C0"/>
                          </a:solidFill>
                        </a:rPr>
                        <a:t>TOPAX tx</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HD 002 </a:t>
                      </a:r>
                      <a:r>
                        <a:rPr lang="en-US" sz="800" b="1" dirty="0">
                          <a:solidFill>
                            <a:srgbClr val="0070C0"/>
                          </a:solidFill>
                        </a:rPr>
                        <a:t>ALT ATC </a:t>
                      </a:r>
                      <a:r>
                        <a:rPr lang="en-US" sz="800" b="1" dirty="0">
                          <a:solidFill>
                            <a:srgbClr val="C00000"/>
                          </a:solidFill>
                        </a:rPr>
                        <a:t>Modi NADP</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t>18</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BULIM x</a:t>
                      </a:r>
                      <a:endParaRPr dirty="0"/>
                    </a:p>
                    <a:p>
                      <a:pPr marL="0" marR="0" lvl="0" indent="0" algn="ctr" rtl="0">
                        <a:spcBef>
                          <a:spcPts val="0"/>
                        </a:spcBef>
                        <a:spcAft>
                          <a:spcPts val="0"/>
                        </a:spcAft>
                        <a:buNone/>
                      </a:pPr>
                      <a:r>
                        <a:rPr lang="en-US" sz="800" b="1" dirty="0">
                          <a:solidFill>
                            <a:srgbClr val="0070C0"/>
                          </a:solidFill>
                        </a:rPr>
                        <a:t>ENGOT </a:t>
                      </a:r>
                      <a:r>
                        <a:rPr lang="en-US" sz="800" b="1" dirty="0" err="1">
                          <a:solidFill>
                            <a:srgbClr val="0070C0"/>
                          </a:solidFill>
                        </a:rPr>
                        <a:t>tx</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HD 182 </a:t>
                      </a:r>
                      <a:r>
                        <a:rPr lang="en-US" sz="800" b="1" dirty="0">
                          <a:solidFill>
                            <a:srgbClr val="0070C0"/>
                          </a:solidFill>
                        </a:rPr>
                        <a:t>ALT 5000 </a:t>
                      </a:r>
                      <a:r>
                        <a:rPr lang="en-US" sz="800" b="1" dirty="0">
                          <a:solidFill>
                            <a:srgbClr val="7030A0"/>
                          </a:solidFill>
                        </a:rPr>
                        <a:t>SPD 230 </a:t>
                      </a:r>
                      <a:r>
                        <a:rPr lang="en-US" sz="800" b="1" dirty="0">
                          <a:solidFill>
                            <a:srgbClr val="C00000"/>
                          </a:solidFill>
                        </a:rPr>
                        <a:t>Modi NADP</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KMH 113.8</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B050"/>
                          </a:solidFill>
                        </a:rPr>
                        <a:t>PSN 114.0</a:t>
                      </a:r>
                      <a:endParaRPr sz="458" dirty="0">
                        <a:solidFill>
                          <a:srgbClr val="00B05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36L IKMA 108.5</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36R IKHE 109.5</a:t>
                      </a:r>
                      <a:endParaRPr dirty="0"/>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hMerge="1">
                  <a:txBody>
                    <a:bodyPr/>
                    <a:lstStyle/>
                    <a:p>
                      <a:endParaRPr lang="ko-Kore-KR"/>
                    </a:p>
                  </a:txBody>
                  <a:tcPr/>
                </a:tc>
                <a:tc gridSpan="5">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36 : KMH R091, R271, R185</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RWY36 400ft Man L/H turn, Max Taxi SPD 20KTS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pic>
        <p:nvPicPr>
          <p:cNvPr id="7" name="Google Shape;248;p13">
            <a:extLst>
              <a:ext uri="{FF2B5EF4-FFF2-40B4-BE49-F238E27FC236}">
                <a16:creationId xmlns:a16="http://schemas.microsoft.com/office/drawing/2014/main" id="{7031B509-E213-E55A-D00C-2A7E716876D9}"/>
              </a:ext>
            </a:extLst>
          </p:cNvPr>
          <p:cNvPicPr preferRelativeResize="0"/>
          <p:nvPr/>
        </p:nvPicPr>
        <p:blipFill rotWithShape="1">
          <a:blip r:embed="rId6">
            <a:alphaModFix/>
          </a:blip>
          <a:srcRect/>
          <a:stretch/>
        </p:blipFill>
        <p:spPr>
          <a:xfrm>
            <a:off x="4472" y="2216136"/>
            <a:ext cx="1217055" cy="455380"/>
          </a:xfrm>
          <a:prstGeom prst="rect">
            <a:avLst/>
          </a:prstGeom>
          <a:noFill/>
          <a:ln>
            <a:noFill/>
          </a:ln>
        </p:spPr>
      </p:pic>
      <p:pic>
        <p:nvPicPr>
          <p:cNvPr id="5" name="그래픽 4" descr="집 Wi-Fi에서 작업 단색으로 채워진">
            <a:hlinkClick r:id="" action="ppaction://hlinkshowjump?jump=firstslide"/>
            <a:extLst>
              <a:ext uri="{FF2B5EF4-FFF2-40B4-BE49-F238E27FC236}">
                <a16:creationId xmlns:a16="http://schemas.microsoft.com/office/drawing/2014/main" id="{4D090B14-9910-1A84-57B2-E03615840B3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11665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401966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B2399E6E-0BF9-245E-720B-598089D336E3}"/>
              </a:ext>
            </a:extLst>
          </p:cNvPr>
          <p:cNvGraphicFramePr/>
          <p:nvPr>
            <p:extLst>
              <p:ext uri="{D42A27DB-BD31-4B8C-83A1-F6EECF244321}">
                <p14:modId xmlns:p14="http://schemas.microsoft.com/office/powerpoint/2010/main" val="3144557643"/>
              </p:ext>
            </p:extLst>
          </p:nvPr>
        </p:nvGraphicFramePr>
        <p:xfrm>
          <a:off x="-11023" y="643000"/>
          <a:ext cx="2340701" cy="1842490"/>
        </p:xfrm>
        <a:graphic>
          <a:graphicData uri="http://schemas.openxmlformats.org/drawingml/2006/table">
            <a:tbl>
              <a:tblPr firstRow="1" bandRow="1">
                <a:noFill/>
                <a:tableStyleId>{A521BE36-7E6F-4EC9-8D66-1CF97A6895EC}</a:tableStyleId>
              </a:tblPr>
              <a:tblGrid>
                <a:gridCol w="439377">
                  <a:extLst>
                    <a:ext uri="{9D8B030D-6E8A-4147-A177-3AD203B41FA5}">
                      <a16:colId xmlns:a16="http://schemas.microsoft.com/office/drawing/2014/main" val="20000"/>
                    </a:ext>
                  </a:extLst>
                </a:gridCol>
                <a:gridCol w="61400">
                  <a:extLst>
                    <a:ext uri="{9D8B030D-6E8A-4147-A177-3AD203B41FA5}">
                      <a16:colId xmlns:a16="http://schemas.microsoft.com/office/drawing/2014/main" val="20002"/>
                    </a:ext>
                  </a:extLst>
                </a:gridCol>
                <a:gridCol w="459981">
                  <a:extLst>
                    <a:ext uri="{9D8B030D-6E8A-4147-A177-3AD203B41FA5}">
                      <a16:colId xmlns:a16="http://schemas.microsoft.com/office/drawing/2014/main" val="1118244562"/>
                    </a:ext>
                  </a:extLst>
                </a:gridCol>
                <a:gridCol w="104541">
                  <a:extLst>
                    <a:ext uri="{9D8B030D-6E8A-4147-A177-3AD203B41FA5}">
                      <a16:colId xmlns:a16="http://schemas.microsoft.com/office/drawing/2014/main" val="1906716459"/>
                    </a:ext>
                  </a:extLst>
                </a:gridCol>
                <a:gridCol w="355440">
                  <a:extLst>
                    <a:ext uri="{9D8B030D-6E8A-4147-A177-3AD203B41FA5}">
                      <a16:colId xmlns:a16="http://schemas.microsoft.com/office/drawing/2014/main" val="3522764159"/>
                    </a:ext>
                  </a:extLst>
                </a:gridCol>
                <a:gridCol w="459981">
                  <a:extLst>
                    <a:ext uri="{9D8B030D-6E8A-4147-A177-3AD203B41FA5}">
                      <a16:colId xmlns:a16="http://schemas.microsoft.com/office/drawing/2014/main" val="3852886151"/>
                    </a:ext>
                  </a:extLst>
                </a:gridCol>
                <a:gridCol w="459981">
                  <a:extLst>
                    <a:ext uri="{9D8B030D-6E8A-4147-A177-3AD203B41FA5}">
                      <a16:colId xmlns:a16="http://schemas.microsoft.com/office/drawing/2014/main" val="1959959843"/>
                    </a:ext>
                  </a:extLst>
                </a:gridCol>
              </a:tblGrid>
              <a:tr h="0">
                <a:tc gridSpan="7">
                  <a:txBody>
                    <a:bodyPr/>
                    <a:lstStyle/>
                    <a:p>
                      <a:pPr marL="0" marR="0" lvl="0" indent="0" algn="ctr" rtl="0">
                        <a:spcBef>
                          <a:spcPts val="0"/>
                        </a:spcBef>
                        <a:spcAft>
                          <a:spcPts val="0"/>
                        </a:spcAft>
                        <a:buNone/>
                      </a:pPr>
                      <a:r>
                        <a:rPr lang="en-US" sz="800" u="none" strike="noStrike" cap="none" dirty="0"/>
                        <a:t>BKK : RNAV SID (NADP 1) TA 11000</a:t>
                      </a:r>
                    </a:p>
                    <a:p>
                      <a:pPr marL="0" marR="0" lvl="0" indent="0" algn="ctr" rtl="0">
                        <a:spcBef>
                          <a:spcPts val="0"/>
                        </a:spcBef>
                        <a:spcAft>
                          <a:spcPts val="0"/>
                        </a:spcAft>
                        <a:buNone/>
                      </a:pPr>
                      <a:r>
                        <a:rPr lang="en-US" sz="800" u="none" strike="noStrike" cap="none" dirty="0">
                          <a:solidFill>
                            <a:schemeClr val="accent4"/>
                          </a:solidFill>
                        </a:rPr>
                        <a:t>A-CDM REQ Pushback +-5min of TSAT</a:t>
                      </a:r>
                    </a:p>
                    <a:p>
                      <a:pPr marL="0" marR="0" lvl="0" indent="0" algn="ctr" rtl="0">
                        <a:spcBef>
                          <a:spcPts val="0"/>
                        </a:spcBef>
                        <a:spcAft>
                          <a:spcPts val="0"/>
                        </a:spcAft>
                        <a:buNone/>
                      </a:pPr>
                      <a:r>
                        <a:rPr lang="en-US" sz="800" u="none" strike="noStrike" cap="none" dirty="0">
                          <a:solidFill>
                            <a:schemeClr val="accent4"/>
                          </a:solidFill>
                        </a:rPr>
                        <a:t>TSAT/CTOT Inform to GND CTL </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19,20L</a:t>
                      </a:r>
                      <a:r>
                        <a:rPr lang="en-US" sz="800" b="0" u="none" strike="noStrike" cap="none" dirty="0">
                          <a:solidFill>
                            <a:schemeClr val="bg1"/>
                          </a:solidFill>
                        </a:rPr>
                        <a:t>/R</a:t>
                      </a:r>
                    </a:p>
                  </a:txBody>
                  <a:tcPr marL="36000" marR="36000" marT="36000" marB="36000" anchor="ctr"/>
                </a:tc>
                <a:tc gridSpan="3">
                  <a:txBody>
                    <a:bodyPr/>
                    <a:lstStyle/>
                    <a:p>
                      <a:pPr algn="ctr"/>
                      <a:r>
                        <a:rPr lang="en-US" sz="800" b="1" u="none" strike="noStrike" cap="none" dirty="0">
                          <a:solidFill>
                            <a:srgbClr val="0070C0"/>
                          </a:solidFill>
                        </a:rPr>
                        <a:t>LIPLI x J, G/E</a:t>
                      </a:r>
                      <a:endParaRPr lang="ko-Kore-KR"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r>
                        <a:rPr lang="en-US" sz="800" b="1" u="none" strike="noStrike" cap="none" dirty="0"/>
                        <a:t>HD 195 </a:t>
                      </a:r>
                      <a:r>
                        <a:rPr lang="en-US" sz="800" b="1" u="none" strike="noStrike" cap="none" dirty="0">
                          <a:solidFill>
                            <a:srgbClr val="0070C0"/>
                          </a:solidFill>
                        </a:rPr>
                        <a:t>ALT 6000 </a:t>
                      </a:r>
                      <a:r>
                        <a:rPr lang="en-US" altLang="ko-Kore-KR" sz="800" b="1" u="none" strike="noStrike" cap="none" dirty="0">
                          <a:solidFill>
                            <a:srgbClr val="AA47F5"/>
                          </a:solidFill>
                        </a:rPr>
                        <a:t>19 SPD 220</a:t>
                      </a:r>
                    </a:p>
                    <a:p>
                      <a:pPr algn="ctr"/>
                      <a:r>
                        <a:rPr lang="en-US" altLang="ko-Kore-KR" sz="800" b="1" u="none" strike="noStrike" cap="none" dirty="0">
                          <a:solidFill>
                            <a:srgbClr val="F28943"/>
                          </a:solidFill>
                        </a:rPr>
                        <a:t>TA 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01,02R</a:t>
                      </a:r>
                      <a:r>
                        <a:rPr lang="en-US" sz="800" b="0" u="none" strike="noStrike" cap="none" dirty="0">
                          <a:solidFill>
                            <a:schemeClr val="bg1"/>
                          </a:solidFill>
                        </a:rPr>
                        <a:t>/L</a:t>
                      </a:r>
                      <a:endParaRPr sz="800" b="0" u="none" strike="noStrike" cap="none" dirty="0">
                        <a:solidFill>
                          <a:schemeClr val="bg1"/>
                        </a:solidFill>
                      </a:endParaRPr>
                    </a:p>
                  </a:txBody>
                  <a:tcPr marL="36000" marR="36000" marT="36000" marB="36000" anchor="ctr"/>
                </a:tc>
                <a:tc gridSpan="3">
                  <a:txBody>
                    <a:bodyPr/>
                    <a:lstStyle/>
                    <a:p>
                      <a:pPr algn="ctr"/>
                      <a:r>
                        <a:rPr lang="en-US" altLang="ko-Kore-KR" sz="800" b="1" u="none" strike="noStrike" cap="none" dirty="0">
                          <a:solidFill>
                            <a:srgbClr val="0070C0"/>
                          </a:solidFill>
                        </a:rPr>
                        <a:t>LIPLI x K, F/H</a:t>
                      </a:r>
                      <a:endParaRPr lang="ko-Kore-KR"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r>
                        <a:rPr lang="en-US" sz="800" b="1" u="none" strike="noStrike" cap="none" dirty="0"/>
                        <a:t>HD 015 </a:t>
                      </a:r>
                      <a:r>
                        <a:rPr lang="en-US" sz="800" b="1" u="none" strike="noStrike" cap="none" dirty="0">
                          <a:solidFill>
                            <a:srgbClr val="0070C0"/>
                          </a:solidFill>
                        </a:rPr>
                        <a:t>ALT 6000 </a:t>
                      </a:r>
                      <a:r>
                        <a:rPr lang="en-US" altLang="ko-Kore-KR" sz="800" b="1" u="none" strike="noStrike" cap="none" dirty="0">
                          <a:solidFill>
                            <a:srgbClr val="AA47F5"/>
                          </a:solidFill>
                        </a:rPr>
                        <a:t>01 SPD 220</a:t>
                      </a:r>
                    </a:p>
                    <a:p>
                      <a:pPr algn="ctr"/>
                      <a:r>
                        <a:rPr lang="en-US" altLang="ko-Kore-KR" sz="800" b="1" u="none" strike="noStrike" cap="none" dirty="0">
                          <a:solidFill>
                            <a:srgbClr val="F28943"/>
                          </a:solidFill>
                        </a:rPr>
                        <a:t>TA 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SVB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111.4</a:t>
                      </a:r>
                    </a:p>
                  </a:txBody>
                  <a:tcPr marL="36000" marR="36000" marT="36000" marB="36000" anchor="ctr"/>
                </a:tc>
                <a:tc hMerge="1">
                  <a:txBody>
                    <a:bodyPr/>
                    <a:lstStyle/>
                    <a:p>
                      <a:endParaRPr lang="ko-Kore-KR" altLang="en-US"/>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ISEN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110.5</a:t>
                      </a:r>
                      <a:endParaRPr lang="ko-Kore-KR" altLang="en-US" sz="600" dirty="0"/>
                    </a:p>
                  </a:txBody>
                  <a:tcPr marL="36000" marR="36000" marT="36000" marB="36000" anchor="ct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02R ISWS</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109.1</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20L ISWN</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109.5</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01 ISES 110.1</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549402439"/>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chemeClr val="bg1"/>
                          </a:solidFill>
                        </a:rPr>
                        <a:t>APU Start within 10min, Standard TAXI Route</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19R Do not Pass E1, D2</a:t>
                      </a:r>
                    </a:p>
                    <a:p>
                      <a:pPr marL="0" marR="0" lvl="0" indent="0" algn="ctr" defTabSz="914400"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01/19, 02L/20R No </a:t>
                      </a:r>
                      <a:r>
                        <a:rPr kumimoji="0" lang="en-US" altLang="ko-Kore-KR" sz="800" b="1" i="0" u="none" strike="noStrike" kern="0" cap="none" spc="0" normalizeH="0" baseline="0" noProof="0" dirty="0" err="1">
                          <a:ln>
                            <a:noFill/>
                          </a:ln>
                          <a:solidFill>
                            <a:srgbClr val="C00000"/>
                          </a:solidFill>
                          <a:effectLst/>
                          <a:uLnTx/>
                          <a:uFillTx/>
                          <a:latin typeface="Calibri"/>
                          <a:cs typeface="Calibri"/>
                          <a:sym typeface="Arial"/>
                        </a:rPr>
                        <a:t>Groov</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9324F2DF-C628-CA2F-3D82-2A8B1E34FA1F}"/>
              </a:ext>
            </a:extLst>
          </p:cNvPr>
          <p:cNvGraphicFramePr/>
          <p:nvPr>
            <p:extLst>
              <p:ext uri="{D42A27DB-BD31-4B8C-83A1-F6EECF244321}">
                <p14:modId xmlns:p14="http://schemas.microsoft.com/office/powerpoint/2010/main" val="1083044553"/>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VTBS(BKK) 4ft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rgbClr val="C00000"/>
                          </a:solidFill>
                          <a:hlinkClick r:id="rId4">
                            <a:extLst>
                              <a:ext uri="{A12FA001-AC4F-418D-AE19-62706E023703}">
                                <ahyp:hlinkClr xmlns:ahyp="http://schemas.microsoft.com/office/drawing/2018/hyperlinkcolor" val="tx"/>
                              </a:ext>
                            </a:extLst>
                          </a:hlinkClick>
                        </a:rPr>
                        <a:t>RKPK(PUS) 13ft</a:t>
                      </a:r>
                      <a:endParaRPr lang="en-US" altLang="ko-Kore-K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KE Bangkok 131.25</a:t>
                      </a:r>
                      <a:endParaRPr sz="1200" dirty="0"/>
                    </a:p>
                    <a:p>
                      <a:pPr marL="0" marR="0" lvl="0" indent="0" algn="ctr" rtl="0">
                        <a:spcBef>
                          <a:spcPts val="0"/>
                        </a:spcBef>
                        <a:spcAft>
                          <a:spcPts val="0"/>
                        </a:spcAft>
                        <a:buNone/>
                      </a:pPr>
                      <a:r>
                        <a:rPr lang="en-US" altLang="ko-KR" sz="700" dirty="0">
                          <a:solidFill>
                            <a:srgbClr val="FF0000"/>
                          </a:solidFill>
                        </a:rPr>
                        <a:t>DCL -20min, Voice 133.8</a:t>
                      </a:r>
                    </a:p>
                  </a:txBody>
                  <a:tcPr marL="0" marR="0" marT="36000" marB="36000" anchor="ctr"/>
                </a:tc>
                <a:tc>
                  <a:txBody>
                    <a:bodyPr/>
                    <a:lstStyle/>
                    <a:p>
                      <a:pPr marL="0" marR="0" lvl="0" indent="0" algn="ctr" rtl="0">
                        <a:spcBef>
                          <a:spcPts val="0"/>
                        </a:spcBef>
                        <a:spcAft>
                          <a:spcPts val="0"/>
                        </a:spcAft>
                        <a:buNone/>
                      </a:pPr>
                      <a:r>
                        <a:rPr lang="en-US" sz="900" dirty="0"/>
                        <a:t>KE </a:t>
                      </a:r>
                      <a:r>
                        <a:rPr lang="en-US" sz="900" dirty="0" err="1"/>
                        <a:t>Gimhae</a:t>
                      </a:r>
                      <a:endParaRPr lang="en-US" sz="900" dirty="0"/>
                    </a:p>
                    <a:p>
                      <a:pPr marL="0" marR="0" lvl="0" indent="0" algn="ctr" rtl="0">
                        <a:spcBef>
                          <a:spcPts val="0"/>
                        </a:spcBef>
                        <a:spcAft>
                          <a:spcPts val="0"/>
                        </a:spcAft>
                        <a:buNone/>
                      </a:pPr>
                      <a:r>
                        <a:rPr lang="en-US" sz="900" dirty="0"/>
                        <a:t> 129.2</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6C9523CA-AC93-469E-02C8-A31FDF3992F7}"/>
              </a:ext>
            </a:extLst>
          </p:cNvPr>
          <p:cNvSpPr/>
          <p:nvPr/>
        </p:nvSpPr>
        <p:spPr>
          <a:xfrm>
            <a:off x="863730" y="2666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7" name="TextBox 6">
            <a:extLst>
              <a:ext uri="{FF2B5EF4-FFF2-40B4-BE49-F238E27FC236}">
                <a16:creationId xmlns:a16="http://schemas.microsoft.com/office/drawing/2014/main" id="{984A1E97-A30C-EFBD-8019-7DCE7F1ED4CC}"/>
              </a:ext>
            </a:extLst>
          </p:cNvPr>
          <p:cNvSpPr txBox="1"/>
          <p:nvPr/>
        </p:nvSpPr>
        <p:spPr>
          <a:xfrm>
            <a:off x="48383" y="2534703"/>
            <a:ext cx="1987724" cy="944361"/>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119.25 </a:t>
            </a:r>
            <a:r>
              <a:rPr kumimoji="1" lang="en-US" altLang="ko-Kore-KR" sz="700" b="1" u="sng" dirty="0">
                <a:solidFill>
                  <a:srgbClr val="C00000"/>
                </a:solidFill>
                <a:latin typeface="Gulim" panose="020B0600000101010101" pitchFamily="34" charset="-127"/>
                <a:ea typeface="Gulim" panose="020B0600000101010101" pitchFamily="34" charset="-127"/>
              </a:rPr>
              <a:t>(AUTO) </a:t>
            </a:r>
            <a:r>
              <a:rPr kumimoji="1" lang="en-US" altLang="ko-Kore-KR" sz="700" b="1" u="sng" dirty="0">
                <a:solidFill>
                  <a:srgbClr val="0070C0"/>
                </a:solidFill>
                <a:latin typeface="Gulim" panose="020B0600000101010101" pitchFamily="34" charset="-127"/>
                <a:ea typeface="Gulim" panose="020B0600000101010101" pitchFamily="34" charset="-127"/>
              </a:rPr>
              <a:t>– BKK 133.1 – VIE 128.3</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HNI 123.3 - SNY 122.6 – HKG 127.1 – 125.35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TPE 129.1(126.7, 127.9) – 125.5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 </a:t>
            </a:r>
            <a:r>
              <a:rPr kumimoji="1" lang="en-US" altLang="ko-KR" sz="700" b="1" u="sng" dirty="0">
                <a:solidFill>
                  <a:srgbClr val="C00000"/>
                </a:solidFill>
                <a:latin typeface="Gulim" panose="020B0600000101010101" pitchFamily="34" charset="-127"/>
                <a:ea typeface="Gulim" panose="020B0600000101010101" pitchFamily="34" charset="-127"/>
              </a:rPr>
              <a:t>(SENKA /20)</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125.725(124.52) – 128.17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125.5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graphicFrame>
        <p:nvGraphicFramePr>
          <p:cNvPr id="5" name="Google Shape;273;p16">
            <a:extLst>
              <a:ext uri="{FF2B5EF4-FFF2-40B4-BE49-F238E27FC236}">
                <a16:creationId xmlns:a16="http://schemas.microsoft.com/office/drawing/2014/main" id="{FE2FA31B-6598-F4ED-800F-6640A003A7E1}"/>
              </a:ext>
            </a:extLst>
          </p:cNvPr>
          <p:cNvGraphicFramePr/>
          <p:nvPr>
            <p:extLst>
              <p:ext uri="{D42A27DB-BD31-4B8C-83A1-F6EECF244321}">
                <p14:modId xmlns:p14="http://schemas.microsoft.com/office/powerpoint/2010/main" val="4002470302"/>
              </p:ext>
            </p:extLst>
          </p:nvPr>
        </p:nvGraphicFramePr>
        <p:xfrm>
          <a:off x="4410" y="3887067"/>
          <a:ext cx="2328514" cy="1682380"/>
        </p:xfrm>
        <a:graphic>
          <a:graphicData uri="http://schemas.openxmlformats.org/drawingml/2006/table">
            <a:tbl>
              <a:tblPr firstRow="1" bandRow="1">
                <a:noFill/>
                <a:tableStyleId>{A521BE36-7E6F-4EC9-8D66-1CF97A6895EC}</a:tableStyleId>
              </a:tblPr>
              <a:tblGrid>
                <a:gridCol w="383610">
                  <a:extLst>
                    <a:ext uri="{9D8B030D-6E8A-4147-A177-3AD203B41FA5}">
                      <a16:colId xmlns:a16="http://schemas.microsoft.com/office/drawing/2014/main" val="20000"/>
                    </a:ext>
                  </a:extLst>
                </a:gridCol>
                <a:gridCol w="468445">
                  <a:extLst>
                    <a:ext uri="{9D8B030D-6E8A-4147-A177-3AD203B41FA5}">
                      <a16:colId xmlns:a16="http://schemas.microsoft.com/office/drawing/2014/main" val="20001"/>
                    </a:ext>
                  </a:extLst>
                </a:gridCol>
                <a:gridCol w="464949">
                  <a:extLst>
                    <a:ext uri="{9D8B030D-6E8A-4147-A177-3AD203B41FA5}">
                      <a16:colId xmlns:a16="http://schemas.microsoft.com/office/drawing/2014/main" val="20003"/>
                    </a:ext>
                  </a:extLst>
                </a:gridCol>
                <a:gridCol w="1011510">
                  <a:extLst>
                    <a:ext uri="{9D8B030D-6E8A-4147-A177-3AD203B41FA5}">
                      <a16:colId xmlns:a16="http://schemas.microsoft.com/office/drawing/2014/main" val="20005"/>
                    </a:ext>
                  </a:extLst>
                </a:gridCol>
              </a:tblGrid>
              <a:tr h="146675">
                <a:tc gridSpan="4">
                  <a:txBody>
                    <a:bodyPr/>
                    <a:lstStyle/>
                    <a:p>
                      <a:pPr marL="0" marR="0" lvl="0" indent="0" algn="ctr" rtl="0">
                        <a:spcBef>
                          <a:spcPts val="0"/>
                        </a:spcBef>
                        <a:spcAft>
                          <a:spcPts val="0"/>
                        </a:spcAft>
                        <a:buNone/>
                      </a:pPr>
                      <a:r>
                        <a:rPr lang="en-US" altLang="ko-Kore-KR" sz="800" dirty="0"/>
                        <a:t>PUS </a:t>
                      </a:r>
                      <a:r>
                        <a:rPr lang="en-US" altLang="ko-Kore-KR" sz="800" dirty="0">
                          <a:solidFill>
                            <a:srgbClr val="00B0F0"/>
                          </a:solidFill>
                        </a:rPr>
                        <a:t>[002/182]</a:t>
                      </a:r>
                      <a:r>
                        <a:rPr lang="en-US" altLang="ko-Kore-KR" sz="800" dirty="0"/>
                        <a:t> </a:t>
                      </a:r>
                      <a:r>
                        <a:rPr lang="en-US" altLang="ko-Kore-KR" sz="800" dirty="0">
                          <a:solidFill>
                            <a:srgbClr val="FFC000"/>
                          </a:solidFill>
                        </a:rPr>
                        <a:t>T</a:t>
                      </a:r>
                      <a:r>
                        <a:rPr lang="en-US" altLang="ko-KR" sz="800" dirty="0">
                          <a:solidFill>
                            <a:srgbClr val="FFC000"/>
                          </a:solidFill>
                        </a:rPr>
                        <a:t>/</a:t>
                      </a:r>
                      <a:r>
                        <a:rPr lang="en-US" altLang="ko-Kore-KR" sz="800" dirty="0">
                          <a:solidFill>
                            <a:srgbClr val="FFC000"/>
                          </a:solidFill>
                        </a:rPr>
                        <a:t>W </a:t>
                      </a:r>
                      <a:r>
                        <a:rPr lang="en-US" altLang="ko-KR" sz="800" dirty="0">
                          <a:solidFill>
                            <a:srgbClr val="FFC000"/>
                          </a:solidFill>
                        </a:rPr>
                        <a:t>10tks, </a:t>
                      </a:r>
                      <a:r>
                        <a:rPr lang="en-US" altLang="ko-Kore-KR" sz="800" dirty="0">
                          <a:solidFill>
                            <a:srgbClr val="FFC000"/>
                          </a:solidFill>
                        </a:rPr>
                        <a:t>36R</a:t>
                      </a:r>
                      <a:r>
                        <a:rPr lang="en-US" altLang="ko-KR" sz="800" dirty="0">
                          <a:solidFill>
                            <a:srgbClr val="FFC000"/>
                          </a:solidFill>
                        </a:rPr>
                        <a:t>,</a:t>
                      </a:r>
                      <a:r>
                        <a:rPr lang="en-US" altLang="ko-Kore-KR" sz="800" dirty="0">
                          <a:solidFill>
                            <a:srgbClr val="FFC000"/>
                          </a:solidFill>
                        </a:rPr>
                        <a:t> 360000lbs </a:t>
                      </a:r>
                      <a:r>
                        <a:rPr lang="ko-KR" altLang="en-US" sz="800" dirty="0">
                          <a:solidFill>
                            <a:srgbClr val="FFC000"/>
                          </a:solidFill>
                        </a:rPr>
                        <a:t>제한</a:t>
                      </a: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3325">
                <a:tc>
                  <a:txBody>
                    <a:bodyPr/>
                    <a:lstStyle/>
                    <a:p>
                      <a:pPr marL="0" marR="0" lvl="0" indent="0" algn="ctr" rtl="0">
                        <a:spcBef>
                          <a:spcPts val="0"/>
                        </a:spcBef>
                        <a:spcAft>
                          <a:spcPts val="0"/>
                        </a:spcAft>
                        <a:buNone/>
                      </a:pPr>
                      <a:r>
                        <a:rPr lang="en-US" sz="800" b="1" dirty="0"/>
                        <a:t>ILS 36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KEVOX x</a:t>
                      </a:r>
                      <a:endParaRPr sz="800" b="1"/>
                    </a:p>
                  </a:txBody>
                  <a:tcPr marL="36000" marR="36000" marT="36000" marB="36000" anchor="ctr"/>
                </a:tc>
                <a:tc>
                  <a:txBody>
                    <a:bodyPr/>
                    <a:lstStyle/>
                    <a:p>
                      <a:pPr marL="0" marR="0" lvl="0" indent="0" algn="ctr" rtl="0">
                        <a:spcBef>
                          <a:spcPts val="0"/>
                        </a:spcBef>
                        <a:spcAft>
                          <a:spcPts val="0"/>
                        </a:spcAft>
                        <a:buNone/>
                      </a:pPr>
                      <a:r>
                        <a:rPr lang="en-US" sz="800" b="1"/>
                        <a:t>MASTA</a:t>
                      </a:r>
                      <a:endParaRPr sz="458" b="1"/>
                    </a:p>
                  </a:txBody>
                  <a:tcPr marL="36000" marR="36000" marT="36000" marB="36000" anchor="ctr"/>
                </a:tc>
                <a:tc>
                  <a:txBody>
                    <a:bodyPr/>
                    <a:lstStyle/>
                    <a:p>
                      <a:pPr marL="0" marR="0" lvl="0" indent="0" algn="l" rtl="0">
                        <a:spcBef>
                          <a:spcPts val="0"/>
                        </a:spcBef>
                        <a:spcAft>
                          <a:spcPts val="0"/>
                        </a:spcAft>
                        <a:buNone/>
                      </a:pPr>
                      <a:r>
                        <a:rPr lang="en-US" sz="800" b="0" dirty="0">
                          <a:solidFill>
                            <a:schemeClr val="dk1"/>
                          </a:solidFill>
                        </a:rPr>
                        <a:t>9DME LG, 8DME FLAP</a:t>
                      </a:r>
                      <a:endParaRPr sz="800" b="0" dirty="0">
                        <a:solidFill>
                          <a:schemeClr val="dk1"/>
                        </a:solidFill>
                      </a:endParaRPr>
                    </a:p>
                  </a:txBody>
                  <a:tcPr marL="36000" marR="36000" marT="36000" marB="36000" anchor="ctr"/>
                </a:tc>
                <a:extLst>
                  <a:ext uri="{0D108BD9-81ED-4DB2-BD59-A6C34878D82A}">
                    <a16:rowId xmlns:a16="http://schemas.microsoft.com/office/drawing/2014/main" val="10001"/>
                  </a:ext>
                </a:extLst>
              </a:tr>
              <a:tr h="133325">
                <a:tc>
                  <a:txBody>
                    <a:bodyPr/>
                    <a:lstStyle/>
                    <a:p>
                      <a:pPr marL="0" marR="0" lvl="0" indent="0" algn="ctr" rtl="0">
                        <a:spcBef>
                          <a:spcPts val="0"/>
                        </a:spcBef>
                        <a:spcAft>
                          <a:spcPts val="0"/>
                        </a:spcAft>
                        <a:buNone/>
                      </a:pPr>
                      <a:r>
                        <a:rPr lang="en-US" sz="800" b="1" dirty="0"/>
                        <a:t>VOR 18</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GAYHA x</a:t>
                      </a:r>
                      <a:endParaRPr sz="800" b="1"/>
                    </a:p>
                  </a:txBody>
                  <a:tcPr marL="36000" marR="36000" marT="36000" marB="36000" anchor="ctr"/>
                </a:tc>
                <a:tc>
                  <a:txBody>
                    <a:bodyPr/>
                    <a:lstStyle/>
                    <a:p>
                      <a:pPr marL="0" marR="0" lvl="0" indent="0" algn="ctr" rtl="0">
                        <a:spcBef>
                          <a:spcPts val="0"/>
                        </a:spcBef>
                        <a:spcAft>
                          <a:spcPts val="0"/>
                        </a:spcAft>
                        <a:buNone/>
                      </a:pPr>
                      <a:r>
                        <a:rPr lang="en-US" sz="800" b="1"/>
                        <a:t>MASTA</a:t>
                      </a:r>
                      <a:endParaRPr sz="458" b="1"/>
                    </a:p>
                  </a:txBody>
                  <a:tcPr marL="36000" marR="36000" marT="36000" marB="36000" anchor="ctr"/>
                </a:tc>
                <a:tc>
                  <a:txBody>
                    <a:bodyPr/>
                    <a:lstStyle/>
                    <a:p>
                      <a:pPr marL="0" marR="0" lvl="0" indent="0" algn="ctr" rtl="0">
                        <a:spcBef>
                          <a:spcPts val="0"/>
                        </a:spcBef>
                        <a:spcAft>
                          <a:spcPts val="0"/>
                        </a:spcAft>
                        <a:buNone/>
                      </a:pPr>
                      <a:r>
                        <a:rPr lang="en-US" altLang="ko-Kore-KR" sz="900" b="1" dirty="0">
                          <a:solidFill>
                            <a:srgbClr val="C00000"/>
                          </a:solidFill>
                          <a:hlinkClick r:id="rId6" action="ppaction://hlinksldjump">
                            <a:extLst>
                              <a:ext uri="{A12FA001-AC4F-418D-AE19-62706E023703}">
                                <ahyp:hlinkClr xmlns:ahyp="http://schemas.microsoft.com/office/drawing/2018/hyperlinkcolor" val="tx"/>
                              </a:ext>
                            </a:extLst>
                          </a:hlinkClick>
                        </a:rPr>
                        <a:t>18 Circling Click!!</a:t>
                      </a:r>
                      <a:endParaRPr lang="en-US" altLang="ko-Kore-KR" sz="600" b="1" dirty="0">
                        <a:solidFill>
                          <a:srgbClr val="C00000"/>
                        </a:solidFill>
                      </a:endParaRPr>
                    </a:p>
                  </a:txBody>
                  <a:tcPr marL="36000" marR="36000" marT="36000" marB="36000" anchor="ctr"/>
                </a:tc>
                <a:extLst>
                  <a:ext uri="{0D108BD9-81ED-4DB2-BD59-A6C34878D82A}">
                    <a16:rowId xmlns:a16="http://schemas.microsoft.com/office/drawing/2014/main" val="10002"/>
                  </a:ext>
                </a:extLst>
              </a:tr>
              <a:tr h="21712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KMH </a:t>
                      </a:r>
                      <a:r>
                        <a:rPr lang="en-US" altLang="ko-Kore-KR" sz="800" b="1" dirty="0">
                          <a:solidFill>
                            <a:srgbClr val="0070C0"/>
                          </a:solidFill>
                        </a:rPr>
                        <a:t>KMH, </a:t>
                      </a:r>
                      <a:r>
                        <a:rPr lang="en-US" altLang="ko-Kore-KR" sz="800" b="1" dirty="0">
                          <a:solidFill>
                            <a:srgbClr val="C00000"/>
                          </a:solidFill>
                        </a:rPr>
                        <a:t>36L IKMA, 36R IKHE</a:t>
                      </a:r>
                      <a:endParaRPr sz="800" b="1" dirty="0">
                        <a:solidFill>
                          <a:srgbClr val="0070C0"/>
                        </a:solidFill>
                      </a:endParaRPr>
                    </a:p>
                  </a:txBody>
                  <a:tcPr marL="0" marR="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chemeClr val="dk1"/>
                        </a:buClr>
                        <a:buSzPts val="800"/>
                        <a:buFont typeface="Calibri"/>
                        <a:buNone/>
                      </a:pPr>
                      <a:endParaRPr sz="800" b="0" dirty="0">
                        <a:solidFill>
                          <a:schemeClr val="dk1"/>
                        </a:solidFill>
                      </a:endParaRPr>
                    </a:p>
                  </a:txBody>
                  <a:tcPr marL="36000" marR="36000" marT="36000" marB="36000" anchor="ctr"/>
                </a:tc>
                <a:extLst>
                  <a:ext uri="{0D108BD9-81ED-4DB2-BD59-A6C34878D82A}">
                    <a16:rowId xmlns:a16="http://schemas.microsoft.com/office/drawing/2014/main" val="1338834639"/>
                  </a:ext>
                </a:extLst>
              </a:tr>
              <a:tr h="21712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36 : IKMA/IKHE /9, /8</a:t>
                      </a:r>
                      <a:endParaRPr dirty="0"/>
                    </a:p>
                  </a:txBody>
                  <a:tcPr marL="0" marR="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18 : KMH R284, R280</a:t>
                      </a:r>
                      <a:endParaRPr sz="800" b="0" dirty="0">
                        <a:solidFill>
                          <a:schemeClr val="dk1"/>
                        </a:solidFill>
                      </a:endParaRPr>
                    </a:p>
                  </a:txBody>
                  <a:tcPr marL="36000" marR="36000" marT="36000" marB="36000" anchor="ctr"/>
                </a:tc>
                <a:extLst>
                  <a:ext uri="{0D108BD9-81ED-4DB2-BD59-A6C34878D82A}">
                    <a16:rowId xmlns:a16="http://schemas.microsoft.com/office/drawing/2014/main" val="10005"/>
                  </a:ext>
                </a:extLst>
              </a:tr>
              <a:tr h="220050">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bg1"/>
                          </a:solidFill>
                        </a:rPr>
                        <a:t>36L : </a:t>
                      </a:r>
                      <a:r>
                        <a:rPr lang="en-US" sz="800" b="1" dirty="0">
                          <a:solidFill>
                            <a:srgbClr val="FF0000"/>
                          </a:solidFill>
                        </a:rPr>
                        <a:t>C4 (6299’), </a:t>
                      </a:r>
                      <a:r>
                        <a:rPr lang="en-US" sz="800" b="1" dirty="0">
                          <a:solidFill>
                            <a:schemeClr val="dk1"/>
                          </a:solidFill>
                        </a:rPr>
                        <a:t>C2(7795’) / 36R : E3(5866’), E2(7339’)</a:t>
                      </a:r>
                      <a:endParaRPr dirty="0"/>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18R</a:t>
                      </a:r>
                      <a:r>
                        <a:rPr lang="en-US" sz="800" b="1" dirty="0">
                          <a:solidFill>
                            <a:srgbClr val="C00000"/>
                          </a:solidFill>
                        </a:rPr>
                        <a:t>(DIS)</a:t>
                      </a:r>
                      <a:r>
                        <a:rPr lang="en-US" sz="800" b="1" dirty="0">
                          <a:solidFill>
                            <a:schemeClr val="dk1"/>
                          </a:solidFill>
                        </a:rPr>
                        <a:t>: C6(5770’),C7(6824’) 18L:E4(5882’),E5(8792’)</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2005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Vacate </a:t>
                      </a:r>
                      <a:r>
                        <a:rPr lang="en-US" sz="800" b="1" dirty="0">
                          <a:solidFill>
                            <a:srgbClr val="C00000"/>
                          </a:solidFill>
                        </a:rPr>
                        <a:t>C3,C4 </a:t>
                      </a:r>
                      <a:r>
                        <a:rPr lang="en-US" sz="800" dirty="0"/>
                        <a:t>by ATC only, Max Taxi SPD 20KTS</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C2 HOLD SHORT </a:t>
                      </a:r>
                      <a:r>
                        <a:rPr lang="en-US" sz="800" dirty="0" err="1"/>
                        <a:t>가까움</a:t>
                      </a:r>
                      <a:r>
                        <a:rPr lang="en-US" sz="800" dirty="0"/>
                        <a:t>(Vacate </a:t>
                      </a:r>
                      <a:r>
                        <a:rPr lang="en-US" sz="800" dirty="0" err="1"/>
                        <a:t>TaxiSPD</a:t>
                      </a:r>
                      <a:r>
                        <a:rPr lang="en-US" sz="800" dirty="0"/>
                        <a:t>)</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pic>
        <p:nvPicPr>
          <p:cNvPr id="8" name="그래픽 7" descr="집 Wi-Fi에서 작업 단색으로 채워진">
            <a:hlinkClick r:id="" action="ppaction://hlinkshowjump?jump=firstslide"/>
            <a:extLst>
              <a:ext uri="{FF2B5EF4-FFF2-40B4-BE49-F238E27FC236}">
                <a16:creationId xmlns:a16="http://schemas.microsoft.com/office/drawing/2014/main" id="{02F7FFC0-85BA-846B-71CC-16E37B8BC27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30218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271438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99B5D207-94F5-A825-5F44-53008CB70C6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18C3C5D-5721-AE33-16D6-C639F1152F64}"/>
              </a:ext>
            </a:extLst>
          </p:cNvPr>
          <p:cNvSpPr txBox="1"/>
          <p:nvPr/>
        </p:nvSpPr>
        <p:spPr>
          <a:xfrm>
            <a:off x="-58296" y="2649325"/>
            <a:ext cx="2069797"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128.17 – 124.52(125.72)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a:t>
            </a:r>
            <a:r>
              <a:rPr kumimoji="1" lang="en-US" altLang="ko-Kore-KR" sz="700" b="1" u="sng" dirty="0">
                <a:solidFill>
                  <a:srgbClr val="FF0000"/>
                </a:solidFill>
                <a:latin typeface="Gulim" panose="020B0600000101010101" pitchFamily="34" charset="-127"/>
                <a:ea typeface="Gulim" panose="020B0600000101010101" pitchFamily="34" charset="-127"/>
              </a:rPr>
              <a:t>(SENKA</a:t>
            </a:r>
            <a:r>
              <a:rPr kumimoji="1" lang="ko-KR" altLang="en-US" sz="700" b="1" u="sng" dirty="0">
                <a:solidFill>
                  <a:srgbClr val="FF0000"/>
                </a:solidFill>
                <a:latin typeface="Gulim" panose="020B0600000101010101" pitchFamily="34" charset="-127"/>
                <a:ea typeface="Gulim" panose="020B0600000101010101" pitchFamily="34" charset="-127"/>
              </a:rPr>
              <a:t> </a:t>
            </a:r>
            <a:r>
              <a:rPr kumimoji="1" lang="en-US" altLang="ko-KR" sz="700" b="1" u="sng" dirty="0">
                <a:solidFill>
                  <a:srgbClr val="FF0000"/>
                </a:solidFill>
                <a:latin typeface="Gulim" panose="020B0600000101010101" pitchFamily="34" charset="-127"/>
                <a:ea typeface="Gulim" panose="020B0600000101010101" pitchFamily="34" charset="-127"/>
              </a:rPr>
              <a:t>/20) </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TPE</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125.5 – 129.1 – HKG 132.15 - 127.1</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SNY 122.6 – HNI 123.3 – VTN 128.3</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BKK 132.1 – 133.1 - APP 119.1 </a:t>
            </a:r>
          </a:p>
        </p:txBody>
      </p:sp>
      <p:graphicFrame>
        <p:nvGraphicFramePr>
          <p:cNvPr id="292" name="Google Shape;292;p18">
            <a:extLst>
              <a:ext uri="{FF2B5EF4-FFF2-40B4-BE49-F238E27FC236}">
                <a16:creationId xmlns:a16="http://schemas.microsoft.com/office/drawing/2014/main" id="{E7FEA88F-FA08-7FB6-5628-3A1BBE63AC93}"/>
              </a:ext>
            </a:extLst>
          </p:cNvPr>
          <p:cNvGraphicFramePr/>
          <p:nvPr>
            <p:extLst>
              <p:ext uri="{D42A27DB-BD31-4B8C-83A1-F6EECF244321}">
                <p14:modId xmlns:p14="http://schemas.microsoft.com/office/powerpoint/2010/main" val="4080442578"/>
              </p:ext>
            </p:extLst>
          </p:nvPr>
        </p:nvGraphicFramePr>
        <p:xfrm>
          <a:off x="-2500" y="3594271"/>
          <a:ext cx="2328849" cy="1986490"/>
        </p:xfrm>
        <a:graphic>
          <a:graphicData uri="http://schemas.openxmlformats.org/drawingml/2006/table">
            <a:tbl>
              <a:tblPr firstRow="1" bandRow="1">
                <a:noFill/>
                <a:tableStyleId>{A521BE36-7E6F-4EC9-8D66-1CF97A6895EC}</a:tableStyleId>
              </a:tblPr>
              <a:tblGrid>
                <a:gridCol w="461201">
                  <a:extLst>
                    <a:ext uri="{9D8B030D-6E8A-4147-A177-3AD203B41FA5}">
                      <a16:colId xmlns:a16="http://schemas.microsoft.com/office/drawing/2014/main" val="20000"/>
                    </a:ext>
                  </a:extLst>
                </a:gridCol>
                <a:gridCol w="681907">
                  <a:extLst>
                    <a:ext uri="{9D8B030D-6E8A-4147-A177-3AD203B41FA5}">
                      <a16:colId xmlns:a16="http://schemas.microsoft.com/office/drawing/2014/main" val="20001"/>
                    </a:ext>
                  </a:extLst>
                </a:gridCol>
                <a:gridCol w="464366">
                  <a:extLst>
                    <a:ext uri="{9D8B030D-6E8A-4147-A177-3AD203B41FA5}">
                      <a16:colId xmlns:a16="http://schemas.microsoft.com/office/drawing/2014/main" val="502366202"/>
                    </a:ext>
                  </a:extLst>
                </a:gridCol>
                <a:gridCol w="721375">
                  <a:extLst>
                    <a:ext uri="{9D8B030D-6E8A-4147-A177-3AD203B41FA5}">
                      <a16:colId xmlns:a16="http://schemas.microsoft.com/office/drawing/2014/main" val="992510185"/>
                    </a:ext>
                  </a:extLst>
                </a:gridCol>
              </a:tblGrid>
              <a:tr h="155749">
                <a:tc gridSpan="4">
                  <a:txBody>
                    <a:bodyPr/>
                    <a:lstStyle/>
                    <a:p>
                      <a:pPr marL="0" marR="0" lvl="0" indent="0" algn="ctr" rtl="0">
                        <a:spcBef>
                          <a:spcPts val="0"/>
                        </a:spcBef>
                        <a:spcAft>
                          <a:spcPts val="0"/>
                        </a:spcAft>
                        <a:buNone/>
                      </a:pPr>
                      <a:r>
                        <a:rPr lang="en-US" altLang="ko-Kore-KR" sz="800" dirty="0"/>
                        <a:t>BKK </a:t>
                      </a:r>
                      <a:r>
                        <a:rPr lang="en-US" altLang="ko-Kore-KR" sz="800" dirty="0">
                          <a:solidFill>
                            <a:srgbClr val="00B0F0"/>
                          </a:solidFill>
                        </a:rPr>
                        <a:t>[015/295]</a:t>
                      </a:r>
                      <a:r>
                        <a:rPr lang="en-US" altLang="ko-Kore-KR" sz="800" dirty="0"/>
                        <a:t> :  TL130 UTC+7 </a:t>
                      </a:r>
                      <a:r>
                        <a:rPr lang="en-US" altLang="ko-Kore-KR" sz="800" dirty="0">
                          <a:solidFill>
                            <a:srgbClr val="FFC000"/>
                          </a:solidFill>
                        </a:rPr>
                        <a:t>(SPD CTL via STAR Chart)</a:t>
                      </a:r>
                      <a:endParaRPr lang="en-US" altLang="ko-Kore-KR" sz="800" b="1" dirty="0">
                        <a:solidFill>
                          <a:srgbClr val="FFC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30547">
                <a:tc>
                  <a:txBody>
                    <a:bodyPr/>
                    <a:lstStyle/>
                    <a:p>
                      <a:pPr marL="0" marR="0" lvl="0" indent="0" algn="ctr" rtl="0">
                        <a:spcBef>
                          <a:spcPts val="0"/>
                        </a:spcBef>
                        <a:spcAft>
                          <a:spcPts val="0"/>
                        </a:spcAft>
                        <a:buNone/>
                      </a:pPr>
                      <a:r>
                        <a:rPr lang="en-US" sz="800" b="1" dirty="0">
                          <a:solidFill>
                            <a:srgbClr val="0070C0"/>
                          </a:solidFill>
                        </a:rPr>
                        <a:t>19</a:t>
                      </a:r>
                      <a:r>
                        <a:rPr lang="en-US" sz="800" b="0" dirty="0">
                          <a:solidFill>
                            <a:srgbClr val="0070C0"/>
                          </a:solidFill>
                        </a:rPr>
                        <a:t>,</a:t>
                      </a:r>
                      <a:r>
                        <a:rPr lang="en-US" sz="800" b="1" dirty="0">
                          <a:solidFill>
                            <a:srgbClr val="0070C0"/>
                          </a:solidFill>
                        </a:rPr>
                        <a:t>20R</a:t>
                      </a:r>
                      <a:r>
                        <a:rPr lang="en-US" sz="800" b="0" dirty="0"/>
                        <a:t>/L</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EASTE </a:t>
                      </a:r>
                      <a:r>
                        <a:rPr lang="en-US" sz="800" b="1" dirty="0" err="1"/>
                        <a:t>xxC</a:t>
                      </a:r>
                      <a:endParaRPr lang="en-US" sz="800" b="1" dirty="0"/>
                    </a:p>
                  </a:txBody>
                  <a:tcPr marL="36000" marR="36000" marT="36000" marB="36000" anchor="ctr"/>
                </a:tc>
                <a:tc>
                  <a:txBody>
                    <a:bodyPr/>
                    <a:lstStyle/>
                    <a:p>
                      <a:pPr algn="ctr"/>
                      <a:r>
                        <a:rPr lang="en-US" altLang="ko-Kore-KR" sz="800" b="1" dirty="0"/>
                        <a:t>Select Tx</a:t>
                      </a:r>
                    </a:p>
                    <a:p>
                      <a:pPr algn="ctr"/>
                      <a:r>
                        <a:rPr lang="en-US" altLang="ko-Kore-KR" sz="700" b="1" dirty="0"/>
                        <a:t>(No Tx)</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ILS Z 19</a:t>
                      </a:r>
                      <a:r>
                        <a:rPr lang="en-US" sz="800" b="0" dirty="0"/>
                        <a:t>/20L</a:t>
                      </a:r>
                    </a:p>
                    <a:p>
                      <a:pPr marL="0" marR="0" lvl="0" indent="0" algn="ctr" rtl="0">
                        <a:spcBef>
                          <a:spcPts val="0"/>
                        </a:spcBef>
                        <a:spcAft>
                          <a:spcPts val="0"/>
                        </a:spcAft>
                        <a:buNone/>
                      </a:pPr>
                      <a:r>
                        <a:rPr lang="en-US" sz="800" b="1" dirty="0"/>
                        <a:t>RNP 20R  </a:t>
                      </a:r>
                      <a:endParaRPr lang="ko-Kore-KR" altLang="en-US" b="0" dirty="0"/>
                    </a:p>
                  </a:txBody>
                  <a:tcPr marL="36000" marR="36000" marT="36000" marB="36000" anchor="ctr"/>
                </a:tc>
                <a:extLst>
                  <a:ext uri="{0D108BD9-81ED-4DB2-BD59-A6C34878D82A}">
                    <a16:rowId xmlns:a16="http://schemas.microsoft.com/office/drawing/2014/main" val="10001"/>
                  </a:ext>
                </a:extLst>
              </a:tr>
              <a:tr h="230547">
                <a:tc>
                  <a:txBody>
                    <a:bodyPr/>
                    <a:lstStyle/>
                    <a:p>
                      <a:pPr marL="0" marR="0" lvl="0" indent="0" algn="ctr" rtl="0">
                        <a:spcBef>
                          <a:spcPts val="0"/>
                        </a:spcBef>
                        <a:spcAft>
                          <a:spcPts val="0"/>
                        </a:spcAft>
                        <a:buNone/>
                      </a:pPr>
                      <a:r>
                        <a:rPr lang="en-US" sz="800" b="1" dirty="0">
                          <a:solidFill>
                            <a:srgbClr val="0070C0"/>
                          </a:solidFill>
                        </a:rPr>
                        <a:t>01,02L</a:t>
                      </a:r>
                      <a:r>
                        <a:rPr lang="en-US" sz="800" b="0" dirty="0"/>
                        <a:t>/R</a:t>
                      </a:r>
                      <a:endParaRPr sz="800" b="0" dirty="0"/>
                    </a:p>
                  </a:txBody>
                  <a:tcPr marL="36000" marR="36000" marT="36000" marB="36000" anchor="ctr"/>
                </a:tc>
                <a:tc>
                  <a:txBody>
                    <a:bodyPr/>
                    <a:lstStyle/>
                    <a:p>
                      <a:pPr marL="0" marR="0" lvl="0" indent="0" algn="ctr" rtl="0">
                        <a:spcBef>
                          <a:spcPts val="0"/>
                        </a:spcBef>
                        <a:spcAft>
                          <a:spcPts val="0"/>
                        </a:spcAft>
                        <a:buNone/>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EASTE </a:t>
                      </a:r>
                      <a:r>
                        <a:rPr kumimoji="0" lang="en-US" altLang="ko-Kore-KR" sz="800" b="1" i="0" u="none" strike="noStrike" kern="0" cap="none" spc="0" normalizeH="0" baseline="0" noProof="0" dirty="0" err="1">
                          <a:ln>
                            <a:noFill/>
                          </a:ln>
                          <a:solidFill>
                            <a:srgbClr val="000000"/>
                          </a:solidFill>
                          <a:effectLst/>
                          <a:uLnTx/>
                          <a:uFillTx/>
                          <a:latin typeface="Calibri"/>
                          <a:cs typeface="Calibri"/>
                          <a:sym typeface="Arial"/>
                        </a:rPr>
                        <a:t>xxD</a:t>
                      </a: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 </a:t>
                      </a:r>
                    </a:p>
                  </a:txBody>
                  <a:tcPr marL="36000" marR="36000" marT="36000" marB="36000" anchor="ctr"/>
                </a:tc>
                <a:tc>
                  <a:txBody>
                    <a:bodyPr/>
                    <a:lstStyle/>
                    <a:p>
                      <a:pPr algn="ct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Select Tx</a:t>
                      </a:r>
                    </a:p>
                    <a:p>
                      <a:pPr algn="ctr"/>
                      <a:r>
                        <a:rPr kumimoji="0" lang="en-US" altLang="ko-Kore-KR" sz="700" b="1" i="0" u="none" strike="noStrike" kern="0" cap="none" spc="0" normalizeH="0" baseline="0" noProof="0" dirty="0">
                          <a:ln>
                            <a:noFill/>
                          </a:ln>
                          <a:solidFill>
                            <a:srgbClr val="000000"/>
                          </a:solidFill>
                          <a:effectLst/>
                          <a:uLnTx/>
                          <a:uFillTx/>
                          <a:latin typeface="Calibri"/>
                          <a:cs typeface="Calibri"/>
                          <a:sym typeface="Arial"/>
                        </a:rPr>
                        <a:t>(No Tx)</a:t>
                      </a:r>
                      <a:endParaRPr lang="ko-Kore-KR" altLang="en-US" dirty="0"/>
                    </a:p>
                  </a:txBody>
                  <a:tcPr marL="36000" marR="36000" marT="36000" marB="36000" anchor="ctr"/>
                </a:tc>
                <a:tc>
                  <a:txBody>
                    <a:bodyPr/>
                    <a:lstStyle/>
                    <a:p>
                      <a:pPr algn="ctr"/>
                      <a:r>
                        <a:rPr lang="en-US" sz="800" b="1" dirty="0"/>
                        <a:t>ILS Z 010</a:t>
                      </a:r>
                      <a:r>
                        <a:rPr lang="en-US" sz="800" b="0" dirty="0"/>
                        <a:t>/02R</a:t>
                      </a:r>
                    </a:p>
                    <a:p>
                      <a:pPr algn="ctr"/>
                      <a:r>
                        <a:rPr lang="en-US" altLang="ko-Kore-KR" sz="800" b="1" dirty="0"/>
                        <a:t>RNP 02L</a:t>
                      </a:r>
                      <a:endParaRPr lang="ko-Kore-KR" altLang="en-US" b="1" dirty="0"/>
                    </a:p>
                  </a:txBody>
                  <a:tcPr marL="36000" marR="36000" marT="36000" marB="36000" anchor="ctr"/>
                </a:tc>
                <a:extLst>
                  <a:ext uri="{0D108BD9-81ED-4DB2-BD59-A6C34878D82A}">
                    <a16:rowId xmlns:a16="http://schemas.microsoft.com/office/drawing/2014/main" val="10002"/>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70C0"/>
                          </a:solidFill>
                        </a:rPr>
                        <a:t>SVB, </a:t>
                      </a:r>
                      <a:r>
                        <a:rPr lang="en-US" altLang="ko-KR" sz="800" b="1" dirty="0">
                          <a:solidFill>
                            <a:srgbClr val="C00000"/>
                          </a:solidFill>
                        </a:rPr>
                        <a:t>01 ISES, 02R ISWS, 19 ISEN, 20L ISWN</a:t>
                      </a:r>
                      <a:endParaRPr sz="800" b="1" dirty="0">
                        <a:solidFill>
                          <a:srgbClr val="C00000"/>
                        </a:solidFill>
                      </a:endParaRPr>
                    </a:p>
                  </a:txBody>
                  <a:tcPr marL="36000" marR="36000" marT="36000" marB="36000" anchor="ctr"/>
                </a:tc>
                <a:tc hMerge="1">
                  <a:txBody>
                    <a:bodyPr/>
                    <a:lstStyle/>
                    <a:p>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err="1">
                          <a:solidFill>
                            <a:schemeClr val="bg1"/>
                          </a:solidFill>
                        </a:rPr>
                        <a:t>RWxx</a:t>
                      </a:r>
                      <a:r>
                        <a:rPr lang="en-US" sz="800" b="1" dirty="0">
                          <a:solidFill>
                            <a:schemeClr val="bg1"/>
                          </a:solidFill>
                        </a:rPr>
                        <a:t> /8 (180tks), /5 (160-150kts)</a:t>
                      </a: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C0000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433256594"/>
                  </a:ext>
                </a:extLst>
              </a:tr>
              <a:tr h="3195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19 : B8(5567’), B10(6965’),     01 : B7(5964’), B5(7962’)</a:t>
                      </a:r>
                      <a:endParaRPr sz="800" b="0" dirty="0">
                        <a:solidFill>
                          <a:srgbClr val="0070C0"/>
                        </a:solidFill>
                      </a:endParaRPr>
                    </a:p>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20L : E9(5052’), E13(7139’), 02R : E12(4872’), E7(6958’)</a:t>
                      </a:r>
                    </a:p>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20R : F7(6994’), F9(8471’),     02L : F6(5725’), F4(7496’)</a:t>
                      </a:r>
                      <a:r>
                        <a:rPr lang="en-US" sz="800" dirty="0">
                          <a:solidFill>
                            <a:srgbClr val="0070C0"/>
                          </a:solidFill>
                        </a:rPr>
                        <a:t> </a:t>
                      </a:r>
                      <a:endParaRPr dirty="0">
                        <a:solidFill>
                          <a:srgbClr val="0070C0"/>
                        </a:solidFil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230547">
                <a:tc gridSpan="4">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HIRO,</a:t>
                      </a:r>
                      <a:r>
                        <a:rPr kumimoji="0" lang="en-US" altLang="ko-Kore-KR" sz="800" b="1" i="0" u="none" strike="noStrike" kern="0" cap="none" spc="0" normalizeH="0" baseline="0" noProof="0" dirty="0">
                          <a:ln>
                            <a:noFill/>
                          </a:ln>
                          <a:solidFill>
                            <a:schemeClr val="bg1"/>
                          </a:solidFill>
                          <a:effectLst/>
                          <a:uLnTx/>
                          <a:uFillTx/>
                          <a:latin typeface="Calibri"/>
                          <a:cs typeface="Calibri"/>
                          <a:sym typeface="Arial"/>
                        </a:rPr>
                        <a:t> </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01/19, 02L/20R No </a:t>
                      </a:r>
                      <a:r>
                        <a:rPr kumimoji="0" lang="en-US" altLang="ko-Kore-KR" sz="800" b="1" i="0" u="none" strike="noStrike" kern="0" cap="none" spc="0" normalizeH="0" baseline="0" noProof="0" dirty="0" err="1">
                          <a:ln>
                            <a:noFill/>
                          </a:ln>
                          <a:solidFill>
                            <a:srgbClr val="C00000"/>
                          </a:solidFill>
                          <a:effectLst/>
                          <a:uLnTx/>
                          <a:uFillTx/>
                          <a:latin typeface="Calibri"/>
                          <a:cs typeface="Calibri"/>
                          <a:sym typeface="Arial"/>
                        </a:rPr>
                        <a:t>Groov</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r>
                        <a:rPr kumimoji="0" lang="en-US" altLang="ko-Kore-KR" sz="800" b="1" i="0" u="none" strike="noStrike" kern="0" cap="none" spc="0" normalizeH="0" baseline="0" noProof="0" dirty="0">
                          <a:ln>
                            <a:noFill/>
                          </a:ln>
                          <a:solidFill>
                            <a:srgbClr val="F28943"/>
                          </a:solidFill>
                          <a:effectLst/>
                          <a:uLnTx/>
                          <a:uFillTx/>
                          <a:latin typeface="Calibri"/>
                          <a:cs typeface="Calibri"/>
                          <a:sym typeface="Arial"/>
                        </a:rPr>
                        <a:t>AFT LD CONF 1</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chemeClr val="bg1"/>
                          </a:solidFill>
                          <a:effectLst/>
                          <a:uLnTx/>
                          <a:uFillTx/>
                          <a:latin typeface="Calibri"/>
                          <a:cs typeface="Calibri"/>
                          <a:sym typeface="Arial"/>
                        </a:rPr>
                        <a:t>Standard Taxi Route, APU Off Procedure</a:t>
                      </a:r>
                      <a:endParaRPr lang="en-US" sz="800" b="1" dirty="0">
                        <a:solidFill>
                          <a:schemeClr val="bg1"/>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30200012-E468-18B2-216D-48714025F466}"/>
              </a:ext>
            </a:extLst>
          </p:cNvPr>
          <p:cNvGraphicFramePr/>
          <p:nvPr>
            <p:extLst>
              <p:ext uri="{D42A27DB-BD31-4B8C-83A1-F6EECF244321}">
                <p14:modId xmlns:p14="http://schemas.microsoft.com/office/powerpoint/2010/main" val="3552945829"/>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VTBS(BKK) 4ft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KE Bangkok 131.25</a:t>
                      </a:r>
                    </a:p>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7030A0"/>
                          </a:solidFill>
                          <a:effectLst/>
                          <a:uLnTx/>
                          <a:uFillTx/>
                          <a:latin typeface="Calibri"/>
                          <a:cs typeface="Calibri"/>
                        </a:rPr>
                        <a:t>Stand F,G 1-5</a:t>
                      </a:r>
                      <a:endParaRPr lang="en-US"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764B2B16-EF5B-E611-BDD0-7E6394A26D50}"/>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85AE1C1C-220D-B0F2-791D-3C4C376B7621}"/>
              </a:ext>
            </a:extLst>
          </p:cNvPr>
          <p:cNvGraphicFramePr/>
          <p:nvPr>
            <p:extLst>
              <p:ext uri="{D42A27DB-BD31-4B8C-83A1-F6EECF244321}">
                <p14:modId xmlns:p14="http://schemas.microsoft.com/office/powerpoint/2010/main" val="4249793805"/>
              </p:ext>
            </p:extLst>
          </p:nvPr>
        </p:nvGraphicFramePr>
        <p:xfrm>
          <a:off x="1" y="66307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7" name="그래픽 6" descr="집 Wi-Fi에서 작업 단색으로 채워진">
            <a:hlinkClick r:id="" action="ppaction://hlinkshowjump?jump=firstslide"/>
            <a:extLst>
              <a:ext uri="{FF2B5EF4-FFF2-40B4-BE49-F238E27FC236}">
                <a16:creationId xmlns:a16="http://schemas.microsoft.com/office/drawing/2014/main" id="{A14B28D3-CBB6-1BDE-D81C-9FDAC95B33E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29909"/>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9295094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9E5A5980-A613-0E95-85F1-E2324E823F2F}"/>
            </a:ext>
          </a:extLst>
        </p:cNvPr>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855A597F-C48B-405D-8491-73D3210B7A9D}"/>
              </a:ext>
            </a:extLst>
          </p:cNvPr>
          <p:cNvGraphicFramePr/>
          <p:nvPr>
            <p:extLst>
              <p:ext uri="{D42A27DB-BD31-4B8C-83A1-F6EECF244321}">
                <p14:modId xmlns:p14="http://schemas.microsoft.com/office/powerpoint/2010/main" val="4036233516"/>
              </p:ext>
            </p:extLst>
          </p:nvPr>
        </p:nvGraphicFramePr>
        <p:xfrm>
          <a:off x="-11023" y="643000"/>
          <a:ext cx="2340701" cy="1842490"/>
        </p:xfrm>
        <a:graphic>
          <a:graphicData uri="http://schemas.openxmlformats.org/drawingml/2006/table">
            <a:tbl>
              <a:tblPr firstRow="1" bandRow="1">
                <a:noFill/>
                <a:tableStyleId>{A521BE36-7E6F-4EC9-8D66-1CF97A6895EC}</a:tableStyleId>
              </a:tblPr>
              <a:tblGrid>
                <a:gridCol w="439377">
                  <a:extLst>
                    <a:ext uri="{9D8B030D-6E8A-4147-A177-3AD203B41FA5}">
                      <a16:colId xmlns:a16="http://schemas.microsoft.com/office/drawing/2014/main" val="20000"/>
                    </a:ext>
                  </a:extLst>
                </a:gridCol>
                <a:gridCol w="61400">
                  <a:extLst>
                    <a:ext uri="{9D8B030D-6E8A-4147-A177-3AD203B41FA5}">
                      <a16:colId xmlns:a16="http://schemas.microsoft.com/office/drawing/2014/main" val="20002"/>
                    </a:ext>
                  </a:extLst>
                </a:gridCol>
                <a:gridCol w="459981">
                  <a:extLst>
                    <a:ext uri="{9D8B030D-6E8A-4147-A177-3AD203B41FA5}">
                      <a16:colId xmlns:a16="http://schemas.microsoft.com/office/drawing/2014/main" val="1118244562"/>
                    </a:ext>
                  </a:extLst>
                </a:gridCol>
                <a:gridCol w="104541">
                  <a:extLst>
                    <a:ext uri="{9D8B030D-6E8A-4147-A177-3AD203B41FA5}">
                      <a16:colId xmlns:a16="http://schemas.microsoft.com/office/drawing/2014/main" val="1906716459"/>
                    </a:ext>
                  </a:extLst>
                </a:gridCol>
                <a:gridCol w="355440">
                  <a:extLst>
                    <a:ext uri="{9D8B030D-6E8A-4147-A177-3AD203B41FA5}">
                      <a16:colId xmlns:a16="http://schemas.microsoft.com/office/drawing/2014/main" val="3522764159"/>
                    </a:ext>
                  </a:extLst>
                </a:gridCol>
                <a:gridCol w="459981">
                  <a:extLst>
                    <a:ext uri="{9D8B030D-6E8A-4147-A177-3AD203B41FA5}">
                      <a16:colId xmlns:a16="http://schemas.microsoft.com/office/drawing/2014/main" val="3852886151"/>
                    </a:ext>
                  </a:extLst>
                </a:gridCol>
                <a:gridCol w="459981">
                  <a:extLst>
                    <a:ext uri="{9D8B030D-6E8A-4147-A177-3AD203B41FA5}">
                      <a16:colId xmlns:a16="http://schemas.microsoft.com/office/drawing/2014/main" val="1959959843"/>
                    </a:ext>
                  </a:extLst>
                </a:gridCol>
              </a:tblGrid>
              <a:tr h="0">
                <a:tc gridSpan="7">
                  <a:txBody>
                    <a:bodyPr/>
                    <a:lstStyle/>
                    <a:p>
                      <a:pPr marL="0" marR="0" lvl="0" indent="0" algn="ctr" rtl="0">
                        <a:spcBef>
                          <a:spcPts val="0"/>
                        </a:spcBef>
                        <a:spcAft>
                          <a:spcPts val="0"/>
                        </a:spcAft>
                        <a:buNone/>
                      </a:pPr>
                      <a:r>
                        <a:rPr lang="en-US" sz="800" u="none" strike="noStrike" cap="none" dirty="0"/>
                        <a:t>BKK : RNAV SID (NADP 1) TA 11000</a:t>
                      </a:r>
                    </a:p>
                    <a:p>
                      <a:pPr marL="0" marR="0" lvl="0" indent="0" algn="ctr" rtl="0">
                        <a:spcBef>
                          <a:spcPts val="0"/>
                        </a:spcBef>
                        <a:spcAft>
                          <a:spcPts val="0"/>
                        </a:spcAft>
                        <a:buNone/>
                      </a:pPr>
                      <a:r>
                        <a:rPr lang="en-US" sz="800" u="none" strike="noStrike" cap="none" dirty="0">
                          <a:solidFill>
                            <a:srgbClr val="FFC000"/>
                          </a:solidFill>
                        </a:rPr>
                        <a:t>A-CDM REQ Pushback +-5min of TSAT</a:t>
                      </a:r>
                    </a:p>
                    <a:p>
                      <a:pPr marL="0" marR="0" lvl="0" indent="0" algn="ctr" rtl="0">
                        <a:spcBef>
                          <a:spcPts val="0"/>
                        </a:spcBef>
                        <a:spcAft>
                          <a:spcPts val="0"/>
                        </a:spcAft>
                        <a:buNone/>
                      </a:pPr>
                      <a:r>
                        <a:rPr lang="en-US" sz="800" u="none" strike="noStrike" cap="none" dirty="0">
                          <a:solidFill>
                            <a:srgbClr val="FFC000"/>
                          </a:solidFill>
                        </a:rPr>
                        <a:t>TSAT/CTOT Inform to GND CTL </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19,20L</a:t>
                      </a:r>
                      <a:r>
                        <a:rPr lang="en-US" sz="800" b="0" u="none" strike="noStrike" cap="none" dirty="0">
                          <a:solidFill>
                            <a:schemeClr val="bg1"/>
                          </a:solidFill>
                        </a:rPr>
                        <a:t>/R</a:t>
                      </a:r>
                    </a:p>
                  </a:txBody>
                  <a:tcPr marL="36000" marR="36000" marT="36000" marB="36000" anchor="ctr"/>
                </a:tc>
                <a:tc gridSpan="3">
                  <a:txBody>
                    <a:bodyPr/>
                    <a:lstStyle/>
                    <a:p>
                      <a:pPr algn="ctr"/>
                      <a:r>
                        <a:rPr lang="en-US" sz="800" b="1" u="none" strike="noStrike" cap="none" dirty="0">
                          <a:solidFill>
                            <a:srgbClr val="0070C0"/>
                          </a:solidFill>
                        </a:rPr>
                        <a:t>LIPLI x J, G/E</a:t>
                      </a:r>
                      <a:endParaRPr lang="ko-Kore-KR"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r>
                        <a:rPr lang="en-US" sz="800" b="1" u="none" strike="noStrike" cap="none" dirty="0"/>
                        <a:t>HD 195 </a:t>
                      </a:r>
                      <a:r>
                        <a:rPr lang="en-US" sz="800" b="1" u="none" strike="noStrike" cap="none" dirty="0">
                          <a:solidFill>
                            <a:srgbClr val="0070C0"/>
                          </a:solidFill>
                        </a:rPr>
                        <a:t>ALT </a:t>
                      </a:r>
                      <a:r>
                        <a:rPr lang="en-US" sz="800" b="1" u="none" strike="noStrike" cap="none" dirty="0">
                          <a:solidFill>
                            <a:srgbClr val="C00000"/>
                          </a:solidFill>
                        </a:rPr>
                        <a:t>6000</a:t>
                      </a:r>
                      <a:r>
                        <a:rPr lang="en-US" sz="800" b="1" u="none" strike="noStrike" cap="none" dirty="0">
                          <a:solidFill>
                            <a:srgbClr val="0070C0"/>
                          </a:solidFill>
                        </a:rPr>
                        <a:t> </a:t>
                      </a:r>
                      <a:r>
                        <a:rPr lang="en-US" altLang="ko-Kore-KR" sz="800" b="1" u="none" strike="noStrike" cap="none" dirty="0">
                          <a:solidFill>
                            <a:srgbClr val="AA47F5"/>
                          </a:solidFill>
                        </a:rPr>
                        <a:t>19 SPD 220</a:t>
                      </a:r>
                    </a:p>
                    <a:p>
                      <a:pPr algn="ctr"/>
                      <a:r>
                        <a:rPr lang="en-US" altLang="ko-Kore-KR" sz="800" b="1" u="none" strike="noStrike" cap="none" dirty="0">
                          <a:solidFill>
                            <a:srgbClr val="F28943"/>
                          </a:solidFill>
                        </a:rPr>
                        <a:t>TA 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01,02R</a:t>
                      </a:r>
                      <a:r>
                        <a:rPr lang="en-US" sz="800" b="0" u="none" strike="noStrike" cap="none" dirty="0">
                          <a:solidFill>
                            <a:schemeClr val="bg1"/>
                          </a:solidFill>
                        </a:rPr>
                        <a:t>/L</a:t>
                      </a:r>
                      <a:endParaRPr sz="800" b="0" u="none" strike="noStrike" cap="none" dirty="0">
                        <a:solidFill>
                          <a:schemeClr val="bg1"/>
                        </a:solidFill>
                      </a:endParaRPr>
                    </a:p>
                  </a:txBody>
                  <a:tcPr marL="36000" marR="36000" marT="36000" marB="36000" anchor="ctr"/>
                </a:tc>
                <a:tc gridSpan="3">
                  <a:txBody>
                    <a:bodyPr/>
                    <a:lstStyle/>
                    <a:p>
                      <a:pPr algn="ctr"/>
                      <a:r>
                        <a:rPr lang="en-US" altLang="ko-Kore-KR" sz="800" b="1" u="none" strike="noStrike" cap="none" dirty="0">
                          <a:solidFill>
                            <a:srgbClr val="0070C0"/>
                          </a:solidFill>
                        </a:rPr>
                        <a:t>LIPLI x K, F/H</a:t>
                      </a:r>
                      <a:endParaRPr lang="ko-Kore-KR"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r>
                        <a:rPr lang="en-US" sz="800" b="1" u="none" strike="noStrike" cap="none" dirty="0"/>
                        <a:t>HD 015 </a:t>
                      </a:r>
                      <a:r>
                        <a:rPr lang="en-US" sz="800" b="1" u="none" strike="noStrike" cap="none" dirty="0">
                          <a:solidFill>
                            <a:srgbClr val="0070C0"/>
                          </a:solidFill>
                        </a:rPr>
                        <a:t>ALT </a:t>
                      </a:r>
                      <a:r>
                        <a:rPr lang="en-US" sz="800" b="1" u="none" strike="noStrike" cap="none" dirty="0">
                          <a:solidFill>
                            <a:srgbClr val="C00000"/>
                          </a:solidFill>
                        </a:rPr>
                        <a:t>6000</a:t>
                      </a:r>
                      <a:r>
                        <a:rPr lang="en-US" sz="800" b="1" u="none" strike="noStrike" cap="none" dirty="0">
                          <a:solidFill>
                            <a:srgbClr val="0070C0"/>
                          </a:solidFill>
                        </a:rPr>
                        <a:t> </a:t>
                      </a:r>
                      <a:r>
                        <a:rPr lang="en-US" altLang="ko-Kore-KR" sz="800" b="1" u="none" strike="noStrike" cap="none" dirty="0">
                          <a:solidFill>
                            <a:srgbClr val="AA47F5"/>
                          </a:solidFill>
                        </a:rPr>
                        <a:t>01 SPD 220</a:t>
                      </a:r>
                    </a:p>
                    <a:p>
                      <a:pPr algn="ctr"/>
                      <a:r>
                        <a:rPr lang="en-US" altLang="ko-Kore-KR" sz="800" b="1" u="none" strike="noStrike" cap="none" dirty="0">
                          <a:solidFill>
                            <a:srgbClr val="F28943"/>
                          </a:solidFill>
                        </a:rPr>
                        <a:t>TA 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SVB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111.4</a:t>
                      </a:r>
                    </a:p>
                  </a:txBody>
                  <a:tcPr marL="36000" marR="36000" marT="36000" marB="36000" anchor="ctr"/>
                </a:tc>
                <a:tc hMerge="1">
                  <a:txBody>
                    <a:bodyPr/>
                    <a:lstStyle/>
                    <a:p>
                      <a:endParaRPr lang="ko-Kore-KR" altLang="en-US"/>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ISEN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110.5</a:t>
                      </a:r>
                      <a:endParaRPr lang="ko-Kore-KR" altLang="en-US" sz="600" dirty="0"/>
                    </a:p>
                  </a:txBody>
                  <a:tcPr marL="36000" marR="36000" marT="36000" marB="36000" anchor="ct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02R ISWS</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109.1</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20L ISWN</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109.5</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01 ISES 110.1</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549402439"/>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chemeClr val="bg1"/>
                          </a:solidFill>
                        </a:rPr>
                        <a:t>APU Start within 10min, Standard TAXI Route</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19R Do not Pass E1, D2</a:t>
                      </a:r>
                    </a:p>
                    <a:p>
                      <a:pPr marL="0" marR="0" lvl="0" indent="0" algn="ctr" defTabSz="914400"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01/19, 02L/20R No </a:t>
                      </a:r>
                      <a:r>
                        <a:rPr kumimoji="0" lang="en-US" altLang="ko-Kore-KR" sz="800" b="1" i="0" u="none" strike="noStrike" kern="0" cap="none" spc="0" normalizeH="0" baseline="0" noProof="0" dirty="0" err="1">
                          <a:ln>
                            <a:noFill/>
                          </a:ln>
                          <a:solidFill>
                            <a:srgbClr val="C00000"/>
                          </a:solidFill>
                          <a:effectLst/>
                          <a:uLnTx/>
                          <a:uFillTx/>
                          <a:latin typeface="Calibri"/>
                          <a:cs typeface="Calibri"/>
                          <a:sym typeface="Arial"/>
                        </a:rPr>
                        <a:t>Groov</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1F10B8F5-DD3C-E806-2399-0B55EA831B92}"/>
              </a:ext>
            </a:extLst>
          </p:cNvPr>
          <p:cNvGraphicFramePr/>
          <p:nvPr>
            <p:extLst>
              <p:ext uri="{D42A27DB-BD31-4B8C-83A1-F6EECF244321}">
                <p14:modId xmlns:p14="http://schemas.microsoft.com/office/powerpoint/2010/main" val="3711173332"/>
              </p:ext>
            </p:extLst>
          </p:nvPr>
        </p:nvGraphicFramePr>
        <p:xfrm>
          <a:off x="-2501" y="16504"/>
          <a:ext cx="2328850" cy="626496"/>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89826">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VTBS(BKK) 4ft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36670">
                <a:tc>
                  <a:txBody>
                    <a:bodyPr/>
                    <a:lstStyle/>
                    <a:p>
                      <a:pPr marL="0" marR="0" lvl="0" indent="0" algn="ctr" rtl="0">
                        <a:spcBef>
                          <a:spcPts val="0"/>
                        </a:spcBef>
                        <a:spcAft>
                          <a:spcPts val="0"/>
                        </a:spcAft>
                        <a:buNone/>
                      </a:pPr>
                      <a:r>
                        <a:rPr lang="en-US" sz="800" dirty="0"/>
                        <a:t>KE Bangkok 131.25</a:t>
                      </a:r>
                      <a:endParaRPr sz="1200" dirty="0"/>
                    </a:p>
                    <a:p>
                      <a:pPr marL="0" marR="0" lvl="0" indent="0" algn="ctr" rtl="0">
                        <a:spcBef>
                          <a:spcPts val="0"/>
                        </a:spcBef>
                        <a:spcAft>
                          <a:spcPts val="0"/>
                        </a:spcAft>
                        <a:buNone/>
                      </a:pPr>
                      <a:r>
                        <a:rPr lang="en-US" altLang="ko-KR" sz="700" dirty="0">
                          <a:solidFill>
                            <a:srgbClr val="FF0000"/>
                          </a:solidFill>
                        </a:rPr>
                        <a:t>DCL -20min, Voice 133.8</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A626E9F3-3BD8-571C-E8A9-47893F54E499}"/>
              </a:ext>
            </a:extLst>
          </p:cNvPr>
          <p:cNvSpPr/>
          <p:nvPr/>
        </p:nvSpPr>
        <p:spPr>
          <a:xfrm>
            <a:off x="863730" y="2666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7" name="TextBox 6">
            <a:extLst>
              <a:ext uri="{FF2B5EF4-FFF2-40B4-BE49-F238E27FC236}">
                <a16:creationId xmlns:a16="http://schemas.microsoft.com/office/drawing/2014/main" id="{447901D8-8E94-7DDD-1181-49B999F021E1}"/>
              </a:ext>
            </a:extLst>
          </p:cNvPr>
          <p:cNvSpPr txBox="1"/>
          <p:nvPr/>
        </p:nvSpPr>
        <p:spPr>
          <a:xfrm>
            <a:off x="48383" y="2574679"/>
            <a:ext cx="1987724" cy="621196"/>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119.25 </a:t>
            </a:r>
            <a:r>
              <a:rPr kumimoji="1" lang="en-US" altLang="ko-Kore-KR" sz="700" b="1" u="sng" dirty="0">
                <a:solidFill>
                  <a:srgbClr val="C00000"/>
                </a:solidFill>
                <a:latin typeface="Gulim" panose="020B0600000101010101" pitchFamily="34" charset="-127"/>
                <a:ea typeface="Gulim" panose="020B0600000101010101" pitchFamily="34" charset="-127"/>
              </a:rPr>
              <a:t>(AUTO) </a:t>
            </a:r>
            <a:r>
              <a:rPr kumimoji="1" lang="en-US" altLang="ko-Kore-KR" sz="700" b="1" u="sng" dirty="0">
                <a:solidFill>
                  <a:srgbClr val="0070C0"/>
                </a:solidFill>
                <a:latin typeface="Gulim" panose="020B0600000101010101" pitchFamily="34" charset="-127"/>
                <a:ea typeface="Gulim" panose="020B0600000101010101" pitchFamily="34" charset="-127"/>
              </a:rPr>
              <a:t>– BKK 133.1 – VIE 128.3</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HNI 123.3 - SNY 122.6 – HKG 127.1 – 125.35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TPE 129.1(126.7, 127.9) – 125.5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 </a:t>
            </a:r>
            <a:r>
              <a:rPr kumimoji="1" lang="en-US" altLang="ko-KR" sz="700" b="1" u="sng" dirty="0">
                <a:solidFill>
                  <a:srgbClr val="C00000"/>
                </a:solidFill>
                <a:latin typeface="Gulim" panose="020B0600000101010101" pitchFamily="34" charset="-127"/>
                <a:ea typeface="Gulim" panose="020B0600000101010101" pitchFamily="34" charset="-127"/>
              </a:rPr>
              <a:t>(SENKA /20)</a:t>
            </a:r>
          </a:p>
        </p:txBody>
      </p:sp>
      <p:pic>
        <p:nvPicPr>
          <p:cNvPr id="9" name="그래픽 8" descr="집 Wi-Fi에서 작업 단색으로 채워진">
            <a:hlinkClick r:id="" action="ppaction://hlinkshowjump?jump=firstslide"/>
            <a:extLst>
              <a:ext uri="{FF2B5EF4-FFF2-40B4-BE49-F238E27FC236}">
                <a16:creationId xmlns:a16="http://schemas.microsoft.com/office/drawing/2014/main" id="{A6CD9B32-BC74-09E5-253C-98CE54C8F63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826685"/>
            <a:ext cx="457200" cy="457200"/>
          </a:xfrm>
          <a:prstGeom prst="rect">
            <a:avLst/>
          </a:prstGeom>
          <a:effectLst>
            <a:outerShdw blurRad="50800" dist="50800" dir="3660000" algn="ctr" rotWithShape="0">
              <a:schemeClr val="bg1">
                <a:alpha val="82714"/>
              </a:schemeClr>
            </a:outerShdw>
          </a:effectLst>
        </p:spPr>
      </p:pic>
      <p:graphicFrame>
        <p:nvGraphicFramePr>
          <p:cNvPr id="5" name="Google Shape;283;p17">
            <a:extLst>
              <a:ext uri="{FF2B5EF4-FFF2-40B4-BE49-F238E27FC236}">
                <a16:creationId xmlns:a16="http://schemas.microsoft.com/office/drawing/2014/main" id="{75EBF574-B998-0BA5-115C-F273713908E5}"/>
              </a:ext>
            </a:extLst>
          </p:cNvPr>
          <p:cNvGraphicFramePr/>
          <p:nvPr>
            <p:extLst>
              <p:ext uri="{D42A27DB-BD31-4B8C-83A1-F6EECF244321}">
                <p14:modId xmlns:p14="http://schemas.microsoft.com/office/powerpoint/2010/main" val="3423549415"/>
              </p:ext>
            </p:extLst>
          </p:nvPr>
        </p:nvGraphicFramePr>
        <p:xfrm>
          <a:off x="11589" y="3297065"/>
          <a:ext cx="2314761" cy="225241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178498">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2227">
                <a:tc>
                  <a:txBody>
                    <a:bodyPr/>
                    <a:lstStyle/>
                    <a:p>
                      <a:pPr marL="0" marR="0" lvl="0" indent="0" algn="ctr" rtl="0">
                        <a:spcBef>
                          <a:spcPts val="0"/>
                        </a:spcBef>
                        <a:spcAft>
                          <a:spcPts val="0"/>
                        </a:spcAft>
                        <a:buNone/>
                      </a:pPr>
                      <a:r>
                        <a:rPr lang="en-US" sz="800" b="1" dirty="0"/>
                        <a:t>33</a:t>
                      </a:r>
                    </a:p>
                    <a:p>
                      <a:pPr marL="0" marR="0" lvl="0" indent="0" algn="ctr" rtl="0">
                        <a:spcBef>
                          <a:spcPts val="0"/>
                        </a:spcBef>
                        <a:spcAft>
                          <a:spcPts val="0"/>
                        </a:spcAft>
                        <a:buNone/>
                      </a:pPr>
                      <a:r>
                        <a:rPr lang="en-US" sz="800" b="1" dirty="0"/>
                        <a:t>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xY</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ENPIL</a:t>
                      </a:r>
                    </a:p>
                    <a:p>
                      <a:pPr marL="0" marR="0" lvl="0" indent="0" algn="ctr" rtl="0">
                        <a:spcBef>
                          <a:spcPts val="0"/>
                        </a:spcBef>
                        <a:spcAft>
                          <a:spcPts val="0"/>
                        </a:spcAft>
                        <a:buNone/>
                      </a:pPr>
                      <a:r>
                        <a:rPr lang="en-US" sz="800" b="1" dirty="0">
                          <a:solidFill>
                            <a:srgbClr val="FF0000"/>
                          </a:solidFill>
                        </a:rPr>
                        <a:t>PAMBI</a:t>
                      </a:r>
                      <a:endParaRPr sz="458" b="1"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OLMEN 180</a:t>
                      </a:r>
                    </a:p>
                    <a:p>
                      <a:pPr marL="0" marR="0" lvl="0" indent="0" algn="ctr" rtl="0">
                        <a:spcBef>
                          <a:spcPts val="0"/>
                        </a:spcBef>
                        <a:spcAft>
                          <a:spcPts val="0"/>
                        </a:spcAft>
                        <a:buNone/>
                      </a:pPr>
                      <a:r>
                        <a:rPr lang="en-US" sz="800" b="1" dirty="0"/>
                        <a:t>OLMEN 160</a:t>
                      </a:r>
                      <a:endParaRPr sz="458" b="1" dirty="0"/>
                    </a:p>
                  </a:txBody>
                  <a:tcPr marL="36000" marR="36000" marT="36000" marB="36000" anchor="ctr"/>
                </a:tc>
                <a:extLst>
                  <a:ext uri="{0D108BD9-81ED-4DB2-BD59-A6C34878D82A}">
                    <a16:rowId xmlns:a16="http://schemas.microsoft.com/office/drawing/2014/main" val="10001"/>
                  </a:ext>
                </a:extLst>
              </a:tr>
              <a:tr h="264221">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xC</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62227">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62227">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62227">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2227">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6673728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F0C49606-FFF5-DF39-5B20-990CD9CC0BB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5394C13-593B-4CCD-D4AE-3878AACC8024}"/>
              </a:ext>
            </a:extLst>
          </p:cNvPr>
          <p:cNvSpPr txBox="1"/>
          <p:nvPr/>
        </p:nvSpPr>
        <p:spPr>
          <a:xfrm>
            <a:off x="-51946" y="2780313"/>
            <a:ext cx="2228495"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FF0000"/>
                </a:solidFill>
                <a:latin typeface="Gulim" panose="020B0600000101010101" pitchFamily="34" charset="-127"/>
                <a:ea typeface="Gulim" panose="020B0600000101010101" pitchFamily="34" charset="-127"/>
              </a:rPr>
              <a:t>SENKA</a:t>
            </a:r>
            <a:r>
              <a:rPr kumimoji="1" lang="ko-KR" altLang="en-US" sz="700" b="1" u="sng" dirty="0">
                <a:solidFill>
                  <a:srgbClr val="FF0000"/>
                </a:solidFill>
                <a:latin typeface="Gulim" panose="020B0600000101010101" pitchFamily="34" charset="-127"/>
                <a:ea typeface="Gulim" panose="020B0600000101010101" pitchFamily="34" charset="-127"/>
              </a:rPr>
              <a:t> </a:t>
            </a:r>
            <a:r>
              <a:rPr kumimoji="1" lang="en-US" altLang="ko-KR" sz="700" b="1" u="sng" dirty="0">
                <a:solidFill>
                  <a:srgbClr val="FF0000"/>
                </a:solidFill>
                <a:latin typeface="Gulim" panose="020B0600000101010101" pitchFamily="34" charset="-127"/>
                <a:ea typeface="Gulim" panose="020B0600000101010101" pitchFamily="34" charset="-127"/>
              </a:rPr>
              <a:t>/20</a:t>
            </a:r>
            <a:r>
              <a:rPr kumimoji="1" lang="en-US" altLang="ko-KR"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ETA KABAM 119.3 – ETA MIGUG </a:t>
            </a:r>
          </a:p>
          <a:p>
            <a:pPr>
              <a:lnSpc>
                <a:spcPct val="150000"/>
              </a:lnSpc>
            </a:pPr>
            <a:r>
              <a:rPr kumimoji="1" lang="en-US" altLang="ko-KR" sz="700" b="1" u="sng" dirty="0">
                <a:latin typeface="Gulim" panose="020B0600000101010101" pitchFamily="34" charset="-127"/>
                <a:ea typeface="Gulim" panose="020B0600000101010101" pitchFamily="34" charset="-127"/>
              </a:rPr>
              <a:t>MAVRA 8942/5655 – MIGUG Rep MESOX 120.7</a:t>
            </a:r>
          </a:p>
          <a:p>
            <a:pPr>
              <a:lnSpc>
                <a:spcPct val="150000"/>
              </a:lnSpc>
            </a:pPr>
            <a:r>
              <a:rPr kumimoji="1" lang="en-US" altLang="ko-KR" sz="700" b="1" u="sng" dirty="0">
                <a:latin typeface="Gulim" panose="020B0600000101010101" pitchFamily="34" charset="-127"/>
                <a:ea typeface="Gulim" panose="020B0600000101010101" pitchFamily="34" charset="-127"/>
              </a:rPr>
              <a:t>Rep MAPNO </a:t>
            </a:r>
          </a:p>
          <a:p>
            <a:pPr>
              <a:lnSpc>
                <a:spcPct val="150000"/>
              </a:lnSpc>
            </a:pPr>
            <a:r>
              <a:rPr kumimoji="1" lang="en-US" altLang="ko-KR" sz="700" b="1" u="sng" dirty="0">
                <a:latin typeface="Gulim" panose="020B0600000101010101" pitchFamily="34" charset="-127"/>
                <a:ea typeface="Gulim" panose="020B0600000101010101" pitchFamily="34" charset="-127"/>
              </a:rPr>
              <a:t>(RPHI – VVHM CPDLC Tx Manual)</a:t>
            </a:r>
          </a:p>
        </p:txBody>
      </p:sp>
      <p:graphicFrame>
        <p:nvGraphicFramePr>
          <p:cNvPr id="292" name="Google Shape;292;p18">
            <a:extLst>
              <a:ext uri="{FF2B5EF4-FFF2-40B4-BE49-F238E27FC236}">
                <a16:creationId xmlns:a16="http://schemas.microsoft.com/office/drawing/2014/main" id="{2AB3A285-0168-1B50-1B16-E95B84CEE972}"/>
              </a:ext>
            </a:extLst>
          </p:cNvPr>
          <p:cNvGraphicFramePr/>
          <p:nvPr>
            <p:extLst>
              <p:ext uri="{D42A27DB-BD31-4B8C-83A1-F6EECF244321}">
                <p14:modId xmlns:p14="http://schemas.microsoft.com/office/powerpoint/2010/main" val="552475639"/>
              </p:ext>
            </p:extLst>
          </p:nvPr>
        </p:nvGraphicFramePr>
        <p:xfrm>
          <a:off x="-2500" y="3525251"/>
          <a:ext cx="2328849" cy="2023117"/>
        </p:xfrm>
        <a:graphic>
          <a:graphicData uri="http://schemas.openxmlformats.org/drawingml/2006/table">
            <a:tbl>
              <a:tblPr firstRow="1" bandRow="1">
                <a:noFill/>
                <a:tableStyleId>{A521BE36-7E6F-4EC9-8D66-1CF97A6895EC}</a:tableStyleId>
              </a:tblPr>
              <a:tblGrid>
                <a:gridCol w="461201">
                  <a:extLst>
                    <a:ext uri="{9D8B030D-6E8A-4147-A177-3AD203B41FA5}">
                      <a16:colId xmlns:a16="http://schemas.microsoft.com/office/drawing/2014/main" val="20000"/>
                    </a:ext>
                  </a:extLst>
                </a:gridCol>
                <a:gridCol w="932777">
                  <a:extLst>
                    <a:ext uri="{9D8B030D-6E8A-4147-A177-3AD203B41FA5}">
                      <a16:colId xmlns:a16="http://schemas.microsoft.com/office/drawing/2014/main" val="20001"/>
                    </a:ext>
                  </a:extLst>
                </a:gridCol>
                <a:gridCol w="324679">
                  <a:extLst>
                    <a:ext uri="{9D8B030D-6E8A-4147-A177-3AD203B41FA5}">
                      <a16:colId xmlns:a16="http://schemas.microsoft.com/office/drawing/2014/main" val="502366202"/>
                    </a:ext>
                  </a:extLst>
                </a:gridCol>
                <a:gridCol w="610192">
                  <a:extLst>
                    <a:ext uri="{9D8B030D-6E8A-4147-A177-3AD203B41FA5}">
                      <a16:colId xmlns:a16="http://schemas.microsoft.com/office/drawing/2014/main" val="992510185"/>
                    </a:ext>
                  </a:extLst>
                </a:gridCol>
              </a:tblGrid>
              <a:tr h="155749">
                <a:tc gridSpan="4">
                  <a:txBody>
                    <a:bodyPr/>
                    <a:lstStyle/>
                    <a:p>
                      <a:pPr marL="0" marR="0" lvl="0" indent="0" algn="ctr" rtl="0">
                        <a:spcBef>
                          <a:spcPts val="0"/>
                        </a:spcBef>
                        <a:spcAft>
                          <a:spcPts val="0"/>
                        </a:spcAft>
                        <a:buNone/>
                      </a:pPr>
                      <a:r>
                        <a:rPr lang="en-US" altLang="ko-Kore-KR" sz="800" dirty="0"/>
                        <a:t>SIN </a:t>
                      </a:r>
                      <a:r>
                        <a:rPr lang="en-US" altLang="ko-Kore-KR" sz="800" dirty="0">
                          <a:solidFill>
                            <a:srgbClr val="00B0F0"/>
                          </a:solidFill>
                        </a:rPr>
                        <a:t>[023/203]</a:t>
                      </a:r>
                      <a:r>
                        <a:rPr lang="en-US" altLang="ko-Kore-KR" sz="800" dirty="0"/>
                        <a:t> TL130 UTC+8, </a:t>
                      </a:r>
                      <a:r>
                        <a:rPr lang="en-US" altLang="ko-Kore-KR" sz="800" dirty="0">
                          <a:solidFill>
                            <a:srgbClr val="00B0F0"/>
                          </a:solidFill>
                        </a:rPr>
                        <a:t>CPDLC WSJC -10min FIR</a:t>
                      </a:r>
                    </a:p>
                    <a:p>
                      <a:pPr marL="0" marR="0" lvl="0" indent="0" algn="ctr" rtl="0">
                        <a:spcBef>
                          <a:spcPts val="0"/>
                        </a:spcBef>
                        <a:spcAft>
                          <a:spcPts val="0"/>
                        </a:spcAft>
                        <a:buNone/>
                      </a:pPr>
                      <a:r>
                        <a:rPr lang="en-US" altLang="ko-Kore-KR" sz="800" dirty="0">
                          <a:solidFill>
                            <a:srgbClr val="FFC000"/>
                          </a:solidFill>
                        </a:rPr>
                        <a:t>SPD CTL via STAR Chart, No IAF RDR Vector</a:t>
                      </a:r>
                      <a:endParaRPr lang="en-US" altLang="ko-Kore-KR" sz="800" b="1" dirty="0">
                        <a:solidFill>
                          <a:srgbClr val="FFC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30547">
                <a:tc>
                  <a:txBody>
                    <a:bodyPr/>
                    <a:lstStyle/>
                    <a:p>
                      <a:pPr marL="0" marR="0" lvl="0" indent="0" algn="ctr" rtl="0">
                        <a:spcBef>
                          <a:spcPts val="0"/>
                        </a:spcBef>
                        <a:spcAft>
                          <a:spcPts val="0"/>
                        </a:spcAft>
                        <a:buNone/>
                      </a:pPr>
                      <a:r>
                        <a:rPr lang="en-US" sz="800" b="1" dirty="0">
                          <a:solidFill>
                            <a:srgbClr val="0070C0"/>
                          </a:solidFill>
                        </a:rPr>
                        <a:t>02L/C</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t>MABAL/KARTO </a:t>
                      </a:r>
                      <a:r>
                        <a:rPr lang="en-US" sz="800" b="1" dirty="0" err="1"/>
                        <a:t>xxA</a:t>
                      </a:r>
                      <a:endParaRPr lang="en-US" sz="800" b="1" dirty="0"/>
                    </a:p>
                  </a:txBody>
                  <a:tcPr marL="36000" marR="36000" marT="36000" marB="36000" anchor="ctr"/>
                </a:tc>
                <a:tc>
                  <a:txBody>
                    <a:bodyPr/>
                    <a:lstStyle/>
                    <a:p>
                      <a:pPr algn="ctr"/>
                      <a:r>
                        <a:rPr lang="en-US" altLang="ko-Kore-KR" sz="800" b="1" dirty="0"/>
                        <a:t>No Tx</a:t>
                      </a:r>
                    </a:p>
                  </a:txBody>
                  <a:tcPr marL="36000" marR="36000" marT="36000" marB="36000" anchor="ctr"/>
                </a:tc>
                <a:tc>
                  <a:txBody>
                    <a:bodyPr/>
                    <a:lstStyle/>
                    <a:p>
                      <a:pPr marL="0" marR="0" lvl="0" indent="0" algn="ctr" rtl="0">
                        <a:spcBef>
                          <a:spcPts val="0"/>
                        </a:spcBef>
                        <a:spcAft>
                          <a:spcPts val="0"/>
                        </a:spcAft>
                        <a:buNone/>
                      </a:pPr>
                      <a:r>
                        <a:rPr lang="en-US" sz="800" b="1" dirty="0"/>
                        <a:t>ILS 02L</a:t>
                      </a:r>
                      <a:r>
                        <a:rPr lang="en-US" sz="800" b="0" dirty="0"/>
                        <a:t>/C</a:t>
                      </a:r>
                      <a:endParaRPr lang="ko-Kore-KR" altLang="en-US" b="0" dirty="0"/>
                    </a:p>
                  </a:txBody>
                  <a:tcPr marL="36000" marR="36000" marT="36000" marB="36000" anchor="ctr"/>
                </a:tc>
                <a:extLst>
                  <a:ext uri="{0D108BD9-81ED-4DB2-BD59-A6C34878D82A}">
                    <a16:rowId xmlns:a16="http://schemas.microsoft.com/office/drawing/2014/main" val="10001"/>
                  </a:ext>
                </a:extLst>
              </a:tr>
              <a:tr h="0">
                <a:tc>
                  <a:txBody>
                    <a:bodyPr/>
                    <a:lstStyle/>
                    <a:p>
                      <a:pPr marL="0" marR="0" lvl="0" indent="0" algn="ctr" rtl="0">
                        <a:spcBef>
                          <a:spcPts val="0"/>
                        </a:spcBef>
                        <a:spcAft>
                          <a:spcPts val="0"/>
                        </a:spcAft>
                        <a:buNone/>
                      </a:pPr>
                      <a:r>
                        <a:rPr lang="en-US" sz="800" b="1" dirty="0">
                          <a:solidFill>
                            <a:srgbClr val="0070C0"/>
                          </a:solidFill>
                        </a:rPr>
                        <a:t>20R/C</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MABAL/KARTO </a:t>
                      </a:r>
                      <a:r>
                        <a:rPr kumimoji="0" lang="en-US" altLang="ko-Kore-KR" sz="800" b="1" i="0" u="none" strike="noStrike" kern="0" cap="none" spc="0" normalizeH="0" baseline="0" noProof="0" dirty="0" err="1">
                          <a:ln>
                            <a:noFill/>
                          </a:ln>
                          <a:solidFill>
                            <a:srgbClr val="000000"/>
                          </a:solidFill>
                          <a:effectLst/>
                          <a:uLnTx/>
                          <a:uFillTx/>
                          <a:latin typeface="Calibri"/>
                          <a:cs typeface="Calibri"/>
                          <a:sym typeface="Arial"/>
                        </a:rPr>
                        <a:t>xxB</a:t>
                      </a:r>
                      <a:endParaRPr kumimoji="0" lang="en-US" altLang="ko-Kore-KR" sz="800" b="1"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algn="ct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No Tx</a:t>
                      </a:r>
                      <a:endParaRPr lang="ko-Kore-KR" altLang="en-US" dirty="0"/>
                    </a:p>
                  </a:txBody>
                  <a:tcPr marL="36000" marR="36000" marT="36000" marB="36000" anchor="ctr"/>
                </a:tc>
                <a:tc>
                  <a:txBody>
                    <a:bodyPr/>
                    <a:lstStyle/>
                    <a:p>
                      <a:pPr algn="ctr"/>
                      <a:r>
                        <a:rPr lang="en-US" sz="800" b="1" dirty="0"/>
                        <a:t>ILS 20R</a:t>
                      </a:r>
                      <a:r>
                        <a:rPr lang="en-US" sz="800" b="0" dirty="0"/>
                        <a:t>/C</a:t>
                      </a:r>
                    </a:p>
                  </a:txBody>
                  <a:tcPr marL="36000" marR="36000" marT="36000" marB="36000" anchor="ctr"/>
                </a:tc>
                <a:extLst>
                  <a:ext uri="{0D108BD9-81ED-4DB2-BD59-A6C34878D82A}">
                    <a16:rowId xmlns:a16="http://schemas.microsoft.com/office/drawing/2014/main" val="10002"/>
                  </a:ext>
                </a:extLst>
              </a:tr>
              <a:tr h="0">
                <a:tc gridSpan="4">
                  <a:txBody>
                    <a:bodyPr/>
                    <a:lstStyle/>
                    <a:p>
                      <a:pPr marL="0" marR="0" lvl="0" indent="0" algn="ctr" rtl="0">
                        <a:spcBef>
                          <a:spcPts val="0"/>
                        </a:spcBef>
                        <a:spcAft>
                          <a:spcPts val="0"/>
                        </a:spcAft>
                        <a:buNone/>
                      </a:pPr>
                      <a:r>
                        <a:rPr lang="en-US" sz="800" b="1" dirty="0">
                          <a:solidFill>
                            <a:srgbClr val="0070C0"/>
                          </a:solidFill>
                        </a:rPr>
                        <a:t>RNP 02R/20L </a:t>
                      </a:r>
                      <a:r>
                        <a:rPr lang="en-US" sz="800" b="0" dirty="0">
                          <a:solidFill>
                            <a:srgbClr val="0070C0"/>
                          </a:solidFill>
                        </a:rPr>
                        <a:t>: L/D CHK -&gt; LUVUL/OBGIS -&gt; Arm APPR</a:t>
                      </a:r>
                      <a:endParaRPr sz="800" b="0"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kumimoji="0" lang="en-US" altLang="ko-Kore-KR" sz="800" b="1"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pPr algn="ctr"/>
                      <a:endParaRPr lang="ko-Kore-KR" altLang="en-US" dirty="0"/>
                    </a:p>
                  </a:txBody>
                  <a:tcPr marL="36000" marR="36000" marT="36000" marB="36000" anchor="ctr"/>
                </a:tc>
                <a:tc hMerge="1">
                  <a:txBody>
                    <a:bodyPr/>
                    <a:lstStyle/>
                    <a:p>
                      <a:pPr algn="ctr"/>
                      <a:endParaRPr lang="ko-Kore-KR" altLang="en-US" b="0" dirty="0"/>
                    </a:p>
                  </a:txBody>
                  <a:tcPr marL="36000" marR="36000" marT="36000" marB="36000" anchor="ctr"/>
                </a:tc>
                <a:extLst>
                  <a:ext uri="{0D108BD9-81ED-4DB2-BD59-A6C34878D82A}">
                    <a16:rowId xmlns:a16="http://schemas.microsoft.com/office/drawing/2014/main" val="3684390978"/>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70C0"/>
                          </a:solidFill>
                        </a:rPr>
                        <a:t>VTK </a:t>
                      </a:r>
                      <a:r>
                        <a:rPr lang="en-US" altLang="ko-KR" sz="700" b="1" dirty="0">
                          <a:solidFill>
                            <a:srgbClr val="C00000"/>
                          </a:solidFill>
                        </a:rPr>
                        <a:t>02L ICW, 02C ICE, 02R ICX, 20R ICH, 20C ICC</a:t>
                      </a:r>
                      <a:endParaRPr sz="800" b="1" dirty="0">
                        <a:solidFill>
                          <a:srgbClr val="C00000"/>
                        </a:solidFill>
                      </a:endParaRPr>
                    </a:p>
                  </a:txBody>
                  <a:tcPr marL="36000" marR="36000" marT="36000" marB="36000" anchor="ctr"/>
                </a:tc>
                <a:tc hMerge="1">
                  <a:txBody>
                    <a:bodyPr/>
                    <a:lstStyle/>
                    <a:p>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err="1">
                          <a:solidFill>
                            <a:schemeClr val="bg1"/>
                          </a:solidFill>
                        </a:rPr>
                        <a:t>RWxx</a:t>
                      </a:r>
                      <a:r>
                        <a:rPr lang="en-US" sz="800" b="1" dirty="0">
                          <a:solidFill>
                            <a:schemeClr val="bg1"/>
                          </a:solidFill>
                        </a:rPr>
                        <a:t> /8 (180kts), /4 (150kts)</a:t>
                      </a: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C0000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433256594"/>
                  </a:ext>
                </a:extLst>
              </a:tr>
              <a:tr h="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02L : W5(6519’), W4(7916’), 20R : W6(5498’), W7(6423’)</a:t>
                      </a:r>
                    </a:p>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02C : T6(6781’), T5 (8467’), 20C : T7 (6420’), T8 (7910’)</a:t>
                      </a:r>
                    </a:p>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02R : A6(6738’), A5 (7995’), 20L : A7 (6250’), A8 (7395’)</a:t>
                      </a:r>
                      <a:r>
                        <a:rPr lang="en-US" sz="800" dirty="0">
                          <a:solidFill>
                            <a:srgbClr val="0070C0"/>
                          </a:solidFill>
                        </a:rPr>
                        <a:t> </a:t>
                      </a:r>
                      <a:endParaRPr dirty="0">
                        <a:solidFill>
                          <a:srgbClr val="0070C0"/>
                        </a:solidFill>
                      </a:endParaRPr>
                    </a:p>
                  </a:txBody>
                  <a:tcPr marL="0" marR="0" marT="0" marB="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230547">
                <a:tc gridSpan="4">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HIRO Unable ATC,</a:t>
                      </a:r>
                      <a:r>
                        <a:rPr kumimoji="0" lang="en-US" altLang="ko-Kore-KR" sz="800" b="1" i="0" u="none" strike="noStrike" kern="0" cap="none" spc="0" normalizeH="0" baseline="0" noProof="0" dirty="0">
                          <a:ln>
                            <a:noFill/>
                          </a:ln>
                          <a:solidFill>
                            <a:schemeClr val="bg1"/>
                          </a:solidFill>
                          <a:effectLst/>
                          <a:uLnTx/>
                          <a:uFillTx/>
                          <a:latin typeface="Calibri"/>
                          <a:cs typeface="Calibri"/>
                          <a:sym typeface="Arial"/>
                        </a:rPr>
                        <a:t> </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Exit TWY 2 way but Same Name</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VTK Out of A/P</a:t>
                      </a:r>
                      <a:r>
                        <a:rPr kumimoji="0" lang="en-US" altLang="ko-Kore-KR" sz="800" b="1" i="0" u="none" strike="noStrike" kern="0" cap="none" spc="0" normalizeH="0" baseline="0" noProof="0" dirty="0">
                          <a:ln>
                            <a:noFill/>
                          </a:ln>
                          <a:solidFill>
                            <a:schemeClr val="bg1"/>
                          </a:solidFill>
                          <a:effectLst/>
                          <a:uLnTx/>
                          <a:uFillTx/>
                          <a:latin typeface="Calibri"/>
                          <a:cs typeface="Calibri"/>
                          <a:sym typeface="Arial"/>
                        </a:rPr>
                        <a:t>, TWY R/S Max 20kts, </a:t>
                      </a:r>
                      <a:r>
                        <a:rPr kumimoji="0" lang="en-US" altLang="ko-Kore-KR" sz="800" b="1" i="0" u="none" strike="noStrike" kern="0" cap="none" spc="0" normalizeH="0" baseline="0" noProof="0" dirty="0">
                          <a:ln>
                            <a:noFill/>
                          </a:ln>
                          <a:solidFill>
                            <a:srgbClr val="F28943"/>
                          </a:solidFill>
                          <a:effectLst/>
                          <a:uLnTx/>
                          <a:uFillTx/>
                          <a:latin typeface="Calibri"/>
                          <a:cs typeface="Calibri"/>
                          <a:sym typeface="Arial"/>
                        </a:rPr>
                        <a:t>AFT LD CONF 1</a:t>
                      </a:r>
                      <a:endParaRPr lang="en-US" sz="800" b="1" dirty="0">
                        <a:solidFill>
                          <a:srgbClr val="F28943"/>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E895D84C-0C71-0772-9452-07B7DB9F1199}"/>
              </a:ext>
            </a:extLst>
          </p:cNvPr>
          <p:cNvGraphicFramePr/>
          <p:nvPr>
            <p:extLst>
              <p:ext uri="{D42A27DB-BD31-4B8C-83A1-F6EECF244321}">
                <p14:modId xmlns:p14="http://schemas.microsoft.com/office/powerpoint/2010/main" val="3736932417"/>
              </p:ext>
            </p:extLst>
          </p:nvPr>
        </p:nvGraphicFramePr>
        <p:xfrm>
          <a:off x="-2501" y="9878"/>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WSSS(SIN) 22ft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SATS Flt </a:t>
                      </a:r>
                      <a:r>
                        <a:rPr lang="en-US" sz="900" dirty="0" err="1"/>
                        <a:t>Oper</a:t>
                      </a:r>
                      <a:r>
                        <a:rPr lang="en-US" sz="900" dirty="0"/>
                        <a:t> 131.22</a:t>
                      </a:r>
                    </a:p>
                    <a:p>
                      <a:pPr marL="0" marR="0" lvl="0" indent="0" algn="ctr" rtl="0">
                        <a:spcBef>
                          <a:spcPts val="0"/>
                        </a:spcBef>
                        <a:spcAft>
                          <a:spcPts val="0"/>
                        </a:spcAft>
                        <a:buNone/>
                      </a:pPr>
                      <a:r>
                        <a:rPr lang="en-US" sz="900" b="1" dirty="0">
                          <a:solidFill>
                            <a:srgbClr val="7030A0"/>
                          </a:solidFill>
                        </a:rPr>
                        <a:t>Gate G18-G21</a:t>
                      </a: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990DC534-D0A7-48CD-DE5B-5B1B76D3E9FA}"/>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D4B58BFD-6D9A-258A-D607-D33A33F27214}"/>
              </a:ext>
            </a:extLst>
          </p:cNvPr>
          <p:cNvGraphicFramePr/>
          <p:nvPr>
            <p:extLst>
              <p:ext uri="{D42A27DB-BD31-4B8C-83A1-F6EECF244321}">
                <p14:modId xmlns:p14="http://schemas.microsoft.com/office/powerpoint/2010/main" val="2741821316"/>
              </p:ext>
            </p:extLst>
          </p:nvPr>
        </p:nvGraphicFramePr>
        <p:xfrm>
          <a:off x="1" y="649823"/>
          <a:ext cx="2326348" cy="213049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21656">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34445">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10567">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10567">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10567">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8008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10567">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7" name="그래픽 6" descr="집 Wi-Fi에서 작업 단색으로 채워진">
            <a:hlinkClick r:id="" action="ppaction://hlinkshowjump?jump=firstslide"/>
            <a:extLst>
              <a:ext uri="{FF2B5EF4-FFF2-40B4-BE49-F238E27FC236}">
                <a16:creationId xmlns:a16="http://schemas.microsoft.com/office/drawing/2014/main" id="{2BFC2019-5193-EE74-E241-BE1E1108C95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8104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1878405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60C80D35-56E4-AB1F-6FA1-032DCE65DC9D}"/>
            </a:ext>
          </a:extLst>
        </p:cNvPr>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13160D96-40B8-6869-8042-62C091043861}"/>
              </a:ext>
            </a:extLst>
          </p:cNvPr>
          <p:cNvGraphicFramePr/>
          <p:nvPr>
            <p:extLst>
              <p:ext uri="{D42A27DB-BD31-4B8C-83A1-F6EECF244321}">
                <p14:modId xmlns:p14="http://schemas.microsoft.com/office/powerpoint/2010/main" val="1168871605"/>
              </p:ext>
            </p:extLst>
          </p:nvPr>
        </p:nvGraphicFramePr>
        <p:xfrm>
          <a:off x="-11023" y="643000"/>
          <a:ext cx="2340701" cy="1720570"/>
        </p:xfrm>
        <a:graphic>
          <a:graphicData uri="http://schemas.openxmlformats.org/drawingml/2006/table">
            <a:tbl>
              <a:tblPr firstRow="1" bandRow="1">
                <a:noFill/>
                <a:tableStyleId>{A521BE36-7E6F-4EC9-8D66-1CF97A6895EC}</a:tableStyleId>
              </a:tblPr>
              <a:tblGrid>
                <a:gridCol w="439377">
                  <a:extLst>
                    <a:ext uri="{9D8B030D-6E8A-4147-A177-3AD203B41FA5}">
                      <a16:colId xmlns:a16="http://schemas.microsoft.com/office/drawing/2014/main" val="20000"/>
                    </a:ext>
                  </a:extLst>
                </a:gridCol>
                <a:gridCol w="61400">
                  <a:extLst>
                    <a:ext uri="{9D8B030D-6E8A-4147-A177-3AD203B41FA5}">
                      <a16:colId xmlns:a16="http://schemas.microsoft.com/office/drawing/2014/main" val="20002"/>
                    </a:ext>
                  </a:extLst>
                </a:gridCol>
                <a:gridCol w="459981">
                  <a:extLst>
                    <a:ext uri="{9D8B030D-6E8A-4147-A177-3AD203B41FA5}">
                      <a16:colId xmlns:a16="http://schemas.microsoft.com/office/drawing/2014/main" val="1118244562"/>
                    </a:ext>
                  </a:extLst>
                </a:gridCol>
                <a:gridCol w="104541">
                  <a:extLst>
                    <a:ext uri="{9D8B030D-6E8A-4147-A177-3AD203B41FA5}">
                      <a16:colId xmlns:a16="http://schemas.microsoft.com/office/drawing/2014/main" val="1906716459"/>
                    </a:ext>
                  </a:extLst>
                </a:gridCol>
                <a:gridCol w="355440">
                  <a:extLst>
                    <a:ext uri="{9D8B030D-6E8A-4147-A177-3AD203B41FA5}">
                      <a16:colId xmlns:a16="http://schemas.microsoft.com/office/drawing/2014/main" val="3522764159"/>
                    </a:ext>
                  </a:extLst>
                </a:gridCol>
                <a:gridCol w="459981">
                  <a:extLst>
                    <a:ext uri="{9D8B030D-6E8A-4147-A177-3AD203B41FA5}">
                      <a16:colId xmlns:a16="http://schemas.microsoft.com/office/drawing/2014/main" val="3852886151"/>
                    </a:ext>
                  </a:extLst>
                </a:gridCol>
                <a:gridCol w="459981">
                  <a:extLst>
                    <a:ext uri="{9D8B030D-6E8A-4147-A177-3AD203B41FA5}">
                      <a16:colId xmlns:a16="http://schemas.microsoft.com/office/drawing/2014/main" val="1959959843"/>
                    </a:ext>
                  </a:extLst>
                </a:gridCol>
              </a:tblGrid>
              <a:tr h="0">
                <a:tc gridSpan="7">
                  <a:txBody>
                    <a:bodyPr/>
                    <a:lstStyle/>
                    <a:p>
                      <a:pPr marL="0" marR="0" lvl="0" indent="0" algn="ctr" rtl="0">
                        <a:spcBef>
                          <a:spcPts val="0"/>
                        </a:spcBef>
                        <a:spcAft>
                          <a:spcPts val="0"/>
                        </a:spcAft>
                        <a:buNone/>
                      </a:pPr>
                      <a:r>
                        <a:rPr lang="en-US" sz="800" u="none" strike="noStrike" cap="none" dirty="0"/>
                        <a:t>SIN : RNAV SID (NADP 1) TA 11000</a:t>
                      </a:r>
                    </a:p>
                    <a:p>
                      <a:pPr marL="0" marR="0" lvl="0" indent="0" algn="ctr" rtl="0">
                        <a:spcBef>
                          <a:spcPts val="0"/>
                        </a:spcBef>
                        <a:spcAft>
                          <a:spcPts val="0"/>
                        </a:spcAft>
                        <a:buNone/>
                      </a:pPr>
                      <a:r>
                        <a:rPr lang="en-US" sz="800" u="none" strike="noStrike" cap="none" dirty="0">
                          <a:solidFill>
                            <a:srgbClr val="FFC000"/>
                          </a:solidFill>
                        </a:rPr>
                        <a:t>REQ P/B +-5min of TSAT, </a:t>
                      </a:r>
                      <a:r>
                        <a:rPr lang="en-US" sz="800" u="none" strike="noStrike" cap="none" dirty="0">
                          <a:solidFill>
                            <a:srgbClr val="00B0F0"/>
                          </a:solidFill>
                        </a:rPr>
                        <a:t>CPDLC WSJC Before DEP</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20C</a:t>
                      </a:r>
                      <a:r>
                        <a:rPr lang="en-US" sz="800" b="0" u="none" strike="noStrike" cap="none" dirty="0">
                          <a:solidFill>
                            <a:schemeClr val="bg1"/>
                          </a:solidFill>
                        </a:rPr>
                        <a:t>/R</a:t>
                      </a:r>
                    </a:p>
                  </a:txBody>
                  <a:tcPr marL="36000" marR="36000" marT="36000" marB="36000" anchor="ctr"/>
                </a:tc>
                <a:tc gridSpan="3">
                  <a:txBody>
                    <a:bodyPr/>
                    <a:lstStyle/>
                    <a:p>
                      <a:pPr algn="ctr"/>
                      <a:r>
                        <a:rPr lang="en-US" sz="800" b="1" u="none" strike="noStrike" cap="none" dirty="0">
                          <a:solidFill>
                            <a:srgbClr val="0070C0"/>
                          </a:solidFill>
                        </a:rPr>
                        <a:t>TOMAN xx</a:t>
                      </a:r>
                    </a:p>
                    <a:p>
                      <a:pPr algn="ctr"/>
                      <a:r>
                        <a:rPr lang="en-US" altLang="ko-Kore-KR" sz="800" b="0" u="none" strike="noStrike" cap="none" dirty="0">
                          <a:solidFill>
                            <a:schemeClr val="bg1"/>
                          </a:solidFill>
                        </a:rPr>
                        <a:t>CHANGI </a:t>
                      </a:r>
                      <a:r>
                        <a:rPr lang="en-US" altLang="ko-Kore-KR" sz="800" b="0" u="none" strike="noStrike" cap="none" dirty="0" err="1">
                          <a:solidFill>
                            <a:schemeClr val="bg1"/>
                          </a:solidFill>
                        </a:rPr>
                        <a:t>xD</a:t>
                      </a:r>
                      <a:endParaRPr lang="ko-Kore-KR" b="0" dirty="0">
                        <a:solidFill>
                          <a:schemeClr val="bg1"/>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r>
                        <a:rPr lang="en-US" sz="800" b="1" u="none" strike="noStrike" cap="none" dirty="0"/>
                        <a:t>HD 203 </a:t>
                      </a:r>
                      <a:r>
                        <a:rPr lang="en-US" sz="800" b="1" u="none" strike="noStrike" cap="none" dirty="0">
                          <a:solidFill>
                            <a:srgbClr val="0070C0"/>
                          </a:solidFill>
                        </a:rPr>
                        <a:t>ALT 3000 </a:t>
                      </a:r>
                      <a:r>
                        <a:rPr lang="en-US" altLang="ko-Kore-KR" sz="800" b="1" u="none" strike="noStrike" cap="none" dirty="0">
                          <a:solidFill>
                            <a:srgbClr val="AA47F5"/>
                          </a:solidFill>
                        </a:rPr>
                        <a:t>SPD 230</a:t>
                      </a:r>
                    </a:p>
                    <a:p>
                      <a:r>
                        <a:rPr lang="en-US" altLang="ko-Kore-KR" sz="800" b="1" u="none" strike="noStrike" cap="none" dirty="0">
                          <a:solidFill>
                            <a:srgbClr val="00B050"/>
                          </a:solidFill>
                        </a:rPr>
                        <a:t>230kts Until 4000 </a:t>
                      </a:r>
                      <a:r>
                        <a:rPr lang="en-US" altLang="ko-Kore-KR" sz="800" b="1" u="none" strike="noStrike" cap="none" dirty="0">
                          <a:solidFill>
                            <a:srgbClr val="F28943"/>
                          </a:solidFill>
                        </a:rPr>
                        <a:t>TA11000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02C</a:t>
                      </a:r>
                      <a:r>
                        <a:rPr lang="en-US" sz="800" b="0" u="none" strike="noStrike" cap="none" dirty="0">
                          <a:solidFill>
                            <a:schemeClr val="bg1"/>
                          </a:solidFill>
                        </a:rPr>
                        <a:t>/L</a:t>
                      </a:r>
                      <a:endParaRPr sz="800" b="0" u="none" strike="noStrike" cap="none" dirty="0">
                        <a:solidFill>
                          <a:schemeClr val="bg1"/>
                        </a:solidFill>
                      </a:endParaRPr>
                    </a:p>
                  </a:txBody>
                  <a:tcPr marL="36000" marR="36000" marT="36000" marB="36000" anchor="ctr"/>
                </a:tc>
                <a:tc gridSpan="3">
                  <a:txBody>
                    <a:bodyPr/>
                    <a:lstStyle/>
                    <a:p>
                      <a:pPr algn="ctr"/>
                      <a:r>
                        <a:rPr lang="en-US" altLang="ko-Kore-KR" sz="800" b="1" u="none" strike="noStrike" cap="none" dirty="0">
                          <a:solidFill>
                            <a:srgbClr val="0070C0"/>
                          </a:solidFill>
                        </a:rPr>
                        <a:t>TOMAN xx</a:t>
                      </a:r>
                    </a:p>
                    <a:p>
                      <a:pPr marL="0" marR="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CHANGI </a:t>
                      </a:r>
                      <a:r>
                        <a:rPr kumimoji="0" lang="en-US" altLang="ko-Kore-KR" sz="800" b="0" i="0" u="none" strike="noStrike" kern="1200" cap="none" spc="0" normalizeH="0" baseline="0" noProof="0" dirty="0" err="1">
                          <a:ln>
                            <a:noFill/>
                          </a:ln>
                          <a:solidFill>
                            <a:prstClr val="black"/>
                          </a:solidFill>
                          <a:effectLst/>
                          <a:uLnTx/>
                          <a:uFillTx/>
                          <a:latin typeface="Calibri"/>
                          <a:cs typeface="Calibri"/>
                        </a:rPr>
                        <a:t>xC</a:t>
                      </a:r>
                      <a:endParaRPr lang="ko-Kore-KR"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r>
                        <a:rPr lang="en-US" sz="800" b="1" u="none" strike="noStrike" cap="none" dirty="0"/>
                        <a:t>HD 023 </a:t>
                      </a:r>
                      <a:r>
                        <a:rPr lang="en-US" sz="800" b="1" u="none" strike="noStrike" cap="none" dirty="0">
                          <a:solidFill>
                            <a:srgbClr val="0070C0"/>
                          </a:solidFill>
                        </a:rPr>
                        <a:t>ALT 3000 </a:t>
                      </a:r>
                      <a:r>
                        <a:rPr lang="en-US" altLang="ko-Kore-KR" sz="800" b="1" u="none" strike="noStrike" cap="none" dirty="0">
                          <a:solidFill>
                            <a:srgbClr val="AA47F5"/>
                          </a:solidFill>
                        </a:rPr>
                        <a:t>SPD 230</a:t>
                      </a:r>
                    </a:p>
                    <a:p>
                      <a:r>
                        <a:rPr lang="en-US" altLang="ko-Kore-KR" sz="800" b="1" u="none" strike="noStrike" cap="none" dirty="0">
                          <a:solidFill>
                            <a:srgbClr val="00B050"/>
                          </a:solidFill>
                        </a:rPr>
                        <a:t>230kts Until 4000 </a:t>
                      </a:r>
                      <a:r>
                        <a:rPr lang="en-US" altLang="ko-Kore-KR" sz="800" b="1" u="none" strike="noStrike" cap="none" dirty="0">
                          <a:solidFill>
                            <a:srgbClr val="F28943"/>
                          </a:solidFill>
                        </a:rPr>
                        <a:t>TA11000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VTK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116.5</a:t>
                      </a:r>
                    </a:p>
                  </a:txBody>
                  <a:tcPr marL="36000" marR="36000" marT="36000" marB="36000" anchor="ctr"/>
                </a:tc>
                <a:tc hMerge="1">
                  <a:txBody>
                    <a:bodyPr/>
                    <a:lstStyle/>
                    <a:p>
                      <a:endParaRPr lang="ko-Kore-KR" altLang="en-US"/>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20C ICC</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109.7</a:t>
                      </a:r>
                      <a:endParaRPr lang="ko-Kore-KR" altLang="en-US" sz="600" dirty="0"/>
                    </a:p>
                  </a:txBody>
                  <a:tcPr marL="36000" marR="36000" marT="36000" marB="36000" anchor="ct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20R ICH</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108.9</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02C ICE</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108.3</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02L ICW 110.9</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549402439"/>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chemeClr val="bg1"/>
                          </a:solidFill>
                        </a:rPr>
                        <a:t>G18-21 </a:t>
                      </a:r>
                      <a:r>
                        <a:rPr lang="en-US" sz="800" b="1" u="none" strike="noStrike" cap="none" dirty="0">
                          <a:solidFill>
                            <a:srgbClr val="7030A0"/>
                          </a:solidFill>
                        </a:rPr>
                        <a:t>Standard P/B</a:t>
                      </a:r>
                      <a:r>
                        <a:rPr lang="en-US" sz="800" b="0" u="none" strike="noStrike" cap="none" dirty="0">
                          <a:solidFill>
                            <a:schemeClr val="bg1"/>
                          </a:solidFill>
                        </a:rPr>
                        <a:t>, TWY R/S Max 20kts</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Cross LUSMO/AKMON xxx, T/O Before xxx</a:t>
                      </a:r>
                    </a:p>
                    <a:p>
                      <a:pPr marL="0" marR="0" lvl="0" indent="0" algn="ctr" defTabSz="914400"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RWY 20C/R : CHK Min Climb Grad by NAVBLUE</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FCD65549-5296-57C2-43A8-7C22DCC7F045}"/>
              </a:ext>
            </a:extLst>
          </p:cNvPr>
          <p:cNvGraphicFramePr/>
          <p:nvPr>
            <p:extLst>
              <p:ext uri="{D42A27DB-BD31-4B8C-83A1-F6EECF244321}">
                <p14:modId xmlns:p14="http://schemas.microsoft.com/office/powerpoint/2010/main" val="2224855411"/>
              </p:ext>
            </p:extLst>
          </p:nvPr>
        </p:nvGraphicFramePr>
        <p:xfrm>
          <a:off x="-2501" y="16504"/>
          <a:ext cx="2328850" cy="626496"/>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89826">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WSSS(SIN) 22ft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36670">
                <a:tc>
                  <a:txBody>
                    <a:bodyPr/>
                    <a:lstStyle/>
                    <a:p>
                      <a:pPr marL="0" marR="0" lvl="0" indent="0" algn="ctr" rtl="0">
                        <a:spcBef>
                          <a:spcPts val="0"/>
                        </a:spcBef>
                        <a:spcAft>
                          <a:spcPts val="0"/>
                        </a:spcAft>
                        <a:buNone/>
                      </a:pPr>
                      <a:r>
                        <a:rPr lang="en-US" sz="800" dirty="0"/>
                        <a:t>SATS Flt </a:t>
                      </a:r>
                      <a:r>
                        <a:rPr lang="en-US" sz="800" dirty="0" err="1"/>
                        <a:t>Oper</a:t>
                      </a:r>
                      <a:r>
                        <a:rPr lang="en-US" sz="800" dirty="0"/>
                        <a:t> 131.22</a:t>
                      </a:r>
                      <a:endParaRPr sz="1200" dirty="0"/>
                    </a:p>
                    <a:p>
                      <a:pPr marL="0" marR="0" lvl="0" indent="0" algn="ctr" rtl="0">
                        <a:spcBef>
                          <a:spcPts val="0"/>
                        </a:spcBef>
                        <a:spcAft>
                          <a:spcPts val="0"/>
                        </a:spcAft>
                        <a:buNone/>
                      </a:pPr>
                      <a:r>
                        <a:rPr lang="en-US" altLang="ko-KR" sz="700" dirty="0">
                          <a:solidFill>
                            <a:srgbClr val="FF0000"/>
                          </a:solidFill>
                        </a:rPr>
                        <a:t>DCL -20min , Voice -5min</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EAE1DF72-9A2B-A776-0424-A82EB55A9059}"/>
              </a:ext>
            </a:extLst>
          </p:cNvPr>
          <p:cNvSpPr/>
          <p:nvPr/>
        </p:nvSpPr>
        <p:spPr>
          <a:xfrm>
            <a:off x="863730" y="2666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7" name="TextBox 6">
            <a:extLst>
              <a:ext uri="{FF2B5EF4-FFF2-40B4-BE49-F238E27FC236}">
                <a16:creationId xmlns:a16="http://schemas.microsoft.com/office/drawing/2014/main" id="{DAFC4874-ECA9-F306-EE1D-8CB2E6F90461}"/>
              </a:ext>
            </a:extLst>
          </p:cNvPr>
          <p:cNvSpPr txBox="1"/>
          <p:nvPr/>
        </p:nvSpPr>
        <p:spPr>
          <a:xfrm>
            <a:off x="48383" y="2461940"/>
            <a:ext cx="1697581" cy="621196"/>
          </a:xfrm>
          <a:prstGeom prst="rect">
            <a:avLst/>
          </a:prstGeom>
          <a:noFill/>
        </p:spPr>
        <p:txBody>
          <a:bodyPr wrap="none" lIns="0" tIns="0" rIns="0" bIns="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DEP 120.3  - GUTUP (SIN 6556/8942) </a:t>
            </a:r>
          </a:p>
          <a:p>
            <a:pPr>
              <a:lnSpc>
                <a:spcPct val="150000"/>
              </a:lnSpc>
            </a:pPr>
            <a:r>
              <a:rPr kumimoji="1" lang="en-US" altLang="ko-Kore-KR" sz="700" b="1" u="sng" dirty="0">
                <a:latin typeface="Gulim" panose="020B0600000101010101" pitchFamily="34" charset="-127"/>
                <a:ea typeface="Gulim" panose="020B0600000101010101" pitchFamily="34" charset="-127"/>
              </a:rPr>
              <a:t>HCM AKMON 133.05 - UDOSI 120.7 </a:t>
            </a:r>
          </a:p>
          <a:p>
            <a:pPr>
              <a:lnSpc>
                <a:spcPct val="150000"/>
              </a:lnSpc>
            </a:pPr>
            <a:r>
              <a:rPr kumimoji="1" lang="en-US" altLang="ko-Kore-KR" sz="700" b="1" u="sng" dirty="0">
                <a:latin typeface="Gulim" panose="020B0600000101010101" pitchFamily="34" charset="-127"/>
                <a:ea typeface="Gulim" panose="020B0600000101010101" pitchFamily="34" charset="-127"/>
              </a:rPr>
              <a:t>ARESI 8942/5655 Unable AKOTA 119.3</a:t>
            </a:r>
          </a:p>
          <a:p>
            <a:pPr>
              <a:lnSpc>
                <a:spcPct val="150000"/>
              </a:lnSpc>
            </a:pPr>
            <a:r>
              <a:rPr kumimoji="1" lang="en-US" altLang="ko-KR" sz="700" b="1" u="sng" dirty="0">
                <a:solidFill>
                  <a:srgbClr val="C00000"/>
                </a:solidFill>
                <a:latin typeface="Gulim" panose="020B0600000101010101" pitchFamily="34" charset="-127"/>
                <a:ea typeface="Gulim" panose="020B0600000101010101" pitchFamily="34" charset="-127"/>
              </a:rPr>
              <a:t>SENKA /20</a:t>
            </a:r>
          </a:p>
        </p:txBody>
      </p:sp>
      <p:pic>
        <p:nvPicPr>
          <p:cNvPr id="9" name="그래픽 8" descr="집 Wi-Fi에서 작업 단색으로 채워진">
            <a:hlinkClick r:id="" action="ppaction://hlinkshowjump?jump=firstslide"/>
            <a:extLst>
              <a:ext uri="{FF2B5EF4-FFF2-40B4-BE49-F238E27FC236}">
                <a16:creationId xmlns:a16="http://schemas.microsoft.com/office/drawing/2014/main" id="{89A00C7D-BA29-4591-22CD-220D9BA33DD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856086"/>
            <a:ext cx="457200" cy="457200"/>
          </a:xfrm>
          <a:prstGeom prst="rect">
            <a:avLst/>
          </a:prstGeom>
          <a:effectLst>
            <a:outerShdw blurRad="50800" dist="50800" dir="3660000" algn="ctr" rotWithShape="0">
              <a:schemeClr val="bg1">
                <a:alpha val="82714"/>
              </a:schemeClr>
            </a:outerShdw>
          </a:effectLst>
        </p:spPr>
      </p:pic>
      <p:graphicFrame>
        <p:nvGraphicFramePr>
          <p:cNvPr id="5" name="Google Shape;283;p17">
            <a:extLst>
              <a:ext uri="{FF2B5EF4-FFF2-40B4-BE49-F238E27FC236}">
                <a16:creationId xmlns:a16="http://schemas.microsoft.com/office/drawing/2014/main" id="{62357DB2-BE8F-7354-C626-01FA1BF17381}"/>
              </a:ext>
            </a:extLst>
          </p:cNvPr>
          <p:cNvGraphicFramePr/>
          <p:nvPr>
            <p:extLst>
              <p:ext uri="{D42A27DB-BD31-4B8C-83A1-F6EECF244321}">
                <p14:modId xmlns:p14="http://schemas.microsoft.com/office/powerpoint/2010/main" val="3423549415"/>
              </p:ext>
            </p:extLst>
          </p:nvPr>
        </p:nvGraphicFramePr>
        <p:xfrm>
          <a:off x="11589" y="3297065"/>
          <a:ext cx="2314761" cy="225241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178498">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2227">
                <a:tc>
                  <a:txBody>
                    <a:bodyPr/>
                    <a:lstStyle/>
                    <a:p>
                      <a:pPr marL="0" marR="0" lvl="0" indent="0" algn="ctr" rtl="0">
                        <a:spcBef>
                          <a:spcPts val="0"/>
                        </a:spcBef>
                        <a:spcAft>
                          <a:spcPts val="0"/>
                        </a:spcAft>
                        <a:buNone/>
                      </a:pPr>
                      <a:r>
                        <a:rPr lang="en-US" sz="800" b="1" dirty="0"/>
                        <a:t>33</a:t>
                      </a:r>
                    </a:p>
                    <a:p>
                      <a:pPr marL="0" marR="0" lvl="0" indent="0" algn="ctr" rtl="0">
                        <a:spcBef>
                          <a:spcPts val="0"/>
                        </a:spcBef>
                        <a:spcAft>
                          <a:spcPts val="0"/>
                        </a:spcAft>
                        <a:buNone/>
                      </a:pPr>
                      <a:r>
                        <a:rPr lang="en-US" sz="800" b="1" dirty="0"/>
                        <a:t>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xY</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ENPIL</a:t>
                      </a:r>
                    </a:p>
                    <a:p>
                      <a:pPr marL="0" marR="0" lvl="0" indent="0" algn="ctr" rtl="0">
                        <a:spcBef>
                          <a:spcPts val="0"/>
                        </a:spcBef>
                        <a:spcAft>
                          <a:spcPts val="0"/>
                        </a:spcAft>
                        <a:buNone/>
                      </a:pPr>
                      <a:r>
                        <a:rPr lang="en-US" sz="800" b="1" dirty="0">
                          <a:solidFill>
                            <a:srgbClr val="FF0000"/>
                          </a:solidFill>
                        </a:rPr>
                        <a:t>PAMBI</a:t>
                      </a:r>
                      <a:endParaRPr sz="458" b="1"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OLMEN 180</a:t>
                      </a:r>
                    </a:p>
                    <a:p>
                      <a:pPr marL="0" marR="0" lvl="0" indent="0" algn="ctr" rtl="0">
                        <a:spcBef>
                          <a:spcPts val="0"/>
                        </a:spcBef>
                        <a:spcAft>
                          <a:spcPts val="0"/>
                        </a:spcAft>
                        <a:buNone/>
                      </a:pPr>
                      <a:r>
                        <a:rPr lang="en-US" sz="800" b="1" dirty="0"/>
                        <a:t>OLMEN 160</a:t>
                      </a:r>
                      <a:endParaRPr sz="458" b="1" dirty="0"/>
                    </a:p>
                  </a:txBody>
                  <a:tcPr marL="36000" marR="36000" marT="36000" marB="36000" anchor="ctr"/>
                </a:tc>
                <a:extLst>
                  <a:ext uri="{0D108BD9-81ED-4DB2-BD59-A6C34878D82A}">
                    <a16:rowId xmlns:a16="http://schemas.microsoft.com/office/drawing/2014/main" val="10001"/>
                  </a:ext>
                </a:extLst>
              </a:tr>
              <a:tr h="264221">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xC</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62227">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62227">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62227">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2227">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1094630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C2F3D4B0-8D43-BFE4-3DD4-3603AB1F9F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2D86D5-2C83-E005-6D23-4A41FA79A156}"/>
              </a:ext>
            </a:extLst>
          </p:cNvPr>
          <p:cNvSpPr txBox="1"/>
          <p:nvPr/>
        </p:nvSpPr>
        <p:spPr>
          <a:xfrm>
            <a:off x="-58296" y="2865194"/>
            <a:ext cx="1237839" cy="370733"/>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C00000"/>
                </a:solidFill>
                <a:latin typeface="Gulim" panose="020B0600000101010101" pitchFamily="34" charset="-127"/>
                <a:ea typeface="Gulim" panose="020B0600000101010101" pitchFamily="34" charset="-127"/>
              </a:rPr>
              <a:t>(SENKA</a:t>
            </a:r>
            <a:r>
              <a:rPr kumimoji="1" lang="ko-KR" altLang="en-US" sz="700" b="1" u="sng" dirty="0">
                <a:solidFill>
                  <a:srgbClr val="C00000"/>
                </a:solidFill>
                <a:latin typeface="Gulim" panose="020B0600000101010101" pitchFamily="34" charset="-127"/>
                <a:ea typeface="Gulim" panose="020B0600000101010101" pitchFamily="34" charset="-127"/>
              </a:rPr>
              <a:t> </a:t>
            </a:r>
            <a:r>
              <a:rPr kumimoji="1" lang="en-US" altLang="ko-KR" sz="700" b="1" u="sng" dirty="0">
                <a:solidFill>
                  <a:srgbClr val="C00000"/>
                </a:solidFill>
                <a:latin typeface="Gulim" panose="020B0600000101010101" pitchFamily="34" charset="-127"/>
                <a:ea typeface="Gulim" panose="020B0600000101010101" pitchFamily="34" charset="-127"/>
              </a:rPr>
              <a:t>/20) </a:t>
            </a:r>
          </a:p>
          <a:p>
            <a:pPr>
              <a:lnSpc>
                <a:spcPct val="150000"/>
              </a:lnSpc>
            </a:pPr>
            <a:r>
              <a:rPr kumimoji="1" lang="en-US" altLang="ko-KR" sz="700" b="1" u="sng" dirty="0">
                <a:latin typeface="Gulim" panose="020B0600000101010101" pitchFamily="34" charset="-127"/>
                <a:ea typeface="Gulim" panose="020B0600000101010101" pitchFamily="34" charset="-127"/>
              </a:rPr>
              <a:t>SANYA BD Report 122.6</a:t>
            </a:r>
          </a:p>
        </p:txBody>
      </p:sp>
      <p:graphicFrame>
        <p:nvGraphicFramePr>
          <p:cNvPr id="292" name="Google Shape;292;p18">
            <a:extLst>
              <a:ext uri="{FF2B5EF4-FFF2-40B4-BE49-F238E27FC236}">
                <a16:creationId xmlns:a16="http://schemas.microsoft.com/office/drawing/2014/main" id="{EF0BA0DA-D3B4-A9A0-9E47-D4D918630B21}"/>
              </a:ext>
            </a:extLst>
          </p:cNvPr>
          <p:cNvGraphicFramePr/>
          <p:nvPr>
            <p:extLst>
              <p:ext uri="{D42A27DB-BD31-4B8C-83A1-F6EECF244321}">
                <p14:modId xmlns:p14="http://schemas.microsoft.com/office/powerpoint/2010/main" val="4067621923"/>
              </p:ext>
            </p:extLst>
          </p:nvPr>
        </p:nvGraphicFramePr>
        <p:xfrm>
          <a:off x="-2500" y="3282478"/>
          <a:ext cx="2321630" cy="2280250"/>
        </p:xfrm>
        <a:graphic>
          <a:graphicData uri="http://schemas.openxmlformats.org/drawingml/2006/table">
            <a:tbl>
              <a:tblPr firstRow="1" bandRow="1">
                <a:noFill/>
                <a:tableStyleId>{A521BE36-7E6F-4EC9-8D66-1CF97A6895EC}</a:tableStyleId>
              </a:tblPr>
              <a:tblGrid>
                <a:gridCol w="335525">
                  <a:extLst>
                    <a:ext uri="{9D8B030D-6E8A-4147-A177-3AD203B41FA5}">
                      <a16:colId xmlns:a16="http://schemas.microsoft.com/office/drawing/2014/main" val="20000"/>
                    </a:ext>
                  </a:extLst>
                </a:gridCol>
                <a:gridCol w="188632">
                  <a:extLst>
                    <a:ext uri="{9D8B030D-6E8A-4147-A177-3AD203B41FA5}">
                      <a16:colId xmlns:a16="http://schemas.microsoft.com/office/drawing/2014/main" val="255263363"/>
                    </a:ext>
                  </a:extLst>
                </a:gridCol>
                <a:gridCol w="717421">
                  <a:extLst>
                    <a:ext uri="{9D8B030D-6E8A-4147-A177-3AD203B41FA5}">
                      <a16:colId xmlns:a16="http://schemas.microsoft.com/office/drawing/2014/main" val="20001"/>
                    </a:ext>
                  </a:extLst>
                </a:gridCol>
                <a:gridCol w="404192">
                  <a:extLst>
                    <a:ext uri="{9D8B030D-6E8A-4147-A177-3AD203B41FA5}">
                      <a16:colId xmlns:a16="http://schemas.microsoft.com/office/drawing/2014/main" val="502366202"/>
                    </a:ext>
                  </a:extLst>
                </a:gridCol>
                <a:gridCol w="675860">
                  <a:extLst>
                    <a:ext uri="{9D8B030D-6E8A-4147-A177-3AD203B41FA5}">
                      <a16:colId xmlns:a16="http://schemas.microsoft.com/office/drawing/2014/main" val="992510185"/>
                    </a:ext>
                  </a:extLst>
                </a:gridCol>
              </a:tblGrid>
              <a:tr h="155749">
                <a:tc gridSpan="5">
                  <a:txBody>
                    <a:bodyPr/>
                    <a:lstStyle/>
                    <a:p>
                      <a:pPr marL="0" marR="0" lvl="0" indent="0" algn="ctr" rtl="0">
                        <a:spcBef>
                          <a:spcPts val="0"/>
                        </a:spcBef>
                        <a:spcAft>
                          <a:spcPts val="0"/>
                        </a:spcAft>
                        <a:buNone/>
                      </a:pPr>
                      <a:r>
                        <a:rPr lang="en-US" altLang="ko-Kore-KR" sz="800" dirty="0"/>
                        <a:t>DAD </a:t>
                      </a:r>
                      <a:r>
                        <a:rPr lang="en-US" altLang="ko-Kore-KR" sz="800" dirty="0">
                          <a:solidFill>
                            <a:srgbClr val="00B0F0"/>
                          </a:solidFill>
                        </a:rPr>
                        <a:t>[353/17</a:t>
                      </a:r>
                      <a:r>
                        <a:rPr lang="en-US" altLang="ko-KR" sz="800" dirty="0">
                          <a:solidFill>
                            <a:srgbClr val="00B0F0"/>
                          </a:solidFill>
                        </a:rPr>
                        <a:t>3</a:t>
                      </a:r>
                      <a:r>
                        <a:rPr lang="en-US" altLang="ko-Kore-KR" sz="800" dirty="0">
                          <a:solidFill>
                            <a:srgbClr val="00B0F0"/>
                          </a:solidFill>
                        </a:rPr>
                        <a:t>]</a:t>
                      </a:r>
                      <a:r>
                        <a:rPr lang="en-US" altLang="ko-Kore-KR" sz="800" dirty="0"/>
                        <a:t> : STAR TL100 UTC+7, </a:t>
                      </a:r>
                      <a:r>
                        <a:rPr lang="en-US" altLang="ko-Kore-KR" sz="800" dirty="0">
                          <a:solidFill>
                            <a:srgbClr val="00B0F0"/>
                          </a:solidFill>
                        </a:rPr>
                        <a:t>C/S xxx Heavy</a:t>
                      </a:r>
                    </a:p>
                    <a:p>
                      <a:pPr marL="0" marR="0" lvl="0" indent="0" algn="ctr" rtl="0">
                        <a:spcBef>
                          <a:spcPts val="0"/>
                        </a:spcBef>
                        <a:spcAft>
                          <a:spcPts val="0"/>
                        </a:spcAft>
                        <a:buNone/>
                      </a:pPr>
                      <a:r>
                        <a:rPr lang="en-US" altLang="ko-Kore-KR" sz="800" dirty="0">
                          <a:solidFill>
                            <a:srgbClr val="FFC000"/>
                          </a:solidFill>
                        </a:rPr>
                        <a:t>SPD CTL via STAR Chart, </a:t>
                      </a:r>
                      <a:r>
                        <a:rPr lang="en-US" altLang="ko-Kore-KR" sz="800" dirty="0">
                          <a:solidFill>
                            <a:srgbClr val="00B050"/>
                          </a:solidFill>
                        </a:rPr>
                        <a:t>VOR 17 Available</a:t>
                      </a:r>
                      <a:endParaRPr lang="en-US" altLang="ko-Kore-KR" sz="800" b="1" dirty="0">
                        <a:solidFill>
                          <a:srgbClr val="00B050"/>
                        </a:solidFill>
                      </a:endParaRPr>
                    </a:p>
                  </a:txBody>
                  <a:tcPr marL="0" marR="0" marT="45725" marB="45725" anchor="ct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30547">
                <a:tc>
                  <a:txBody>
                    <a:bodyPr/>
                    <a:lstStyle/>
                    <a:p>
                      <a:pPr marL="0" marR="0" lvl="0" indent="0" algn="ctr" rtl="0">
                        <a:spcBef>
                          <a:spcPts val="0"/>
                        </a:spcBef>
                        <a:spcAft>
                          <a:spcPts val="0"/>
                        </a:spcAft>
                        <a:buNone/>
                      </a:pPr>
                      <a:r>
                        <a:rPr lang="en-US" sz="800" b="1" dirty="0">
                          <a:solidFill>
                            <a:srgbClr val="0070C0"/>
                          </a:solidFill>
                        </a:rPr>
                        <a:t>35L</a:t>
                      </a:r>
                      <a:r>
                        <a:rPr lang="en-US" sz="800" b="0" dirty="0"/>
                        <a:t>/R</a:t>
                      </a:r>
                      <a:endParaRPr sz="800" b="0"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BUNTA x M/N</a:t>
                      </a:r>
                      <a:r>
                        <a:rPr lang="en-US" sz="800" b="0" dirty="0"/>
                        <a:t>/L/K</a:t>
                      </a:r>
                    </a:p>
                    <a:p>
                      <a:pPr marL="0" marR="0" lvl="0" indent="0" algn="ctr" rtl="0">
                        <a:spcBef>
                          <a:spcPts val="0"/>
                        </a:spcBef>
                        <a:spcAft>
                          <a:spcPts val="0"/>
                        </a:spcAft>
                        <a:buNone/>
                      </a:pPr>
                      <a:r>
                        <a:rPr lang="en-US" sz="800" b="0" dirty="0"/>
                        <a:t>L/K : RNAV </a:t>
                      </a:r>
                      <a:r>
                        <a:rPr lang="en-US" sz="800" b="0" dirty="0" err="1"/>
                        <a:t>Arr</a:t>
                      </a:r>
                      <a:r>
                        <a:rPr lang="en-US" sz="800" b="0" dirty="0"/>
                        <a:t> chart</a:t>
                      </a:r>
                    </a:p>
                    <a:p>
                      <a:pPr marL="0" marR="0" lvl="0" indent="0" algn="ctr" rtl="0">
                        <a:spcBef>
                          <a:spcPts val="0"/>
                        </a:spcBef>
                        <a:spcAft>
                          <a:spcPts val="0"/>
                        </a:spcAft>
                        <a:buNone/>
                      </a:pPr>
                      <a:r>
                        <a:rPr lang="en-US" sz="800" b="1" dirty="0">
                          <a:solidFill>
                            <a:srgbClr val="7030A0"/>
                          </a:solidFill>
                        </a:rPr>
                        <a:t>Long STAR Primary</a:t>
                      </a:r>
                      <a:endParaRPr sz="800" b="1" dirty="0">
                        <a:solidFill>
                          <a:srgbClr val="7030A0"/>
                        </a:solidFill>
                      </a:endParaRPr>
                    </a:p>
                  </a:txBody>
                  <a:tcPr marL="36000" marR="36000" marT="36000" marB="36000" anchor="ctr"/>
                </a:tc>
                <a:tc hMerge="1">
                  <a:txBody>
                    <a:bodyPr/>
                    <a:lstStyle/>
                    <a:p>
                      <a:pPr marL="0" marR="0" lvl="0" indent="0" algn="ctr" rtl="0">
                        <a:spcBef>
                          <a:spcPts val="0"/>
                        </a:spcBef>
                        <a:spcAft>
                          <a:spcPts val="0"/>
                        </a:spcAft>
                        <a:buNone/>
                      </a:pPr>
                      <a:r>
                        <a:rPr lang="en-US" sz="800" b="1" dirty="0">
                          <a:solidFill>
                            <a:srgbClr val="0070C0"/>
                          </a:solidFill>
                        </a:rPr>
                        <a:t>BUNTA x M</a:t>
                      </a:r>
                      <a:r>
                        <a:rPr lang="en-US" sz="800" b="0" dirty="0"/>
                        <a:t>/N/L/K</a:t>
                      </a:r>
                    </a:p>
                  </a:txBody>
                  <a:tcPr marL="36000" marR="36000" marT="36000" marB="36000" anchor="ctr"/>
                </a:tc>
                <a:tc>
                  <a:txBody>
                    <a:bodyPr/>
                    <a:lstStyle/>
                    <a:p>
                      <a:pPr algn="ctr"/>
                      <a:r>
                        <a:rPr lang="en-US" altLang="ko-Kore-KR" sz="800" b="1" dirty="0"/>
                        <a:t>TAMLA</a:t>
                      </a:r>
                    </a:p>
                  </a:txBody>
                  <a:tcPr marL="36000" marR="36000" marT="36000" marB="36000" anchor="ctr"/>
                </a:tc>
                <a:tc>
                  <a:txBody>
                    <a:bodyPr/>
                    <a:lstStyle/>
                    <a:p>
                      <a:pPr marL="0" marR="0" lvl="0" indent="0" algn="ctr" rtl="0">
                        <a:spcBef>
                          <a:spcPts val="0"/>
                        </a:spcBef>
                        <a:spcAft>
                          <a:spcPts val="0"/>
                        </a:spcAft>
                        <a:buNone/>
                      </a:pPr>
                      <a:r>
                        <a:rPr lang="en-US" sz="800" b="1" dirty="0"/>
                        <a:t>ILS V 35L</a:t>
                      </a:r>
                      <a:r>
                        <a:rPr lang="en-US" sz="800" b="0" dirty="0"/>
                        <a:t>/R</a:t>
                      </a:r>
                      <a:endParaRPr lang="ko-Kore-KR" altLang="en-US" b="0" dirty="0"/>
                    </a:p>
                  </a:txBody>
                  <a:tcPr marL="36000" marR="36000" marT="36000" marB="36000" anchor="ctr"/>
                </a:tc>
                <a:extLst>
                  <a:ext uri="{0D108BD9-81ED-4DB2-BD59-A6C34878D82A}">
                    <a16:rowId xmlns:a16="http://schemas.microsoft.com/office/drawing/2014/main" val="10001"/>
                  </a:ext>
                </a:extLst>
              </a:tr>
              <a:tr h="0">
                <a:tc>
                  <a:txBody>
                    <a:bodyPr/>
                    <a:lstStyle/>
                    <a:p>
                      <a:pPr marL="0" marR="0" lvl="0" indent="0" algn="ctr" rtl="0">
                        <a:spcBef>
                          <a:spcPts val="0"/>
                        </a:spcBef>
                        <a:spcAft>
                          <a:spcPts val="0"/>
                        </a:spcAft>
                        <a:buNone/>
                      </a:pPr>
                      <a:r>
                        <a:rPr lang="en-US" sz="800" b="1" dirty="0">
                          <a:solidFill>
                            <a:srgbClr val="0070C0"/>
                          </a:solidFill>
                        </a:rPr>
                        <a:t>17R</a:t>
                      </a:r>
                      <a:r>
                        <a:rPr lang="en-US" sz="800" b="0" dirty="0"/>
                        <a:t>/L</a:t>
                      </a:r>
                    </a:p>
                    <a:p>
                      <a:pPr marL="0" marR="0" lvl="0" indent="0" algn="ctr" rtl="0">
                        <a:spcBef>
                          <a:spcPts val="0"/>
                        </a:spcBef>
                        <a:spcAft>
                          <a:spcPts val="0"/>
                        </a:spcAft>
                        <a:buNone/>
                      </a:pPr>
                      <a:r>
                        <a:rPr lang="en-US" sz="800" b="1" dirty="0">
                          <a:solidFill>
                            <a:srgbClr val="C00000"/>
                          </a:solidFill>
                        </a:rPr>
                        <a:t>3.5</a:t>
                      </a:r>
                      <a:endParaRPr sz="800" b="1" dirty="0">
                        <a:solidFill>
                          <a:srgbClr val="C00000"/>
                        </a:solidFill>
                      </a:endParaRPr>
                    </a:p>
                  </a:txBody>
                  <a:tcPr marL="36000" marR="36000" marT="36000" marB="36000" anchor="ctr"/>
                </a:tc>
                <a:tc gridSpan="2">
                  <a:txBody>
                    <a:bodyPr/>
                    <a:lstStyle/>
                    <a:p>
                      <a:pPr marL="0" marR="0" lvl="0" indent="0" algn="ctr" rtl="0">
                        <a:spcBef>
                          <a:spcPts val="0"/>
                        </a:spcBef>
                        <a:spcAft>
                          <a:spcPts val="0"/>
                        </a:spcAft>
                        <a:buNone/>
                      </a:pPr>
                      <a:r>
                        <a:rPr lang="en-US" altLang="ko-Kore-KR" sz="800" b="1" dirty="0">
                          <a:solidFill>
                            <a:srgbClr val="0070C0"/>
                          </a:solidFill>
                        </a:rPr>
                        <a:t>BUNTA x D</a:t>
                      </a:r>
                      <a:r>
                        <a:rPr kumimoji="0" lang="en-US" sz="800" b="1" i="0" u="none" strike="noStrike" kern="0" cap="none" spc="0" normalizeH="0" baseline="0" noProof="0" dirty="0">
                          <a:ln>
                            <a:noFill/>
                          </a:ln>
                          <a:solidFill>
                            <a:srgbClr val="000000"/>
                          </a:solidFill>
                          <a:effectLst/>
                          <a:uLnTx/>
                          <a:uFillTx/>
                          <a:latin typeface="Calibri"/>
                          <a:cs typeface="Calibri"/>
                          <a:sym typeface="Arial"/>
                        </a:rPr>
                        <a:t> </a:t>
                      </a:r>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solidFill>
                            <a:srgbClr val="0070C0"/>
                          </a:solidFill>
                        </a:rPr>
                        <a:t>BUNTA x E</a:t>
                      </a: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 </a:t>
                      </a:r>
                    </a:p>
                  </a:txBody>
                  <a:tcPr marL="36000" marR="36000" marT="36000" marB="36000" anchor="ctr"/>
                </a:tc>
                <a:tc hMerge="1">
                  <a:txBody>
                    <a:bodyPr/>
                    <a:lstStyle/>
                    <a:p>
                      <a:pPr marL="0" marR="0" lvl="0" indent="0" algn="ctr" rtl="0">
                        <a:spcBef>
                          <a:spcPts val="0"/>
                        </a:spcBef>
                        <a:spcAft>
                          <a:spcPts val="0"/>
                        </a:spcAft>
                        <a:buNone/>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MABAL/KARTO </a:t>
                      </a:r>
                      <a:r>
                        <a:rPr kumimoji="0" lang="en-US" altLang="ko-Kore-KR" sz="800" b="1" i="0" u="none" strike="noStrike" kern="0" cap="none" spc="0" normalizeH="0" baseline="0" noProof="0" dirty="0" err="1">
                          <a:ln>
                            <a:noFill/>
                          </a:ln>
                          <a:solidFill>
                            <a:srgbClr val="000000"/>
                          </a:solidFill>
                          <a:effectLst/>
                          <a:uLnTx/>
                          <a:uFillTx/>
                          <a:latin typeface="Calibri"/>
                          <a:cs typeface="Calibri"/>
                          <a:sym typeface="Arial"/>
                        </a:rPr>
                        <a:t>xxB</a:t>
                      </a:r>
                      <a:endParaRPr kumimoji="0" lang="en-US" altLang="ko-Kore-KR" sz="800" b="1"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algn="ct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DAN</a:t>
                      </a:r>
                    </a:p>
                    <a:p>
                      <a:pPr algn="ct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D057O</a:t>
                      </a:r>
                      <a:endParaRPr lang="ko-Kore-KR" altLang="en-US" dirty="0"/>
                    </a:p>
                  </a:txBody>
                  <a:tcPr marL="36000" marR="36000" marT="36000" marB="36000" anchor="ctr"/>
                </a:tc>
                <a:tc>
                  <a:txBody>
                    <a:bodyPr/>
                    <a:lstStyle/>
                    <a:p>
                      <a:pPr algn="ctr"/>
                      <a:r>
                        <a:rPr lang="en-US" sz="800" b="1" dirty="0"/>
                        <a:t>VOR Z 17R</a:t>
                      </a:r>
                      <a:r>
                        <a:rPr lang="en-US" sz="800" b="0" dirty="0"/>
                        <a:t>/L</a:t>
                      </a:r>
                      <a:r>
                        <a:rPr lang="en-US" sz="800" b="1" dirty="0"/>
                        <a:t> </a:t>
                      </a:r>
                    </a:p>
                    <a:p>
                      <a:pPr algn="ctr"/>
                      <a:r>
                        <a:rPr lang="en-US" altLang="ko-Kore-KR" sz="800" b="1" dirty="0"/>
                        <a:t>VOR Y 17R</a:t>
                      </a:r>
                      <a:r>
                        <a:rPr lang="en-US" altLang="ko-Kore-KR" sz="800" b="0" dirty="0"/>
                        <a:t>/L</a:t>
                      </a:r>
                      <a:endParaRPr lang="ko-Kore-KR" altLang="en-US" b="0" dirty="0">
                        <a:solidFill>
                          <a:srgbClr val="C00000"/>
                        </a:solidFill>
                      </a:endParaRPr>
                    </a:p>
                  </a:txBody>
                  <a:tcPr marL="36000" marR="36000" marT="36000" marB="36000" anchor="ctr"/>
                </a:tc>
                <a:extLst>
                  <a:ext uri="{0D108BD9-81ED-4DB2-BD59-A6C34878D82A}">
                    <a16:rowId xmlns:a16="http://schemas.microsoft.com/office/drawing/2014/main" val="10002"/>
                  </a:ext>
                </a:extLst>
              </a:tr>
              <a:tr h="141551">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hMerge="1">
                  <a:txBody>
                    <a:bodyPr/>
                    <a:lstStyle/>
                    <a:p>
                      <a:pPr marL="0" marR="0" lvl="0" indent="0" algn="ctr" rtl="0">
                        <a:lnSpc>
                          <a:spcPct val="100000"/>
                        </a:lnSpc>
                        <a:spcBef>
                          <a:spcPts val="0"/>
                        </a:spcBef>
                        <a:spcAft>
                          <a:spcPts val="0"/>
                        </a:spcAft>
                        <a:buClr>
                          <a:schemeClr val="lt1"/>
                        </a:buClr>
                        <a:buSzPts val="800"/>
                        <a:buFont typeface="Calibri"/>
                        <a:buNone/>
                      </a:pP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70C0"/>
                          </a:solidFill>
                        </a:rPr>
                        <a:t>DAN, </a:t>
                      </a:r>
                      <a:r>
                        <a:rPr lang="en-US" altLang="ko-KR" sz="800" b="1" dirty="0">
                          <a:solidFill>
                            <a:srgbClr val="C00000"/>
                          </a:solidFill>
                        </a:rPr>
                        <a:t>35L DAD, 35R IDR</a:t>
                      </a:r>
                      <a:endParaRPr sz="800" b="1" dirty="0">
                        <a:solidFill>
                          <a:srgbClr val="C00000"/>
                        </a:solidFill>
                      </a:endParaRPr>
                    </a:p>
                  </a:txBody>
                  <a:tcPr marL="36000" marR="36000" marT="36000" marB="36000" anchor="ctr"/>
                </a:tc>
                <a:tc hMerge="1">
                  <a:txBody>
                    <a:bodyPr/>
                    <a:lstStyle/>
                    <a:p>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41551">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pPr marL="0" marR="0" lvl="0" indent="0" algn="ctr" rtl="0">
                        <a:lnSpc>
                          <a:spcPct val="100000"/>
                        </a:lnSpc>
                        <a:spcBef>
                          <a:spcPts val="0"/>
                        </a:spcBef>
                        <a:spcAft>
                          <a:spcPts val="0"/>
                        </a:spcAft>
                        <a:buClr>
                          <a:schemeClr val="lt1"/>
                        </a:buClr>
                        <a:buSzPts val="800"/>
                        <a:buFont typeface="Calibri"/>
                        <a:buNone/>
                      </a:pP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err="1">
                          <a:solidFill>
                            <a:schemeClr val="bg1"/>
                          </a:solidFill>
                        </a:rPr>
                        <a:t>RWxx</a:t>
                      </a:r>
                      <a:r>
                        <a:rPr lang="en-US" sz="800" b="1" dirty="0">
                          <a:solidFill>
                            <a:schemeClr val="bg1"/>
                          </a:solidFill>
                        </a:rPr>
                        <a:t> /12 (200tks), /5 (160kts)</a:t>
                      </a: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C0000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433256594"/>
                  </a:ext>
                </a:extLst>
              </a:tr>
              <a:tr h="0">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bg1"/>
                          </a:solidFill>
                        </a:rPr>
                        <a:t>35L : </a:t>
                      </a:r>
                      <a:r>
                        <a:rPr lang="en-US" sz="800" b="1" dirty="0">
                          <a:solidFill>
                            <a:srgbClr val="C00000"/>
                          </a:solidFill>
                        </a:rPr>
                        <a:t>G4(6702’), </a:t>
                      </a:r>
                      <a:r>
                        <a:rPr lang="en-US" sz="800" b="1" dirty="0">
                          <a:solidFill>
                            <a:srgbClr val="0070C0"/>
                          </a:solidFill>
                        </a:rPr>
                        <a:t>G6(9803’), </a:t>
                      </a:r>
                      <a:r>
                        <a:rPr lang="en-US" sz="800" b="0" dirty="0">
                          <a:solidFill>
                            <a:schemeClr val="bg1"/>
                          </a:solidFill>
                        </a:rPr>
                        <a:t>17R : </a:t>
                      </a:r>
                      <a:r>
                        <a:rPr lang="en-US" sz="800" b="1" dirty="0">
                          <a:solidFill>
                            <a:srgbClr val="C00000"/>
                          </a:solidFill>
                        </a:rPr>
                        <a:t>G2(7089’), </a:t>
                      </a:r>
                      <a:r>
                        <a:rPr lang="en-US" sz="800" b="0" dirty="0">
                          <a:solidFill>
                            <a:schemeClr val="bg1"/>
                          </a:solidFill>
                        </a:rPr>
                        <a:t>G1(9776’)</a:t>
                      </a:r>
                    </a:p>
                    <a:p>
                      <a:pPr marL="0" marR="0" lvl="0" indent="0" algn="ctr" rtl="0">
                        <a:lnSpc>
                          <a:spcPct val="100000"/>
                        </a:lnSpc>
                        <a:spcBef>
                          <a:spcPts val="0"/>
                        </a:spcBef>
                        <a:spcAft>
                          <a:spcPts val="0"/>
                        </a:spcAft>
                        <a:buClr>
                          <a:schemeClr val="dk1"/>
                        </a:buClr>
                        <a:buSzPts val="800"/>
                        <a:buFont typeface="Calibri"/>
                        <a:buNone/>
                      </a:pPr>
                      <a:r>
                        <a:rPr lang="en-US" altLang="ko-Kore-KR" sz="800" b="0" dirty="0">
                          <a:solidFill>
                            <a:schemeClr val="bg1"/>
                          </a:solidFill>
                        </a:rPr>
                        <a:t>35R : </a:t>
                      </a:r>
                      <a:r>
                        <a:rPr lang="en-US" altLang="ko-Kore-KR" sz="800" b="0" dirty="0">
                          <a:solidFill>
                            <a:srgbClr val="F28943"/>
                          </a:solidFill>
                        </a:rPr>
                        <a:t>E4(7198’), </a:t>
                      </a:r>
                      <a:r>
                        <a:rPr lang="en-US" altLang="ko-Kore-KR" sz="800" b="0" dirty="0">
                          <a:solidFill>
                            <a:srgbClr val="0070C0"/>
                          </a:solidFill>
                        </a:rPr>
                        <a:t>E6(10275’), </a:t>
                      </a:r>
                      <a:r>
                        <a:rPr lang="en-US" altLang="ko-Kore-KR" sz="800" b="0" dirty="0">
                          <a:solidFill>
                            <a:schemeClr val="bg1"/>
                          </a:solidFill>
                        </a:rPr>
                        <a:t>17L : E2(8044’), E1(10754’)</a:t>
                      </a:r>
                    </a:p>
                    <a:p>
                      <a:pPr marL="0" marR="0" lvl="0" indent="0" algn="ctr" rtl="0">
                        <a:lnSpc>
                          <a:spcPct val="100000"/>
                        </a:lnSpc>
                        <a:spcBef>
                          <a:spcPts val="0"/>
                        </a:spcBef>
                        <a:spcAft>
                          <a:spcPts val="0"/>
                        </a:spcAft>
                        <a:buClr>
                          <a:schemeClr val="dk1"/>
                        </a:buClr>
                        <a:buSzPts val="800"/>
                        <a:buFont typeface="Calibri"/>
                        <a:buNone/>
                      </a:pPr>
                      <a:r>
                        <a:rPr lang="en-US" altLang="ko-Kore-KR" sz="800" b="0" dirty="0">
                          <a:solidFill>
                            <a:srgbClr val="0070C0"/>
                          </a:solidFill>
                        </a:rPr>
                        <a:t>NO RAPID EXIT TWY, 90 Degree TURN, </a:t>
                      </a:r>
                      <a:r>
                        <a:rPr lang="en-US" altLang="ko-Kore-KR" sz="800" b="1" dirty="0">
                          <a:solidFill>
                            <a:srgbClr val="F28943"/>
                          </a:solidFill>
                        </a:rPr>
                        <a:t>AFT LD CONF 1</a:t>
                      </a:r>
                    </a:p>
                  </a:txBody>
                  <a:tcPr marL="0" marR="0" marT="0" marB="0" anchor="ct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230547">
                <a:tc gridSpan="5">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chemeClr val="bg1"/>
                          </a:solidFill>
                          <a:effectLst/>
                          <a:uLnTx/>
                          <a:uFillTx/>
                          <a:latin typeface="Calibri"/>
                          <a:cs typeface="Calibri"/>
                          <a:sym typeface="Arial"/>
                        </a:rPr>
                        <a:t>Follow me Car on E</a:t>
                      </a: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 E2,3,4 Narrow Over-steering</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TWY D </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사용 금지</a:t>
                      </a:r>
                      <a:r>
                        <a:rPr kumimoji="0" lang="en-US" altLang="ko-KR" sz="800" b="1" i="0" u="none" strike="noStrike" kern="0" cap="none" spc="0" normalizeH="0" baseline="0" noProof="0" dirty="0">
                          <a:ln>
                            <a:noFill/>
                          </a:ln>
                          <a:solidFill>
                            <a:srgbClr val="C00000"/>
                          </a:solidFill>
                          <a:effectLst/>
                          <a:uLnTx/>
                          <a:uFillTx/>
                          <a:latin typeface="Calibri"/>
                          <a:cs typeface="Calibri"/>
                          <a:sym typeface="Arial"/>
                        </a:rPr>
                        <a:t>,</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 소형기</a:t>
                      </a:r>
                      <a:r>
                        <a:rPr kumimoji="0" lang="en-US" altLang="ko-KR" sz="800" b="1" i="0" u="none" strike="noStrike" kern="0" cap="none" spc="0" normalizeH="0" baseline="0" noProof="0" dirty="0">
                          <a:ln>
                            <a:noFill/>
                          </a:ln>
                          <a:solidFill>
                            <a:srgbClr val="C00000"/>
                          </a:solidFill>
                          <a:effectLst/>
                          <a:uLnTx/>
                          <a:uFillTx/>
                          <a:latin typeface="Calibri"/>
                          <a:cs typeface="Calibri"/>
                          <a:sym typeface="Arial"/>
                        </a:rPr>
                        <a:t> on D</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시만 </a:t>
                      </a:r>
                      <a:r>
                        <a:rPr kumimoji="0" lang="en-US" altLang="ko-KR" sz="800" b="1" i="0" u="none" strike="noStrike" kern="0" cap="none" spc="0" normalizeH="0" baseline="0" noProof="0" dirty="0">
                          <a:ln>
                            <a:noFill/>
                          </a:ln>
                          <a:solidFill>
                            <a:srgbClr val="C00000"/>
                          </a:solidFill>
                          <a:effectLst/>
                          <a:uLnTx/>
                          <a:uFillTx/>
                          <a:latin typeface="Calibri"/>
                          <a:cs typeface="Calibri"/>
                          <a:sym typeface="Arial"/>
                        </a:rPr>
                        <a:t>E</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 사용가능</a:t>
                      </a:r>
                      <a:endParaRPr kumimoji="0" lang="en-US" altLang="ko-KR" sz="800" b="1" i="0" u="none" strike="noStrike" kern="0" cap="none" spc="0" normalizeH="0" baseline="0" noProof="0" dirty="0">
                        <a:ln>
                          <a:noFill/>
                        </a:ln>
                        <a:solidFill>
                          <a:srgbClr val="C00000"/>
                        </a:solidFill>
                        <a:effectLst/>
                        <a:uLnTx/>
                        <a:uFillTx/>
                        <a:latin typeface="Calibri"/>
                        <a:cs typeface="Calibri"/>
                        <a:sym typeface="Arial"/>
                      </a:endParaRP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R" sz="800" b="1" i="0" u="none" strike="noStrike" kern="0" cap="none" spc="0" normalizeH="0" baseline="0" noProof="0" dirty="0">
                          <a:ln>
                            <a:noFill/>
                          </a:ln>
                          <a:solidFill>
                            <a:srgbClr val="C00000"/>
                          </a:solidFill>
                          <a:effectLst/>
                          <a:uLnTx/>
                          <a:uFillTx/>
                          <a:latin typeface="Calibri"/>
                          <a:cs typeface="Calibri"/>
                          <a:sym typeface="Arial"/>
                        </a:rPr>
                        <a:t>Gate IN From TWY E Only, </a:t>
                      </a:r>
                      <a:r>
                        <a:rPr kumimoji="0" lang="en-US" altLang="ko-KR" sz="800" b="1" i="0" u="none" strike="noStrike" kern="0" cap="none" spc="0" normalizeH="0" baseline="0" noProof="0" dirty="0">
                          <a:ln>
                            <a:noFill/>
                          </a:ln>
                          <a:solidFill>
                            <a:srgbClr val="7030A0"/>
                          </a:solidFill>
                          <a:effectLst/>
                          <a:uLnTx/>
                          <a:uFillTx/>
                          <a:latin typeface="Calibri"/>
                          <a:cs typeface="Calibri"/>
                          <a:sym typeface="Arial"/>
                        </a:rPr>
                        <a:t>5m 1kts</a:t>
                      </a:r>
                      <a:r>
                        <a:rPr kumimoji="0" lang="ko-KR" altLang="en-US" sz="800" b="1" i="0" u="none" strike="noStrike" kern="0" cap="none" spc="0" normalizeH="0" baseline="0" noProof="0" dirty="0">
                          <a:ln>
                            <a:noFill/>
                          </a:ln>
                          <a:solidFill>
                            <a:srgbClr val="7030A0"/>
                          </a:solidFill>
                          <a:effectLst/>
                          <a:uLnTx/>
                          <a:uFillTx/>
                          <a:latin typeface="Calibri"/>
                          <a:cs typeface="Calibri"/>
                          <a:sym typeface="Arial"/>
                        </a:rPr>
                        <a:t> </a:t>
                      </a:r>
                      <a:r>
                        <a:rPr kumimoji="0" lang="en-US" altLang="ko-KR" sz="800" b="1" i="0" u="none" strike="noStrike" kern="0" cap="none" spc="0" normalizeH="0" baseline="0" noProof="0" dirty="0">
                          <a:ln>
                            <a:noFill/>
                          </a:ln>
                          <a:solidFill>
                            <a:srgbClr val="7030A0"/>
                          </a:solidFill>
                          <a:effectLst/>
                          <a:uLnTx/>
                          <a:uFillTx/>
                          <a:latin typeface="Calibri"/>
                          <a:cs typeface="Calibri"/>
                          <a:sym typeface="Arial"/>
                        </a:rPr>
                        <a:t>Ready for STOP</a:t>
                      </a:r>
                      <a:r>
                        <a:rPr kumimoji="0" lang="en-US" altLang="ko-KR" sz="800" b="1" i="0" u="none" strike="noStrike" kern="0" cap="none" spc="0" normalizeH="0" baseline="0" noProof="0" dirty="0">
                          <a:ln>
                            <a:noFill/>
                          </a:ln>
                          <a:solidFill>
                            <a:srgbClr val="C00000"/>
                          </a:solidFill>
                          <a:effectLst/>
                          <a:uLnTx/>
                          <a:uFillTx/>
                          <a:latin typeface="Calibri"/>
                          <a:cs typeface="Calibri"/>
                          <a:sym typeface="Arial"/>
                        </a:rPr>
                        <a:t> </a:t>
                      </a:r>
                      <a:endParaRPr lang="en-US" sz="800" b="1" dirty="0">
                        <a:solidFill>
                          <a:schemeClr val="bg1"/>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FCB3BB01-F667-CB8A-7E9B-BA07DF0884E9}"/>
              </a:ext>
            </a:extLst>
          </p:cNvPr>
          <p:cNvGraphicFramePr/>
          <p:nvPr>
            <p:extLst>
              <p:ext uri="{D42A27DB-BD31-4B8C-83A1-F6EECF244321}">
                <p14:modId xmlns:p14="http://schemas.microsoft.com/office/powerpoint/2010/main" val="1317867065"/>
              </p:ext>
            </p:extLst>
          </p:nvPr>
        </p:nvGraphicFramePr>
        <p:xfrm>
          <a:off x="-2501" y="9878"/>
          <a:ext cx="2328850" cy="611708"/>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45938">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VVDN(DAD) 30ft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4762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 </a:t>
                      </a:r>
                      <a:r>
                        <a:rPr lang="en-US" sz="700" b="1" dirty="0">
                          <a:solidFill>
                            <a:srgbClr val="0070C0"/>
                          </a:solidFill>
                        </a:rPr>
                        <a:t>ATIS 30’</a:t>
                      </a:r>
                    </a:p>
                    <a:p>
                      <a:pPr marL="0" marR="0" lvl="0" indent="0" algn="ctr" rtl="0">
                        <a:spcBef>
                          <a:spcPts val="0"/>
                        </a:spcBef>
                        <a:spcAft>
                          <a:spcPts val="0"/>
                        </a:spcAft>
                        <a:buNone/>
                      </a:pPr>
                      <a:r>
                        <a:rPr lang="en-US" sz="900" b="1" dirty="0">
                          <a:solidFill>
                            <a:srgbClr val="7030A0"/>
                          </a:solidFill>
                        </a:rPr>
                        <a:t>Bay 14-20</a:t>
                      </a:r>
                      <a:endParaRPr lang="en-US" sz="7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E0879569-F324-096E-42A1-1B3BCC1F2CC9}"/>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7544DFD1-FC13-C9E3-0E74-4EC4AC74AD26}"/>
              </a:ext>
            </a:extLst>
          </p:cNvPr>
          <p:cNvGraphicFramePr/>
          <p:nvPr>
            <p:extLst>
              <p:ext uri="{D42A27DB-BD31-4B8C-83A1-F6EECF244321}">
                <p14:modId xmlns:p14="http://schemas.microsoft.com/office/powerpoint/2010/main" val="1730224088"/>
              </p:ext>
            </p:extLst>
          </p:nvPr>
        </p:nvGraphicFramePr>
        <p:xfrm>
          <a:off x="1" y="603441"/>
          <a:ext cx="2326348" cy="213049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21656">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34445">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10567">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10567">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10567">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8008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10567">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7" name="그래픽 6" descr="집 Wi-Fi에서 작업 단색으로 채워진">
            <a:hlinkClick r:id="" action="ppaction://hlinkshowjump?jump=firstslide"/>
            <a:extLst>
              <a:ext uri="{FF2B5EF4-FFF2-40B4-BE49-F238E27FC236}">
                <a16:creationId xmlns:a16="http://schemas.microsoft.com/office/drawing/2014/main" id="{F0DF12D0-B1A6-A2D8-382D-8E7A4686F2E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80181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2117382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6EF57-4CAC-7273-2CF3-68DE2059620B}"/>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DD550C3F-3FFD-3B86-2FE0-B291DD8C292B}"/>
              </a:ext>
            </a:extLst>
          </p:cNvPr>
          <p:cNvGraphicFramePr>
            <a:graphicFrameLocks noGrp="1"/>
          </p:cNvGraphicFramePr>
          <p:nvPr>
            <p:ph idx="1"/>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14,800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3,600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11,800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rgbClr val="0070C0"/>
                          </a:solidFill>
                          <a:effectLst/>
                          <a:latin typeface="Arial" panose="020B0604020202020204" pitchFamily="34" charset="0"/>
                          <a:cs typeface="Arial" panose="020B0604020202020204" pitchFamily="34" charset="0"/>
                        </a:rPr>
                        <a:t>3,000</a:t>
                      </a:r>
                      <a:r>
                        <a:rPr lang="en-US" sz="800" b="0" i="0">
                          <a:solidFill>
                            <a:srgbClr val="0070C0"/>
                          </a:solidFill>
                          <a:effectLst/>
                          <a:latin typeface="Arial" panose="020B0604020202020204" pitchFamily="34" charset="0"/>
                          <a:cs typeface="Arial" panose="020B0604020202020204" pitchFamily="34" charset="0"/>
                        </a:rPr>
                        <a:t> </a:t>
                      </a:r>
                      <a:r>
                        <a:rPr lang="en-US" sz="800" b="1" i="0">
                          <a:solidFill>
                            <a:srgbClr val="0070C0"/>
                          </a:solidFill>
                          <a:effectLst/>
                          <a:latin typeface="Arial" panose="020B0604020202020204" pitchFamily="34" charset="0"/>
                          <a:cs typeface="Arial" panose="020B0604020202020204" pitchFamily="34" charset="0"/>
                        </a:rPr>
                        <a:t>m</a:t>
                      </a:r>
                      <a:endParaRPr lang="en-US" sz="80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9,800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0833E022-8486-377C-3478-4B064DA6EA99}"/>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7FFAE851-AD1A-185E-AF07-1704DB7E50DD}"/>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F9A24D33-F07E-EAC7-ADF0-A0AB331A95F5}"/>
              </a:ext>
            </a:extLst>
          </p:cNvPr>
          <p:cNvGraphicFramePr>
            <a:graphicFrameLocks noGrp="1"/>
          </p:cNvGraphicFramePr>
          <p:nvPr>
            <p:extLst>
              <p:ext uri="{D42A27DB-BD31-4B8C-83A1-F6EECF244321}">
                <p14:modId xmlns:p14="http://schemas.microsoft.com/office/powerpoint/2010/main" val="272006979"/>
              </p:ext>
            </p:extLst>
          </p:nvPr>
        </p:nvGraphicFramePr>
        <p:xfrm>
          <a:off x="39455" y="407201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
        <p:nvSpPr>
          <p:cNvPr id="2" name="TextBox 1">
            <a:extLst>
              <a:ext uri="{FF2B5EF4-FFF2-40B4-BE49-F238E27FC236}">
                <a16:creationId xmlns:a16="http://schemas.microsoft.com/office/drawing/2014/main" id="{F4515631-49B8-5C44-FC86-2ED0D319C8FE}"/>
              </a:ext>
            </a:extLst>
          </p:cNvPr>
          <p:cNvSpPr txBox="1"/>
          <p:nvPr/>
        </p:nvSpPr>
        <p:spPr>
          <a:xfrm>
            <a:off x="28167" y="5156361"/>
            <a:ext cx="2289407" cy="393954"/>
          </a:xfrm>
          <a:prstGeom prst="rect">
            <a:avLst/>
          </a:prstGeom>
          <a:noFill/>
        </p:spPr>
        <p:txBody>
          <a:bodyPr wrap="square" lIns="0" tIns="0" rIns="0" bIns="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R" sz="600" b="1" i="0" u="none" strike="noStrike" kern="1200" cap="none" spc="0" normalizeH="0" baseline="0" noProof="0" dirty="0">
                <a:ln>
                  <a:noFill/>
                </a:ln>
                <a:solidFill>
                  <a:srgbClr val="FFC000"/>
                </a:solidFill>
                <a:effectLst/>
                <a:uLnTx/>
                <a:uFillTx/>
                <a:latin typeface="Gulim" panose="020B0600000101010101" pitchFamily="34" charset="-127"/>
                <a:ea typeface="Gulim" panose="020B0600000101010101" pitchFamily="34" charset="-127"/>
                <a:cs typeface="+mn-cs"/>
              </a:rPr>
              <a:t>Detour RTE : L01 (NOTAM)</a:t>
            </a:r>
            <a:r>
              <a:rPr kumimoji="1" lang="ko-KR" altLang="en-US" sz="600" b="1" i="0" u="none" strike="noStrike" kern="1200" cap="none" spc="0" normalizeH="0" baseline="0" noProof="0" dirty="0">
                <a:ln>
                  <a:noFill/>
                </a:ln>
                <a:solidFill>
                  <a:srgbClr val="FFC000"/>
                </a:solidFill>
                <a:effectLst/>
                <a:uLnTx/>
                <a:uFillTx/>
                <a:latin typeface="Gulim" panose="020B0600000101010101" pitchFamily="34" charset="-127"/>
                <a:ea typeface="Gulim" panose="020B0600000101010101" pitchFamily="34" charset="-127"/>
                <a:cs typeface="+mn-cs"/>
              </a:rPr>
              <a:t> </a:t>
            </a:r>
            <a:r>
              <a:rPr kumimoji="1" lang="en-US" altLang="ko-KR" sz="600" b="1" i="0" u="none" strike="noStrike" kern="1200" cap="none" spc="0" normalizeH="0" baseline="0" noProof="0" dirty="0">
                <a:ln>
                  <a:noFill/>
                </a:ln>
                <a:solidFill>
                  <a:srgbClr val="FFC000"/>
                </a:solidFill>
                <a:effectLst/>
                <a:uLnTx/>
                <a:uFillTx/>
                <a:latin typeface="Gulim" panose="020B0600000101010101" pitchFamily="34" charset="-127"/>
                <a:ea typeface="Gulim" panose="020B0600000101010101" pitchFamily="34" charset="-127"/>
                <a:cs typeface="+mn-cs"/>
              </a:rPr>
              <a:t>-&gt; </a:t>
            </a:r>
            <a:r>
              <a:rPr kumimoji="1" lang="en-US" altLang="ko-KR" sz="600" b="1" dirty="0">
                <a:solidFill>
                  <a:srgbClr val="FFC000"/>
                </a:solidFill>
                <a:latin typeface="Gulim" panose="020B0600000101010101" pitchFamily="34" charset="-127"/>
                <a:ea typeface="Gulim" panose="020B0600000101010101" pitchFamily="34" charset="-127"/>
              </a:rPr>
              <a:t>VICE VERSA</a:t>
            </a:r>
            <a:endParaRPr kumimoji="1" lang="en-US" altLang="ko-KR" sz="600" b="1" i="0" u="none" strike="noStrike" kern="1200" cap="none" spc="0" normalizeH="0" baseline="0" noProof="0" dirty="0">
              <a:ln>
                <a:noFill/>
              </a:ln>
              <a:solidFill>
                <a:srgbClr val="FFC000"/>
              </a:solidFill>
              <a:effectLst/>
              <a:uLnTx/>
              <a:uFillTx/>
              <a:latin typeface="Gulim" panose="020B0600000101010101" pitchFamily="34" charset="-127"/>
              <a:ea typeface="Gulim" panose="020B0600000101010101" pitchFamily="34" charset="-127"/>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SHR - FP02(N282500E1164500)</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a:t>
            </a:r>
            <a:r>
              <a:rPr kumimoji="1" lang="ko-KR" altLang="en-US" sz="600" b="1" dirty="0">
                <a:solidFill>
                  <a:prstClr val="white"/>
                </a:solidFill>
                <a:latin typeface="Gulim" panose="020B0600000101010101" pitchFamily="34" charset="-127"/>
                <a:ea typeface="Gulim" panose="020B0600000101010101" pitchFamily="34" charset="-127"/>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FP01(N274500E1160000) </a:t>
            </a: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 ZP01(N261500E1152000)</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PLT</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endParaRPr kumimoji="1" lang="en-US" altLang="ko-Kore-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endParaRPr>
          </a:p>
        </p:txBody>
      </p:sp>
    </p:spTree>
    <p:extLst>
      <p:ext uri="{BB962C8B-B14F-4D97-AF65-F5344CB8AC3E}">
        <p14:creationId xmlns:p14="http://schemas.microsoft.com/office/powerpoint/2010/main" val="19279883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FADA1974-3EB0-CBF4-EDE8-ED8894D823C3}"/>
            </a:ext>
          </a:extLst>
        </p:cNvPr>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B3A45A16-1B2E-9F3B-C79E-E3F3A100D34C}"/>
              </a:ext>
            </a:extLst>
          </p:cNvPr>
          <p:cNvGraphicFramePr/>
          <p:nvPr>
            <p:extLst>
              <p:ext uri="{D42A27DB-BD31-4B8C-83A1-F6EECF244321}">
                <p14:modId xmlns:p14="http://schemas.microsoft.com/office/powerpoint/2010/main" val="3497750581"/>
              </p:ext>
            </p:extLst>
          </p:nvPr>
        </p:nvGraphicFramePr>
        <p:xfrm>
          <a:off x="-11023" y="643000"/>
          <a:ext cx="2340701" cy="1914490"/>
        </p:xfrm>
        <a:graphic>
          <a:graphicData uri="http://schemas.openxmlformats.org/drawingml/2006/table">
            <a:tbl>
              <a:tblPr firstRow="1" bandRow="1">
                <a:noFill/>
                <a:tableStyleId>{A521BE36-7E6F-4EC9-8D66-1CF97A6895EC}</a:tableStyleId>
              </a:tblPr>
              <a:tblGrid>
                <a:gridCol w="439377">
                  <a:extLst>
                    <a:ext uri="{9D8B030D-6E8A-4147-A177-3AD203B41FA5}">
                      <a16:colId xmlns:a16="http://schemas.microsoft.com/office/drawing/2014/main" val="20000"/>
                    </a:ext>
                  </a:extLst>
                </a:gridCol>
                <a:gridCol w="61400">
                  <a:extLst>
                    <a:ext uri="{9D8B030D-6E8A-4147-A177-3AD203B41FA5}">
                      <a16:colId xmlns:a16="http://schemas.microsoft.com/office/drawing/2014/main" val="20002"/>
                    </a:ext>
                  </a:extLst>
                </a:gridCol>
                <a:gridCol w="279457">
                  <a:extLst>
                    <a:ext uri="{9D8B030D-6E8A-4147-A177-3AD203B41FA5}">
                      <a16:colId xmlns:a16="http://schemas.microsoft.com/office/drawing/2014/main" val="1118244562"/>
                    </a:ext>
                  </a:extLst>
                </a:gridCol>
                <a:gridCol w="285065">
                  <a:extLst>
                    <a:ext uri="{9D8B030D-6E8A-4147-A177-3AD203B41FA5}">
                      <a16:colId xmlns:a16="http://schemas.microsoft.com/office/drawing/2014/main" val="3839330308"/>
                    </a:ext>
                  </a:extLst>
                </a:gridCol>
                <a:gridCol w="495168">
                  <a:extLst>
                    <a:ext uri="{9D8B030D-6E8A-4147-A177-3AD203B41FA5}">
                      <a16:colId xmlns:a16="http://schemas.microsoft.com/office/drawing/2014/main" val="3522764159"/>
                    </a:ext>
                  </a:extLst>
                </a:gridCol>
                <a:gridCol w="780234">
                  <a:extLst>
                    <a:ext uri="{9D8B030D-6E8A-4147-A177-3AD203B41FA5}">
                      <a16:colId xmlns:a16="http://schemas.microsoft.com/office/drawing/2014/main" val="3490604804"/>
                    </a:ext>
                  </a:extLst>
                </a:gridCol>
              </a:tblGrid>
              <a:tr h="201967">
                <a:tc gridSpan="6">
                  <a:txBody>
                    <a:bodyPr/>
                    <a:lstStyle/>
                    <a:p>
                      <a:pPr marL="0" marR="0" lvl="0" indent="0" algn="ctr" rtl="0">
                        <a:spcBef>
                          <a:spcPts val="0"/>
                        </a:spcBef>
                        <a:spcAft>
                          <a:spcPts val="0"/>
                        </a:spcAft>
                        <a:buNone/>
                      </a:pPr>
                      <a:r>
                        <a:rPr lang="en-US" sz="800" u="none" strike="noStrike" cap="none" dirty="0"/>
                        <a:t>DAD : RNAV SID (NADP 1) TA 9000</a:t>
                      </a:r>
                    </a:p>
                    <a:p>
                      <a:pPr marL="0" marR="0" lvl="0" indent="0" algn="ctr" rtl="0">
                        <a:spcBef>
                          <a:spcPts val="0"/>
                        </a:spcBef>
                        <a:spcAft>
                          <a:spcPts val="0"/>
                        </a:spcAft>
                        <a:buNone/>
                      </a:pPr>
                      <a:r>
                        <a:rPr lang="en-US" sz="800" u="none" strike="noStrike" cap="none" dirty="0">
                          <a:solidFill>
                            <a:srgbClr val="FFC000"/>
                          </a:solidFill>
                        </a:rPr>
                        <a:t>Consider Extra Fuel</a:t>
                      </a:r>
                      <a:r>
                        <a:rPr lang="ko-KR" altLang="en-US" sz="800" u="none" strike="noStrike" cap="none" dirty="0">
                          <a:solidFill>
                            <a:srgbClr val="FFC000"/>
                          </a:solidFill>
                        </a:rPr>
                        <a:t> </a:t>
                      </a:r>
                      <a:r>
                        <a:rPr lang="en-US" altLang="ko-KR" sz="800" u="none" strike="noStrike" cap="none" dirty="0">
                          <a:solidFill>
                            <a:srgbClr val="FFC000"/>
                          </a:solidFill>
                        </a:rPr>
                        <a:t>Due FL</a:t>
                      </a:r>
                      <a:endParaRPr lang="en-US" sz="800" u="none" strike="noStrike" cap="none" dirty="0">
                        <a:solidFill>
                          <a:srgbClr val="00B0F0"/>
                        </a:solidFill>
                      </a:endParaRP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90251">
                <a:tc>
                  <a:txBody>
                    <a:bodyPr/>
                    <a:lstStyle/>
                    <a:p>
                      <a:pPr marL="0" marR="0" lvl="0" indent="0" algn="ctr" rtl="0">
                        <a:spcBef>
                          <a:spcPts val="0"/>
                        </a:spcBef>
                        <a:spcAft>
                          <a:spcPts val="0"/>
                        </a:spcAft>
                        <a:buNone/>
                      </a:pPr>
                      <a:r>
                        <a:rPr lang="en-US" sz="800" b="1" u="none" strike="noStrike" cap="none" dirty="0">
                          <a:solidFill>
                            <a:srgbClr val="0070C0"/>
                          </a:solidFill>
                        </a:rPr>
                        <a:t>35R</a:t>
                      </a:r>
                      <a:r>
                        <a:rPr lang="en-US" sz="800" b="0" u="none" strike="noStrike" cap="none" dirty="0">
                          <a:solidFill>
                            <a:schemeClr val="bg1"/>
                          </a:solidFill>
                        </a:rPr>
                        <a:t>/L</a:t>
                      </a:r>
                    </a:p>
                  </a:txBody>
                  <a:tcPr marL="36000" marR="36000" marT="36000" marB="36000" anchor="ctr"/>
                </a:tc>
                <a:tc gridSpan="3">
                  <a:txBody>
                    <a:bodyPr/>
                    <a:lstStyle/>
                    <a:p>
                      <a:pPr algn="ctr"/>
                      <a:r>
                        <a:rPr lang="en-US" sz="800" b="1" u="none" strike="noStrike" cap="none" dirty="0">
                          <a:solidFill>
                            <a:srgbClr val="0070C0"/>
                          </a:solidFill>
                        </a:rPr>
                        <a:t>BUNTA </a:t>
                      </a:r>
                      <a:r>
                        <a:rPr lang="en-US" sz="800" b="1" u="none" strike="noStrike" cap="none" dirty="0" err="1">
                          <a:solidFill>
                            <a:srgbClr val="0070C0"/>
                          </a:solidFill>
                        </a:rPr>
                        <a:t>xG</a:t>
                      </a:r>
                      <a:r>
                        <a:rPr lang="en-US" sz="800" b="1" u="none" strike="noStrike" cap="none" dirty="0">
                          <a:solidFill>
                            <a:srgbClr val="0070C0"/>
                          </a:solidFill>
                        </a:rPr>
                        <a:t>/C</a:t>
                      </a:r>
                    </a:p>
                    <a:p>
                      <a:pPr algn="ctr"/>
                      <a:r>
                        <a:rPr lang="en-US" sz="800" b="0" u="none" strike="noStrike" cap="none" dirty="0">
                          <a:solidFill>
                            <a:schemeClr val="bg1"/>
                          </a:solidFill>
                        </a:rPr>
                        <a:t>RNAV Deps</a:t>
                      </a: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2">
                  <a:txBody>
                    <a:bodyPr/>
                    <a:lstStyle/>
                    <a:p>
                      <a:pPr algn="ctr"/>
                      <a:r>
                        <a:rPr lang="en-US" sz="800" b="1" u="none" strike="noStrike" cap="none" dirty="0"/>
                        <a:t>HD 353 </a:t>
                      </a:r>
                      <a:r>
                        <a:rPr lang="en-US" sz="800" b="1" u="none" strike="noStrike" cap="none" dirty="0">
                          <a:solidFill>
                            <a:srgbClr val="0070C0"/>
                          </a:solidFill>
                        </a:rPr>
                        <a:t>ALT 8000/ATC </a:t>
                      </a:r>
                      <a:r>
                        <a:rPr lang="en-US" sz="800" b="1" u="none" strike="noStrike" cap="none" dirty="0">
                          <a:solidFill>
                            <a:srgbClr val="F28943"/>
                          </a:solidFill>
                        </a:rPr>
                        <a:t>TA9000</a:t>
                      </a:r>
                      <a:endParaRPr lang="en-US" altLang="ko-Kore-KR" sz="800" b="1" u="none" strike="noStrike" cap="none" dirty="0">
                        <a:solidFill>
                          <a:srgbClr val="F28943"/>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1"/>
                  </a:ext>
                </a:extLst>
              </a:tr>
              <a:tr h="116811">
                <a:tc>
                  <a:txBody>
                    <a:bodyPr/>
                    <a:lstStyle/>
                    <a:p>
                      <a:pPr marL="0" marR="0" lvl="0" indent="0" algn="ctr" rtl="0">
                        <a:spcBef>
                          <a:spcPts val="0"/>
                        </a:spcBef>
                        <a:spcAft>
                          <a:spcPts val="0"/>
                        </a:spcAft>
                        <a:buNone/>
                      </a:pPr>
                      <a:r>
                        <a:rPr lang="en-US" sz="800" b="1" u="none" strike="noStrike" cap="none" dirty="0">
                          <a:solidFill>
                            <a:srgbClr val="0070C0"/>
                          </a:solidFill>
                        </a:rPr>
                        <a:t>17L</a:t>
                      </a:r>
                      <a:r>
                        <a:rPr lang="en-US" sz="800" b="0" u="none" strike="noStrike" cap="none" dirty="0">
                          <a:solidFill>
                            <a:schemeClr val="bg1"/>
                          </a:solidFill>
                        </a:rPr>
                        <a:t>/R</a:t>
                      </a:r>
                      <a:endParaRPr sz="800" b="0" u="none" strike="noStrike" cap="none" dirty="0">
                        <a:solidFill>
                          <a:schemeClr val="bg1"/>
                        </a:solidFill>
                      </a:endParaRPr>
                    </a:p>
                  </a:txBody>
                  <a:tcPr marL="36000" marR="36000" marT="36000" marB="36000" anchor="ctr"/>
                </a:tc>
                <a:tc gridSpan="3">
                  <a:txBody>
                    <a:bodyPr/>
                    <a:lstStyle/>
                    <a:p>
                      <a:pPr algn="ctr"/>
                      <a:r>
                        <a:rPr lang="en-US" altLang="ko-Kore-KR" sz="800" b="1" u="none" strike="noStrike" cap="none" dirty="0">
                          <a:solidFill>
                            <a:srgbClr val="0070C0"/>
                          </a:solidFill>
                        </a:rPr>
                        <a:t>BUNTA </a:t>
                      </a:r>
                      <a:r>
                        <a:rPr lang="en-US" altLang="ko-Kore-KR" sz="800" b="1" u="none" strike="noStrike" cap="none" dirty="0" err="1">
                          <a:solidFill>
                            <a:srgbClr val="0070C0"/>
                          </a:solidFill>
                        </a:rPr>
                        <a:t>xA</a:t>
                      </a:r>
                      <a:endParaRPr lang="en-US" altLang="ko-Kore-KR" sz="800" b="1" u="none" strike="noStrike" cap="none"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2">
                  <a:txBody>
                    <a:bodyPr/>
                    <a:lstStyle/>
                    <a:p>
                      <a:pPr algn="ctr"/>
                      <a:r>
                        <a:rPr lang="en-US" sz="800" b="1" u="none" strike="noStrike" cap="none" dirty="0"/>
                        <a:t>HD 173 </a:t>
                      </a:r>
                      <a:r>
                        <a:rPr lang="en-US" sz="800" b="1" u="none" strike="noStrike" cap="none" dirty="0">
                          <a:solidFill>
                            <a:srgbClr val="0070C0"/>
                          </a:solidFill>
                        </a:rPr>
                        <a:t>ALT ATC </a:t>
                      </a:r>
                      <a:r>
                        <a:rPr lang="en-US" altLang="ko-Kore-KR" sz="800" b="1" u="none" strike="noStrike" cap="none" dirty="0">
                          <a:solidFill>
                            <a:srgbClr val="AA47F5"/>
                          </a:solidFill>
                        </a:rPr>
                        <a:t>SPD 240 </a:t>
                      </a:r>
                      <a:r>
                        <a:rPr lang="en-US" altLang="ko-Kore-KR" sz="800" b="1" u="none" strike="noStrike" cap="none" dirty="0">
                          <a:solidFill>
                            <a:srgbClr val="F28943"/>
                          </a:solidFill>
                        </a:rPr>
                        <a:t>TA9000</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2"/>
                  </a:ext>
                </a:extLst>
              </a:tr>
              <a:tr h="116811">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DAN 114.4</a:t>
                      </a:r>
                    </a:p>
                  </a:txBody>
                  <a:tcPr marL="36000" marR="36000" marT="36000" marB="36000" anchor="ctr"/>
                </a:tc>
                <a:tc hMerge="1">
                  <a:txBody>
                    <a:bodyPr/>
                    <a:lstStyle/>
                    <a:p>
                      <a:endParaRPr lang="ko-Kore-KR" altLang="en-US"/>
                    </a:p>
                  </a:txBody>
                  <a:tcPr/>
                </a:tc>
                <a:tc hMerge="1">
                  <a:txBody>
                    <a:bodyPr/>
                    <a:lstStyle/>
                    <a:p>
                      <a:endParaRPr/>
                    </a:p>
                  </a:txBody>
                  <a:tcPr marL="36000" marR="36000" marT="36000" marB="36000" anchor="ct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35R IDR 111.5</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35L DAD 110.5</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549402439"/>
                  </a:ext>
                </a:extLst>
              </a:tr>
              <a:tr h="190251">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chemeClr val="tx1"/>
                          </a:solidFill>
                          <a:effectLst/>
                          <a:uLnTx/>
                          <a:uFillTx/>
                          <a:latin typeface="Calibri"/>
                          <a:cs typeface="Calibri"/>
                          <a:sym typeface="Arial"/>
                        </a:rPr>
                        <a:t>FIX</a:t>
                      </a:r>
                    </a:p>
                  </a:txBody>
                  <a:tcPr marL="36000" marR="36000" marT="36000" marB="36000" anchor="ctr">
                    <a:solidFill>
                      <a:schemeClr val="accent1"/>
                    </a:solidFill>
                  </a:tcPr>
                </a:tc>
                <a:tc hMerge="1">
                  <a:txBody>
                    <a:bodyPr/>
                    <a:lstStyle/>
                    <a:p>
                      <a:endParaRPr lang="ko-Kore-KR" altLang="en-US"/>
                    </a:p>
                  </a:txBody>
                  <a:tcPr/>
                </a:tc>
                <a:tc gridSpan="4">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35L/R : DAN 353/5, R060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17L/R : DAN 173/4.5, R130</a:t>
                      </a:r>
                      <a:endParaRPr lang="ko-Kore-KR" altLang="en-US" sz="600"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4273524518"/>
                  </a:ext>
                </a:extLst>
              </a:tr>
              <a:tr h="263692">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chemeClr val="bg1"/>
                          </a:solidFill>
                        </a:rPr>
                        <a:t>Complete P/B – ENG Start</a:t>
                      </a:r>
                      <a:r>
                        <a:rPr lang="en-US" altLang="ko-KR" sz="800" b="0" u="none" strike="noStrike" cap="none" dirty="0">
                          <a:solidFill>
                            <a:schemeClr val="bg1"/>
                          </a:solidFill>
                        </a:rPr>
                        <a:t>,</a:t>
                      </a:r>
                      <a:r>
                        <a:rPr lang="ko-KR" altLang="en-US" sz="800" b="0" u="none" strike="noStrike" cap="none" dirty="0">
                          <a:solidFill>
                            <a:schemeClr val="bg1"/>
                          </a:solidFill>
                        </a:rPr>
                        <a:t> </a:t>
                      </a:r>
                      <a:r>
                        <a:rPr lang="en-US" altLang="ko-KR" sz="800" b="0" u="none" strike="noStrike" cap="none" dirty="0">
                          <a:solidFill>
                            <a:schemeClr val="bg1"/>
                          </a:solidFill>
                        </a:rPr>
                        <a:t>Follow me Car</a:t>
                      </a:r>
                      <a:endParaRPr lang="en-US" sz="800" b="0" u="none" strike="noStrike" cap="none" dirty="0">
                        <a:solidFill>
                          <a:schemeClr val="bg1"/>
                        </a:solidFill>
                      </a:endParaRP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35R CAT I Hold Point Before E1, 17L Hold Short </a:t>
                      </a:r>
                      <a:r>
                        <a:rPr lang="ko-KR" altLang="en-US" sz="800" b="1" u="none" strike="noStrike" cap="none" dirty="0">
                          <a:solidFill>
                            <a:srgbClr val="0070C0"/>
                          </a:solidFill>
                        </a:rPr>
                        <a:t>가까움</a:t>
                      </a:r>
                      <a:endParaRPr lang="en-US" sz="800" b="1" u="none" strike="noStrike" cap="none" dirty="0">
                        <a:solidFill>
                          <a:srgbClr val="0070C0"/>
                        </a:solidFill>
                      </a:endParaRPr>
                    </a:p>
                    <a:p>
                      <a:pPr marL="0" marR="0" lvl="0" indent="0" algn="ctr" defTabSz="116449"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TWY D </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사용 금지</a:t>
                      </a:r>
                      <a:r>
                        <a:rPr kumimoji="0" lang="en-US" altLang="ko-KR" sz="800" b="1" i="0" u="none" strike="noStrike" kern="0" cap="none" spc="0" normalizeH="0" baseline="0" noProof="0" dirty="0">
                          <a:ln>
                            <a:noFill/>
                          </a:ln>
                          <a:solidFill>
                            <a:srgbClr val="C00000"/>
                          </a:solidFill>
                          <a:effectLst/>
                          <a:uLnTx/>
                          <a:uFillTx/>
                          <a:latin typeface="Calibri"/>
                          <a:cs typeface="Calibri"/>
                          <a:sym typeface="Arial"/>
                        </a:rPr>
                        <a:t>,</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 소형기</a:t>
                      </a:r>
                      <a:r>
                        <a:rPr kumimoji="0" lang="en-US" altLang="ko-KR" sz="800" b="1" i="0" u="none" strike="noStrike" kern="0" cap="none" spc="0" normalizeH="0" baseline="0" noProof="0" dirty="0">
                          <a:ln>
                            <a:noFill/>
                          </a:ln>
                          <a:solidFill>
                            <a:srgbClr val="C00000"/>
                          </a:solidFill>
                          <a:effectLst/>
                          <a:uLnTx/>
                          <a:uFillTx/>
                          <a:latin typeface="Calibri"/>
                          <a:cs typeface="Calibri"/>
                          <a:sym typeface="Arial"/>
                        </a:rPr>
                        <a:t> on D</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시만 </a:t>
                      </a:r>
                      <a:r>
                        <a:rPr kumimoji="0" lang="en-US" altLang="ko-KR" sz="800" b="1" i="0" u="none" strike="noStrike" kern="0" cap="none" spc="0" normalizeH="0" baseline="0" noProof="0" dirty="0">
                          <a:ln>
                            <a:noFill/>
                          </a:ln>
                          <a:solidFill>
                            <a:srgbClr val="C00000"/>
                          </a:solidFill>
                          <a:effectLst/>
                          <a:uLnTx/>
                          <a:uFillTx/>
                          <a:latin typeface="Calibri"/>
                          <a:cs typeface="Calibri"/>
                          <a:sym typeface="Arial"/>
                        </a:rPr>
                        <a:t>E</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 사용가능</a:t>
                      </a:r>
                      <a:endParaRPr kumimoji="0" lang="en-US" altLang="ko-KR" sz="800" b="1" i="0" u="none" strike="noStrike" kern="0" cap="none" spc="0" normalizeH="0" baseline="0" noProof="0" dirty="0">
                        <a:ln>
                          <a:noFill/>
                        </a:ln>
                        <a:solidFill>
                          <a:srgbClr val="C00000"/>
                        </a:solidFill>
                        <a:effectLst/>
                        <a:uLnTx/>
                        <a:uFillTx/>
                        <a:latin typeface="Calibri"/>
                        <a:cs typeface="Calibri"/>
                        <a:sym typeface="Aria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47D569AC-0216-CE4C-B53B-C1C0A250FD33}"/>
              </a:ext>
            </a:extLst>
          </p:cNvPr>
          <p:cNvGraphicFramePr/>
          <p:nvPr>
            <p:extLst>
              <p:ext uri="{D42A27DB-BD31-4B8C-83A1-F6EECF244321}">
                <p14:modId xmlns:p14="http://schemas.microsoft.com/office/powerpoint/2010/main" val="3529882710"/>
              </p:ext>
            </p:extLst>
          </p:nvPr>
        </p:nvGraphicFramePr>
        <p:xfrm>
          <a:off x="-2501" y="16504"/>
          <a:ext cx="2328850" cy="626496"/>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89826">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VVDN(DAD) 30ft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36670">
                <a:tc>
                  <a:txBody>
                    <a:bodyPr/>
                    <a:lstStyle/>
                    <a:p>
                      <a:pPr marL="0" marR="0" lvl="0" indent="0" algn="ctr" rtl="0">
                        <a:spcBef>
                          <a:spcPts val="0"/>
                        </a:spcBef>
                        <a:spcAft>
                          <a:spcPts val="0"/>
                        </a:spcAft>
                        <a:buNone/>
                      </a:pPr>
                      <a:r>
                        <a:rPr lang="en-US" sz="900" dirty="0"/>
                        <a:t>None </a:t>
                      </a:r>
                      <a:r>
                        <a:rPr lang="en-US" sz="700" b="1" dirty="0">
                          <a:solidFill>
                            <a:srgbClr val="0070C0"/>
                          </a:solidFill>
                        </a:rPr>
                        <a:t>ATIS 30’</a:t>
                      </a:r>
                      <a:endParaRPr sz="1400" b="1" dirty="0">
                        <a:solidFill>
                          <a:srgbClr val="0070C0"/>
                        </a:solidFill>
                      </a:endParaRPr>
                    </a:p>
                    <a:p>
                      <a:pPr marL="0" marR="0" lvl="0" indent="0" algn="ctr" rtl="0">
                        <a:spcBef>
                          <a:spcPts val="0"/>
                        </a:spcBef>
                        <a:spcAft>
                          <a:spcPts val="0"/>
                        </a:spcAft>
                        <a:buNone/>
                      </a:pPr>
                      <a:r>
                        <a:rPr lang="en-US" altLang="ko-KR" sz="700" dirty="0">
                          <a:solidFill>
                            <a:srgbClr val="FF0000"/>
                          </a:solidFill>
                        </a:rPr>
                        <a:t>GND By Voice</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A33603D8-09BC-D897-1B5E-9C77674ABC42}"/>
              </a:ext>
            </a:extLst>
          </p:cNvPr>
          <p:cNvSpPr/>
          <p:nvPr/>
        </p:nvSpPr>
        <p:spPr>
          <a:xfrm>
            <a:off x="863730" y="2666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7" name="TextBox 6">
            <a:extLst>
              <a:ext uri="{FF2B5EF4-FFF2-40B4-BE49-F238E27FC236}">
                <a16:creationId xmlns:a16="http://schemas.microsoft.com/office/drawing/2014/main" id="{F7A6AC35-B655-4E42-464A-83B468139C68}"/>
              </a:ext>
            </a:extLst>
          </p:cNvPr>
          <p:cNvSpPr txBox="1"/>
          <p:nvPr/>
        </p:nvSpPr>
        <p:spPr>
          <a:xfrm>
            <a:off x="959586" y="2649710"/>
            <a:ext cx="1053173" cy="459613"/>
          </a:xfrm>
          <a:prstGeom prst="rect">
            <a:avLst/>
          </a:prstGeom>
          <a:noFill/>
        </p:spPr>
        <p:txBody>
          <a:bodyPr wrap="none" lIns="0" tIns="0" rIns="0" bIns="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DEP 120.45</a:t>
            </a:r>
          </a:p>
          <a:p>
            <a:pPr>
              <a:lnSpc>
                <a:spcPct val="150000"/>
              </a:lnSpc>
            </a:pPr>
            <a:r>
              <a:rPr kumimoji="1" lang="en-US" altLang="ko-KR" sz="700" b="1" u="sng" dirty="0">
                <a:latin typeface="Gulim" panose="020B0600000101010101" pitchFamily="34" charset="-127"/>
                <a:ea typeface="Gulim" panose="020B0600000101010101" pitchFamily="34" charset="-127"/>
              </a:rPr>
              <a:t>SANYA BD Report 122.6</a:t>
            </a:r>
          </a:p>
          <a:p>
            <a:pPr>
              <a:lnSpc>
                <a:spcPct val="150000"/>
              </a:lnSpc>
            </a:pPr>
            <a:r>
              <a:rPr kumimoji="1" lang="en-US" altLang="ko-KR" sz="700" b="1" u="sng" dirty="0">
                <a:solidFill>
                  <a:srgbClr val="C00000"/>
                </a:solidFill>
                <a:latin typeface="Gulim" panose="020B0600000101010101" pitchFamily="34" charset="-127"/>
                <a:ea typeface="Gulim" panose="020B0600000101010101" pitchFamily="34" charset="-127"/>
              </a:rPr>
              <a:t>(SENKA /20)</a:t>
            </a:r>
          </a:p>
        </p:txBody>
      </p:sp>
      <p:pic>
        <p:nvPicPr>
          <p:cNvPr id="9" name="그림 8" descr="텍스트, 지도이(가) 표시된 사진&#10;&#10;자동 생성된 설명">
            <a:extLst>
              <a:ext uri="{FF2B5EF4-FFF2-40B4-BE49-F238E27FC236}">
                <a16:creationId xmlns:a16="http://schemas.microsoft.com/office/drawing/2014/main" id="{EF6768A7-8952-4ECC-4981-ED2B68E9BCD4}"/>
              </a:ext>
            </a:extLst>
          </p:cNvPr>
          <p:cNvPicPr>
            <a:picLocks noChangeAspect="1"/>
          </p:cNvPicPr>
          <p:nvPr/>
        </p:nvPicPr>
        <p:blipFill>
          <a:blip r:embed="rId6"/>
          <a:stretch>
            <a:fillRect/>
          </a:stretch>
        </p:blipFill>
        <p:spPr>
          <a:xfrm>
            <a:off x="-11024" y="2569112"/>
            <a:ext cx="874753" cy="676499"/>
          </a:xfrm>
          <a:prstGeom prst="rect">
            <a:avLst/>
          </a:prstGeom>
        </p:spPr>
      </p:pic>
      <p:pic>
        <p:nvPicPr>
          <p:cNvPr id="10" name="그래픽 9" descr="집 Wi-Fi에서 작업 단색으로 채워진">
            <a:hlinkClick r:id="" action="ppaction://hlinkshowjump?jump=firstslide"/>
            <a:extLst>
              <a:ext uri="{FF2B5EF4-FFF2-40B4-BE49-F238E27FC236}">
                <a16:creationId xmlns:a16="http://schemas.microsoft.com/office/drawing/2014/main" id="{01E5A0C6-C561-2DA8-C19D-D0AA3133822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2862038"/>
            <a:ext cx="457200" cy="457200"/>
          </a:xfrm>
          <a:prstGeom prst="rect">
            <a:avLst/>
          </a:prstGeom>
          <a:effectLst>
            <a:outerShdw blurRad="50800" dist="50800" dir="3660000" algn="ctr" rotWithShape="0">
              <a:schemeClr val="bg1">
                <a:alpha val="82714"/>
              </a:schemeClr>
            </a:outerShdw>
          </a:effectLst>
        </p:spPr>
      </p:pic>
      <p:graphicFrame>
        <p:nvGraphicFramePr>
          <p:cNvPr id="5" name="Google Shape;283;p17">
            <a:extLst>
              <a:ext uri="{FF2B5EF4-FFF2-40B4-BE49-F238E27FC236}">
                <a16:creationId xmlns:a16="http://schemas.microsoft.com/office/drawing/2014/main" id="{693D825C-9D6D-2FE0-4CE3-5B87D9A56002}"/>
              </a:ext>
            </a:extLst>
          </p:cNvPr>
          <p:cNvGraphicFramePr/>
          <p:nvPr>
            <p:extLst>
              <p:ext uri="{D42A27DB-BD31-4B8C-83A1-F6EECF244321}">
                <p14:modId xmlns:p14="http://schemas.microsoft.com/office/powerpoint/2010/main" val="3423549415"/>
              </p:ext>
            </p:extLst>
          </p:nvPr>
        </p:nvGraphicFramePr>
        <p:xfrm>
          <a:off x="11589" y="3297065"/>
          <a:ext cx="2314761" cy="225241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178498">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2227">
                <a:tc>
                  <a:txBody>
                    <a:bodyPr/>
                    <a:lstStyle/>
                    <a:p>
                      <a:pPr marL="0" marR="0" lvl="0" indent="0" algn="ctr" rtl="0">
                        <a:spcBef>
                          <a:spcPts val="0"/>
                        </a:spcBef>
                        <a:spcAft>
                          <a:spcPts val="0"/>
                        </a:spcAft>
                        <a:buNone/>
                      </a:pPr>
                      <a:r>
                        <a:rPr lang="en-US" sz="800" b="1" dirty="0"/>
                        <a:t>33</a:t>
                      </a:r>
                    </a:p>
                    <a:p>
                      <a:pPr marL="0" marR="0" lvl="0" indent="0" algn="ctr" rtl="0">
                        <a:spcBef>
                          <a:spcPts val="0"/>
                        </a:spcBef>
                        <a:spcAft>
                          <a:spcPts val="0"/>
                        </a:spcAft>
                        <a:buNone/>
                      </a:pPr>
                      <a:r>
                        <a:rPr lang="en-US" sz="800" b="1" dirty="0"/>
                        <a:t>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xY</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ENPIL</a:t>
                      </a:r>
                    </a:p>
                    <a:p>
                      <a:pPr marL="0" marR="0" lvl="0" indent="0" algn="ctr" rtl="0">
                        <a:spcBef>
                          <a:spcPts val="0"/>
                        </a:spcBef>
                        <a:spcAft>
                          <a:spcPts val="0"/>
                        </a:spcAft>
                        <a:buNone/>
                      </a:pPr>
                      <a:r>
                        <a:rPr lang="en-US" sz="800" b="1" dirty="0">
                          <a:solidFill>
                            <a:srgbClr val="FF0000"/>
                          </a:solidFill>
                        </a:rPr>
                        <a:t>PAMBI</a:t>
                      </a:r>
                      <a:endParaRPr sz="458" b="1"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OLMEN 180</a:t>
                      </a:r>
                    </a:p>
                    <a:p>
                      <a:pPr marL="0" marR="0" lvl="0" indent="0" algn="ctr" rtl="0">
                        <a:spcBef>
                          <a:spcPts val="0"/>
                        </a:spcBef>
                        <a:spcAft>
                          <a:spcPts val="0"/>
                        </a:spcAft>
                        <a:buNone/>
                      </a:pPr>
                      <a:r>
                        <a:rPr lang="en-US" sz="800" b="1" dirty="0"/>
                        <a:t>OLMEN 160</a:t>
                      </a:r>
                      <a:endParaRPr sz="458" b="1" dirty="0"/>
                    </a:p>
                  </a:txBody>
                  <a:tcPr marL="36000" marR="36000" marT="36000" marB="36000" anchor="ctr"/>
                </a:tc>
                <a:extLst>
                  <a:ext uri="{0D108BD9-81ED-4DB2-BD59-A6C34878D82A}">
                    <a16:rowId xmlns:a16="http://schemas.microsoft.com/office/drawing/2014/main" val="10001"/>
                  </a:ext>
                </a:extLst>
              </a:tr>
              <a:tr h="264221">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xC</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62227">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62227">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62227">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2227">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9612409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283FE2A3-D074-55B5-F2E9-2E121F013980}"/>
            </a:ext>
          </a:extLst>
        </p:cNvPr>
        <p:cNvGrpSpPr/>
        <p:nvPr/>
      </p:nvGrpSpPr>
      <p:grpSpPr>
        <a:xfrm>
          <a:off x="0" y="0"/>
          <a:ext cx="0" cy="0"/>
          <a:chOff x="0" y="0"/>
          <a:chExt cx="0" cy="0"/>
        </a:xfrm>
      </p:grpSpPr>
      <p:graphicFrame>
        <p:nvGraphicFramePr>
          <p:cNvPr id="293" name="Google Shape;293;p18">
            <a:extLst>
              <a:ext uri="{FF2B5EF4-FFF2-40B4-BE49-F238E27FC236}">
                <a16:creationId xmlns:a16="http://schemas.microsoft.com/office/drawing/2014/main" id="{6573FBF7-1AD4-3B7C-B551-B92AA34B5244}"/>
              </a:ext>
            </a:extLst>
          </p:cNvPr>
          <p:cNvGraphicFramePr/>
          <p:nvPr>
            <p:extLst>
              <p:ext uri="{D42A27DB-BD31-4B8C-83A1-F6EECF244321}">
                <p14:modId xmlns:p14="http://schemas.microsoft.com/office/powerpoint/2010/main" val="2019254166"/>
              </p:ext>
            </p:extLst>
          </p:nvPr>
        </p:nvGraphicFramePr>
        <p:xfrm>
          <a:off x="-2501" y="9878"/>
          <a:ext cx="2328850" cy="611708"/>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45938">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VVTS(SGN) 33ft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4762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a:t>
                      </a:r>
                    </a:p>
                    <a:p>
                      <a:pPr marL="0" marR="0" lvl="0" indent="0" algn="ctr" rtl="0">
                        <a:spcBef>
                          <a:spcPts val="0"/>
                        </a:spcBef>
                        <a:spcAft>
                          <a:spcPts val="0"/>
                        </a:spcAft>
                        <a:buNone/>
                      </a:pPr>
                      <a:r>
                        <a:rPr lang="en-US" sz="900" b="1" dirty="0">
                          <a:solidFill>
                            <a:srgbClr val="7030A0"/>
                          </a:solidFill>
                        </a:rPr>
                        <a:t>Bay 9-16</a:t>
                      </a: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57A5C2CF-3ADE-1B53-F037-72FCBBD4B2EF}"/>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5C8B6047-804B-0A7B-898C-86BE3A95F3AA}"/>
              </a:ext>
            </a:extLst>
          </p:cNvPr>
          <p:cNvGraphicFramePr/>
          <p:nvPr/>
        </p:nvGraphicFramePr>
        <p:xfrm>
          <a:off x="1" y="603441"/>
          <a:ext cx="2326348" cy="213049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21656">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34445">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10567">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10567">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10567">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8008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10567">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6" name="Google Shape;292;p18">
            <a:extLst>
              <a:ext uri="{FF2B5EF4-FFF2-40B4-BE49-F238E27FC236}">
                <a16:creationId xmlns:a16="http://schemas.microsoft.com/office/drawing/2014/main" id="{86DAE139-C54C-078C-5498-5718118BBF93}"/>
              </a:ext>
            </a:extLst>
          </p:cNvPr>
          <p:cNvGraphicFramePr/>
          <p:nvPr>
            <p:extLst>
              <p:ext uri="{D42A27DB-BD31-4B8C-83A1-F6EECF244321}">
                <p14:modId xmlns:p14="http://schemas.microsoft.com/office/powerpoint/2010/main" val="2384208151"/>
              </p:ext>
            </p:extLst>
          </p:nvPr>
        </p:nvGraphicFramePr>
        <p:xfrm>
          <a:off x="-17467" y="3564099"/>
          <a:ext cx="2365375" cy="1986490"/>
        </p:xfrm>
        <a:graphic>
          <a:graphicData uri="http://schemas.openxmlformats.org/drawingml/2006/table">
            <a:tbl>
              <a:tblPr firstRow="1" bandRow="1">
                <a:noFill/>
                <a:tableStyleId>{A521BE36-7E6F-4EC9-8D66-1CF97A6895EC}</a:tableStyleId>
              </a:tblPr>
              <a:tblGrid>
                <a:gridCol w="364547">
                  <a:extLst>
                    <a:ext uri="{9D8B030D-6E8A-4147-A177-3AD203B41FA5}">
                      <a16:colId xmlns:a16="http://schemas.microsoft.com/office/drawing/2014/main" val="20000"/>
                    </a:ext>
                  </a:extLst>
                </a:gridCol>
                <a:gridCol w="552354">
                  <a:extLst>
                    <a:ext uri="{9D8B030D-6E8A-4147-A177-3AD203B41FA5}">
                      <a16:colId xmlns:a16="http://schemas.microsoft.com/office/drawing/2014/main" val="20001"/>
                    </a:ext>
                  </a:extLst>
                </a:gridCol>
                <a:gridCol w="502024">
                  <a:extLst>
                    <a:ext uri="{9D8B030D-6E8A-4147-A177-3AD203B41FA5}">
                      <a16:colId xmlns:a16="http://schemas.microsoft.com/office/drawing/2014/main" val="689142997"/>
                    </a:ext>
                  </a:extLst>
                </a:gridCol>
                <a:gridCol w="946450">
                  <a:extLst>
                    <a:ext uri="{9D8B030D-6E8A-4147-A177-3AD203B41FA5}">
                      <a16:colId xmlns:a16="http://schemas.microsoft.com/office/drawing/2014/main" val="992510185"/>
                    </a:ext>
                  </a:extLst>
                </a:gridCol>
              </a:tblGrid>
              <a:tr h="120271">
                <a:tc gridSpan="4">
                  <a:txBody>
                    <a:bodyPr/>
                    <a:lstStyle/>
                    <a:p>
                      <a:pPr marL="0" marR="0" lvl="0" indent="0" algn="ctr" rtl="0">
                        <a:spcBef>
                          <a:spcPts val="0"/>
                        </a:spcBef>
                        <a:spcAft>
                          <a:spcPts val="0"/>
                        </a:spcAft>
                        <a:buNone/>
                      </a:pPr>
                      <a:r>
                        <a:rPr lang="en-US" sz="800" dirty="0"/>
                        <a:t>SGN </a:t>
                      </a:r>
                      <a:r>
                        <a:rPr lang="en-US" sz="800" dirty="0">
                          <a:solidFill>
                            <a:srgbClr val="00B0F0"/>
                          </a:solidFill>
                        </a:rPr>
                        <a:t>[070/250]</a:t>
                      </a:r>
                      <a:r>
                        <a:rPr lang="en-US" sz="800" dirty="0"/>
                        <a:t> : STAR TL190 UTC+7 </a:t>
                      </a:r>
                      <a:r>
                        <a:rPr lang="en-US" sz="800" dirty="0">
                          <a:solidFill>
                            <a:srgbClr val="FFC000"/>
                          </a:solidFill>
                        </a:rPr>
                        <a:t> (CPDLC : VVHM)</a:t>
                      </a:r>
                      <a:endParaRPr sz="800" b="1" dirty="0">
                        <a:solidFill>
                          <a:schemeClr val="bg1"/>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0">
                <a:tc>
                  <a:txBody>
                    <a:bodyPr/>
                    <a:lstStyle/>
                    <a:p>
                      <a:pPr marL="0" marR="0" lvl="0" indent="0" algn="ctr" rtl="0">
                        <a:spcBef>
                          <a:spcPts val="0"/>
                        </a:spcBef>
                        <a:spcAft>
                          <a:spcPts val="0"/>
                        </a:spcAft>
                        <a:buNone/>
                      </a:pPr>
                      <a:r>
                        <a:rPr lang="en-US" sz="800" b="1" dirty="0"/>
                        <a:t>25R</a:t>
                      </a:r>
                      <a:r>
                        <a:rPr lang="en-US" sz="800" b="0" dirty="0"/>
                        <a:t>(L)</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DALAP </a:t>
                      </a:r>
                      <a:r>
                        <a:rPr lang="en-US" sz="800" b="1" dirty="0" err="1"/>
                        <a:t>xxH</a:t>
                      </a:r>
                      <a:endParaRPr lang="en-US" sz="700" b="1" dirty="0"/>
                    </a:p>
                  </a:txBody>
                  <a:tcPr marL="36000" marR="36000" marT="36000" marB="36000" anchor="ctr"/>
                </a:tc>
                <a:tc>
                  <a:txBody>
                    <a:bodyPr/>
                    <a:lstStyle/>
                    <a:p>
                      <a:pPr marL="0" marR="0" lvl="0" indent="0" algn="ctr" rtl="0">
                        <a:spcBef>
                          <a:spcPts val="0"/>
                        </a:spcBef>
                        <a:spcAft>
                          <a:spcPts val="0"/>
                        </a:spcAft>
                        <a:buNone/>
                      </a:pPr>
                      <a:r>
                        <a:rPr lang="en-US" altLang="ko-Kore-KR" sz="800" b="1"/>
                        <a:t>SOKAN</a:t>
                      </a:r>
                      <a:endParaRPr lang="en-US" sz="700" b="1" dirty="0"/>
                    </a:p>
                  </a:txBody>
                  <a:tcPr marL="36000" marR="36000" marT="36000" marB="36000" anchor="ctr"/>
                </a:tc>
                <a:tc>
                  <a:txBody>
                    <a:bodyPr/>
                    <a:lstStyle/>
                    <a:p>
                      <a:pPr marL="0" marR="0" lvl="0" indent="0" algn="ctr" rtl="0">
                        <a:spcBef>
                          <a:spcPts val="0"/>
                        </a:spcBef>
                        <a:spcAft>
                          <a:spcPts val="0"/>
                        </a:spcAft>
                        <a:buNone/>
                      </a:pPr>
                      <a:r>
                        <a:rPr lang="en-US" sz="800" b="1" dirty="0"/>
                        <a:t>ILS W 25R/L</a:t>
                      </a:r>
                      <a:endParaRPr lang="ko-Kore-KR" altLang="en-US" dirty="0"/>
                    </a:p>
                  </a:txBody>
                  <a:tcPr marL="36000" marR="36000" marT="36000" marB="36000" anchor="ctr"/>
                </a:tc>
                <a:extLst>
                  <a:ext uri="{0D108BD9-81ED-4DB2-BD59-A6C34878D82A}">
                    <a16:rowId xmlns:a16="http://schemas.microsoft.com/office/drawing/2014/main" val="10001"/>
                  </a:ext>
                </a:extLst>
              </a:tr>
              <a:tr h="0">
                <a:tc>
                  <a:txBody>
                    <a:bodyPr/>
                    <a:lstStyle/>
                    <a:p>
                      <a:pPr algn="ctr"/>
                      <a:r>
                        <a:rPr lang="en-US" sz="800" b="1" dirty="0"/>
                        <a:t>07L</a:t>
                      </a:r>
                      <a:r>
                        <a:rPr lang="en-US" sz="800" b="0" dirty="0"/>
                        <a:t>(R)</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t>DALAP </a:t>
                      </a:r>
                      <a:r>
                        <a:rPr lang="en-US" sz="800" b="1" dirty="0" err="1"/>
                        <a:t>xxG</a:t>
                      </a:r>
                      <a:endParaRPr lang="en-US" sz="800" b="1" dirty="0"/>
                    </a:p>
                  </a:txBody>
                  <a:tcPr marL="36000" marR="36000" marT="36000" marB="36000" anchor="ctr"/>
                </a:tc>
                <a:tc>
                  <a:txBody>
                    <a:bodyPr/>
                    <a:lstStyle/>
                    <a:p>
                      <a:pPr marL="0" marR="0" lvl="0" indent="0" algn="ctr" rtl="0">
                        <a:spcBef>
                          <a:spcPts val="0"/>
                        </a:spcBef>
                        <a:spcAft>
                          <a:spcPts val="0"/>
                        </a:spcAft>
                        <a:buNone/>
                      </a:pPr>
                      <a:r>
                        <a:rPr lang="en-US" altLang="ko-Kore-KR" sz="800" b="1" dirty="0"/>
                        <a:t>SAMDU</a:t>
                      </a:r>
                      <a:endParaRPr lang="en-US" sz="700" b="1" dirty="0"/>
                    </a:p>
                  </a:txBody>
                  <a:tcPr marL="36000" marR="36000" marT="36000" marB="36000" anchor="ctr"/>
                </a:tc>
                <a:tc>
                  <a:txBody>
                    <a:bodyPr/>
                    <a:lstStyle/>
                    <a:p>
                      <a:pPr algn="ctr"/>
                      <a:r>
                        <a:rPr lang="en-US" sz="800" b="1" dirty="0"/>
                        <a:t>ILS W 07R, VOR 07L</a:t>
                      </a:r>
                      <a:endParaRPr lang="ko-Kore-KR" altLang="en-US" dirty="0"/>
                    </a:p>
                  </a:txBody>
                  <a:tcPr marL="36000" marR="36000" marT="36000" marB="36000" anchor="ctr"/>
                </a:tc>
                <a:extLst>
                  <a:ext uri="{0D108BD9-81ED-4DB2-BD59-A6C34878D82A}">
                    <a16:rowId xmlns:a16="http://schemas.microsoft.com/office/drawing/2014/main" val="4277695380"/>
                  </a:ext>
                </a:extLst>
              </a:tr>
              <a:tr h="137479">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R" sz="800" b="1" i="0" u="none" strike="noStrike" kern="1200" cap="none" spc="0" normalizeH="0" baseline="0" noProof="0" dirty="0">
                          <a:ln>
                            <a:noFill/>
                          </a:ln>
                          <a:solidFill>
                            <a:srgbClr val="0070C0"/>
                          </a:solidFill>
                          <a:effectLst/>
                          <a:uLnTx/>
                          <a:uFillTx/>
                          <a:latin typeface="Calibri"/>
                          <a:cs typeface="Calibri"/>
                        </a:rPr>
                        <a:t>TSH, </a:t>
                      </a:r>
                      <a:r>
                        <a:rPr kumimoji="0" lang="en-US" altLang="ko-KR" sz="800" b="1" i="0" u="none" strike="noStrike" kern="1200" cap="none" spc="0" normalizeH="0" baseline="0" noProof="0" dirty="0">
                          <a:ln>
                            <a:noFill/>
                          </a:ln>
                          <a:solidFill>
                            <a:srgbClr val="C00000"/>
                          </a:solidFill>
                          <a:effectLst/>
                          <a:uLnTx/>
                          <a:uFillTx/>
                          <a:latin typeface="Calibri"/>
                          <a:cs typeface="Calibri"/>
                        </a:rPr>
                        <a:t>25R HCM, 07R ITS, 25L SGN</a:t>
                      </a:r>
                      <a:endParaRPr kumimoji="0" lang="en-US" altLang="ko-Kore-KR" sz="800" b="1" i="0" u="none" strike="noStrike" kern="1200" cap="none" spc="0" normalizeH="0" baseline="0" noProof="0" dirty="0">
                        <a:ln>
                          <a:noFill/>
                        </a:ln>
                        <a:solidFill>
                          <a:srgbClr val="C00000"/>
                        </a:solidFill>
                        <a:effectLst/>
                        <a:uLnTx/>
                        <a:uFillTx/>
                        <a:latin typeface="Calibri"/>
                        <a:cs typeface="Calibri"/>
                      </a:endParaRPr>
                    </a:p>
                  </a:txBody>
                  <a:tcPr marL="36000" marR="3600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37479">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b="1" dirty="0" err="1">
                          <a:solidFill>
                            <a:schemeClr val="bg1"/>
                          </a:solidFill>
                        </a:rPr>
                        <a:t>RWxx</a:t>
                      </a:r>
                      <a:r>
                        <a:rPr lang="en-US" altLang="ko-Kore-KR" sz="800" b="1" dirty="0">
                          <a:solidFill>
                            <a:schemeClr val="bg1"/>
                          </a:solidFill>
                        </a:rPr>
                        <a:t> /25 (190-200tks), /5 (150-160kts)</a:t>
                      </a: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223913">
                <a:tc gridSpan="4">
                  <a:txBody>
                    <a:bodyPr/>
                    <a:lstStyle/>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lang="en-US" sz="800" b="1" dirty="0">
                          <a:solidFill>
                            <a:schemeClr val="dk1"/>
                          </a:solidFill>
                        </a:rPr>
                        <a:t>  25R:</a:t>
                      </a:r>
                      <a:r>
                        <a:rPr lang="en-US" sz="800" b="1" dirty="0">
                          <a:solidFill>
                            <a:schemeClr val="accent1"/>
                          </a:solidFill>
                        </a:rPr>
                        <a:t>P4(6158’), P5(6991’), </a:t>
                      </a:r>
                      <a:r>
                        <a:rPr lang="en-US" altLang="ko-Kore-KR" sz="800" b="1" dirty="0">
                          <a:solidFill>
                            <a:schemeClr val="dk1"/>
                          </a:solidFill>
                        </a:rPr>
                        <a:t>07L : P3(6266’), P2(8907’)</a:t>
                      </a:r>
                      <a:endParaRPr lang="en-US" sz="800" b="1" dirty="0">
                        <a:solidFill>
                          <a:schemeClr val="accent1"/>
                        </a:solidFill>
                      </a:endParaRPr>
                    </a:p>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lang="en-US" altLang="ko-Kore-KR" sz="800" b="1" dirty="0">
                          <a:solidFill>
                            <a:schemeClr val="dk1"/>
                          </a:solidFill>
                        </a:rPr>
                        <a:t>  07R </a:t>
                      </a:r>
                      <a:r>
                        <a:rPr lang="en-US" altLang="ko-Kore-KR" sz="800" b="1" dirty="0">
                          <a:solidFill>
                            <a:srgbClr val="C00000"/>
                          </a:solidFill>
                        </a:rPr>
                        <a:t>DIS</a:t>
                      </a:r>
                      <a:r>
                        <a:rPr lang="en-US" altLang="ko-Kore-KR" sz="800" b="1" dirty="0">
                          <a:solidFill>
                            <a:schemeClr val="dk1"/>
                          </a:solidFill>
                        </a:rPr>
                        <a:t> :</a:t>
                      </a:r>
                      <a:r>
                        <a:rPr lang="en-US" altLang="ko-Kore-KR" sz="800" b="1" dirty="0">
                          <a:solidFill>
                            <a:schemeClr val="accent1"/>
                          </a:solidFill>
                        </a:rPr>
                        <a:t>S5(6574’</a:t>
                      </a:r>
                      <a:r>
                        <a:rPr lang="en-US" altLang="ko-KR" sz="800" b="1" dirty="0">
                          <a:solidFill>
                            <a:schemeClr val="accent1"/>
                          </a:solidFill>
                        </a:rPr>
                        <a:t>,</a:t>
                      </a:r>
                      <a:r>
                        <a:rPr lang="en-US" altLang="ko-KR" sz="700" b="1" dirty="0">
                          <a:solidFill>
                            <a:srgbClr val="C00000"/>
                          </a:solidFill>
                        </a:rPr>
                        <a:t>11</a:t>
                      </a:r>
                      <a:r>
                        <a:rPr lang="en-US" altLang="ko-Kore-KR" sz="700" b="1" dirty="0">
                          <a:solidFill>
                            <a:srgbClr val="C00000"/>
                          </a:solidFill>
                        </a:rPr>
                        <a:t>0도</a:t>
                      </a:r>
                      <a:r>
                        <a:rPr lang="en-US" altLang="ko-KR" sz="800" b="1" dirty="0">
                          <a:solidFill>
                            <a:schemeClr val="accent1"/>
                          </a:solidFill>
                        </a:rPr>
                        <a:t>) </a:t>
                      </a:r>
                      <a:r>
                        <a:rPr lang="en-US" altLang="ko-KR" sz="800" b="1" dirty="0">
                          <a:solidFill>
                            <a:srgbClr val="C00000"/>
                          </a:solidFill>
                        </a:rPr>
                        <a:t>S3</a:t>
                      </a:r>
                      <a:r>
                        <a:rPr lang="en-US" altLang="ko-KR" sz="800" b="1" dirty="0">
                          <a:solidFill>
                            <a:schemeClr val="accent1"/>
                          </a:solidFill>
                        </a:rPr>
                        <a:t>(7598’) </a:t>
                      </a:r>
                      <a:r>
                        <a:rPr lang="en-US" altLang="ko-KR" sz="800" b="1" dirty="0">
                          <a:solidFill>
                            <a:srgbClr val="C00000"/>
                          </a:solidFill>
                        </a:rPr>
                        <a:t>then V(Heavy)</a:t>
                      </a:r>
                      <a:endParaRPr lang="en-US" altLang="ko-Kore-KR" sz="800" b="1" dirty="0">
                        <a:solidFill>
                          <a:srgbClr val="C00000"/>
                        </a:solidFill>
                      </a:endParaRPr>
                    </a:p>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lang="en-US" sz="800" b="1" dirty="0">
                          <a:solidFill>
                            <a:schemeClr val="dk1"/>
                          </a:solidFill>
                        </a:rPr>
                        <a:t>  25L : S7(6824’), </a:t>
                      </a:r>
                      <a:r>
                        <a:rPr lang="en-US" sz="800" b="1" dirty="0">
                          <a:solidFill>
                            <a:schemeClr val="bg1"/>
                          </a:solidFill>
                        </a:rPr>
                        <a:t>S8(9671’) </a:t>
                      </a:r>
                      <a:r>
                        <a:rPr lang="en-US" sz="800" b="1" dirty="0">
                          <a:solidFill>
                            <a:srgbClr val="C00000"/>
                          </a:solidFill>
                        </a:rPr>
                        <a:t>Do not Confuse TWY S/S8</a:t>
                      </a:r>
                      <a:r>
                        <a:rPr lang="en-US" altLang="ko-Kore-KR" sz="800" b="1" dirty="0">
                          <a:solidFill>
                            <a:schemeClr val="bg1"/>
                          </a:solidFill>
                        </a:rPr>
                        <a:t>  </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altLang="ko-Kore-KR" sz="800" b="1" dirty="0">
                          <a:solidFill>
                            <a:schemeClr val="bg1"/>
                          </a:solidFill>
                        </a:rPr>
                        <a:t> </a:t>
                      </a:r>
                      <a:r>
                        <a:rPr lang="en-US" altLang="ko-Kore-KR" sz="800" b="1" dirty="0">
                          <a:solidFill>
                            <a:srgbClr val="0070C0"/>
                          </a:solidFill>
                        </a:rPr>
                        <a:t>After Vacate then TWY V</a:t>
                      </a:r>
                      <a:r>
                        <a:rPr lang="en-US" altLang="ko-Kore-KR" sz="800" b="1" dirty="0">
                          <a:solidFill>
                            <a:schemeClr val="bg1"/>
                          </a:solidFill>
                        </a:rPr>
                        <a:t>    </a:t>
                      </a:r>
                      <a:endParaRPr lang="en-US" altLang="ko-Kore-KR" sz="800" dirty="0">
                        <a:solidFill>
                          <a:schemeClr val="dk1"/>
                        </a:solidFil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137479">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F28943"/>
                          </a:solidFill>
                        </a:rPr>
                        <a:t>AFT LD CONF 1,</a:t>
                      </a:r>
                      <a:r>
                        <a:rPr lang="en-US" sz="800" dirty="0"/>
                        <a:t> Follow Me Car Service in Ramp </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F28943"/>
                          </a:solidFill>
                        </a:rPr>
                        <a:t>(Caution Sudden STOPBAR L/T)</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C00000"/>
                          </a:solidFill>
                        </a:rPr>
                        <a:t>Sensitive VDGS</a:t>
                      </a:r>
                      <a:r>
                        <a:rPr lang="en-US" altLang="ko-KR" sz="800" b="1" dirty="0">
                          <a:solidFill>
                            <a:srgbClr val="C00000"/>
                          </a:solidFill>
                        </a:rPr>
                        <a:t>!!!</a:t>
                      </a:r>
                      <a:r>
                        <a:rPr lang="ko-KR" altLang="en-US" sz="800" b="1" dirty="0">
                          <a:solidFill>
                            <a:srgbClr val="C00000"/>
                          </a:solidFill>
                        </a:rPr>
                        <a:t> </a:t>
                      </a:r>
                      <a:r>
                        <a:rPr lang="en-US" altLang="ko-KR" sz="800" b="1" dirty="0">
                          <a:solidFill>
                            <a:srgbClr val="C00000"/>
                          </a:solidFill>
                        </a:rPr>
                        <a:t>(</a:t>
                      </a:r>
                      <a:r>
                        <a:rPr lang="en-US" sz="800" b="1" dirty="0">
                          <a:solidFill>
                            <a:srgbClr val="C00000"/>
                          </a:solidFill>
                        </a:rPr>
                        <a:t>0.5m</a:t>
                      </a:r>
                      <a:r>
                        <a:rPr lang="ko-KR" altLang="en-US" sz="800" b="1" dirty="0">
                          <a:solidFill>
                            <a:srgbClr val="C00000"/>
                          </a:solidFill>
                        </a:rPr>
                        <a:t>이내</a:t>
                      </a:r>
                      <a:r>
                        <a:rPr lang="en-US" altLang="ko-KR" sz="800" b="1" dirty="0">
                          <a:solidFill>
                            <a:srgbClr val="C00000"/>
                          </a:solidFill>
                        </a:rPr>
                        <a:t>,</a:t>
                      </a:r>
                      <a:r>
                        <a:rPr lang="ko-KR" altLang="en-US" sz="800" b="1" dirty="0">
                          <a:solidFill>
                            <a:srgbClr val="C00000"/>
                          </a:solidFill>
                        </a:rPr>
                        <a:t> </a:t>
                      </a:r>
                      <a:r>
                        <a:rPr lang="en-US" altLang="ko-KR" sz="800" b="1" dirty="0">
                          <a:solidFill>
                            <a:srgbClr val="C00000"/>
                          </a:solidFill>
                        </a:rPr>
                        <a:t>2m STOP</a:t>
                      </a:r>
                      <a:r>
                        <a:rPr lang="ko-KR" altLang="en-US" sz="800" b="1" dirty="0">
                          <a:solidFill>
                            <a:srgbClr val="C00000"/>
                          </a:solidFill>
                        </a:rPr>
                        <a:t>시 바로 정지</a:t>
                      </a:r>
                      <a:r>
                        <a:rPr lang="en-US" altLang="ko-KR" sz="800" b="1" dirty="0">
                          <a:solidFill>
                            <a:srgbClr val="C00000"/>
                          </a:solidFill>
                        </a:rPr>
                        <a:t>) </a:t>
                      </a:r>
                      <a:endParaRPr lang="en-US"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sp>
        <p:nvSpPr>
          <p:cNvPr id="7" name="TextBox 6">
            <a:extLst>
              <a:ext uri="{FF2B5EF4-FFF2-40B4-BE49-F238E27FC236}">
                <a16:creationId xmlns:a16="http://schemas.microsoft.com/office/drawing/2014/main" id="{EC7FFCC6-F393-E94C-62D2-2FD94C429FE7}"/>
              </a:ext>
            </a:extLst>
          </p:cNvPr>
          <p:cNvSpPr txBox="1"/>
          <p:nvPr/>
        </p:nvSpPr>
        <p:spPr>
          <a:xfrm>
            <a:off x="-57320" y="2733931"/>
            <a:ext cx="2438488" cy="693899"/>
          </a:xfrm>
          <a:prstGeom prst="rect">
            <a:avLst/>
          </a:prstGeom>
          <a:noFill/>
        </p:spPr>
        <p:txBody>
          <a:bodyPr wrap="none" tIns="36000" bIns="3600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FUK 127.5</a:t>
            </a:r>
            <a:r>
              <a:rPr kumimoji="1" lang="en-US" altLang="ko-Kore-KR" sz="700" b="1" u="sng" dirty="0">
                <a:solidFill>
                  <a:srgbClr val="C00000"/>
                </a:solidFill>
                <a:latin typeface="Gulim" panose="020B0600000101010101" pitchFamily="34" charset="-127"/>
                <a:ea typeface="Gulim" panose="020B0600000101010101" pitchFamily="34" charset="-127"/>
              </a:rPr>
              <a:t>(SENKA /20)</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TPE</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125.5 – 127.9 – 129.1</a:t>
            </a:r>
          </a:p>
          <a:p>
            <a:pPr>
              <a:lnSpc>
                <a:spcPct val="150000"/>
              </a:lnSpc>
            </a:pPr>
            <a:r>
              <a:rPr kumimoji="1" lang="en-US" altLang="ko-KR" sz="700" b="1" u="sng" dirty="0">
                <a:latin typeface="Gulim" panose="020B0600000101010101" pitchFamily="34" charset="-127"/>
                <a:ea typeface="Gulim" panose="020B0600000101010101" pitchFamily="34" charset="-127"/>
              </a:rPr>
              <a:t>MNL 119.3 – </a:t>
            </a:r>
            <a:r>
              <a:rPr kumimoji="1" lang="en-US" altLang="ko-KR" sz="700" b="1" u="sng" dirty="0">
                <a:solidFill>
                  <a:srgbClr val="00B0F0"/>
                </a:solidFill>
                <a:latin typeface="Gulim" panose="020B0600000101010101" pitchFamily="34" charset="-127"/>
                <a:ea typeface="Gulim" panose="020B0600000101010101" pitchFamily="34" charset="-127"/>
              </a:rPr>
              <a:t>Monitor</a:t>
            </a:r>
            <a:r>
              <a:rPr kumimoji="1" lang="en-US" altLang="ko-KR" sz="700" b="1" u="sng" dirty="0">
                <a:latin typeface="Gulim" panose="020B0600000101010101" pitchFamily="34" charset="-127"/>
                <a:ea typeface="Gulim" panose="020B0600000101010101" pitchFamily="34" charset="-127"/>
              </a:rPr>
              <a:t> </a:t>
            </a:r>
            <a:r>
              <a:rPr kumimoji="1" lang="en-US" altLang="ko-Kore-KR" sz="700" b="1" u="sng" dirty="0">
                <a:latin typeface="Gulim" panose="020B0600000101010101" pitchFamily="34" charset="-127"/>
                <a:ea typeface="Gulim" panose="020B0600000101010101" pitchFamily="34" charset="-127"/>
              </a:rPr>
              <a:t>MNL RDO 8942(5655) </a:t>
            </a:r>
          </a:p>
          <a:p>
            <a:pPr>
              <a:lnSpc>
                <a:spcPct val="150000"/>
              </a:lnSpc>
            </a:pPr>
            <a:r>
              <a:rPr kumimoji="1" lang="en-US" altLang="ko-Kore-KR" sz="700" b="1" u="sng" dirty="0">
                <a:solidFill>
                  <a:srgbClr val="00B0F0"/>
                </a:solidFill>
                <a:latin typeface="Gulim" panose="020B0600000101010101" pitchFamily="34" charset="-127"/>
                <a:ea typeface="Gulim" panose="020B0600000101010101" pitchFamily="34" charset="-127"/>
              </a:rPr>
              <a:t>At MIGUG </a:t>
            </a:r>
            <a:r>
              <a:rPr kumimoji="1" lang="en-US" altLang="ko-Kore-KR" sz="700" b="1" u="sng" dirty="0">
                <a:latin typeface="Gulim" panose="020B0600000101010101" pitchFamily="34" charset="-127"/>
                <a:ea typeface="Gulim" panose="020B0600000101010101" pitchFamily="34" charset="-127"/>
              </a:rPr>
              <a:t>HCM 120.7 - 132.35 </a:t>
            </a:r>
          </a:p>
          <a:p>
            <a:pPr>
              <a:lnSpc>
                <a:spcPct val="150000"/>
              </a:lnSpc>
            </a:pPr>
            <a:r>
              <a:rPr kumimoji="1" lang="en-US" altLang="ko-Kore-KR" sz="700" b="1" u="sng" dirty="0">
                <a:latin typeface="Gulim" panose="020B0600000101010101" pitchFamily="34" charset="-127"/>
                <a:ea typeface="Gulim" panose="020B0600000101010101" pitchFamily="34" charset="-127"/>
              </a:rPr>
              <a:t>SGN APP 125.5</a:t>
            </a:r>
          </a:p>
        </p:txBody>
      </p:sp>
      <p:pic>
        <p:nvPicPr>
          <p:cNvPr id="8" name="그래픽 7" descr="집 Wi-Fi에서 작업 단색으로 채워진">
            <a:hlinkClick r:id="" action="ppaction://hlinkshowjump?jump=firstslide"/>
            <a:extLst>
              <a:ext uri="{FF2B5EF4-FFF2-40B4-BE49-F238E27FC236}">
                <a16:creationId xmlns:a16="http://schemas.microsoft.com/office/drawing/2014/main" id="{5A5FD3C2-4F46-E9CA-20AD-03EDE67B054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0340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7621463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7DB6CB3A-4D2D-D95D-E6E2-237BC63E2629}"/>
            </a:ext>
          </a:extLst>
        </p:cNvPr>
        <p:cNvGrpSpPr/>
        <p:nvPr/>
      </p:nvGrpSpPr>
      <p:grpSpPr>
        <a:xfrm>
          <a:off x="0" y="0"/>
          <a:ext cx="0" cy="0"/>
          <a:chOff x="0" y="0"/>
          <a:chExt cx="0" cy="0"/>
        </a:xfrm>
      </p:grpSpPr>
      <p:graphicFrame>
        <p:nvGraphicFramePr>
          <p:cNvPr id="6" name="Google Shape;119;p3">
            <a:extLst>
              <a:ext uri="{FF2B5EF4-FFF2-40B4-BE49-F238E27FC236}">
                <a16:creationId xmlns:a16="http://schemas.microsoft.com/office/drawing/2014/main" id="{B93CD58F-3EDE-725A-1527-0259B5A7950C}"/>
              </a:ext>
            </a:extLst>
          </p:cNvPr>
          <p:cNvGraphicFramePr/>
          <p:nvPr>
            <p:extLst>
              <p:ext uri="{D42A27DB-BD31-4B8C-83A1-F6EECF244321}">
                <p14:modId xmlns:p14="http://schemas.microsoft.com/office/powerpoint/2010/main" val="1771673893"/>
              </p:ext>
            </p:extLst>
          </p:nvPr>
        </p:nvGraphicFramePr>
        <p:xfrm>
          <a:off x="-2501" y="16504"/>
          <a:ext cx="2328850" cy="626496"/>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89826">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VVTS(SGN) 33ft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36670">
                <a:tc>
                  <a:txBody>
                    <a:bodyPr/>
                    <a:lstStyle/>
                    <a:p>
                      <a:pPr marL="0" marR="0" lvl="0" indent="0" algn="ctr" rtl="0">
                        <a:spcBef>
                          <a:spcPts val="0"/>
                        </a:spcBef>
                        <a:spcAft>
                          <a:spcPts val="0"/>
                        </a:spcAft>
                        <a:buNone/>
                      </a:pPr>
                      <a:r>
                        <a:rPr lang="en-US" sz="900" dirty="0"/>
                        <a:t>None</a:t>
                      </a:r>
                      <a:endParaRPr sz="1400" dirty="0"/>
                    </a:p>
                    <a:p>
                      <a:pPr marL="0" marR="0" lvl="0" indent="0" algn="ctr" rtl="0">
                        <a:spcBef>
                          <a:spcPts val="0"/>
                        </a:spcBef>
                        <a:spcAft>
                          <a:spcPts val="0"/>
                        </a:spcAft>
                        <a:buNone/>
                      </a:pPr>
                      <a:r>
                        <a:rPr lang="en-US" altLang="ko-KR" sz="700" dirty="0">
                          <a:solidFill>
                            <a:srgbClr val="FF0000"/>
                          </a:solidFill>
                        </a:rPr>
                        <a:t>-15min, DEL 121.8 By Voice</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F64A6B91-90C6-85F7-1E6C-D6881BB425FD}"/>
              </a:ext>
            </a:extLst>
          </p:cNvPr>
          <p:cNvSpPr/>
          <p:nvPr/>
        </p:nvSpPr>
        <p:spPr>
          <a:xfrm>
            <a:off x="863730" y="2666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117;p3">
            <a:extLst>
              <a:ext uri="{FF2B5EF4-FFF2-40B4-BE49-F238E27FC236}">
                <a16:creationId xmlns:a16="http://schemas.microsoft.com/office/drawing/2014/main" id="{DCFEDC74-50DC-2406-92EB-F6E812BF860F}"/>
              </a:ext>
            </a:extLst>
          </p:cNvPr>
          <p:cNvGraphicFramePr/>
          <p:nvPr>
            <p:extLst>
              <p:ext uri="{D42A27DB-BD31-4B8C-83A1-F6EECF244321}">
                <p14:modId xmlns:p14="http://schemas.microsoft.com/office/powerpoint/2010/main" val="4075394849"/>
              </p:ext>
            </p:extLst>
          </p:nvPr>
        </p:nvGraphicFramePr>
        <p:xfrm>
          <a:off x="-15808" y="659525"/>
          <a:ext cx="2349161" cy="1598650"/>
        </p:xfrm>
        <a:graphic>
          <a:graphicData uri="http://schemas.openxmlformats.org/drawingml/2006/table">
            <a:tbl>
              <a:tblPr firstRow="1" bandRow="1">
                <a:noFill/>
                <a:tableStyleId>{A521BE36-7E6F-4EC9-8D66-1CF97A6895EC}</a:tableStyleId>
              </a:tblPr>
              <a:tblGrid>
                <a:gridCol w="341490">
                  <a:extLst>
                    <a:ext uri="{9D8B030D-6E8A-4147-A177-3AD203B41FA5}">
                      <a16:colId xmlns:a16="http://schemas.microsoft.com/office/drawing/2014/main" val="20000"/>
                    </a:ext>
                  </a:extLst>
                </a:gridCol>
                <a:gridCol w="156391">
                  <a:extLst>
                    <a:ext uri="{9D8B030D-6E8A-4147-A177-3AD203B41FA5}">
                      <a16:colId xmlns:a16="http://schemas.microsoft.com/office/drawing/2014/main" val="20002"/>
                    </a:ext>
                  </a:extLst>
                </a:gridCol>
                <a:gridCol w="537005">
                  <a:extLst>
                    <a:ext uri="{9D8B030D-6E8A-4147-A177-3AD203B41FA5}">
                      <a16:colId xmlns:a16="http://schemas.microsoft.com/office/drawing/2014/main" val="20003"/>
                    </a:ext>
                  </a:extLst>
                </a:gridCol>
                <a:gridCol w="61400">
                  <a:extLst>
                    <a:ext uri="{9D8B030D-6E8A-4147-A177-3AD203B41FA5}">
                      <a16:colId xmlns:a16="http://schemas.microsoft.com/office/drawing/2014/main" val="20004"/>
                    </a:ext>
                  </a:extLst>
                </a:gridCol>
                <a:gridCol w="661236">
                  <a:extLst>
                    <a:ext uri="{9D8B030D-6E8A-4147-A177-3AD203B41FA5}">
                      <a16:colId xmlns:a16="http://schemas.microsoft.com/office/drawing/2014/main" val="20005"/>
                    </a:ext>
                  </a:extLst>
                </a:gridCol>
                <a:gridCol w="591639">
                  <a:extLst>
                    <a:ext uri="{9D8B030D-6E8A-4147-A177-3AD203B41FA5}">
                      <a16:colId xmlns:a16="http://schemas.microsoft.com/office/drawing/2014/main" val="20008"/>
                    </a:ext>
                  </a:extLst>
                </a:gridCol>
              </a:tblGrid>
              <a:tr h="0">
                <a:tc gridSpan="6">
                  <a:txBody>
                    <a:bodyPr/>
                    <a:lstStyle/>
                    <a:p>
                      <a:pPr marL="0" marR="0" lvl="0" indent="0" algn="ctr" rtl="0">
                        <a:spcBef>
                          <a:spcPts val="0"/>
                        </a:spcBef>
                        <a:spcAft>
                          <a:spcPts val="0"/>
                        </a:spcAft>
                        <a:buNone/>
                      </a:pPr>
                      <a:r>
                        <a:rPr lang="en-US" sz="800" u="none" strike="noStrike" cap="none" dirty="0"/>
                        <a:t>SGN : RNP SID (NADP 1) TA 18000’</a:t>
                      </a:r>
                    </a:p>
                    <a:p>
                      <a:pPr marL="0" marR="0" lvl="0" indent="0" algn="ctr" rtl="0">
                        <a:spcBef>
                          <a:spcPts val="0"/>
                        </a:spcBef>
                        <a:spcAft>
                          <a:spcPts val="0"/>
                        </a:spcAft>
                        <a:buNone/>
                      </a:pPr>
                      <a:r>
                        <a:rPr lang="en-US" sz="800" u="none" strike="noStrike" cap="none" dirty="0">
                          <a:solidFill>
                            <a:srgbClr val="FFC000"/>
                          </a:solidFill>
                        </a:rPr>
                        <a:t>Request RWY due to Performance, </a:t>
                      </a:r>
                      <a:r>
                        <a:rPr lang="en-US" sz="800" u="none" strike="noStrike" cap="none" dirty="0">
                          <a:solidFill>
                            <a:srgbClr val="C00000"/>
                          </a:solidFill>
                        </a:rPr>
                        <a:t>Sudden M2000ft</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25L</a:t>
                      </a:r>
                      <a:r>
                        <a:rPr lang="en-US" sz="800" b="0" u="none" strike="noStrike" cap="none" dirty="0"/>
                        <a:t>(R)</a:t>
                      </a:r>
                    </a:p>
                  </a:txBody>
                  <a:tcPr marL="36000" marR="36000" marT="36000" marB="36000" anchor="ctr"/>
                </a:tc>
                <a:tc gridSpan="2">
                  <a:txBody>
                    <a:bodyPr/>
                    <a:lstStyle/>
                    <a:p>
                      <a:r>
                        <a:rPr lang="en-US" sz="800" b="1" u="none" strike="noStrike" cap="none" dirty="0">
                          <a:solidFill>
                            <a:srgbClr val="0070C0"/>
                          </a:solidFill>
                        </a:rPr>
                        <a:t>KADUM </a:t>
                      </a:r>
                      <a:r>
                        <a:rPr lang="en-US" sz="800" b="1" u="none" strike="noStrike" cap="none" dirty="0" err="1">
                          <a:solidFill>
                            <a:srgbClr val="0070C0"/>
                          </a:solidFill>
                        </a:rPr>
                        <a:t>xxD</a:t>
                      </a:r>
                      <a:r>
                        <a:rPr lang="en-US" sz="800" b="1" u="none" strike="noStrike" cap="none" dirty="0">
                          <a:solidFill>
                            <a:srgbClr val="0070C0"/>
                          </a:solidFill>
                        </a:rPr>
                        <a:t>/F</a:t>
                      </a:r>
                      <a:endParaRPr lang="ko-Kore-KR" dirty="0"/>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t>HD 250 </a:t>
                      </a:r>
                      <a:r>
                        <a:rPr lang="en-US" sz="800" b="1" u="none" strike="noStrike" cap="none" dirty="0">
                          <a:solidFill>
                            <a:srgbClr val="0070C0"/>
                          </a:solidFill>
                        </a:rPr>
                        <a:t>ALT 11000/ATC</a:t>
                      </a:r>
                    </a:p>
                    <a:p>
                      <a:pPr algn="ctr"/>
                      <a:r>
                        <a:rPr lang="en-US" altLang="ko-Kore-KR" sz="800" b="1" u="none" strike="noStrike" cap="none" dirty="0">
                          <a:solidFill>
                            <a:srgbClr val="7030A0"/>
                          </a:solidFill>
                        </a:rPr>
                        <a:t>SPD x/240 </a:t>
                      </a:r>
                      <a:r>
                        <a:rPr lang="en-US" altLang="ko-Kore-KR" sz="800" b="1" u="none" strike="noStrike" cap="none" dirty="0">
                          <a:solidFill>
                            <a:srgbClr val="F28943"/>
                          </a:solidFill>
                        </a:rPr>
                        <a:t>TA 18000</a:t>
                      </a:r>
                      <a:endParaRPr lang="ko-Kore-KR" altLang="en-US" dirty="0">
                        <a:solidFill>
                          <a:srgbClr val="F28943"/>
                        </a:solidFill>
                      </a:endParaRPr>
                    </a:p>
                  </a:txBody>
                  <a:tcPr marL="36000" marR="36000" marT="36000" marB="36000" anchor="ctr"/>
                </a:tc>
                <a:tc hMerge="1">
                  <a:txBody>
                    <a:bodyPr/>
                    <a:lstStyle/>
                    <a:p>
                      <a:endParaRPr lang="ko-Kore-KR"/>
                    </a:p>
                  </a:txBody>
                  <a:tcP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07L</a:t>
                      </a:r>
                      <a:r>
                        <a:rPr lang="en-US" sz="800" b="0" u="none" strike="noStrike" cap="none" dirty="0"/>
                        <a:t>(R)</a:t>
                      </a:r>
                      <a:endParaRPr sz="800" b="0" u="none" strike="noStrike" cap="none" dirty="0"/>
                    </a:p>
                  </a:txBody>
                  <a:tcPr marL="36000" marR="36000" marT="36000" marB="36000" anchor="ctr"/>
                </a:tc>
                <a:tc gridSpan="2">
                  <a:txBody>
                    <a:bodyPr/>
                    <a:lstStyle/>
                    <a:p>
                      <a:r>
                        <a:rPr lang="en-US" altLang="ko-Kore-KR" sz="800" b="1" u="none" strike="noStrike" cap="none" dirty="0">
                          <a:solidFill>
                            <a:srgbClr val="0070C0"/>
                          </a:solidFill>
                        </a:rPr>
                        <a:t>KADUM </a:t>
                      </a:r>
                      <a:r>
                        <a:rPr lang="en-US" altLang="ko-Kore-KR" sz="800" b="1" u="none" strike="noStrike" cap="none" dirty="0" err="1">
                          <a:solidFill>
                            <a:srgbClr val="0070C0"/>
                          </a:solidFill>
                        </a:rPr>
                        <a:t>xxA</a:t>
                      </a:r>
                      <a:endParaRPr lang="ko-Kore-KR" dirty="0"/>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t>HD 070 </a:t>
                      </a:r>
                      <a:r>
                        <a:rPr lang="en-US" sz="800" b="1" u="none" strike="noStrike" cap="none" dirty="0">
                          <a:solidFill>
                            <a:srgbClr val="0070C0"/>
                          </a:solidFill>
                        </a:rPr>
                        <a:t>ALT ATC </a:t>
                      </a:r>
                      <a:r>
                        <a:rPr lang="en-US" sz="800" b="1" u="none" strike="noStrike" cap="none" dirty="0">
                          <a:solidFill>
                            <a:srgbClr val="F28943"/>
                          </a:solidFill>
                        </a:rPr>
                        <a:t>TA 18000</a:t>
                      </a:r>
                    </a:p>
                  </a:txBody>
                  <a:tcPr marL="36000" marR="36000" marT="36000" marB="36000" anchor="ctr"/>
                </a:tc>
                <a:tc hMerge="1">
                  <a:txBody>
                    <a:bodyPr/>
                    <a:lstStyle/>
                    <a:p>
                      <a:endParaRPr lang="ko-Kore-KR"/>
                    </a:p>
                  </a:txBody>
                  <a:tcP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extLst>
                  <a:ext uri="{0D108BD9-81ED-4DB2-BD59-A6C34878D82A}">
                    <a16:rowId xmlns:a16="http://schemas.microsoft.com/office/drawing/2014/main" val="10002"/>
                  </a:ext>
                </a:extLst>
              </a:tr>
              <a:tr h="1157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TSH 116.8</a:t>
                      </a:r>
                      <a:endParaRPr sz="800" b="1" u="none" strike="noStrike" cap="none"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25R HCM 110.5</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07R ITS 111.7</a:t>
                      </a:r>
                      <a:endParaRPr lang="ko-Kore-KR" dirty="0"/>
                    </a:p>
                  </a:txBody>
                  <a:tcPr marL="36000" marR="36000" marT="36000" marB="36000" anchor="ctr"/>
                </a:tc>
                <a:tc>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25L SGN 108.3</a:t>
                      </a:r>
                      <a:endParaRPr lang="ko-Kore-KR" dirty="0"/>
                    </a:p>
                  </a:txBody>
                  <a:tcPr marL="36000" marR="36000" marT="36000" marB="36000" anchor="ctr"/>
                </a:tc>
                <a:extLst>
                  <a:ext uri="{0D108BD9-81ED-4DB2-BD59-A6C34878D82A}">
                    <a16:rowId xmlns:a16="http://schemas.microsoft.com/office/drawing/2014/main" val="10003"/>
                  </a:ext>
                </a:extLst>
              </a:tr>
              <a:tr h="115700">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rgbClr val="C00000"/>
                          </a:solidFill>
                        </a:rPr>
                        <a:t>Caution TSAT +- 5min, </a:t>
                      </a:r>
                      <a:r>
                        <a:rPr lang="en-US" sz="800" b="1" u="none" strike="noStrike" cap="none" dirty="0">
                          <a:solidFill>
                            <a:srgbClr val="0070C0"/>
                          </a:solidFill>
                        </a:rPr>
                        <a:t>ATC CLR, RWY CHG After TAXI</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F28943"/>
                          </a:solidFill>
                        </a:rPr>
                        <a:t>Caution Sudden STOPBAR L/T</a:t>
                      </a:r>
                      <a:r>
                        <a:rPr lang="en-US" sz="800" b="1" u="none" strike="noStrike" cap="none" dirty="0">
                          <a:solidFill>
                            <a:srgbClr val="0070C0"/>
                          </a:solidFill>
                        </a:rPr>
                        <a:t>, </a:t>
                      </a:r>
                      <a:r>
                        <a:rPr lang="en-US" sz="800" b="1" u="none" strike="noStrike" cap="none" dirty="0">
                          <a:solidFill>
                            <a:schemeClr val="bg1"/>
                          </a:solidFill>
                        </a:rPr>
                        <a:t>Follow Car Service</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7030A0"/>
                          </a:solidFill>
                        </a:rPr>
                        <a:t>1,2,3T is Stand name, Caution S1, P1 for Lineup</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sp>
        <p:nvSpPr>
          <p:cNvPr id="10" name="TextBox 9">
            <a:extLst>
              <a:ext uri="{FF2B5EF4-FFF2-40B4-BE49-F238E27FC236}">
                <a16:creationId xmlns:a16="http://schemas.microsoft.com/office/drawing/2014/main" id="{AFCFEBA0-D491-E06D-ECEE-B5B3A538BC78}"/>
              </a:ext>
            </a:extLst>
          </p:cNvPr>
          <p:cNvSpPr txBox="1"/>
          <p:nvPr/>
        </p:nvSpPr>
        <p:spPr>
          <a:xfrm>
            <a:off x="25319" y="2329911"/>
            <a:ext cx="1963999" cy="855482"/>
          </a:xfrm>
          <a:prstGeom prst="rect">
            <a:avLst/>
          </a:prstGeom>
          <a:noFill/>
        </p:spPr>
        <p:txBody>
          <a:bodyPr wrap="none" tIns="36000" bIns="3600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APP 125.5 – HCM 120.1 - 134.05</a:t>
            </a:r>
          </a:p>
          <a:p>
            <a:pPr>
              <a:lnSpc>
                <a:spcPct val="150000"/>
              </a:lnSpc>
            </a:pPr>
            <a:r>
              <a:rPr kumimoji="1" lang="en-US" altLang="ko-Kore-KR" sz="700" b="1" u="sng" dirty="0">
                <a:latin typeface="Gulim" panose="020B0600000101010101" pitchFamily="34" charset="-127"/>
                <a:ea typeface="Gulim" panose="020B0600000101010101" pitchFamily="34" charset="-127"/>
              </a:rPr>
              <a:t>HNI 123.3 – SNY 122.6</a:t>
            </a:r>
            <a:r>
              <a:rPr kumimoji="1" lang="en-US" altLang="ko-Kore-KR" sz="700" b="1" u="sng" dirty="0">
                <a:solidFill>
                  <a:srgbClr val="C00000"/>
                </a:solidFill>
                <a:latin typeface="Gulim" panose="020B0600000101010101" pitchFamily="34" charset="-127"/>
                <a:ea typeface="Gulim" panose="020B0600000101010101" pitchFamily="34" charset="-127"/>
              </a:rPr>
              <a:t>(-5min)</a:t>
            </a:r>
          </a:p>
          <a:p>
            <a:pPr>
              <a:lnSpc>
                <a:spcPct val="150000"/>
              </a:lnSpc>
            </a:pPr>
            <a:r>
              <a:rPr kumimoji="1" lang="en-US" altLang="ko-Kore-KR" sz="700" b="1" u="sng" dirty="0">
                <a:latin typeface="Gulim" panose="020B0600000101010101" pitchFamily="34" charset="-127"/>
                <a:ea typeface="Gulim" panose="020B0600000101010101" pitchFamily="34" charset="-127"/>
              </a:rPr>
              <a:t>HKG 132.15 – 127.1 – TPE 129.1 – 127.9</a:t>
            </a:r>
          </a:p>
          <a:p>
            <a:pPr>
              <a:lnSpc>
                <a:spcPct val="150000"/>
              </a:lnSpc>
            </a:pPr>
            <a:r>
              <a:rPr kumimoji="1" lang="en-US" altLang="ko-KR" sz="700" b="1" u="sng" dirty="0">
                <a:latin typeface="Gulim" panose="020B0600000101010101" pitchFamily="34" charset="-127"/>
                <a:ea typeface="Gulim" panose="020B0600000101010101" pitchFamily="34" charset="-127"/>
              </a:rPr>
              <a:t>126.7 – 123.6 - FUK 127.5</a:t>
            </a:r>
            <a:r>
              <a:rPr kumimoji="1" lang="en-US" altLang="ko-KR" sz="700" b="1" u="sng" dirty="0">
                <a:solidFill>
                  <a:srgbClr val="C00000"/>
                </a:solidFill>
                <a:latin typeface="Gulim" panose="020B0600000101010101" pitchFamily="34" charset="-127"/>
                <a:ea typeface="Gulim" panose="020B0600000101010101" pitchFamily="34" charset="-127"/>
              </a:rPr>
              <a:t>(SENKA /20)</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pic>
        <p:nvPicPr>
          <p:cNvPr id="7" name="그래픽 6" descr="집 Wi-Fi에서 작업 단색으로 채워진">
            <a:hlinkClick r:id="" action="ppaction://hlinkshowjump?jump=firstslide"/>
            <a:extLst>
              <a:ext uri="{FF2B5EF4-FFF2-40B4-BE49-F238E27FC236}">
                <a16:creationId xmlns:a16="http://schemas.microsoft.com/office/drawing/2014/main" id="{182A3967-06B9-3A50-34D0-51C8CFE23F4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824679"/>
            <a:ext cx="457200" cy="457200"/>
          </a:xfrm>
          <a:prstGeom prst="rect">
            <a:avLst/>
          </a:prstGeom>
          <a:effectLst>
            <a:outerShdw blurRad="50800" dist="50800" dir="3660000" algn="ctr" rotWithShape="0">
              <a:schemeClr val="bg1">
                <a:alpha val="82714"/>
              </a:schemeClr>
            </a:outerShdw>
          </a:effectLst>
        </p:spPr>
      </p:pic>
      <p:graphicFrame>
        <p:nvGraphicFramePr>
          <p:cNvPr id="4" name="Google Shape;283;p17">
            <a:extLst>
              <a:ext uri="{FF2B5EF4-FFF2-40B4-BE49-F238E27FC236}">
                <a16:creationId xmlns:a16="http://schemas.microsoft.com/office/drawing/2014/main" id="{CEAC64AC-A7B3-55DB-0C03-13D6360E1527}"/>
              </a:ext>
            </a:extLst>
          </p:cNvPr>
          <p:cNvGraphicFramePr/>
          <p:nvPr>
            <p:extLst>
              <p:ext uri="{D42A27DB-BD31-4B8C-83A1-F6EECF244321}">
                <p14:modId xmlns:p14="http://schemas.microsoft.com/office/powerpoint/2010/main" val="3423549415"/>
              </p:ext>
            </p:extLst>
          </p:nvPr>
        </p:nvGraphicFramePr>
        <p:xfrm>
          <a:off x="11589" y="3297065"/>
          <a:ext cx="2314761" cy="225241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178498">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2227">
                <a:tc>
                  <a:txBody>
                    <a:bodyPr/>
                    <a:lstStyle/>
                    <a:p>
                      <a:pPr marL="0" marR="0" lvl="0" indent="0" algn="ctr" rtl="0">
                        <a:spcBef>
                          <a:spcPts val="0"/>
                        </a:spcBef>
                        <a:spcAft>
                          <a:spcPts val="0"/>
                        </a:spcAft>
                        <a:buNone/>
                      </a:pPr>
                      <a:r>
                        <a:rPr lang="en-US" sz="800" b="1" dirty="0"/>
                        <a:t>33</a:t>
                      </a:r>
                    </a:p>
                    <a:p>
                      <a:pPr marL="0" marR="0" lvl="0" indent="0" algn="ctr" rtl="0">
                        <a:spcBef>
                          <a:spcPts val="0"/>
                        </a:spcBef>
                        <a:spcAft>
                          <a:spcPts val="0"/>
                        </a:spcAft>
                        <a:buNone/>
                      </a:pPr>
                      <a:r>
                        <a:rPr lang="en-US" sz="800" b="1" dirty="0"/>
                        <a:t>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xY</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ENPIL</a:t>
                      </a:r>
                    </a:p>
                    <a:p>
                      <a:pPr marL="0" marR="0" lvl="0" indent="0" algn="ctr" rtl="0">
                        <a:spcBef>
                          <a:spcPts val="0"/>
                        </a:spcBef>
                        <a:spcAft>
                          <a:spcPts val="0"/>
                        </a:spcAft>
                        <a:buNone/>
                      </a:pPr>
                      <a:r>
                        <a:rPr lang="en-US" sz="800" b="1" dirty="0">
                          <a:solidFill>
                            <a:srgbClr val="FF0000"/>
                          </a:solidFill>
                        </a:rPr>
                        <a:t>PAMBI</a:t>
                      </a:r>
                      <a:endParaRPr sz="458" b="1"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OLMEN 180</a:t>
                      </a:r>
                    </a:p>
                    <a:p>
                      <a:pPr marL="0" marR="0" lvl="0" indent="0" algn="ctr" rtl="0">
                        <a:spcBef>
                          <a:spcPts val="0"/>
                        </a:spcBef>
                        <a:spcAft>
                          <a:spcPts val="0"/>
                        </a:spcAft>
                        <a:buNone/>
                      </a:pPr>
                      <a:r>
                        <a:rPr lang="en-US" sz="800" b="1" dirty="0"/>
                        <a:t>OLMEN 160</a:t>
                      </a:r>
                      <a:endParaRPr sz="458" b="1" dirty="0"/>
                    </a:p>
                  </a:txBody>
                  <a:tcPr marL="36000" marR="36000" marT="36000" marB="36000" anchor="ctr"/>
                </a:tc>
                <a:extLst>
                  <a:ext uri="{0D108BD9-81ED-4DB2-BD59-A6C34878D82A}">
                    <a16:rowId xmlns:a16="http://schemas.microsoft.com/office/drawing/2014/main" val="10001"/>
                  </a:ext>
                </a:extLst>
              </a:tr>
              <a:tr h="264221">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xC</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62227">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62227">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62227">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2227">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6390970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C516B428-136F-957C-05EC-6052993CEE5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AEFC303-98DC-9D7B-E956-B1F84FF6D307}"/>
              </a:ext>
            </a:extLst>
          </p:cNvPr>
          <p:cNvSpPr txBox="1"/>
          <p:nvPr/>
        </p:nvSpPr>
        <p:spPr>
          <a:xfrm>
            <a:off x="-58296" y="2891699"/>
            <a:ext cx="2000869" cy="370733"/>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a:t>
            </a:r>
            <a:r>
              <a:rPr kumimoji="1" lang="en-US" altLang="ko-Kore-KR" sz="700" b="1" u="sng" dirty="0">
                <a:solidFill>
                  <a:srgbClr val="FF0000"/>
                </a:solidFill>
                <a:latin typeface="Gulim" panose="020B0600000101010101" pitchFamily="34" charset="-127"/>
                <a:ea typeface="Gulim" panose="020B0600000101010101" pitchFamily="34" charset="-127"/>
              </a:rPr>
              <a:t>(SENKA</a:t>
            </a:r>
            <a:r>
              <a:rPr kumimoji="1" lang="ko-KR" altLang="en-US" sz="700" b="1" u="sng" dirty="0">
                <a:solidFill>
                  <a:srgbClr val="FF0000"/>
                </a:solidFill>
                <a:latin typeface="Gulim" panose="020B0600000101010101" pitchFamily="34" charset="-127"/>
                <a:ea typeface="Gulim" panose="020B0600000101010101" pitchFamily="34" charset="-127"/>
              </a:rPr>
              <a:t> </a:t>
            </a:r>
            <a:r>
              <a:rPr kumimoji="1" lang="en-US" altLang="ko-KR" sz="700" b="1" u="sng" dirty="0">
                <a:solidFill>
                  <a:srgbClr val="FF0000"/>
                </a:solidFill>
                <a:latin typeface="Gulim" panose="020B0600000101010101" pitchFamily="34" charset="-127"/>
                <a:ea typeface="Gulim" panose="020B0600000101010101" pitchFamily="34" charset="-127"/>
              </a:rPr>
              <a:t>/20) </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TPE</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125.5 – 129.1 – HKG 132.15 - 127.1</a:t>
            </a:r>
          </a:p>
        </p:txBody>
      </p:sp>
      <p:graphicFrame>
        <p:nvGraphicFramePr>
          <p:cNvPr id="292" name="Google Shape;292;p18">
            <a:extLst>
              <a:ext uri="{FF2B5EF4-FFF2-40B4-BE49-F238E27FC236}">
                <a16:creationId xmlns:a16="http://schemas.microsoft.com/office/drawing/2014/main" id="{8FE53CC5-5C56-DF31-DDD9-A687D50B1569}"/>
              </a:ext>
            </a:extLst>
          </p:cNvPr>
          <p:cNvGraphicFramePr/>
          <p:nvPr>
            <p:extLst>
              <p:ext uri="{D42A27DB-BD31-4B8C-83A1-F6EECF244321}">
                <p14:modId xmlns:p14="http://schemas.microsoft.com/office/powerpoint/2010/main" val="2384650463"/>
              </p:ext>
            </p:extLst>
          </p:nvPr>
        </p:nvGraphicFramePr>
        <p:xfrm>
          <a:off x="-2500" y="3775686"/>
          <a:ext cx="2328849" cy="1780531"/>
        </p:xfrm>
        <a:graphic>
          <a:graphicData uri="http://schemas.openxmlformats.org/drawingml/2006/table">
            <a:tbl>
              <a:tblPr firstRow="1" bandRow="1">
                <a:noFill/>
                <a:tableStyleId>{A521BE36-7E6F-4EC9-8D66-1CF97A6895EC}</a:tableStyleId>
              </a:tblPr>
              <a:tblGrid>
                <a:gridCol w="461201">
                  <a:extLst>
                    <a:ext uri="{9D8B030D-6E8A-4147-A177-3AD203B41FA5}">
                      <a16:colId xmlns:a16="http://schemas.microsoft.com/office/drawing/2014/main" val="20000"/>
                    </a:ext>
                  </a:extLst>
                </a:gridCol>
                <a:gridCol w="681907">
                  <a:extLst>
                    <a:ext uri="{9D8B030D-6E8A-4147-A177-3AD203B41FA5}">
                      <a16:colId xmlns:a16="http://schemas.microsoft.com/office/drawing/2014/main" val="20001"/>
                    </a:ext>
                  </a:extLst>
                </a:gridCol>
                <a:gridCol w="464366">
                  <a:extLst>
                    <a:ext uri="{9D8B030D-6E8A-4147-A177-3AD203B41FA5}">
                      <a16:colId xmlns:a16="http://schemas.microsoft.com/office/drawing/2014/main" val="502366202"/>
                    </a:ext>
                  </a:extLst>
                </a:gridCol>
                <a:gridCol w="721375">
                  <a:extLst>
                    <a:ext uri="{9D8B030D-6E8A-4147-A177-3AD203B41FA5}">
                      <a16:colId xmlns:a16="http://schemas.microsoft.com/office/drawing/2014/main" val="992510185"/>
                    </a:ext>
                  </a:extLst>
                </a:gridCol>
              </a:tblGrid>
              <a:tr h="155749">
                <a:tc gridSpan="4">
                  <a:txBody>
                    <a:bodyPr/>
                    <a:lstStyle/>
                    <a:p>
                      <a:pPr marL="0" marR="0" lvl="0" indent="0" algn="ctr" rtl="0">
                        <a:spcBef>
                          <a:spcPts val="0"/>
                        </a:spcBef>
                        <a:spcAft>
                          <a:spcPts val="0"/>
                        </a:spcAft>
                        <a:buNone/>
                      </a:pPr>
                      <a:r>
                        <a:rPr lang="en-US" altLang="ko-Kore-KR" sz="800" dirty="0"/>
                        <a:t>CNX </a:t>
                      </a:r>
                      <a:r>
                        <a:rPr lang="en-US" altLang="ko-Kore-KR" sz="800" dirty="0">
                          <a:solidFill>
                            <a:srgbClr val="00B0F0"/>
                          </a:solidFill>
                        </a:rPr>
                        <a:t>[001/181]</a:t>
                      </a:r>
                      <a:r>
                        <a:rPr lang="en-US" altLang="ko-Kore-KR" sz="800" dirty="0"/>
                        <a:t> :  TL130 UTC+7, </a:t>
                      </a:r>
                      <a:r>
                        <a:rPr lang="en-US" altLang="ko-Kore-KR" sz="800" dirty="0">
                          <a:solidFill>
                            <a:srgbClr val="C00000"/>
                          </a:solidFill>
                        </a:rPr>
                        <a:t>Caution TERR</a:t>
                      </a:r>
                    </a:p>
                    <a:p>
                      <a:pPr marL="0" marR="0" lvl="0" indent="0" algn="ctr" rtl="0">
                        <a:spcBef>
                          <a:spcPts val="0"/>
                        </a:spcBef>
                        <a:spcAft>
                          <a:spcPts val="0"/>
                        </a:spcAft>
                        <a:buNone/>
                      </a:pPr>
                      <a:r>
                        <a:rPr lang="en-US" altLang="ko-Kore-KR" sz="800" dirty="0">
                          <a:solidFill>
                            <a:srgbClr val="00B050"/>
                          </a:solidFill>
                        </a:rPr>
                        <a:t>BKK to CNX APP 80NM, FL160 – Rep PSN, ALT, SQ</a:t>
                      </a:r>
                    </a:p>
                    <a:p>
                      <a:pPr marL="0" marR="0" lvl="0" indent="0" algn="ctr" rtl="0">
                        <a:spcBef>
                          <a:spcPts val="0"/>
                        </a:spcBef>
                        <a:spcAft>
                          <a:spcPts val="0"/>
                        </a:spcAft>
                        <a:buNone/>
                      </a:pPr>
                      <a:r>
                        <a:rPr lang="en-US" altLang="ko-Kore-KR" sz="800" dirty="0">
                          <a:solidFill>
                            <a:srgbClr val="FFC000"/>
                          </a:solidFill>
                        </a:rPr>
                        <a:t>(SPD 220kts 20-25 TRK Mile, 180kts IF, 150-160kts FAF)</a:t>
                      </a:r>
                      <a:endParaRPr lang="en-US" altLang="ko-Kore-KR" sz="800" b="1" dirty="0">
                        <a:solidFill>
                          <a:srgbClr val="FFC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30547">
                <a:tc>
                  <a:txBody>
                    <a:bodyPr/>
                    <a:lstStyle/>
                    <a:p>
                      <a:pPr marL="0" marR="0" lvl="0" indent="0" algn="ctr" rtl="0">
                        <a:spcBef>
                          <a:spcPts val="0"/>
                        </a:spcBef>
                        <a:spcAft>
                          <a:spcPts val="0"/>
                        </a:spcAft>
                        <a:buNone/>
                      </a:pPr>
                      <a:r>
                        <a:rPr lang="en-US" sz="800" b="1" dirty="0">
                          <a:solidFill>
                            <a:srgbClr val="0070C0"/>
                          </a:solidFill>
                        </a:rPr>
                        <a:t>36</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MONLO xx A</a:t>
                      </a:r>
                    </a:p>
                  </a:txBody>
                  <a:tcPr marL="36000" marR="36000" marT="36000" marB="36000" anchor="ctr"/>
                </a:tc>
                <a:tc>
                  <a:txBody>
                    <a:bodyPr/>
                    <a:lstStyle/>
                    <a:p>
                      <a:pPr algn="ctr"/>
                      <a:r>
                        <a:rPr lang="en-US" altLang="ko-Kore-KR" sz="800" b="1" dirty="0"/>
                        <a:t>PUKAT</a:t>
                      </a:r>
                    </a:p>
                  </a:txBody>
                  <a:tcPr marL="36000" marR="36000" marT="36000" marB="36000" anchor="ctr"/>
                </a:tc>
                <a:tc>
                  <a:txBody>
                    <a:bodyPr/>
                    <a:lstStyle/>
                    <a:p>
                      <a:pPr marL="0" marR="0" lvl="0" indent="0" algn="ctr" rtl="0">
                        <a:spcBef>
                          <a:spcPts val="0"/>
                        </a:spcBef>
                        <a:spcAft>
                          <a:spcPts val="0"/>
                        </a:spcAft>
                        <a:buNone/>
                      </a:pPr>
                      <a:r>
                        <a:rPr lang="en-US" sz="800" b="1" dirty="0"/>
                        <a:t>ILS Z 36</a:t>
                      </a:r>
                      <a:endParaRPr lang="ko-Kore-KR" altLang="en-US" b="0" dirty="0"/>
                    </a:p>
                  </a:txBody>
                  <a:tcPr marL="36000" marR="36000" marT="36000" marB="36000" anchor="ctr"/>
                </a:tc>
                <a:extLst>
                  <a:ext uri="{0D108BD9-81ED-4DB2-BD59-A6C34878D82A}">
                    <a16:rowId xmlns:a16="http://schemas.microsoft.com/office/drawing/2014/main" val="10001"/>
                  </a:ext>
                </a:extLst>
              </a:tr>
              <a:tr h="230547">
                <a:tc>
                  <a:txBody>
                    <a:bodyPr/>
                    <a:lstStyle/>
                    <a:p>
                      <a:pPr marL="0" marR="0" lvl="0" indent="0" algn="ctr" rtl="0">
                        <a:spcBef>
                          <a:spcPts val="0"/>
                        </a:spcBef>
                        <a:spcAft>
                          <a:spcPts val="0"/>
                        </a:spcAft>
                        <a:buNone/>
                      </a:pPr>
                      <a:r>
                        <a:rPr lang="en-US" sz="800" b="0" dirty="0"/>
                        <a:t>18</a:t>
                      </a:r>
                      <a:endParaRPr sz="800" b="0" dirty="0"/>
                    </a:p>
                  </a:txBody>
                  <a:tcPr marL="36000" marR="36000" marT="36000" marB="36000" anchor="ctr"/>
                </a:tc>
                <a:tc>
                  <a:txBody>
                    <a:bodyPr/>
                    <a:lstStyle/>
                    <a:p>
                      <a:pPr marL="0" marR="0" lvl="0" indent="0" algn="ctr" rtl="0">
                        <a:spcBef>
                          <a:spcPts val="0"/>
                        </a:spcBef>
                        <a:spcAft>
                          <a:spcPts val="0"/>
                        </a:spcAft>
                        <a:buNone/>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MONLO xx B </a:t>
                      </a:r>
                    </a:p>
                  </a:txBody>
                  <a:tcPr marL="36000" marR="36000" marT="36000" marB="36000" anchor="ctr"/>
                </a:tc>
                <a:tc>
                  <a:txBody>
                    <a:bodyPr/>
                    <a:lstStyle/>
                    <a:p>
                      <a:pPr algn="ct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PILEX</a:t>
                      </a:r>
                      <a:endParaRPr lang="ko-Kore-KR" altLang="en-US" dirty="0"/>
                    </a:p>
                  </a:txBody>
                  <a:tcPr marL="36000" marR="36000" marT="36000" marB="36000" anchor="ctr"/>
                </a:tc>
                <a:tc>
                  <a:txBody>
                    <a:bodyPr/>
                    <a:lstStyle/>
                    <a:p>
                      <a:pPr algn="ctr"/>
                      <a:r>
                        <a:rPr lang="en-US" sz="800" b="1" dirty="0"/>
                        <a:t>RNP 18</a:t>
                      </a:r>
                      <a:endParaRPr lang="ko-Kore-KR" altLang="en-US" b="1" dirty="0"/>
                    </a:p>
                  </a:txBody>
                  <a:tcPr marL="36000" marR="36000" marT="36000" marB="36000" anchor="ctr"/>
                </a:tc>
                <a:extLst>
                  <a:ext uri="{0D108BD9-81ED-4DB2-BD59-A6C34878D82A}">
                    <a16:rowId xmlns:a16="http://schemas.microsoft.com/office/drawing/2014/main" val="10002"/>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70C0"/>
                          </a:solidFill>
                        </a:rPr>
                        <a:t>CMA, </a:t>
                      </a:r>
                      <a:r>
                        <a:rPr lang="en-US" altLang="ko-KR" sz="800" b="1" dirty="0">
                          <a:solidFill>
                            <a:srgbClr val="C00000"/>
                          </a:solidFill>
                        </a:rPr>
                        <a:t>36 ICMA</a:t>
                      </a:r>
                      <a:endParaRPr sz="800" b="1" dirty="0">
                        <a:solidFill>
                          <a:srgbClr val="C00000"/>
                        </a:solidFill>
                      </a:endParaRPr>
                    </a:p>
                  </a:txBody>
                  <a:tcPr marL="36000" marR="36000" marT="36000" marB="36000" anchor="ctr"/>
                </a:tc>
                <a:tc hMerge="1">
                  <a:txBody>
                    <a:bodyPr/>
                    <a:lstStyle/>
                    <a:p>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3195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bg1"/>
                          </a:solidFill>
                        </a:rPr>
                        <a:t>36</a:t>
                      </a:r>
                      <a:r>
                        <a:rPr lang="ko-KR" altLang="en-US" sz="800" b="0" dirty="0">
                          <a:solidFill>
                            <a:schemeClr val="bg1"/>
                          </a:solidFill>
                        </a:rPr>
                        <a:t> </a:t>
                      </a:r>
                      <a:r>
                        <a:rPr lang="en-US" sz="800" b="0" dirty="0">
                          <a:solidFill>
                            <a:schemeClr val="bg1"/>
                          </a:solidFill>
                        </a:rPr>
                        <a:t>:</a:t>
                      </a:r>
                      <a:r>
                        <a:rPr lang="ko-KR" altLang="en-US" sz="800" b="0" dirty="0">
                          <a:solidFill>
                            <a:schemeClr val="bg1"/>
                          </a:solidFill>
                        </a:rPr>
                        <a:t> </a:t>
                      </a:r>
                      <a:r>
                        <a:rPr lang="en-US" sz="800" b="0" dirty="0">
                          <a:solidFill>
                            <a:schemeClr val="bg1"/>
                          </a:solidFill>
                        </a:rPr>
                        <a:t>E(</a:t>
                      </a:r>
                      <a:r>
                        <a:rPr lang="en-US" altLang="ko-KR" sz="800" b="0" dirty="0">
                          <a:solidFill>
                            <a:schemeClr val="bg1"/>
                          </a:solidFill>
                        </a:rPr>
                        <a:t>6558</a:t>
                      </a:r>
                      <a:r>
                        <a:rPr lang="en-US" sz="800" b="0" dirty="0">
                          <a:solidFill>
                            <a:schemeClr val="bg1"/>
                          </a:solidFill>
                        </a:rPr>
                        <a:t>’, </a:t>
                      </a:r>
                      <a:r>
                        <a:rPr lang="en-US" sz="800" b="0" dirty="0">
                          <a:solidFill>
                            <a:srgbClr val="C00000"/>
                          </a:solidFill>
                          <a:latin typeface="+mn-ea"/>
                          <a:ea typeface="+mn-ea"/>
                        </a:rPr>
                        <a:t>90</a:t>
                      </a:r>
                      <a:r>
                        <a:rPr lang="ko-KR" altLang="en-US" sz="800" b="0" dirty="0">
                          <a:solidFill>
                            <a:srgbClr val="C00000"/>
                          </a:solidFill>
                          <a:latin typeface="+mn-ea"/>
                          <a:ea typeface="+mn-ea"/>
                        </a:rPr>
                        <a:t>도</a:t>
                      </a:r>
                      <a:r>
                        <a:rPr lang="en-US" sz="800" b="0" dirty="0">
                          <a:solidFill>
                            <a:schemeClr val="bg1"/>
                          </a:solidFill>
                        </a:rPr>
                        <a:t>),</a:t>
                      </a:r>
                      <a:r>
                        <a:rPr lang="ko-KR" altLang="en-US" sz="800" b="0" dirty="0">
                          <a:solidFill>
                            <a:schemeClr val="bg1"/>
                          </a:solidFill>
                        </a:rPr>
                        <a:t> </a:t>
                      </a:r>
                      <a:r>
                        <a:rPr lang="en-US" sz="800" b="0" dirty="0">
                          <a:solidFill>
                            <a:schemeClr val="bg1"/>
                          </a:solidFill>
                        </a:rPr>
                        <a:t>D(7483’)</a:t>
                      </a:r>
                    </a:p>
                    <a:p>
                      <a:pPr marL="0" marR="0" lvl="0" indent="0" algn="ctr" rtl="0">
                        <a:lnSpc>
                          <a:spcPct val="100000"/>
                        </a:lnSpc>
                        <a:spcBef>
                          <a:spcPts val="0"/>
                        </a:spcBef>
                        <a:spcAft>
                          <a:spcPts val="0"/>
                        </a:spcAft>
                        <a:buClr>
                          <a:schemeClr val="dk1"/>
                        </a:buClr>
                        <a:buSzPts val="800"/>
                        <a:buFont typeface="Calibri"/>
                        <a:buNone/>
                      </a:pPr>
                      <a:r>
                        <a:rPr lang="en-US" altLang="ko-KR" sz="800" b="0" dirty="0">
                          <a:solidFill>
                            <a:schemeClr val="bg1"/>
                          </a:solidFill>
                        </a:rPr>
                        <a:t>18</a:t>
                      </a:r>
                      <a:r>
                        <a:rPr lang="ko-KR" altLang="en-US" sz="800" b="0" dirty="0">
                          <a:solidFill>
                            <a:srgbClr val="0070C0"/>
                          </a:solidFill>
                        </a:rPr>
                        <a:t> </a:t>
                      </a:r>
                      <a:r>
                        <a:rPr lang="en-US" altLang="ko-KR" sz="800" b="1" dirty="0">
                          <a:solidFill>
                            <a:srgbClr val="C00000"/>
                          </a:solidFill>
                        </a:rPr>
                        <a:t>DIS</a:t>
                      </a:r>
                      <a:r>
                        <a:rPr lang="ko-KR" altLang="en-US" sz="800" b="0" dirty="0">
                          <a:solidFill>
                            <a:srgbClr val="C00000"/>
                          </a:solidFill>
                        </a:rPr>
                        <a:t> </a:t>
                      </a:r>
                      <a:r>
                        <a:rPr lang="en-US" sz="800" b="0" dirty="0">
                          <a:solidFill>
                            <a:schemeClr val="bg1"/>
                          </a:solidFill>
                        </a:rPr>
                        <a:t>:</a:t>
                      </a:r>
                      <a:r>
                        <a:rPr lang="ko-KR" altLang="en-US" sz="800" b="0" dirty="0">
                          <a:solidFill>
                            <a:schemeClr val="bg1"/>
                          </a:solidFill>
                        </a:rPr>
                        <a:t> </a:t>
                      </a:r>
                      <a:r>
                        <a:rPr lang="en-US" sz="800" b="0" dirty="0">
                          <a:solidFill>
                            <a:schemeClr val="bg1"/>
                          </a:solidFill>
                        </a:rPr>
                        <a:t>F(6853’, </a:t>
                      </a:r>
                      <a:r>
                        <a:rPr lang="en-US" sz="800" b="0" dirty="0">
                          <a:solidFill>
                            <a:srgbClr val="C00000"/>
                          </a:solidFill>
                        </a:rPr>
                        <a:t>90</a:t>
                      </a:r>
                      <a:r>
                        <a:rPr lang="ko-KR" altLang="en-US" sz="800" b="0" dirty="0">
                          <a:solidFill>
                            <a:srgbClr val="C00000"/>
                          </a:solidFill>
                        </a:rPr>
                        <a:t>도</a:t>
                      </a:r>
                      <a:r>
                        <a:rPr lang="en-US" sz="800" b="0" dirty="0">
                          <a:solidFill>
                            <a:schemeClr val="bg1"/>
                          </a:solidFill>
                        </a:rPr>
                        <a:t>)</a:t>
                      </a:r>
                      <a:r>
                        <a:rPr lang="ko-KR" altLang="en-US" sz="800" b="0" dirty="0">
                          <a:solidFill>
                            <a:schemeClr val="bg1"/>
                          </a:solidFill>
                        </a:rPr>
                        <a:t> </a:t>
                      </a:r>
                      <a:r>
                        <a:rPr lang="en-US" sz="800" b="0" dirty="0">
                          <a:solidFill>
                            <a:schemeClr val="bg1"/>
                          </a:solidFill>
                        </a:rPr>
                        <a:t>,</a:t>
                      </a:r>
                      <a:r>
                        <a:rPr lang="ko-KR" altLang="en-US" sz="800" b="0" dirty="0">
                          <a:solidFill>
                            <a:schemeClr val="bg1"/>
                          </a:solidFill>
                        </a:rPr>
                        <a:t> </a:t>
                      </a:r>
                      <a:r>
                        <a:rPr lang="en-US" sz="800" b="0" dirty="0">
                          <a:solidFill>
                            <a:schemeClr val="bg1"/>
                          </a:solidFill>
                        </a:rPr>
                        <a:t>G(9199’, </a:t>
                      </a:r>
                      <a:r>
                        <a:rPr lang="en-US" sz="800" b="0" dirty="0">
                          <a:solidFill>
                            <a:srgbClr val="C00000"/>
                          </a:solidFill>
                        </a:rPr>
                        <a:t>90</a:t>
                      </a:r>
                      <a:r>
                        <a:rPr lang="ko-KR" altLang="en-US" sz="800" b="0" dirty="0">
                          <a:solidFill>
                            <a:srgbClr val="C00000"/>
                          </a:solidFill>
                        </a:rPr>
                        <a:t>도</a:t>
                      </a:r>
                      <a:r>
                        <a:rPr lang="en-US" sz="800" b="0" dirty="0">
                          <a:solidFill>
                            <a:schemeClr val="bg1"/>
                          </a:solidFill>
                        </a:rPr>
                        <a:t>)</a:t>
                      </a:r>
                    </a:p>
                    <a:p>
                      <a:pPr marL="0" marR="0" lvl="0" indent="0" algn="ctr" rtl="0">
                        <a:lnSpc>
                          <a:spcPct val="100000"/>
                        </a:lnSpc>
                        <a:spcBef>
                          <a:spcPts val="0"/>
                        </a:spcBef>
                        <a:spcAft>
                          <a:spcPts val="0"/>
                        </a:spcAft>
                        <a:buClr>
                          <a:schemeClr val="dk1"/>
                        </a:buClr>
                        <a:buSzPts val="800"/>
                        <a:buFont typeface="Calibri"/>
                        <a:buNone/>
                      </a:pPr>
                      <a:r>
                        <a:rPr lang="en-US" sz="800" b="0" dirty="0">
                          <a:solidFill>
                            <a:srgbClr val="C00000"/>
                          </a:solidFill>
                        </a:rPr>
                        <a:t>Narrow RWY, No TWY CL L/T, Yellow Center Line</a:t>
                      </a:r>
                      <a:endParaRPr sz="800" b="0" dirty="0">
                        <a:solidFill>
                          <a:srgbClr val="C00000"/>
                        </a:solidFil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230547">
                <a:tc gridSpan="4">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Difference VDGS, </a:t>
                      </a:r>
                      <a:r>
                        <a:rPr kumimoji="0" lang="en-US" altLang="ko-Kore-KR" sz="800" b="1" i="0" u="none" strike="noStrike" kern="0" cap="none" spc="0" normalizeH="0" baseline="0" noProof="0" dirty="0">
                          <a:ln>
                            <a:noFill/>
                          </a:ln>
                          <a:solidFill>
                            <a:srgbClr val="F28943"/>
                          </a:solidFill>
                          <a:effectLst/>
                          <a:uLnTx/>
                          <a:uFillTx/>
                          <a:latin typeface="Calibri"/>
                          <a:cs typeface="Calibri"/>
                          <a:sym typeface="Arial"/>
                        </a:rPr>
                        <a:t>After LD CONF 1</a:t>
                      </a:r>
                      <a:endParaRPr lang="en-US" sz="800" b="1" dirty="0">
                        <a:solidFill>
                          <a:srgbClr val="F28943"/>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8CA31BAD-049C-1AD5-2835-8E917AD59DCF}"/>
              </a:ext>
            </a:extLst>
          </p:cNvPr>
          <p:cNvGraphicFramePr/>
          <p:nvPr>
            <p:extLst>
              <p:ext uri="{D42A27DB-BD31-4B8C-83A1-F6EECF244321}">
                <p14:modId xmlns:p14="http://schemas.microsoft.com/office/powerpoint/2010/main" val="1440513578"/>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VTCC(CNX)</a:t>
                      </a:r>
                      <a:r>
                        <a:rPr lang="en-US" altLang="ko-Kore-KR" sz="1200" dirty="0">
                          <a:solidFill>
                            <a:srgbClr val="C00000"/>
                          </a:solidFill>
                          <a:hlinkClick r:id="rId4">
                            <a:extLst>
                              <a:ext uri="{A12FA001-AC4F-418D-AE19-62706E023703}">
                                <ahyp:hlinkClr xmlns:ahyp="http://schemas.microsoft.com/office/drawing/2018/hyperlinkcolor" val="tx"/>
                              </a:ext>
                            </a:extLst>
                          </a:hlinkClick>
                        </a:rPr>
                        <a:t>1036ft</a:t>
                      </a:r>
                      <a:endParaRPr lang="en-US" altLang="ko-Kore-K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CNX Traffic 131.5</a:t>
                      </a:r>
                    </a:p>
                    <a:p>
                      <a:pPr marL="0" marR="0" lvl="0" indent="0" algn="ctr" rtl="0">
                        <a:spcBef>
                          <a:spcPts val="0"/>
                        </a:spcBef>
                        <a:spcAft>
                          <a:spcPts val="0"/>
                        </a:spcAft>
                        <a:buNone/>
                      </a:pPr>
                      <a:r>
                        <a:rPr lang="en-US" sz="900" dirty="0">
                          <a:solidFill>
                            <a:srgbClr val="0070C0"/>
                          </a:solidFill>
                        </a:rPr>
                        <a:t>D-ATIS </a:t>
                      </a:r>
                      <a:r>
                        <a:rPr lang="en-US" sz="900" b="1" dirty="0">
                          <a:solidFill>
                            <a:srgbClr val="7030A0"/>
                          </a:solidFill>
                        </a:rPr>
                        <a:t>Bay 5-7</a:t>
                      </a: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86EEBC08-5900-E14B-6C6B-B00F1F152909}"/>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85FB2548-B39C-52D0-6356-468B3EE0A5C0}"/>
              </a:ext>
            </a:extLst>
          </p:cNvPr>
          <p:cNvGraphicFramePr/>
          <p:nvPr/>
        </p:nvGraphicFramePr>
        <p:xfrm>
          <a:off x="1" y="66307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7" name="그래픽 6" descr="집 Wi-Fi에서 작업 단색으로 채워진">
            <a:hlinkClick r:id="" action="ppaction://hlinkshowjump?jump=firstslide"/>
            <a:extLst>
              <a:ext uri="{FF2B5EF4-FFF2-40B4-BE49-F238E27FC236}">
                <a16:creationId xmlns:a16="http://schemas.microsoft.com/office/drawing/2014/main" id="{56EC76DA-A6E4-A615-244B-8462D37B9DB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28230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8369213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58FD6-8169-A8D2-0B5A-C82D72906028}"/>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C6D1C0C3-725E-D788-C4C3-B074301EAD24}"/>
              </a:ext>
            </a:extLst>
          </p:cNvPr>
          <p:cNvGraphicFramePr>
            <a:graphicFrameLocks noGrp="1"/>
          </p:cNvGraphicFramePr>
          <p:nvPr>
            <p:ph idx="1"/>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14,800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3,600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11,800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rgbClr val="0070C0"/>
                          </a:solidFill>
                          <a:effectLst/>
                          <a:latin typeface="Arial" panose="020B0604020202020204" pitchFamily="34" charset="0"/>
                          <a:cs typeface="Arial" panose="020B0604020202020204" pitchFamily="34" charset="0"/>
                        </a:rPr>
                        <a:t>3,000</a:t>
                      </a:r>
                      <a:r>
                        <a:rPr lang="en-US" sz="800" b="0" i="0">
                          <a:solidFill>
                            <a:srgbClr val="0070C0"/>
                          </a:solidFill>
                          <a:effectLst/>
                          <a:latin typeface="Arial" panose="020B0604020202020204" pitchFamily="34" charset="0"/>
                          <a:cs typeface="Arial" panose="020B0604020202020204" pitchFamily="34" charset="0"/>
                        </a:rPr>
                        <a:t> </a:t>
                      </a:r>
                      <a:r>
                        <a:rPr lang="en-US" sz="800" b="1" i="0">
                          <a:solidFill>
                            <a:srgbClr val="0070C0"/>
                          </a:solidFill>
                          <a:effectLst/>
                          <a:latin typeface="Arial" panose="020B0604020202020204" pitchFamily="34" charset="0"/>
                          <a:cs typeface="Arial" panose="020B0604020202020204" pitchFamily="34" charset="0"/>
                        </a:rPr>
                        <a:t>m</a:t>
                      </a:r>
                      <a:endParaRPr lang="en-US" sz="80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9,800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FF703819-1F54-F0CC-13D5-68E714D94FEC}"/>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3BD9D897-6614-4BD6-F98B-91DD9B07BB72}"/>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54EDA6B7-4547-E5C9-2919-78B2B0C0808C}"/>
              </a:ext>
            </a:extLst>
          </p:cNvPr>
          <p:cNvGraphicFramePr>
            <a:graphicFrameLocks noGrp="1"/>
          </p:cNvGraphicFramePr>
          <p:nvPr/>
        </p:nvGraphicFramePr>
        <p:xfrm>
          <a:off x="39455" y="410023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Tree>
    <p:extLst>
      <p:ext uri="{BB962C8B-B14F-4D97-AF65-F5344CB8AC3E}">
        <p14:creationId xmlns:p14="http://schemas.microsoft.com/office/powerpoint/2010/main" val="400112523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C33816BC-4C04-BDD4-FF40-7052DEB935E6}"/>
            </a:ext>
          </a:extLst>
        </p:cNvPr>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6425D7D8-16B9-95B0-AE1D-3C2677D92516}"/>
              </a:ext>
            </a:extLst>
          </p:cNvPr>
          <p:cNvGraphicFramePr/>
          <p:nvPr>
            <p:extLst>
              <p:ext uri="{D42A27DB-BD31-4B8C-83A1-F6EECF244321}">
                <p14:modId xmlns:p14="http://schemas.microsoft.com/office/powerpoint/2010/main" val="1815773757"/>
              </p:ext>
            </p:extLst>
          </p:nvPr>
        </p:nvGraphicFramePr>
        <p:xfrm>
          <a:off x="-11023" y="643000"/>
          <a:ext cx="2331950" cy="1548730"/>
        </p:xfrm>
        <a:graphic>
          <a:graphicData uri="http://schemas.openxmlformats.org/drawingml/2006/table">
            <a:tbl>
              <a:tblPr firstRow="1" bandRow="1">
                <a:noFill/>
                <a:tableStyleId>{A521BE36-7E6F-4EC9-8D66-1CF97A6895EC}</a:tableStyleId>
              </a:tblPr>
              <a:tblGrid>
                <a:gridCol w="417198">
                  <a:extLst>
                    <a:ext uri="{9D8B030D-6E8A-4147-A177-3AD203B41FA5}">
                      <a16:colId xmlns:a16="http://schemas.microsoft.com/office/drawing/2014/main" val="20000"/>
                    </a:ext>
                  </a:extLst>
                </a:gridCol>
                <a:gridCol w="692828">
                  <a:extLst>
                    <a:ext uri="{9D8B030D-6E8A-4147-A177-3AD203B41FA5}">
                      <a16:colId xmlns:a16="http://schemas.microsoft.com/office/drawing/2014/main" val="20002"/>
                    </a:ext>
                  </a:extLst>
                </a:gridCol>
                <a:gridCol w="61400">
                  <a:extLst>
                    <a:ext uri="{9D8B030D-6E8A-4147-A177-3AD203B41FA5}">
                      <a16:colId xmlns:a16="http://schemas.microsoft.com/office/drawing/2014/main" val="3522764159"/>
                    </a:ext>
                  </a:extLst>
                </a:gridCol>
                <a:gridCol w="203148">
                  <a:extLst>
                    <a:ext uri="{9D8B030D-6E8A-4147-A177-3AD203B41FA5}">
                      <a16:colId xmlns:a16="http://schemas.microsoft.com/office/drawing/2014/main" val="1047496764"/>
                    </a:ext>
                  </a:extLst>
                </a:gridCol>
                <a:gridCol w="957376">
                  <a:extLst>
                    <a:ext uri="{9D8B030D-6E8A-4147-A177-3AD203B41FA5}">
                      <a16:colId xmlns:a16="http://schemas.microsoft.com/office/drawing/2014/main" val="4072365767"/>
                    </a:ext>
                  </a:extLst>
                </a:gridCol>
              </a:tblGrid>
              <a:tr h="0">
                <a:tc gridSpan="5">
                  <a:txBody>
                    <a:bodyPr/>
                    <a:lstStyle/>
                    <a:p>
                      <a:pPr marL="0" marR="0" lvl="0" indent="0" algn="ctr" rtl="0">
                        <a:spcBef>
                          <a:spcPts val="0"/>
                        </a:spcBef>
                        <a:spcAft>
                          <a:spcPts val="0"/>
                        </a:spcAft>
                        <a:buNone/>
                      </a:pPr>
                      <a:r>
                        <a:rPr lang="en-US" sz="800" u="none" strike="noStrike" cap="none" dirty="0"/>
                        <a:t>CNX : RNAV SID (NADP 1) TA 11000</a:t>
                      </a:r>
                    </a:p>
                    <a:p>
                      <a:pPr marL="0" marR="0" lvl="0" indent="0" algn="ctr" rtl="0">
                        <a:spcBef>
                          <a:spcPts val="0"/>
                        </a:spcBef>
                        <a:spcAft>
                          <a:spcPts val="0"/>
                        </a:spcAft>
                        <a:buNone/>
                      </a:pPr>
                      <a:r>
                        <a:rPr lang="en-US" sz="800" u="none" strike="noStrike" cap="none" dirty="0">
                          <a:solidFill>
                            <a:srgbClr val="FFC000"/>
                          </a:solidFill>
                        </a:rPr>
                        <a:t>After Airborne L TURN DCT MONLO then R-207</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36</a:t>
                      </a:r>
                      <a:endParaRPr lang="en-US" sz="800" b="0" u="none" strike="noStrike" cap="none" dirty="0">
                        <a:solidFill>
                          <a:schemeClr val="bg1"/>
                        </a:solidFill>
                      </a:endParaRPr>
                    </a:p>
                  </a:txBody>
                  <a:tcPr marL="36000" marR="36000" marT="36000" marB="36000" anchor="ctr"/>
                </a:tc>
                <a:tc>
                  <a:txBody>
                    <a:bodyPr/>
                    <a:lstStyle/>
                    <a:p>
                      <a:pPr algn="ctr"/>
                      <a:r>
                        <a:rPr lang="en-US" sz="800" b="1" u="none" strike="noStrike" cap="none" dirty="0">
                          <a:solidFill>
                            <a:srgbClr val="0070C0"/>
                          </a:solidFill>
                        </a:rPr>
                        <a:t>MONLO </a:t>
                      </a:r>
                      <a:r>
                        <a:rPr lang="en-US" sz="800" b="1" u="none" strike="noStrike" cap="none" dirty="0" err="1">
                          <a:solidFill>
                            <a:srgbClr val="0070C0"/>
                          </a:solidFill>
                        </a:rPr>
                        <a:t>xN</a:t>
                      </a:r>
                      <a:endParaRPr lang="ko-Kore-KR" dirty="0"/>
                    </a:p>
                  </a:txBody>
                  <a:tcPr marL="36000" marR="36000" marT="36000" marB="36000" anchor="ctr"/>
                </a:tc>
                <a:tc gridSpan="3">
                  <a:txBody>
                    <a:bodyPr/>
                    <a:lstStyle/>
                    <a:p>
                      <a:pPr algn="ctr"/>
                      <a:r>
                        <a:rPr lang="en-US" sz="800" b="1" u="none" strike="noStrike" cap="none" dirty="0"/>
                        <a:t>HD 001 </a:t>
                      </a:r>
                      <a:r>
                        <a:rPr lang="en-US" sz="800" b="1" u="none" strike="noStrike" cap="none" dirty="0">
                          <a:solidFill>
                            <a:srgbClr val="0070C0"/>
                          </a:solidFill>
                        </a:rPr>
                        <a:t>ALT 11000 </a:t>
                      </a:r>
                      <a:r>
                        <a:rPr lang="en-US" altLang="ko-Kore-KR" sz="800" b="1" u="none" strike="noStrike" cap="none" dirty="0">
                          <a:solidFill>
                            <a:srgbClr val="AA47F5"/>
                          </a:solidFill>
                        </a:rPr>
                        <a:t>SPD 250</a:t>
                      </a:r>
                    </a:p>
                    <a:p>
                      <a:pPr algn="ctr"/>
                      <a:r>
                        <a:rPr lang="en-US" altLang="ko-Kore-KR" sz="800" b="1" u="none" strike="noStrike" cap="none" dirty="0">
                          <a:solidFill>
                            <a:srgbClr val="F28943"/>
                          </a:solidFill>
                        </a:rPr>
                        <a:t>TA 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18</a:t>
                      </a:r>
                      <a:endParaRPr sz="800" b="0" u="none" strike="noStrike" cap="none" dirty="0">
                        <a:solidFill>
                          <a:schemeClr val="bg1"/>
                        </a:solidFill>
                      </a:endParaRPr>
                    </a:p>
                  </a:txBody>
                  <a:tcPr marL="36000" marR="36000" marT="36000" marB="36000" anchor="ctr"/>
                </a:tc>
                <a:tc>
                  <a:txBody>
                    <a:bodyPr/>
                    <a:lstStyle/>
                    <a:p>
                      <a:pPr algn="ctr"/>
                      <a:r>
                        <a:rPr lang="en-US" altLang="ko-Kore-KR" sz="800" b="1" u="none" strike="noStrike" cap="none" dirty="0">
                          <a:solidFill>
                            <a:srgbClr val="0070C0"/>
                          </a:solidFill>
                        </a:rPr>
                        <a:t>MONLO </a:t>
                      </a:r>
                      <a:r>
                        <a:rPr lang="en-US" altLang="ko-Kore-KR" sz="800" b="1" u="none" strike="noStrike" cap="none" dirty="0" err="1">
                          <a:solidFill>
                            <a:srgbClr val="0070C0"/>
                          </a:solidFill>
                        </a:rPr>
                        <a:t>xS</a:t>
                      </a:r>
                      <a:endParaRPr lang="ko-Kore-KR" dirty="0"/>
                    </a:p>
                  </a:txBody>
                  <a:tcPr marL="36000" marR="36000" marT="36000" marB="36000" anchor="ctr"/>
                </a:tc>
                <a:tc gridSpan="3">
                  <a:txBody>
                    <a:bodyPr/>
                    <a:lstStyle/>
                    <a:p>
                      <a:pPr algn="ctr"/>
                      <a:r>
                        <a:rPr lang="en-US" sz="800" b="1" u="none" strike="noStrike" cap="none" dirty="0"/>
                        <a:t>HD 181 </a:t>
                      </a:r>
                      <a:r>
                        <a:rPr lang="en-US" sz="800" b="1" u="none" strike="noStrike" cap="none" dirty="0">
                          <a:solidFill>
                            <a:srgbClr val="0070C0"/>
                          </a:solidFill>
                        </a:rPr>
                        <a:t>ALT 6000(Init CL)  </a:t>
                      </a:r>
                      <a:r>
                        <a:rPr lang="en-US" altLang="ko-Kore-KR" sz="800" b="1" u="none" strike="noStrike" cap="none" dirty="0">
                          <a:solidFill>
                            <a:srgbClr val="AA47F5"/>
                          </a:solidFill>
                        </a:rPr>
                        <a:t>SPD 230 </a:t>
                      </a:r>
                      <a:r>
                        <a:rPr lang="en-US" altLang="ko-Kore-KR" sz="800" b="1" u="none" strike="noStrike" cap="none" dirty="0">
                          <a:solidFill>
                            <a:srgbClr val="F28943"/>
                          </a:solidFill>
                        </a:rPr>
                        <a:t>TA 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CMA 116.9</a:t>
                      </a:r>
                    </a:p>
                  </a:txBody>
                  <a:tcPr marL="36000" marR="36000" marT="36000" marB="36000" anchor="ctr"/>
                </a:tc>
                <a:tc hMerge="1">
                  <a:txBody>
                    <a:bodyPr/>
                    <a:lstStyle/>
                    <a:p>
                      <a:endParaRPr lang="ko-Kore-KR" altLang="en-US"/>
                    </a:p>
                  </a:txBody>
                  <a:tcP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36 ICMA 109.9</a:t>
                      </a:r>
                      <a:endParaRPr kumimoji="0" lang="ko-Kore-KR" altLang="en-US" sz="600"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549402439"/>
                  </a:ext>
                </a:extLst>
              </a:tr>
              <a:tr h="1157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36 : CMA /4,/7, R180</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tc>
                  <a:txBody>
                    <a:bodyPr/>
                    <a:lstStyle/>
                    <a:p>
                      <a:pPr marL="0" marR="0" lvl="0" indent="0" algn="l" rtl="0">
                        <a:spcBef>
                          <a:spcPts val="0"/>
                        </a:spcBef>
                        <a:spcAft>
                          <a:spcPts val="0"/>
                        </a:spcAft>
                        <a:buNone/>
                      </a:pPr>
                      <a:r>
                        <a:rPr kumimoji="0" lang="en-US" altLang="ko-Kore-KR" sz="800" b="0" i="0" u="none" strike="noStrike" kern="1200" cap="none" spc="0" normalizeH="0" baseline="0" noProof="0" dirty="0">
                          <a:ln>
                            <a:noFill/>
                          </a:ln>
                          <a:solidFill>
                            <a:prstClr val="black"/>
                          </a:solidFill>
                          <a:effectLst/>
                          <a:uLnTx/>
                          <a:uFillTx/>
                          <a:latin typeface="Calibri"/>
                          <a:cs typeface="Calibri"/>
                        </a:rPr>
                        <a:t>18 : CMA /7, R180 </a:t>
                      </a:r>
                      <a:endParaRPr lang="en-US" altLang="ko-Kore-KR" sz="458" dirty="0"/>
                    </a:p>
                  </a:txBody>
                  <a:tcPr marL="36000" marR="36000" marT="36000" marB="36000" anchor="ctr"/>
                </a:tc>
                <a:extLst>
                  <a:ext uri="{0D108BD9-81ED-4DB2-BD59-A6C34878D82A}">
                    <a16:rowId xmlns:a16="http://schemas.microsoft.com/office/drawing/2014/main" val="1218381178"/>
                  </a:ext>
                </a:extLst>
              </a:tr>
              <a:tr h="115700">
                <a:tc gridSpan="5">
                  <a:txBody>
                    <a:bodyPr/>
                    <a:lstStyle/>
                    <a:p>
                      <a:pPr marL="0" marR="0" lvl="0" indent="0" algn="ctr" rtl="0">
                        <a:spcBef>
                          <a:spcPts val="0"/>
                        </a:spcBef>
                        <a:spcAft>
                          <a:spcPts val="0"/>
                        </a:spcAft>
                        <a:buNone/>
                      </a:pPr>
                      <a:r>
                        <a:rPr lang="en-US" sz="800" dirty="0">
                          <a:solidFill>
                            <a:srgbClr val="7030A0"/>
                          </a:solidFill>
                        </a:rPr>
                        <a:t>CHK CLB Gradient, RECMD FLEX Due EGT Limit</a:t>
                      </a:r>
                      <a:endParaRPr dirty="0">
                        <a:solidFill>
                          <a:srgbClr val="7030A0"/>
                        </a:solidFill>
                      </a:endParaRPr>
                    </a:p>
                  </a:txBody>
                  <a:tcPr marL="36000" marR="36000" marT="36000" marB="36000" anchor="ctr">
                    <a:solidFill>
                      <a:schemeClr val="tx2"/>
                    </a:solidFill>
                  </a:tcPr>
                </a:tc>
                <a:tc hMerge="1">
                  <a:txBody>
                    <a:bodyPr/>
                    <a:lstStyle/>
                    <a:p>
                      <a:pPr marL="0" marR="0" lvl="0" indent="0" algn="l" rtl="0">
                        <a:spcBef>
                          <a:spcPts val="0"/>
                        </a:spcBef>
                        <a:spcAft>
                          <a:spcPts val="0"/>
                        </a:spcAft>
                        <a:buNone/>
                      </a:pPr>
                      <a:endParaRPr lang="en-US" altLang="ko-Kore-KR" sz="458"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pPr marL="0" marR="0" lvl="0" indent="0" algn="l" rtl="0">
                        <a:spcBef>
                          <a:spcPts val="0"/>
                        </a:spcBef>
                        <a:spcAft>
                          <a:spcPts val="0"/>
                        </a:spcAft>
                        <a:buNone/>
                      </a:pPr>
                      <a:endParaRPr lang="en-US" altLang="ko-Kore-KR" sz="458" dirty="0"/>
                    </a:p>
                  </a:txBody>
                  <a:tcPr marL="36000" marR="36000" marT="36000" marB="36000" anchor="ctr"/>
                </a:tc>
                <a:extLst>
                  <a:ext uri="{0D108BD9-81ED-4DB2-BD59-A6C34878D82A}">
                    <a16:rowId xmlns:a16="http://schemas.microsoft.com/office/drawing/2014/main" val="2502882098"/>
                  </a:ext>
                </a:extLst>
              </a:tr>
            </a:tbl>
          </a:graphicData>
        </a:graphic>
      </p:graphicFrame>
      <p:graphicFrame>
        <p:nvGraphicFramePr>
          <p:cNvPr id="6" name="Google Shape;119;p3">
            <a:extLst>
              <a:ext uri="{FF2B5EF4-FFF2-40B4-BE49-F238E27FC236}">
                <a16:creationId xmlns:a16="http://schemas.microsoft.com/office/drawing/2014/main" id="{3B1748E5-662D-E915-F1FE-C009167D9EB3}"/>
              </a:ext>
            </a:extLst>
          </p:cNvPr>
          <p:cNvGraphicFramePr/>
          <p:nvPr>
            <p:extLst>
              <p:ext uri="{D42A27DB-BD31-4B8C-83A1-F6EECF244321}">
                <p14:modId xmlns:p14="http://schemas.microsoft.com/office/powerpoint/2010/main" val="4165156567"/>
              </p:ext>
            </p:extLst>
          </p:nvPr>
        </p:nvGraphicFramePr>
        <p:xfrm>
          <a:off x="-2501" y="16504"/>
          <a:ext cx="2328850" cy="626496"/>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89826">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VTCC(CNX)</a:t>
                      </a:r>
                      <a:r>
                        <a:rPr lang="en-US" altLang="ko-Kore-KR" sz="1200" dirty="0">
                          <a:solidFill>
                            <a:srgbClr val="C00000"/>
                          </a:solidFill>
                          <a:hlinkClick r:id="rId3">
                            <a:extLst>
                              <a:ext uri="{A12FA001-AC4F-418D-AE19-62706E023703}">
                                <ahyp:hlinkClr xmlns:ahyp="http://schemas.microsoft.com/office/drawing/2018/hyperlinkcolor" val="tx"/>
                              </a:ext>
                            </a:extLst>
                          </a:hlinkClick>
                        </a:rPr>
                        <a:t>1036ft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36670">
                <a:tc>
                  <a:txBody>
                    <a:bodyPr/>
                    <a:lstStyle/>
                    <a:p>
                      <a:pPr marL="0" marR="0" lvl="0" indent="0" algn="ctr" rtl="0">
                        <a:spcBef>
                          <a:spcPts val="0"/>
                        </a:spcBef>
                        <a:spcAft>
                          <a:spcPts val="0"/>
                        </a:spcAft>
                        <a:buNone/>
                      </a:pPr>
                      <a:r>
                        <a:rPr lang="en-US" sz="800" dirty="0"/>
                        <a:t>CNX Traffic 131.5</a:t>
                      </a:r>
                      <a:endParaRPr sz="1200" dirty="0"/>
                    </a:p>
                    <a:p>
                      <a:pPr marL="0" marR="0" lvl="0" indent="0" algn="ctr" rtl="0">
                        <a:spcBef>
                          <a:spcPts val="0"/>
                        </a:spcBef>
                        <a:spcAft>
                          <a:spcPts val="0"/>
                        </a:spcAft>
                        <a:buNone/>
                      </a:pPr>
                      <a:r>
                        <a:rPr lang="en-US" altLang="ko-KR" sz="700" dirty="0">
                          <a:solidFill>
                            <a:srgbClr val="FF0000"/>
                          </a:solidFill>
                        </a:rPr>
                        <a:t>-5min, By Voice GND</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026A9CBC-7A8A-9D2C-2B3C-CD01C8FB95F9}"/>
              </a:ext>
            </a:extLst>
          </p:cNvPr>
          <p:cNvSpPr/>
          <p:nvPr/>
        </p:nvSpPr>
        <p:spPr>
          <a:xfrm>
            <a:off x="863730" y="2666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7" name="TextBox 6">
            <a:extLst>
              <a:ext uri="{FF2B5EF4-FFF2-40B4-BE49-F238E27FC236}">
                <a16:creationId xmlns:a16="http://schemas.microsoft.com/office/drawing/2014/main" id="{DD5A8483-9827-529E-5652-157A296D15B9}"/>
              </a:ext>
            </a:extLst>
          </p:cNvPr>
          <p:cNvSpPr txBox="1"/>
          <p:nvPr/>
        </p:nvSpPr>
        <p:spPr>
          <a:xfrm>
            <a:off x="857104" y="2213973"/>
            <a:ext cx="1437894" cy="782778"/>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129.6 – BKK 133.1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VIE 128.3 - HNI 123.3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SNY 122.6 – HKG 127.1 – 125.35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TPE 129.1(126.7, 127.9) – 125.5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 </a:t>
            </a:r>
            <a:r>
              <a:rPr kumimoji="1" lang="en-US" altLang="ko-KR" sz="700" b="1" u="sng" dirty="0">
                <a:solidFill>
                  <a:srgbClr val="C00000"/>
                </a:solidFill>
                <a:latin typeface="Gulim" panose="020B0600000101010101" pitchFamily="34" charset="-127"/>
                <a:ea typeface="Gulim" panose="020B0600000101010101" pitchFamily="34" charset="-127"/>
              </a:rPr>
              <a:t>(SENKA /20)</a:t>
            </a:r>
          </a:p>
        </p:txBody>
      </p:sp>
      <p:pic>
        <p:nvPicPr>
          <p:cNvPr id="9" name="그림 8" descr="텍스트, 도표, 클립아트, 지도이(가) 표시된 사진&#10;&#10;자동 생성된 설명">
            <a:extLst>
              <a:ext uri="{FF2B5EF4-FFF2-40B4-BE49-F238E27FC236}">
                <a16:creationId xmlns:a16="http://schemas.microsoft.com/office/drawing/2014/main" id="{9A9998A5-330B-0E91-394E-0C9903B0AC1D}"/>
              </a:ext>
            </a:extLst>
          </p:cNvPr>
          <p:cNvPicPr>
            <a:picLocks noChangeAspect="1"/>
          </p:cNvPicPr>
          <p:nvPr/>
        </p:nvPicPr>
        <p:blipFill>
          <a:blip r:embed="rId6"/>
          <a:stretch>
            <a:fillRect/>
          </a:stretch>
        </p:blipFill>
        <p:spPr>
          <a:xfrm>
            <a:off x="0" y="2210530"/>
            <a:ext cx="786984" cy="873769"/>
          </a:xfrm>
          <a:prstGeom prst="rect">
            <a:avLst/>
          </a:prstGeom>
        </p:spPr>
      </p:pic>
      <p:pic>
        <p:nvPicPr>
          <p:cNvPr id="12" name="그래픽 11" descr="집 Wi-Fi에서 작업 단색으로 채워진">
            <a:hlinkClick r:id="" action="ppaction://hlinkshowjump?jump=firstslide"/>
            <a:extLst>
              <a:ext uri="{FF2B5EF4-FFF2-40B4-BE49-F238E27FC236}">
                <a16:creationId xmlns:a16="http://schemas.microsoft.com/office/drawing/2014/main" id="{4DC646C0-B47F-C0A1-C7BA-7ED6BF4EB1D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2861339"/>
            <a:ext cx="457200" cy="457200"/>
          </a:xfrm>
          <a:prstGeom prst="rect">
            <a:avLst/>
          </a:prstGeom>
          <a:effectLst>
            <a:outerShdw blurRad="50800" dist="50800" dir="3660000" algn="ctr" rotWithShape="0">
              <a:schemeClr val="bg1">
                <a:alpha val="82714"/>
              </a:schemeClr>
            </a:outerShdw>
          </a:effectLst>
        </p:spPr>
      </p:pic>
      <p:graphicFrame>
        <p:nvGraphicFramePr>
          <p:cNvPr id="5" name="Google Shape;283;p17">
            <a:extLst>
              <a:ext uri="{FF2B5EF4-FFF2-40B4-BE49-F238E27FC236}">
                <a16:creationId xmlns:a16="http://schemas.microsoft.com/office/drawing/2014/main" id="{6B61C4FD-A4CA-181C-1340-8AE58D839052}"/>
              </a:ext>
            </a:extLst>
          </p:cNvPr>
          <p:cNvGraphicFramePr/>
          <p:nvPr>
            <p:extLst>
              <p:ext uri="{D42A27DB-BD31-4B8C-83A1-F6EECF244321}">
                <p14:modId xmlns:p14="http://schemas.microsoft.com/office/powerpoint/2010/main" val="3423549415"/>
              </p:ext>
            </p:extLst>
          </p:nvPr>
        </p:nvGraphicFramePr>
        <p:xfrm>
          <a:off x="11589" y="3297065"/>
          <a:ext cx="2314761" cy="225241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178498">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2227">
                <a:tc>
                  <a:txBody>
                    <a:bodyPr/>
                    <a:lstStyle/>
                    <a:p>
                      <a:pPr marL="0" marR="0" lvl="0" indent="0" algn="ctr" rtl="0">
                        <a:spcBef>
                          <a:spcPts val="0"/>
                        </a:spcBef>
                        <a:spcAft>
                          <a:spcPts val="0"/>
                        </a:spcAft>
                        <a:buNone/>
                      </a:pPr>
                      <a:r>
                        <a:rPr lang="en-US" sz="800" b="1" dirty="0"/>
                        <a:t>33</a:t>
                      </a:r>
                    </a:p>
                    <a:p>
                      <a:pPr marL="0" marR="0" lvl="0" indent="0" algn="ctr" rtl="0">
                        <a:spcBef>
                          <a:spcPts val="0"/>
                        </a:spcBef>
                        <a:spcAft>
                          <a:spcPts val="0"/>
                        </a:spcAft>
                        <a:buNone/>
                      </a:pPr>
                      <a:r>
                        <a:rPr lang="en-US" sz="800" b="1" dirty="0"/>
                        <a:t>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xY</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ENPIL</a:t>
                      </a:r>
                    </a:p>
                    <a:p>
                      <a:pPr marL="0" marR="0" lvl="0" indent="0" algn="ctr" rtl="0">
                        <a:spcBef>
                          <a:spcPts val="0"/>
                        </a:spcBef>
                        <a:spcAft>
                          <a:spcPts val="0"/>
                        </a:spcAft>
                        <a:buNone/>
                      </a:pPr>
                      <a:r>
                        <a:rPr lang="en-US" sz="800" b="1" dirty="0">
                          <a:solidFill>
                            <a:srgbClr val="FF0000"/>
                          </a:solidFill>
                        </a:rPr>
                        <a:t>PAMBI</a:t>
                      </a:r>
                      <a:endParaRPr sz="458" b="1"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OLMEN 180</a:t>
                      </a:r>
                    </a:p>
                    <a:p>
                      <a:pPr marL="0" marR="0" lvl="0" indent="0" algn="ctr" rtl="0">
                        <a:spcBef>
                          <a:spcPts val="0"/>
                        </a:spcBef>
                        <a:spcAft>
                          <a:spcPts val="0"/>
                        </a:spcAft>
                        <a:buNone/>
                      </a:pPr>
                      <a:r>
                        <a:rPr lang="en-US" sz="800" b="1" dirty="0"/>
                        <a:t>OLMEN 160</a:t>
                      </a:r>
                      <a:endParaRPr sz="458" b="1" dirty="0"/>
                    </a:p>
                  </a:txBody>
                  <a:tcPr marL="36000" marR="36000" marT="36000" marB="36000" anchor="ctr"/>
                </a:tc>
                <a:extLst>
                  <a:ext uri="{0D108BD9-81ED-4DB2-BD59-A6C34878D82A}">
                    <a16:rowId xmlns:a16="http://schemas.microsoft.com/office/drawing/2014/main" val="10001"/>
                  </a:ext>
                </a:extLst>
              </a:tr>
              <a:tr h="264221">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xC</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62227">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62227">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62227">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2227">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0151800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FCF84A11-4838-0C4D-DAA7-FFF226E7A7B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6B5FA7B-D0C4-481F-4F2C-CEE0679C2D81}"/>
              </a:ext>
            </a:extLst>
          </p:cNvPr>
          <p:cNvSpPr txBox="1"/>
          <p:nvPr/>
        </p:nvSpPr>
        <p:spPr>
          <a:xfrm>
            <a:off x="22980" y="2899449"/>
            <a:ext cx="1343638" cy="693899"/>
          </a:xfrm>
          <a:prstGeom prst="rect">
            <a:avLst/>
          </a:prstGeom>
          <a:noFill/>
        </p:spPr>
        <p:txBody>
          <a:bodyPr wrap="none" tIns="36000" bIns="36000" rtlCol="0" anchor="ctr">
            <a:spAutoFit/>
          </a:bodyPr>
          <a:lstStyle/>
          <a:p>
            <a:pPr>
              <a:lnSpc>
                <a:spcPct val="150000"/>
              </a:lnSpc>
            </a:pPr>
            <a:r>
              <a:rPr kumimoji="1" lang="en-US" altLang="ko-Kore-KR" sz="700" b="1" dirty="0">
                <a:solidFill>
                  <a:srgbClr val="FF0000"/>
                </a:solidFill>
                <a:latin typeface="Gulim" panose="020B0600000101010101" pitchFamily="34" charset="-127"/>
                <a:ea typeface="Gulim" panose="020B0600000101010101" pitchFamily="34" charset="-127"/>
              </a:rPr>
              <a:t>SENKA</a:t>
            </a:r>
            <a:r>
              <a:rPr kumimoji="1" lang="ko-KR" altLang="en-US" sz="700" b="1" dirty="0">
                <a:solidFill>
                  <a:srgbClr val="FF0000"/>
                </a:solidFill>
                <a:latin typeface="Gulim" panose="020B0600000101010101" pitchFamily="34" charset="-127"/>
                <a:ea typeface="Gulim" panose="020B0600000101010101" pitchFamily="34" charset="-127"/>
              </a:rPr>
              <a:t> </a:t>
            </a:r>
            <a:r>
              <a:rPr kumimoji="1" lang="en-US" altLang="ko-KR" sz="700" b="1" dirty="0">
                <a:solidFill>
                  <a:srgbClr val="FF0000"/>
                </a:solidFill>
                <a:latin typeface="Gulim" panose="020B0600000101010101" pitchFamily="34" charset="-127"/>
                <a:ea typeface="Gulim" panose="020B0600000101010101" pitchFamily="34" charset="-127"/>
              </a:rPr>
              <a:t>/20</a:t>
            </a:r>
            <a:endParaRPr kumimoji="1" lang="en-US" altLang="ko-KR" sz="700" b="1"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dirty="0">
                <a:latin typeface="Gulim" panose="020B0600000101010101" pitchFamily="34" charset="-127"/>
                <a:ea typeface="Gulim" panose="020B0600000101010101" pitchFamily="34" charset="-127"/>
              </a:rPr>
              <a:t>CPDLC </a:t>
            </a:r>
          </a:p>
          <a:p>
            <a:pPr>
              <a:lnSpc>
                <a:spcPct val="150000"/>
              </a:lnSpc>
            </a:pPr>
            <a:r>
              <a:rPr kumimoji="1" lang="en-US" altLang="ko-KR" sz="700" b="1" dirty="0">
                <a:latin typeface="Gulim" panose="020B0600000101010101" pitchFamily="34" charset="-127"/>
                <a:ea typeface="Gulim" panose="020B0600000101010101" pitchFamily="34" charset="-127"/>
              </a:rPr>
              <a:t>- POTIB 10-25min RPHI </a:t>
            </a:r>
          </a:p>
          <a:p>
            <a:pPr>
              <a:lnSpc>
                <a:spcPct val="150000"/>
              </a:lnSpc>
            </a:pPr>
            <a:r>
              <a:rPr kumimoji="1" lang="en-US" altLang="ko-KR" sz="700" b="1" dirty="0">
                <a:latin typeface="Gulim" panose="020B0600000101010101" pitchFamily="34" charset="-127"/>
                <a:ea typeface="Gulim" panose="020B0600000101010101" pitchFamily="34" charset="-127"/>
              </a:rPr>
              <a:t>– MAMOK 15-30min WAAF</a:t>
            </a:r>
          </a:p>
        </p:txBody>
      </p:sp>
      <p:graphicFrame>
        <p:nvGraphicFramePr>
          <p:cNvPr id="292" name="Google Shape;292;p18">
            <a:extLst>
              <a:ext uri="{FF2B5EF4-FFF2-40B4-BE49-F238E27FC236}">
                <a16:creationId xmlns:a16="http://schemas.microsoft.com/office/drawing/2014/main" id="{0C5E373F-54E0-CC8C-DEAA-8E58AA906BC7}"/>
              </a:ext>
            </a:extLst>
          </p:cNvPr>
          <p:cNvGraphicFramePr/>
          <p:nvPr>
            <p:extLst>
              <p:ext uri="{D42A27DB-BD31-4B8C-83A1-F6EECF244321}">
                <p14:modId xmlns:p14="http://schemas.microsoft.com/office/powerpoint/2010/main" val="2997780217"/>
              </p:ext>
            </p:extLst>
          </p:nvPr>
        </p:nvGraphicFramePr>
        <p:xfrm>
          <a:off x="-2500" y="3660536"/>
          <a:ext cx="2328849" cy="1902451"/>
        </p:xfrm>
        <a:graphic>
          <a:graphicData uri="http://schemas.openxmlformats.org/drawingml/2006/table">
            <a:tbl>
              <a:tblPr firstRow="1" bandRow="1">
                <a:noFill/>
                <a:tableStyleId>{A521BE36-7E6F-4EC9-8D66-1CF97A6895EC}</a:tableStyleId>
              </a:tblPr>
              <a:tblGrid>
                <a:gridCol w="461201">
                  <a:extLst>
                    <a:ext uri="{9D8B030D-6E8A-4147-A177-3AD203B41FA5}">
                      <a16:colId xmlns:a16="http://schemas.microsoft.com/office/drawing/2014/main" val="20000"/>
                    </a:ext>
                  </a:extLst>
                </a:gridCol>
                <a:gridCol w="970472">
                  <a:extLst>
                    <a:ext uri="{9D8B030D-6E8A-4147-A177-3AD203B41FA5}">
                      <a16:colId xmlns:a16="http://schemas.microsoft.com/office/drawing/2014/main" val="20001"/>
                    </a:ext>
                  </a:extLst>
                </a:gridCol>
                <a:gridCol w="440267">
                  <a:extLst>
                    <a:ext uri="{9D8B030D-6E8A-4147-A177-3AD203B41FA5}">
                      <a16:colId xmlns:a16="http://schemas.microsoft.com/office/drawing/2014/main" val="502366202"/>
                    </a:ext>
                  </a:extLst>
                </a:gridCol>
                <a:gridCol w="456909">
                  <a:extLst>
                    <a:ext uri="{9D8B030D-6E8A-4147-A177-3AD203B41FA5}">
                      <a16:colId xmlns:a16="http://schemas.microsoft.com/office/drawing/2014/main" val="992510185"/>
                    </a:ext>
                  </a:extLst>
                </a:gridCol>
              </a:tblGrid>
              <a:tr h="155749">
                <a:tc gridSpan="4">
                  <a:txBody>
                    <a:bodyPr/>
                    <a:lstStyle/>
                    <a:p>
                      <a:pPr marL="0" marR="0" lvl="0" indent="0" algn="ctr" rtl="0">
                        <a:spcBef>
                          <a:spcPts val="0"/>
                        </a:spcBef>
                        <a:spcAft>
                          <a:spcPts val="0"/>
                        </a:spcAft>
                        <a:buNone/>
                      </a:pPr>
                      <a:r>
                        <a:rPr lang="en-US" altLang="ko-Kore-KR" sz="800" dirty="0"/>
                        <a:t>DPS </a:t>
                      </a:r>
                      <a:r>
                        <a:rPr lang="en-US" altLang="ko-Kore-KR" sz="800" dirty="0">
                          <a:solidFill>
                            <a:srgbClr val="00B0F0"/>
                          </a:solidFill>
                        </a:rPr>
                        <a:t>[087/267]</a:t>
                      </a:r>
                      <a:r>
                        <a:rPr lang="en-US" altLang="ko-Kore-KR" sz="800" dirty="0"/>
                        <a:t> :  TL130 UTC+8</a:t>
                      </a:r>
                      <a:endParaRPr lang="en-US" altLang="ko-Kore-KR" sz="800" dirty="0">
                        <a:solidFill>
                          <a:srgbClr val="C00000"/>
                        </a:solidFill>
                      </a:endParaRPr>
                    </a:p>
                    <a:p>
                      <a:pPr marL="0" marR="0" lvl="0" indent="0" algn="ctr" rtl="0">
                        <a:spcBef>
                          <a:spcPts val="0"/>
                        </a:spcBef>
                        <a:spcAft>
                          <a:spcPts val="0"/>
                        </a:spcAft>
                        <a:buNone/>
                      </a:pPr>
                      <a:r>
                        <a:rPr lang="en-US" altLang="ko-Kore-KR" sz="800" dirty="0">
                          <a:solidFill>
                            <a:srgbClr val="00B050"/>
                          </a:solidFill>
                        </a:rPr>
                        <a:t>RWY27 Before DOBMA(EMTAS) FL300 </a:t>
                      </a:r>
                    </a:p>
                    <a:p>
                      <a:pPr marL="0" marR="0" lvl="0" indent="0" algn="ctr" rtl="0">
                        <a:spcBef>
                          <a:spcPts val="0"/>
                        </a:spcBef>
                        <a:spcAft>
                          <a:spcPts val="0"/>
                        </a:spcAft>
                        <a:buNone/>
                      </a:pPr>
                      <a:r>
                        <a:rPr lang="en-US" altLang="ko-Kore-KR" sz="800" dirty="0">
                          <a:solidFill>
                            <a:srgbClr val="00B050"/>
                          </a:solidFill>
                        </a:rPr>
                        <a:t>for CTC Bali 119.7 (Prevent Late DES)</a:t>
                      </a:r>
                    </a:p>
                    <a:p>
                      <a:pPr marL="0" marR="0" lvl="0" indent="0" algn="ctr" rtl="0">
                        <a:spcBef>
                          <a:spcPts val="0"/>
                        </a:spcBef>
                        <a:spcAft>
                          <a:spcPts val="0"/>
                        </a:spcAft>
                        <a:buNone/>
                      </a:pPr>
                      <a:r>
                        <a:rPr lang="en-US" altLang="ko-Kore-KR" sz="800" dirty="0">
                          <a:solidFill>
                            <a:srgbClr val="C00000"/>
                          </a:solidFill>
                        </a:rPr>
                        <a:t>Late DES due TERR</a:t>
                      </a:r>
                      <a:r>
                        <a:rPr lang="en-US" altLang="ko-Kore-KR" sz="800" dirty="0">
                          <a:solidFill>
                            <a:srgbClr val="FFC000"/>
                          </a:solidFill>
                        </a:rPr>
                        <a:t>SPD MAX 180kts 10NM, 150kts 4NM</a:t>
                      </a:r>
                      <a:endParaRPr lang="en-US" altLang="ko-Kore-KR" sz="800" b="1" dirty="0">
                        <a:solidFill>
                          <a:srgbClr val="FFC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30547">
                <a:tc>
                  <a:txBody>
                    <a:bodyPr/>
                    <a:lstStyle/>
                    <a:p>
                      <a:pPr marL="0" marR="0" lvl="0" indent="0" algn="ctr" rtl="0">
                        <a:spcBef>
                          <a:spcPts val="0"/>
                        </a:spcBef>
                        <a:spcAft>
                          <a:spcPts val="0"/>
                        </a:spcAft>
                        <a:buNone/>
                      </a:pPr>
                      <a:r>
                        <a:rPr lang="en-US" sz="800" b="1" dirty="0">
                          <a:solidFill>
                            <a:srgbClr val="0070C0"/>
                          </a:solidFill>
                        </a:rPr>
                        <a:t>09</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DOBMA/EMTAS xx C</a:t>
                      </a:r>
                    </a:p>
                  </a:txBody>
                  <a:tcPr marL="36000" marR="36000" marT="36000" marB="36000" anchor="ctr"/>
                </a:tc>
                <a:tc>
                  <a:txBody>
                    <a:bodyPr/>
                    <a:lstStyle/>
                    <a:p>
                      <a:pPr algn="ctr"/>
                      <a:r>
                        <a:rPr lang="en-US" altLang="ko-Kore-KR" sz="800" b="1" dirty="0"/>
                        <a:t>KHUTA</a:t>
                      </a:r>
                    </a:p>
                  </a:txBody>
                  <a:tcPr marL="36000" marR="36000" marT="36000" marB="36000" anchor="ctr"/>
                </a:tc>
                <a:tc>
                  <a:txBody>
                    <a:bodyPr/>
                    <a:lstStyle/>
                    <a:p>
                      <a:pPr marL="0" marR="0" lvl="0" indent="0" algn="ctr" rtl="0">
                        <a:spcBef>
                          <a:spcPts val="0"/>
                        </a:spcBef>
                        <a:spcAft>
                          <a:spcPts val="0"/>
                        </a:spcAft>
                        <a:buNone/>
                      </a:pPr>
                      <a:r>
                        <a:rPr lang="en-US" sz="800" b="1" dirty="0"/>
                        <a:t>RNP 09</a:t>
                      </a:r>
                      <a:endParaRPr lang="ko-Kore-KR" altLang="en-US" b="0" dirty="0"/>
                    </a:p>
                  </a:txBody>
                  <a:tcPr marL="36000" marR="36000" marT="36000" marB="36000" anchor="ctr"/>
                </a:tc>
                <a:extLst>
                  <a:ext uri="{0D108BD9-81ED-4DB2-BD59-A6C34878D82A}">
                    <a16:rowId xmlns:a16="http://schemas.microsoft.com/office/drawing/2014/main" val="10001"/>
                  </a:ext>
                </a:extLst>
              </a:tr>
              <a:tr h="230547">
                <a:tc>
                  <a:txBody>
                    <a:bodyPr/>
                    <a:lstStyle/>
                    <a:p>
                      <a:pPr marL="0" marR="0" lvl="0" indent="0" algn="ctr" rtl="0">
                        <a:spcBef>
                          <a:spcPts val="0"/>
                        </a:spcBef>
                        <a:spcAft>
                          <a:spcPts val="0"/>
                        </a:spcAft>
                        <a:buNone/>
                      </a:pPr>
                      <a:r>
                        <a:rPr lang="en-US" sz="800" b="1" dirty="0">
                          <a:solidFill>
                            <a:srgbClr val="0070C0"/>
                          </a:solidFill>
                        </a:rPr>
                        <a:t>27</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DOBMA/EMTAS xx D </a:t>
                      </a:r>
                    </a:p>
                  </a:txBody>
                  <a:tcPr marL="36000" marR="36000" marT="36000" marB="36000" anchor="ctr"/>
                </a:tc>
                <a:tc>
                  <a:txBody>
                    <a:bodyPr/>
                    <a:lstStyle/>
                    <a:p>
                      <a:pPr algn="ct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BENOA</a:t>
                      </a:r>
                      <a:endParaRPr lang="ko-Kore-KR" altLang="en-US" dirty="0"/>
                    </a:p>
                  </a:txBody>
                  <a:tcPr marL="36000" marR="36000" marT="36000" marB="36000" anchor="ctr"/>
                </a:tc>
                <a:tc>
                  <a:txBody>
                    <a:bodyPr/>
                    <a:lstStyle/>
                    <a:p>
                      <a:pPr algn="ctr"/>
                      <a:r>
                        <a:rPr lang="en-US" sz="800" b="1" dirty="0"/>
                        <a:t>ILS 27</a:t>
                      </a:r>
                      <a:endParaRPr lang="ko-Kore-KR" altLang="en-US" b="1" dirty="0"/>
                    </a:p>
                  </a:txBody>
                  <a:tcPr marL="36000" marR="36000" marT="36000" marB="36000" anchor="ctr"/>
                </a:tc>
                <a:extLst>
                  <a:ext uri="{0D108BD9-81ED-4DB2-BD59-A6C34878D82A}">
                    <a16:rowId xmlns:a16="http://schemas.microsoft.com/office/drawing/2014/main" val="10002"/>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70C0"/>
                          </a:solidFill>
                        </a:rPr>
                        <a:t>BLI, </a:t>
                      </a:r>
                      <a:r>
                        <a:rPr lang="en-US" altLang="ko-KR" sz="800" b="1" dirty="0">
                          <a:solidFill>
                            <a:srgbClr val="C00000"/>
                          </a:solidFill>
                        </a:rPr>
                        <a:t>27 IDPS</a:t>
                      </a:r>
                      <a:endParaRPr sz="800" b="1" dirty="0">
                        <a:solidFill>
                          <a:srgbClr val="C00000"/>
                        </a:solidFill>
                      </a:endParaRPr>
                    </a:p>
                  </a:txBody>
                  <a:tcPr marL="36000" marR="36000" marT="36000" marB="36000" anchor="ctr"/>
                </a:tc>
                <a:tc hMerge="1">
                  <a:txBody>
                    <a:bodyPr/>
                    <a:lstStyle/>
                    <a:p>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3195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R" sz="800" b="0" dirty="0">
                          <a:solidFill>
                            <a:schemeClr val="bg1"/>
                          </a:solidFill>
                        </a:rPr>
                        <a:t>09</a:t>
                      </a:r>
                      <a:r>
                        <a:rPr lang="ko-KR" altLang="en-US" sz="800" b="0" dirty="0">
                          <a:solidFill>
                            <a:schemeClr val="bg1"/>
                          </a:solidFill>
                        </a:rPr>
                        <a:t> </a:t>
                      </a:r>
                      <a:r>
                        <a:rPr lang="en-US" sz="800" b="0" dirty="0">
                          <a:solidFill>
                            <a:schemeClr val="bg1"/>
                          </a:solidFill>
                        </a:rPr>
                        <a:t>:</a:t>
                      </a:r>
                      <a:r>
                        <a:rPr lang="ko-KR" altLang="en-US" sz="800" b="0" dirty="0">
                          <a:solidFill>
                            <a:schemeClr val="bg1"/>
                          </a:solidFill>
                        </a:rPr>
                        <a:t> </a:t>
                      </a:r>
                      <a:r>
                        <a:rPr lang="en-US" altLang="ko-KR" sz="800" b="0" dirty="0">
                          <a:solidFill>
                            <a:schemeClr val="bg1"/>
                          </a:solidFill>
                        </a:rPr>
                        <a:t>N3</a:t>
                      </a:r>
                      <a:r>
                        <a:rPr lang="en-US" sz="800" b="0" dirty="0">
                          <a:solidFill>
                            <a:schemeClr val="bg1"/>
                          </a:solidFill>
                        </a:rPr>
                        <a:t>(</a:t>
                      </a:r>
                      <a:r>
                        <a:rPr lang="en-US" altLang="ko-KR" sz="800" b="0" dirty="0">
                          <a:solidFill>
                            <a:schemeClr val="bg1"/>
                          </a:solidFill>
                        </a:rPr>
                        <a:t>6817</a:t>
                      </a:r>
                      <a:r>
                        <a:rPr lang="en-US" sz="800" b="0" dirty="0">
                          <a:solidFill>
                            <a:schemeClr val="bg1"/>
                          </a:solidFill>
                        </a:rPr>
                        <a:t>’, </a:t>
                      </a:r>
                      <a:r>
                        <a:rPr lang="en-US" sz="800" b="0" dirty="0">
                          <a:solidFill>
                            <a:srgbClr val="C00000"/>
                          </a:solidFill>
                          <a:latin typeface="+mn-ea"/>
                          <a:ea typeface="+mn-ea"/>
                        </a:rPr>
                        <a:t>90</a:t>
                      </a:r>
                      <a:r>
                        <a:rPr lang="ko-KR" altLang="en-US" sz="800" b="0" dirty="0">
                          <a:solidFill>
                            <a:srgbClr val="C00000"/>
                          </a:solidFill>
                          <a:latin typeface="+mn-ea"/>
                          <a:ea typeface="+mn-ea"/>
                        </a:rPr>
                        <a:t>도</a:t>
                      </a:r>
                      <a:r>
                        <a:rPr lang="en-US" sz="800" b="0" dirty="0">
                          <a:solidFill>
                            <a:schemeClr val="bg1"/>
                          </a:solidFill>
                        </a:rPr>
                        <a:t>),</a:t>
                      </a:r>
                      <a:r>
                        <a:rPr lang="ko-KR" altLang="en-US" sz="800" b="0" dirty="0">
                          <a:solidFill>
                            <a:schemeClr val="bg1"/>
                          </a:solidFill>
                        </a:rPr>
                        <a:t> </a:t>
                      </a:r>
                      <a:r>
                        <a:rPr lang="en-US" altLang="ko-KR" sz="800" b="0" dirty="0">
                          <a:solidFill>
                            <a:schemeClr val="bg1"/>
                          </a:solidFill>
                        </a:rPr>
                        <a:t>N2</a:t>
                      </a:r>
                      <a:r>
                        <a:rPr lang="en-US" sz="800" b="0" dirty="0">
                          <a:solidFill>
                            <a:schemeClr val="bg1"/>
                          </a:solidFill>
                        </a:rPr>
                        <a:t>(8448’, </a:t>
                      </a:r>
                      <a:r>
                        <a:rPr lang="en-US" altLang="ko-Kore-KR" sz="800" b="0" i="0" kern="1200" dirty="0">
                          <a:solidFill>
                            <a:srgbClr val="C00000"/>
                          </a:solidFill>
                          <a:latin typeface="+mn-ea"/>
                          <a:ea typeface="Calibri"/>
                          <a:cs typeface="Calibri"/>
                        </a:rPr>
                        <a:t>90</a:t>
                      </a:r>
                      <a:r>
                        <a:rPr lang="ko-KR" altLang="en-US" sz="800" b="0" i="0" kern="1200" dirty="0">
                          <a:solidFill>
                            <a:srgbClr val="C00000"/>
                          </a:solidFill>
                          <a:latin typeface="+mn-ea"/>
                          <a:ea typeface="Calibri"/>
                          <a:cs typeface="Calibri"/>
                        </a:rPr>
                        <a:t>도</a:t>
                      </a:r>
                      <a:r>
                        <a:rPr lang="en-US" sz="800" b="0" dirty="0">
                          <a:solidFill>
                            <a:schemeClr val="bg1"/>
                          </a:solidFill>
                        </a:rPr>
                        <a:t>)</a:t>
                      </a:r>
                    </a:p>
                    <a:p>
                      <a:pPr marL="0" marR="0" lvl="0" indent="0" algn="ctr" rtl="0">
                        <a:lnSpc>
                          <a:spcPct val="100000"/>
                        </a:lnSpc>
                        <a:spcBef>
                          <a:spcPts val="0"/>
                        </a:spcBef>
                        <a:spcAft>
                          <a:spcPts val="0"/>
                        </a:spcAft>
                        <a:buClr>
                          <a:schemeClr val="dk1"/>
                        </a:buClr>
                        <a:buSzPts val="800"/>
                        <a:buFont typeface="Calibri"/>
                        <a:buNone/>
                      </a:pPr>
                      <a:r>
                        <a:rPr lang="en-US" altLang="ko-KR" sz="800" b="0" dirty="0">
                          <a:solidFill>
                            <a:schemeClr val="bg1"/>
                          </a:solidFill>
                        </a:rPr>
                        <a:t>27</a:t>
                      </a:r>
                      <a:r>
                        <a:rPr lang="ko-KR" altLang="en-US" sz="800" b="0" dirty="0">
                          <a:solidFill>
                            <a:srgbClr val="0070C0"/>
                          </a:solidFill>
                        </a:rPr>
                        <a:t> </a:t>
                      </a:r>
                      <a:r>
                        <a:rPr lang="en-US" sz="800" b="0" dirty="0">
                          <a:solidFill>
                            <a:schemeClr val="bg1"/>
                          </a:solidFill>
                        </a:rPr>
                        <a:t>:</a:t>
                      </a:r>
                      <a:r>
                        <a:rPr lang="ko-KR" altLang="en-US" sz="800" b="0" dirty="0">
                          <a:solidFill>
                            <a:schemeClr val="bg1"/>
                          </a:solidFill>
                        </a:rPr>
                        <a:t> </a:t>
                      </a:r>
                      <a:r>
                        <a:rPr lang="en-US" altLang="ko-KR" sz="800" b="0" dirty="0">
                          <a:solidFill>
                            <a:schemeClr val="bg1"/>
                          </a:solidFill>
                        </a:rPr>
                        <a:t>N6</a:t>
                      </a:r>
                      <a:r>
                        <a:rPr lang="en-US" sz="800" b="0" dirty="0">
                          <a:solidFill>
                            <a:schemeClr val="bg1"/>
                          </a:solidFill>
                        </a:rPr>
                        <a:t>(7513’, </a:t>
                      </a:r>
                      <a:r>
                        <a:rPr lang="en-US" sz="800" b="0" dirty="0">
                          <a:solidFill>
                            <a:srgbClr val="C00000"/>
                          </a:solidFill>
                        </a:rPr>
                        <a:t>Rapid</a:t>
                      </a:r>
                      <a:r>
                        <a:rPr lang="en-US" sz="800" b="0" dirty="0">
                          <a:solidFill>
                            <a:schemeClr val="bg1"/>
                          </a:solidFill>
                        </a:rPr>
                        <a:t>)</a:t>
                      </a:r>
                      <a:r>
                        <a:rPr lang="ko-KR" altLang="en-US" sz="800" b="0" dirty="0">
                          <a:solidFill>
                            <a:schemeClr val="bg1"/>
                          </a:solidFill>
                        </a:rPr>
                        <a:t> </a:t>
                      </a:r>
                      <a:r>
                        <a:rPr lang="en-US" sz="800" b="0" dirty="0">
                          <a:solidFill>
                            <a:schemeClr val="bg1"/>
                          </a:solidFill>
                        </a:rPr>
                        <a:t>,</a:t>
                      </a:r>
                      <a:r>
                        <a:rPr lang="ko-KR" altLang="en-US" sz="800" b="0" dirty="0">
                          <a:solidFill>
                            <a:schemeClr val="bg1"/>
                          </a:solidFill>
                        </a:rPr>
                        <a:t> </a:t>
                      </a:r>
                      <a:r>
                        <a:rPr lang="en-US" altLang="ko-KR" sz="800" b="0" dirty="0">
                          <a:solidFill>
                            <a:schemeClr val="bg1"/>
                          </a:solidFill>
                        </a:rPr>
                        <a:t>N7</a:t>
                      </a:r>
                      <a:r>
                        <a:rPr lang="en-US" sz="800" b="0" dirty="0">
                          <a:solidFill>
                            <a:schemeClr val="bg1"/>
                          </a:solidFill>
                        </a:rPr>
                        <a:t>(9645’, </a:t>
                      </a:r>
                      <a:r>
                        <a:rPr lang="en-US" sz="800" b="0" dirty="0">
                          <a:solidFill>
                            <a:srgbClr val="C00000"/>
                          </a:solidFill>
                        </a:rPr>
                        <a:t>90</a:t>
                      </a:r>
                      <a:r>
                        <a:rPr lang="ko-KR" altLang="en-US" sz="800" b="0" dirty="0">
                          <a:solidFill>
                            <a:srgbClr val="C00000"/>
                          </a:solidFill>
                        </a:rPr>
                        <a:t>도</a:t>
                      </a:r>
                      <a:r>
                        <a:rPr lang="en-US" sz="800" b="0" dirty="0">
                          <a:solidFill>
                            <a:schemeClr val="bg1"/>
                          </a:solidFill>
                        </a:rPr>
                        <a:t>)</a:t>
                      </a:r>
                    </a:p>
                    <a:p>
                      <a:pPr marL="0" marR="0" lvl="0" indent="0" algn="ctr" rtl="0">
                        <a:lnSpc>
                          <a:spcPct val="100000"/>
                        </a:lnSpc>
                        <a:spcBef>
                          <a:spcPts val="0"/>
                        </a:spcBef>
                        <a:spcAft>
                          <a:spcPts val="0"/>
                        </a:spcAft>
                        <a:buClr>
                          <a:schemeClr val="dk1"/>
                        </a:buClr>
                        <a:buSzPts val="800"/>
                        <a:buFont typeface="Calibri"/>
                        <a:buNone/>
                      </a:pPr>
                      <a:r>
                        <a:rPr lang="en-US" sz="800" b="0" dirty="0">
                          <a:solidFill>
                            <a:srgbClr val="C00000"/>
                          </a:solidFill>
                        </a:rPr>
                        <a:t>Narrow RWY, No RWY/TWY CL L/T, Yellow C/L Only</a:t>
                      </a:r>
                      <a:endParaRPr sz="800" b="0" dirty="0">
                        <a:solidFill>
                          <a:srgbClr val="C00000"/>
                        </a:solidFil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230547">
                <a:tc gridSpan="4">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chemeClr val="bg1"/>
                          </a:solidFill>
                          <a:effectLst/>
                          <a:uLnTx/>
                          <a:uFillTx/>
                          <a:latin typeface="Calibri"/>
                          <a:cs typeface="Calibri"/>
                          <a:sym typeface="Arial"/>
                        </a:rPr>
                        <a:t>VDGS but Marshaller, </a:t>
                      </a: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GND REG No,  </a:t>
                      </a:r>
                      <a:r>
                        <a:rPr kumimoji="0" lang="en-US" altLang="ko-Kore-KR" sz="800" b="1" i="0" u="none" strike="noStrike" kern="0" cap="none" spc="0" normalizeH="0" baseline="0" noProof="0" dirty="0">
                          <a:ln>
                            <a:noFill/>
                          </a:ln>
                          <a:solidFill>
                            <a:srgbClr val="F28943"/>
                          </a:solidFill>
                          <a:effectLst/>
                          <a:uLnTx/>
                          <a:uFillTx/>
                          <a:latin typeface="Calibri"/>
                          <a:cs typeface="Calibri"/>
                          <a:sym typeface="Arial"/>
                        </a:rPr>
                        <a:t>After LD CONF 1</a:t>
                      </a:r>
                      <a:endParaRPr lang="en-US" sz="800" b="1" dirty="0">
                        <a:solidFill>
                          <a:srgbClr val="F28943"/>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4366B7D4-376B-5B4D-81C1-3F3E8652DFFF}"/>
              </a:ext>
            </a:extLst>
          </p:cNvPr>
          <p:cNvGraphicFramePr/>
          <p:nvPr>
            <p:extLst>
              <p:ext uri="{D42A27DB-BD31-4B8C-83A1-F6EECF244321}">
                <p14:modId xmlns:p14="http://schemas.microsoft.com/office/powerpoint/2010/main" val="4002333095"/>
              </p:ext>
            </p:extLst>
          </p:nvPr>
        </p:nvGraphicFramePr>
        <p:xfrm>
          <a:off x="-2501" y="16505"/>
          <a:ext cx="2328850" cy="701050"/>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190834">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WADD(DPS) 14ft</a:t>
                      </a:r>
                      <a:endParaRPr lang="en-US" altLang="ko-Kore-KR" sz="1300" dirty="0">
                        <a:solidFill>
                          <a:srgbClr val="C00000"/>
                        </a:solidFill>
                      </a:endParaRPr>
                    </a:p>
                  </a:txBody>
                  <a:tcPr marL="0" marR="0" marT="0" marB="0" anchor="ctr"/>
                </a:tc>
                <a:extLst>
                  <a:ext uri="{0D108BD9-81ED-4DB2-BD59-A6C34878D82A}">
                    <a16:rowId xmlns:a16="http://schemas.microsoft.com/office/drawing/2014/main" val="10000"/>
                  </a:ext>
                </a:extLst>
              </a:tr>
              <a:tr h="370886">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err="1"/>
                        <a:t>Gapura</a:t>
                      </a:r>
                      <a:r>
                        <a:rPr lang="en-US" sz="900" dirty="0"/>
                        <a:t> Operation Bali 131.95 </a:t>
                      </a:r>
                      <a:r>
                        <a:rPr lang="en-US" sz="900" dirty="0">
                          <a:solidFill>
                            <a:srgbClr val="FF0000"/>
                          </a:solidFill>
                        </a:rPr>
                        <a:t>No DATIS</a:t>
                      </a:r>
                    </a:p>
                    <a:p>
                      <a:pPr marL="0" marR="0" lvl="0" indent="0" algn="ctr" rtl="0">
                        <a:spcBef>
                          <a:spcPts val="0"/>
                        </a:spcBef>
                        <a:spcAft>
                          <a:spcPts val="0"/>
                        </a:spcAft>
                        <a:buNone/>
                      </a:pPr>
                      <a:r>
                        <a:rPr lang="en-US" sz="900" b="1" dirty="0">
                          <a:solidFill>
                            <a:srgbClr val="7030A0"/>
                          </a:solidFill>
                        </a:rPr>
                        <a:t>Stand A15-25</a:t>
                      </a: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8FB7D3F1-D5E2-EBB1-4FF1-C7CAD3FAC81F}"/>
              </a:ext>
            </a:extLst>
          </p:cNvPr>
          <p:cNvSpPr/>
          <p:nvPr/>
        </p:nvSpPr>
        <p:spPr>
          <a:xfrm>
            <a:off x="829010" y="222556"/>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9827B294-8B9F-19DC-335A-7F06016CE7AC}"/>
              </a:ext>
            </a:extLst>
          </p:cNvPr>
          <p:cNvGraphicFramePr/>
          <p:nvPr>
            <p:extLst>
              <p:ext uri="{D42A27DB-BD31-4B8C-83A1-F6EECF244321}">
                <p14:modId xmlns:p14="http://schemas.microsoft.com/office/powerpoint/2010/main" val="3623987708"/>
              </p:ext>
            </p:extLst>
          </p:nvPr>
        </p:nvGraphicFramePr>
        <p:xfrm>
          <a:off x="1" y="723591"/>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7" name="그래픽 6" descr="집 Wi-Fi에서 작업 단색으로 채워진">
            <a:hlinkClick r:id="" action="ppaction://hlinkshowjump?jump=firstslide"/>
            <a:extLst>
              <a:ext uri="{FF2B5EF4-FFF2-40B4-BE49-F238E27FC236}">
                <a16:creationId xmlns:a16="http://schemas.microsoft.com/office/drawing/2014/main" id="{BE95BDC3-FC43-776E-9DEC-CDDD80085E3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84771"/>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1341233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4C63AFCC-67A9-CEAE-2B4A-88F7951B528C}"/>
            </a:ext>
          </a:extLst>
        </p:cNvPr>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752E0A1F-E899-F60E-9295-A95E4D0D9031}"/>
              </a:ext>
            </a:extLst>
          </p:cNvPr>
          <p:cNvGraphicFramePr/>
          <p:nvPr>
            <p:extLst>
              <p:ext uri="{D42A27DB-BD31-4B8C-83A1-F6EECF244321}">
                <p14:modId xmlns:p14="http://schemas.microsoft.com/office/powerpoint/2010/main" val="3510528349"/>
              </p:ext>
            </p:extLst>
          </p:nvPr>
        </p:nvGraphicFramePr>
        <p:xfrm>
          <a:off x="-4250" y="643000"/>
          <a:ext cx="2331950" cy="1548730"/>
        </p:xfrm>
        <a:graphic>
          <a:graphicData uri="http://schemas.openxmlformats.org/drawingml/2006/table">
            <a:tbl>
              <a:tblPr firstRow="1" bandRow="1">
                <a:noFill/>
                <a:tableStyleId>{A521BE36-7E6F-4EC9-8D66-1CF97A6895EC}</a:tableStyleId>
              </a:tblPr>
              <a:tblGrid>
                <a:gridCol w="417198">
                  <a:extLst>
                    <a:ext uri="{9D8B030D-6E8A-4147-A177-3AD203B41FA5}">
                      <a16:colId xmlns:a16="http://schemas.microsoft.com/office/drawing/2014/main" val="20000"/>
                    </a:ext>
                  </a:extLst>
                </a:gridCol>
                <a:gridCol w="692828">
                  <a:extLst>
                    <a:ext uri="{9D8B030D-6E8A-4147-A177-3AD203B41FA5}">
                      <a16:colId xmlns:a16="http://schemas.microsoft.com/office/drawing/2014/main" val="20002"/>
                    </a:ext>
                  </a:extLst>
                </a:gridCol>
                <a:gridCol w="61400">
                  <a:extLst>
                    <a:ext uri="{9D8B030D-6E8A-4147-A177-3AD203B41FA5}">
                      <a16:colId xmlns:a16="http://schemas.microsoft.com/office/drawing/2014/main" val="3522764159"/>
                    </a:ext>
                  </a:extLst>
                </a:gridCol>
                <a:gridCol w="1160524">
                  <a:extLst>
                    <a:ext uri="{9D8B030D-6E8A-4147-A177-3AD203B41FA5}">
                      <a16:colId xmlns:a16="http://schemas.microsoft.com/office/drawing/2014/main" val="1047496764"/>
                    </a:ext>
                  </a:extLst>
                </a:gridCol>
              </a:tblGrid>
              <a:tr h="0">
                <a:tc gridSpan="4">
                  <a:txBody>
                    <a:bodyPr/>
                    <a:lstStyle/>
                    <a:p>
                      <a:pPr marL="0" marR="0" lvl="0" indent="0" algn="ctr" rtl="0">
                        <a:spcBef>
                          <a:spcPts val="0"/>
                        </a:spcBef>
                        <a:spcAft>
                          <a:spcPts val="0"/>
                        </a:spcAft>
                        <a:buNone/>
                      </a:pPr>
                      <a:r>
                        <a:rPr lang="en-US" sz="800" u="none" strike="noStrike" cap="none" dirty="0"/>
                        <a:t>DPS : RNAV SID (NADP 1) TA 11000</a:t>
                      </a:r>
                    </a:p>
                    <a:p>
                      <a:pPr marL="0" marR="0" lvl="0" indent="0" algn="ctr" rtl="0">
                        <a:spcBef>
                          <a:spcPts val="0"/>
                        </a:spcBef>
                        <a:spcAft>
                          <a:spcPts val="0"/>
                        </a:spcAft>
                        <a:buNone/>
                      </a:pPr>
                      <a:r>
                        <a:rPr lang="en-US" sz="800" u="none" strike="noStrike" cap="none" dirty="0">
                          <a:solidFill>
                            <a:srgbClr val="FFC000"/>
                          </a:solidFill>
                        </a:rPr>
                        <a:t>+-15min Req Pushback, Report Bay, Res No, POB</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09</a:t>
                      </a:r>
                      <a:endParaRPr lang="en-US" sz="800" b="0" u="none" strike="noStrike" cap="none" dirty="0">
                        <a:solidFill>
                          <a:schemeClr val="bg1"/>
                        </a:solidFill>
                      </a:endParaRPr>
                    </a:p>
                  </a:txBody>
                  <a:tcPr marL="36000" marR="36000" marT="36000" marB="36000" anchor="ctr"/>
                </a:tc>
                <a:tc>
                  <a:txBody>
                    <a:bodyPr/>
                    <a:lstStyle/>
                    <a:p>
                      <a:pPr algn="ctr"/>
                      <a:r>
                        <a:rPr lang="en-US" sz="800" b="1" u="none" strike="noStrike" cap="none" dirty="0">
                          <a:solidFill>
                            <a:srgbClr val="0070C0"/>
                          </a:solidFill>
                        </a:rPr>
                        <a:t>DOBMA/</a:t>
                      </a:r>
                    </a:p>
                    <a:p>
                      <a:pPr algn="ctr"/>
                      <a:r>
                        <a:rPr lang="en-US" sz="800" b="1" u="none" strike="noStrike" cap="none" dirty="0">
                          <a:solidFill>
                            <a:srgbClr val="0070C0"/>
                          </a:solidFill>
                        </a:rPr>
                        <a:t>EMTAS x A</a:t>
                      </a:r>
                      <a:endParaRPr lang="ko-Kore-KR" dirty="0"/>
                    </a:p>
                  </a:txBody>
                  <a:tcPr marL="36000" marR="36000" marT="36000" marB="36000" anchor="ctr"/>
                </a:tc>
                <a:tc gridSpan="2">
                  <a:txBody>
                    <a:bodyPr/>
                    <a:lstStyle/>
                    <a:p>
                      <a:pPr algn="ctr"/>
                      <a:r>
                        <a:rPr lang="en-US" sz="800" b="1" u="none" strike="noStrike" cap="none" dirty="0"/>
                        <a:t>HD 087 </a:t>
                      </a:r>
                      <a:r>
                        <a:rPr lang="en-US" sz="800" b="1" u="none" strike="noStrike" cap="none" dirty="0">
                          <a:solidFill>
                            <a:srgbClr val="0070C0"/>
                          </a:solidFill>
                        </a:rPr>
                        <a:t>ALT 9000 </a:t>
                      </a:r>
                    </a:p>
                    <a:p>
                      <a:pPr algn="ctr"/>
                      <a:r>
                        <a:rPr lang="en-US" altLang="ko-Kore-KR" sz="800" b="1" u="none" strike="noStrike" cap="none" dirty="0">
                          <a:solidFill>
                            <a:srgbClr val="F28943"/>
                          </a:solidFill>
                        </a:rPr>
                        <a:t>TA 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27</a:t>
                      </a:r>
                      <a:endParaRPr sz="800" b="0" u="none" strike="noStrike" cap="none" dirty="0">
                        <a:solidFill>
                          <a:schemeClr val="bg1"/>
                        </a:solidFill>
                      </a:endParaRPr>
                    </a:p>
                  </a:txBody>
                  <a:tcPr marL="36000" marR="36000" marT="36000" marB="36000" anchor="ctr"/>
                </a:tc>
                <a:tc>
                  <a:txBody>
                    <a:bodyPr/>
                    <a:lstStyle/>
                    <a:p>
                      <a:pPr algn="ctr"/>
                      <a:r>
                        <a:rPr lang="en-US" altLang="ko-Kore-KR" sz="800" b="1" u="none" strike="noStrike" cap="none" dirty="0">
                          <a:solidFill>
                            <a:srgbClr val="0070C0"/>
                          </a:solidFill>
                        </a:rPr>
                        <a:t>DOBMA/</a:t>
                      </a:r>
                    </a:p>
                    <a:p>
                      <a:pPr algn="ctr"/>
                      <a:r>
                        <a:rPr lang="en-US" altLang="ko-Kore-KR" sz="800" b="1" u="none" strike="noStrike" cap="none" dirty="0">
                          <a:solidFill>
                            <a:srgbClr val="0070C0"/>
                          </a:solidFill>
                        </a:rPr>
                        <a:t>EMTAS x B </a:t>
                      </a:r>
                      <a:endParaRPr lang="ko-Kore-KR" dirty="0"/>
                    </a:p>
                  </a:txBody>
                  <a:tcPr marL="36000" marR="36000" marT="36000" marB="36000" anchor="ctr"/>
                </a:tc>
                <a:tc gridSpan="2">
                  <a:txBody>
                    <a:bodyPr/>
                    <a:lstStyle/>
                    <a:p>
                      <a:pPr algn="ctr"/>
                      <a:r>
                        <a:rPr lang="en-US" sz="800" b="1" u="none" strike="noStrike" cap="none" dirty="0"/>
                        <a:t>HD 267 </a:t>
                      </a:r>
                      <a:r>
                        <a:rPr lang="en-US" sz="800" b="1" u="none" strike="noStrike" cap="none" dirty="0">
                          <a:solidFill>
                            <a:srgbClr val="0070C0"/>
                          </a:solidFill>
                        </a:rPr>
                        <a:t>ALT FL240(ATC)  </a:t>
                      </a:r>
                      <a:endParaRPr lang="en-US" sz="800" b="1" u="none" strike="noStrike" cap="none" dirty="0">
                        <a:solidFill>
                          <a:srgbClr val="AA47F5"/>
                        </a:solidFill>
                      </a:endParaRPr>
                    </a:p>
                    <a:p>
                      <a:pPr algn="ctr"/>
                      <a:r>
                        <a:rPr lang="en-US" altLang="ko-Kore-KR" sz="800" b="1" u="none" strike="noStrike" cap="none" dirty="0">
                          <a:solidFill>
                            <a:srgbClr val="F28943"/>
                          </a:solidFill>
                        </a:rPr>
                        <a:t>TA 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2"/>
                  </a:ext>
                </a:extLst>
              </a:tr>
              <a:tr h="115700">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BLI 116.2</a:t>
                      </a:r>
                    </a:p>
                  </a:txBody>
                  <a:tcPr marL="36000" marR="36000" marT="36000" marB="36000" anchor="ctr"/>
                </a:tc>
                <a:tc hMerge="1">
                  <a:txBody>
                    <a:bodyPr/>
                    <a:lstStyle/>
                    <a:p>
                      <a:endParaRPr lang="ko-Kore-KR" altLang="en-US"/>
                    </a:p>
                  </a:txBody>
                  <a:tcP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27 IDPS 110.3</a:t>
                      </a:r>
                      <a:endParaRPr kumimoji="0" lang="ko-Kore-KR" altLang="en-US" sz="600"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tc>
                <a:extLst>
                  <a:ext uri="{0D108BD9-81ED-4DB2-BD59-A6C34878D82A}">
                    <a16:rowId xmlns:a16="http://schemas.microsoft.com/office/drawing/2014/main" val="549402439"/>
                  </a:ext>
                </a:extLst>
              </a:tr>
              <a:tr h="1157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ctr" rtl="0">
                        <a:spcBef>
                          <a:spcPts val="0"/>
                        </a:spcBef>
                        <a:spcAft>
                          <a:spcPts val="0"/>
                        </a:spcAft>
                        <a:buNone/>
                      </a:pPr>
                      <a:r>
                        <a:rPr lang="en-US" altLang="ko-Kore-KR" sz="800" dirty="0"/>
                        <a:t>09 : BLI 087/6, R130</a:t>
                      </a: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218381178"/>
                  </a:ext>
                </a:extLst>
              </a:tr>
              <a:tr h="115700">
                <a:tc gridSpan="4">
                  <a:txBody>
                    <a:bodyPr/>
                    <a:lstStyle/>
                    <a:p>
                      <a:pPr marL="0" marR="0" lvl="0" indent="0" algn="ctr" rtl="0">
                        <a:spcBef>
                          <a:spcPts val="0"/>
                        </a:spcBef>
                        <a:spcAft>
                          <a:spcPts val="0"/>
                        </a:spcAft>
                        <a:buNone/>
                      </a:pPr>
                      <a:r>
                        <a:rPr lang="en-US" sz="800" b="1" dirty="0">
                          <a:solidFill>
                            <a:srgbClr val="C00000"/>
                          </a:solidFill>
                        </a:rPr>
                        <a:t>Caution </a:t>
                      </a:r>
                      <a:r>
                        <a:rPr lang="en-US" sz="800" b="1" dirty="0" err="1">
                          <a:solidFill>
                            <a:srgbClr val="C00000"/>
                          </a:solidFill>
                        </a:rPr>
                        <a:t>Interm</a:t>
                      </a:r>
                      <a:r>
                        <a:rPr lang="en-US" sz="800" b="1" dirty="0">
                          <a:solidFill>
                            <a:srgbClr val="C00000"/>
                          </a:solidFill>
                        </a:rPr>
                        <a:t> HP W/E</a:t>
                      </a:r>
                      <a:r>
                        <a:rPr lang="en-US" sz="800" dirty="0">
                          <a:solidFill>
                            <a:srgbClr val="7030A0"/>
                          </a:solidFill>
                        </a:rPr>
                        <a:t>, </a:t>
                      </a:r>
                      <a:r>
                        <a:rPr lang="en-US" sz="800" b="1" dirty="0">
                          <a:solidFill>
                            <a:srgbClr val="7030A0"/>
                          </a:solidFill>
                        </a:rPr>
                        <a:t>CPDLC Before DEP WAAF</a:t>
                      </a:r>
                      <a:endParaRPr b="1" dirty="0">
                        <a:solidFill>
                          <a:srgbClr val="7030A0"/>
                        </a:solidFill>
                      </a:endParaRPr>
                    </a:p>
                  </a:txBody>
                  <a:tcPr marL="36000" marR="36000" marT="36000" marB="36000" anchor="ctr">
                    <a:solidFill>
                      <a:schemeClr val="tx2"/>
                    </a:solidFill>
                  </a:tcPr>
                </a:tc>
                <a:tc hMerge="1">
                  <a:txBody>
                    <a:bodyPr/>
                    <a:lstStyle/>
                    <a:p>
                      <a:pPr marL="0" marR="0" lvl="0" indent="0" algn="l" rtl="0">
                        <a:spcBef>
                          <a:spcPts val="0"/>
                        </a:spcBef>
                        <a:spcAft>
                          <a:spcPts val="0"/>
                        </a:spcAft>
                        <a:buNone/>
                      </a:pPr>
                      <a:endParaRPr lang="en-US" altLang="ko-Kore-KR" sz="458" dirty="0"/>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2502882098"/>
                  </a:ext>
                </a:extLst>
              </a:tr>
            </a:tbl>
          </a:graphicData>
        </a:graphic>
      </p:graphicFrame>
      <p:graphicFrame>
        <p:nvGraphicFramePr>
          <p:cNvPr id="6" name="Google Shape;119;p3">
            <a:extLst>
              <a:ext uri="{FF2B5EF4-FFF2-40B4-BE49-F238E27FC236}">
                <a16:creationId xmlns:a16="http://schemas.microsoft.com/office/drawing/2014/main" id="{E5C24CF9-3914-1456-1571-D927392EB69E}"/>
              </a:ext>
            </a:extLst>
          </p:cNvPr>
          <p:cNvGraphicFramePr/>
          <p:nvPr>
            <p:extLst>
              <p:ext uri="{D42A27DB-BD31-4B8C-83A1-F6EECF244321}">
                <p14:modId xmlns:p14="http://schemas.microsoft.com/office/powerpoint/2010/main" val="2168695821"/>
              </p:ext>
            </p:extLst>
          </p:nvPr>
        </p:nvGraphicFramePr>
        <p:xfrm>
          <a:off x="-2501" y="9731"/>
          <a:ext cx="2328850" cy="626496"/>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89826">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1300" b="1" i="0" u="none" strike="noStrike" kern="1200" cap="none" spc="0" normalizeH="0" baseline="0" noProof="0" dirty="0">
                          <a:ln>
                            <a:noFill/>
                          </a:ln>
                          <a:solidFill>
                            <a:prstClr val="white"/>
                          </a:solidFill>
                          <a:effectLst/>
                          <a:uLnTx/>
                          <a:uFillTx/>
                          <a:latin typeface="Calibri"/>
                          <a:cs typeface="Calibri"/>
                          <a:hlinkClick r:id="rId3">
                            <a:extLst>
                              <a:ext uri="{A12FA001-AC4F-418D-AE19-62706E023703}">
                                <ahyp:hlinkClr xmlns:ahyp="http://schemas.microsoft.com/office/drawing/2018/hyperlinkcolor" val="tx"/>
                              </a:ext>
                            </a:extLst>
                          </a:hlinkClick>
                        </a:rPr>
                        <a:t>WADD(DPS) 14ft</a:t>
                      </a:r>
                      <a:endParaRPr kumimoji="0" lang="en-US" altLang="ko-Kore-KR" sz="1300" b="1" i="0" u="none" strike="noStrike" kern="1200" cap="none" spc="0" normalizeH="0" baseline="0" noProof="0" dirty="0">
                        <a:ln>
                          <a:noFill/>
                        </a:ln>
                        <a:solidFill>
                          <a:srgbClr val="C00000"/>
                        </a:solidFill>
                        <a:effectLst/>
                        <a:uLnTx/>
                        <a:uFillTx/>
                        <a:latin typeface="Calibri"/>
                        <a:cs typeface="Calibri"/>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36670">
                <a:tc>
                  <a:txBody>
                    <a:bodyPr/>
                    <a:lstStyle/>
                    <a:p>
                      <a:pPr marL="0" marR="0" lvl="0" indent="0" algn="ctr" rtl="0">
                        <a:spcBef>
                          <a:spcPts val="0"/>
                        </a:spcBef>
                        <a:spcAft>
                          <a:spcPts val="0"/>
                        </a:spcAft>
                        <a:buNone/>
                      </a:pPr>
                      <a:r>
                        <a:rPr lang="en-US" sz="800" dirty="0" err="1"/>
                        <a:t>Gapaura</a:t>
                      </a:r>
                      <a:r>
                        <a:rPr lang="en-US" sz="800" dirty="0"/>
                        <a:t> Op Bali 131.95</a:t>
                      </a:r>
                      <a:endParaRPr sz="1200" dirty="0"/>
                    </a:p>
                    <a:p>
                      <a:pPr marL="0" marR="0" lvl="0" indent="0" algn="ctr" rtl="0">
                        <a:spcBef>
                          <a:spcPts val="0"/>
                        </a:spcBef>
                        <a:spcAft>
                          <a:spcPts val="0"/>
                        </a:spcAft>
                        <a:buNone/>
                      </a:pPr>
                      <a:r>
                        <a:rPr lang="en-US" altLang="ko-KR" sz="700" dirty="0">
                          <a:solidFill>
                            <a:srgbClr val="FF0000"/>
                          </a:solidFill>
                        </a:rPr>
                        <a:t>-20min, By Voice GND/TWR</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53D32499-1BF0-C45B-6D3A-25FC014DB538}"/>
              </a:ext>
            </a:extLst>
          </p:cNvPr>
          <p:cNvSpPr/>
          <p:nvPr/>
        </p:nvSpPr>
        <p:spPr>
          <a:xfrm>
            <a:off x="884049" y="293746"/>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7" name="TextBox 6">
            <a:extLst>
              <a:ext uri="{FF2B5EF4-FFF2-40B4-BE49-F238E27FC236}">
                <a16:creationId xmlns:a16="http://schemas.microsoft.com/office/drawing/2014/main" id="{0BC2B864-1A7E-B9DD-9123-C0DF1469A997}"/>
              </a:ext>
            </a:extLst>
          </p:cNvPr>
          <p:cNvSpPr txBox="1"/>
          <p:nvPr/>
        </p:nvSpPr>
        <p:spPr>
          <a:xfrm>
            <a:off x="1080621" y="2275893"/>
            <a:ext cx="1075615" cy="782778"/>
          </a:xfrm>
          <a:prstGeom prst="rect">
            <a:avLst/>
          </a:prstGeom>
          <a:noFill/>
        </p:spPr>
        <p:txBody>
          <a:bodyPr wrap="none" lIns="0" tIns="0" rIns="0" bIns="0" rtlCol="0" anchor="ctr">
            <a:spAutoFit/>
          </a:bodyPr>
          <a:lstStyle/>
          <a:p>
            <a:pPr>
              <a:lnSpc>
                <a:spcPct val="150000"/>
              </a:lnSpc>
            </a:pPr>
            <a:r>
              <a:rPr kumimoji="1" lang="en-US" altLang="ko-Kore-KR" sz="700" b="1" dirty="0">
                <a:latin typeface="Gulim" panose="020B0600000101010101" pitchFamily="34" charset="-127"/>
                <a:ea typeface="Gulim" panose="020B0600000101010101" pitchFamily="34" charset="-127"/>
              </a:rPr>
              <a:t>DEP 119.7 </a:t>
            </a:r>
          </a:p>
          <a:p>
            <a:pPr>
              <a:lnSpc>
                <a:spcPct val="150000"/>
              </a:lnSpc>
            </a:pPr>
            <a:r>
              <a:rPr kumimoji="1" lang="en-US" altLang="ko-KR" sz="700" b="1" dirty="0">
                <a:latin typeface="Gulim" panose="020B0600000101010101" pitchFamily="34" charset="-127"/>
                <a:ea typeface="Gulim" panose="020B0600000101010101" pitchFamily="34" charset="-127"/>
              </a:rPr>
              <a:t>CPDLC</a:t>
            </a:r>
          </a:p>
          <a:p>
            <a:pPr>
              <a:lnSpc>
                <a:spcPct val="150000"/>
              </a:lnSpc>
            </a:pPr>
            <a:r>
              <a:rPr kumimoji="1" lang="en-US" altLang="ko-KR" sz="700" b="1" dirty="0">
                <a:latin typeface="Gulim" panose="020B0600000101010101" pitchFamily="34" charset="-127"/>
                <a:ea typeface="Gulim" panose="020B0600000101010101" pitchFamily="34" charset="-127"/>
              </a:rPr>
              <a:t>- Before DEP WAAF</a:t>
            </a:r>
          </a:p>
          <a:p>
            <a:pPr>
              <a:lnSpc>
                <a:spcPct val="150000"/>
              </a:lnSpc>
            </a:pPr>
            <a:r>
              <a:rPr kumimoji="1" lang="en-US" altLang="ko-KR" sz="700" b="1" dirty="0">
                <a:latin typeface="Gulim" panose="020B0600000101010101" pitchFamily="34" charset="-127"/>
                <a:ea typeface="Gulim" panose="020B0600000101010101" pitchFamily="34" charset="-127"/>
              </a:rPr>
              <a:t>- GORAI 10-25min RPHI</a:t>
            </a:r>
          </a:p>
          <a:p>
            <a:pPr>
              <a:lnSpc>
                <a:spcPct val="150000"/>
              </a:lnSpc>
            </a:pPr>
            <a:r>
              <a:rPr kumimoji="1" lang="en-US" altLang="ko-KR" sz="700" b="1" dirty="0">
                <a:latin typeface="Gulim" panose="020B0600000101010101" pitchFamily="34" charset="-127"/>
                <a:ea typeface="Gulim" panose="020B0600000101010101" pitchFamily="34" charset="-127"/>
              </a:rPr>
              <a:t>- GURAG RJJJ</a:t>
            </a:r>
          </a:p>
        </p:txBody>
      </p:sp>
      <p:pic>
        <p:nvPicPr>
          <p:cNvPr id="12" name="그래픽 11" descr="집 Wi-Fi에서 작업 단색으로 채워진">
            <a:hlinkClick r:id="" action="ppaction://hlinkshowjump?jump=firstslide"/>
            <a:extLst>
              <a:ext uri="{FF2B5EF4-FFF2-40B4-BE49-F238E27FC236}">
                <a16:creationId xmlns:a16="http://schemas.microsoft.com/office/drawing/2014/main" id="{7C19F6FA-8D71-F2CF-BFB4-CECC2E0BAED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947179"/>
            <a:ext cx="457200" cy="457200"/>
          </a:xfrm>
          <a:prstGeom prst="rect">
            <a:avLst/>
          </a:prstGeom>
          <a:effectLst>
            <a:outerShdw blurRad="50800" dist="50800" dir="3660000" algn="ctr" rotWithShape="0">
              <a:schemeClr val="bg1">
                <a:alpha val="82714"/>
              </a:schemeClr>
            </a:outerShdw>
          </a:effectLst>
        </p:spPr>
      </p:pic>
      <p:pic>
        <p:nvPicPr>
          <p:cNvPr id="4" name="그림 3">
            <a:extLst>
              <a:ext uri="{FF2B5EF4-FFF2-40B4-BE49-F238E27FC236}">
                <a16:creationId xmlns:a16="http://schemas.microsoft.com/office/drawing/2014/main" id="{A885D743-EA40-D5EA-DD7C-BB3219EB31AC}"/>
              </a:ext>
            </a:extLst>
          </p:cNvPr>
          <p:cNvPicPr>
            <a:picLocks noChangeAspect="1"/>
          </p:cNvPicPr>
          <p:nvPr/>
        </p:nvPicPr>
        <p:blipFill>
          <a:blip r:embed="rId8"/>
          <a:stretch>
            <a:fillRect/>
          </a:stretch>
        </p:blipFill>
        <p:spPr>
          <a:xfrm>
            <a:off x="2522" y="2204818"/>
            <a:ext cx="998597" cy="626496"/>
          </a:xfrm>
          <a:prstGeom prst="rect">
            <a:avLst/>
          </a:prstGeom>
        </p:spPr>
      </p:pic>
      <p:graphicFrame>
        <p:nvGraphicFramePr>
          <p:cNvPr id="5" name="Google Shape;283;p17">
            <a:extLst>
              <a:ext uri="{FF2B5EF4-FFF2-40B4-BE49-F238E27FC236}">
                <a16:creationId xmlns:a16="http://schemas.microsoft.com/office/drawing/2014/main" id="{27E85F47-60BD-5CB9-692F-F7007C07EDFB}"/>
              </a:ext>
            </a:extLst>
          </p:cNvPr>
          <p:cNvGraphicFramePr/>
          <p:nvPr>
            <p:extLst>
              <p:ext uri="{D42A27DB-BD31-4B8C-83A1-F6EECF244321}">
                <p14:modId xmlns:p14="http://schemas.microsoft.com/office/powerpoint/2010/main" val="2636973324"/>
              </p:ext>
            </p:extLst>
          </p:nvPr>
        </p:nvGraphicFramePr>
        <p:xfrm>
          <a:off x="11588" y="3418356"/>
          <a:ext cx="2314761" cy="213049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GUKDO x 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p>
                  </a:txBody>
                  <a:tcPr marL="36000" marR="36000" marT="36000" marB="36000" anchor="ctr"/>
                </a:tc>
                <a:tc>
                  <a:txBody>
                    <a:bodyPr/>
                    <a:lstStyle/>
                    <a:p>
                      <a:pPr marL="0" marR="0" lvl="0" indent="0" algn="ctr" rtl="0">
                        <a:spcBef>
                          <a:spcPts val="0"/>
                        </a:spcBef>
                        <a:spcAft>
                          <a:spcPts val="0"/>
                        </a:spcAft>
                        <a:buNone/>
                      </a:pPr>
                      <a:r>
                        <a:rPr lang="en-US" sz="800" b="1" dirty="0"/>
                        <a:t>GUKDO x H</a:t>
                      </a:r>
                    </a:p>
                    <a:p>
                      <a:pPr marL="0" marR="0" lvl="0" indent="0" algn="ctr" rtl="0">
                        <a:spcBef>
                          <a:spcPts val="0"/>
                        </a:spcBef>
                        <a:spcAft>
                          <a:spcPts val="0"/>
                        </a:spcAft>
                        <a:buNone/>
                      </a:pPr>
                      <a:r>
                        <a:rPr lang="en-US" sz="800" b="1" dirty="0"/>
                        <a:t>GUKDO x C</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p>
                  </a:txBody>
                  <a:tcPr marL="36000" marR="36000" marT="36000" marB="36000" anchor="ctr"/>
                </a:tc>
                <a:tc>
                  <a:txBody>
                    <a:bodyPr/>
                    <a:lstStyle/>
                    <a:p>
                      <a:pPr marL="0" marR="0" lvl="0" indent="0" algn="ctr" rtl="0">
                        <a:spcBef>
                          <a:spcPts val="0"/>
                        </a:spcBef>
                        <a:spcAft>
                          <a:spcPts val="0"/>
                        </a:spcAft>
                        <a:buNone/>
                      </a:pPr>
                      <a:r>
                        <a:rPr lang="en-US" sz="800" b="1" dirty="0"/>
                        <a:t>GUKDO 180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121872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42237" y="2811754"/>
            <a:ext cx="2504212" cy="1017064"/>
          </a:xfrm>
          <a:prstGeom prst="rect">
            <a:avLst/>
          </a:prstGeom>
          <a:noFill/>
        </p:spPr>
        <p:txBody>
          <a:bodyPr wrap="none" tIns="36000" bIns="36000" rtlCol="0" anchor="ctr">
            <a:spAutoFit/>
          </a:bodyPr>
          <a:lstStyle/>
          <a:p>
            <a:pPr>
              <a:lnSpc>
                <a:spcPct val="150000"/>
              </a:lnSpc>
            </a:pPr>
            <a:r>
              <a:rPr kumimoji="1" lang="en-US" altLang="ko-Kore-KR" sz="700" b="1" dirty="0">
                <a:solidFill>
                  <a:srgbClr val="C00000"/>
                </a:solidFill>
                <a:latin typeface="Gulim" panose="020B0600000101010101" pitchFamily="34" charset="-127"/>
                <a:ea typeface="Gulim" panose="020B0600000101010101" pitchFamily="34" charset="-127"/>
              </a:rPr>
              <a:t>SENKA /20</a:t>
            </a:r>
          </a:p>
          <a:p>
            <a:pPr>
              <a:lnSpc>
                <a:spcPct val="150000"/>
              </a:lnSpc>
            </a:pPr>
            <a:r>
              <a:rPr kumimoji="1" lang="en-US" altLang="ko-KR" sz="700" b="1" dirty="0">
                <a:latin typeface="Gulim" panose="020B0600000101010101" pitchFamily="34" charset="-127"/>
                <a:ea typeface="Gulim" panose="020B0600000101010101" pitchFamily="34" charset="-127"/>
              </a:rPr>
              <a:t>CPDLC </a:t>
            </a:r>
          </a:p>
          <a:p>
            <a:pPr>
              <a:lnSpc>
                <a:spcPct val="150000"/>
              </a:lnSpc>
            </a:pPr>
            <a:r>
              <a:rPr kumimoji="1" lang="en-US" altLang="ko-KR" sz="700" b="1" dirty="0">
                <a:latin typeface="Gulim" panose="020B0600000101010101" pitchFamily="34" charset="-127"/>
                <a:ea typeface="Gulim" panose="020B0600000101010101" pitchFamily="34" charset="-127"/>
              </a:rPr>
              <a:t>- POTIB 10-25min RPHI, MONBO 15–45min VVHM  </a:t>
            </a:r>
            <a:endParaRPr kumimoji="1" lang="en-US" altLang="ko-Kore-KR" sz="700" b="1" dirty="0">
              <a:solidFill>
                <a:srgbClr val="C00000"/>
              </a:solidFill>
              <a:latin typeface="Gulim" panose="020B0600000101010101" pitchFamily="34" charset="-127"/>
              <a:ea typeface="Gulim" panose="020B0600000101010101" pitchFamily="34" charset="-127"/>
            </a:endParaRPr>
          </a:p>
          <a:p>
            <a:pPr>
              <a:lnSpc>
                <a:spcPct val="150000"/>
              </a:lnSpc>
            </a:pPr>
            <a:r>
              <a:rPr kumimoji="1" lang="en-US" altLang="ko-KR" sz="700" b="1" dirty="0">
                <a:latin typeface="Gulim" panose="020B0600000101010101" pitchFamily="34" charset="-127"/>
                <a:ea typeface="Gulim" panose="020B0600000101010101" pitchFamily="34" charset="-127"/>
              </a:rPr>
              <a:t>ETA KABAM(RTA) – ETA MIGUG</a:t>
            </a:r>
          </a:p>
          <a:p>
            <a:pPr>
              <a:lnSpc>
                <a:spcPct val="150000"/>
              </a:lnSpc>
            </a:pPr>
            <a:r>
              <a:rPr kumimoji="1" lang="en-US" altLang="ko-KR" sz="700" b="1" dirty="0">
                <a:latin typeface="Gulim" panose="020B0600000101010101" pitchFamily="34" charset="-127"/>
                <a:ea typeface="Gulim" panose="020B0600000101010101" pitchFamily="34" charset="-127"/>
              </a:rPr>
              <a:t>Report MAVRA, Report MIGUG</a:t>
            </a:r>
          </a:p>
          <a:p>
            <a:pPr>
              <a:lnSpc>
                <a:spcPct val="150000"/>
              </a:lnSpc>
            </a:pPr>
            <a:r>
              <a:rPr kumimoji="1" lang="en-US" altLang="ko-KR" sz="700" b="1" dirty="0">
                <a:latin typeface="Gulim" panose="020B0600000101010101" pitchFamily="34" charset="-127"/>
                <a:ea typeface="Gulim" panose="020B0600000101010101" pitchFamily="34" charset="-127"/>
              </a:rPr>
              <a:t>At MIGUG CTC HCM 120.7</a:t>
            </a:r>
            <a:endParaRPr kumimoji="1" lang="en-US" altLang="ko-Kore-KR" sz="700" b="1" dirty="0">
              <a:latin typeface="Gulim" panose="020B0600000101010101" pitchFamily="34" charset="-127"/>
              <a:ea typeface="Gulim" panose="020B0600000101010101" pitchFamily="34" charset="-127"/>
            </a:endParaRPr>
          </a:p>
        </p:txBody>
      </p:sp>
      <p:graphicFrame>
        <p:nvGraphicFramePr>
          <p:cNvPr id="292" name="Google Shape;292;p18"/>
          <p:cNvGraphicFramePr/>
          <p:nvPr>
            <p:extLst>
              <p:ext uri="{D42A27DB-BD31-4B8C-83A1-F6EECF244321}">
                <p14:modId xmlns:p14="http://schemas.microsoft.com/office/powerpoint/2010/main" val="2172909628"/>
              </p:ext>
            </p:extLst>
          </p:nvPr>
        </p:nvGraphicFramePr>
        <p:xfrm>
          <a:off x="6883" y="4123699"/>
          <a:ext cx="2321979" cy="1426810"/>
        </p:xfrm>
        <a:graphic>
          <a:graphicData uri="http://schemas.openxmlformats.org/drawingml/2006/table">
            <a:tbl>
              <a:tblPr firstRow="1" bandRow="1">
                <a:noFill/>
                <a:tableStyleId>{A521BE36-7E6F-4EC9-8D66-1CF97A6895EC}</a:tableStyleId>
              </a:tblPr>
              <a:tblGrid>
                <a:gridCol w="352336">
                  <a:extLst>
                    <a:ext uri="{9D8B030D-6E8A-4147-A177-3AD203B41FA5}">
                      <a16:colId xmlns:a16="http://schemas.microsoft.com/office/drawing/2014/main" val="20000"/>
                    </a:ext>
                  </a:extLst>
                </a:gridCol>
                <a:gridCol w="857980">
                  <a:extLst>
                    <a:ext uri="{9D8B030D-6E8A-4147-A177-3AD203B41FA5}">
                      <a16:colId xmlns:a16="http://schemas.microsoft.com/office/drawing/2014/main" val="20001"/>
                    </a:ext>
                  </a:extLst>
                </a:gridCol>
                <a:gridCol w="715252">
                  <a:extLst>
                    <a:ext uri="{9D8B030D-6E8A-4147-A177-3AD203B41FA5}">
                      <a16:colId xmlns:a16="http://schemas.microsoft.com/office/drawing/2014/main" val="689142997"/>
                    </a:ext>
                  </a:extLst>
                </a:gridCol>
                <a:gridCol w="396411">
                  <a:extLst>
                    <a:ext uri="{9D8B030D-6E8A-4147-A177-3AD203B41FA5}">
                      <a16:colId xmlns:a16="http://schemas.microsoft.com/office/drawing/2014/main" val="992510185"/>
                    </a:ext>
                  </a:extLst>
                </a:gridCol>
              </a:tblGrid>
              <a:tr h="120271">
                <a:tc gridSpan="4">
                  <a:txBody>
                    <a:bodyPr/>
                    <a:lstStyle/>
                    <a:p>
                      <a:pPr marL="0" marR="0" lvl="0" indent="0" algn="ctr" rtl="0">
                        <a:spcBef>
                          <a:spcPts val="0"/>
                        </a:spcBef>
                        <a:spcAft>
                          <a:spcPts val="0"/>
                        </a:spcAft>
                        <a:buNone/>
                      </a:pPr>
                      <a:r>
                        <a:rPr lang="en-US" sz="800" dirty="0"/>
                        <a:t>KTI </a:t>
                      </a:r>
                      <a:r>
                        <a:rPr lang="en-US" sz="800" dirty="0">
                          <a:solidFill>
                            <a:srgbClr val="00B0F0"/>
                          </a:solidFill>
                        </a:rPr>
                        <a:t>[048/228]</a:t>
                      </a:r>
                      <a:r>
                        <a:rPr lang="en-US" sz="800" dirty="0"/>
                        <a:t> : TL ATIS, UTC+7</a:t>
                      </a:r>
                      <a:endParaRPr lang="en-US" altLang="ko-KR" sz="800" dirty="0">
                        <a:solidFill>
                          <a:srgbClr val="FFC000"/>
                        </a:solidFill>
                      </a:endParaRPr>
                    </a:p>
                    <a:p>
                      <a:pPr marL="0" marR="0" lvl="0" indent="0" algn="ctr" rtl="0">
                        <a:spcBef>
                          <a:spcPts val="0"/>
                        </a:spcBef>
                        <a:spcAft>
                          <a:spcPts val="0"/>
                        </a:spcAft>
                        <a:buNone/>
                      </a:pPr>
                      <a:r>
                        <a:rPr lang="en-US" sz="800" b="0" dirty="0">
                          <a:solidFill>
                            <a:srgbClr val="FFC000"/>
                          </a:solidFill>
                        </a:rPr>
                        <a:t>Do not Confuse ANAT, ANAB, </a:t>
                      </a:r>
                      <a:r>
                        <a:rPr lang="en-US" sz="800" b="1" dirty="0">
                          <a:solidFill>
                            <a:srgbClr val="FF0000"/>
                          </a:solidFill>
                        </a:rPr>
                        <a:t>TCAS RA</a:t>
                      </a:r>
                      <a:r>
                        <a:rPr lang="ko-KR" altLang="en-US" sz="800" b="1" dirty="0">
                          <a:solidFill>
                            <a:srgbClr val="FF0000"/>
                          </a:solidFill>
                        </a:rPr>
                        <a:t> </a:t>
                      </a:r>
                      <a:r>
                        <a:rPr lang="en-US" altLang="ko-KR" sz="800" b="1" dirty="0">
                          <a:solidFill>
                            <a:srgbClr val="FF0000"/>
                          </a:solidFill>
                        </a:rPr>
                        <a:t>Des Rate!</a:t>
                      </a:r>
                      <a:endParaRPr sz="800" b="1" dirty="0">
                        <a:solidFill>
                          <a:srgbClr val="FF0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0">
                <a:tc>
                  <a:txBody>
                    <a:bodyPr/>
                    <a:lstStyle/>
                    <a:p>
                      <a:pPr marL="0" marR="0" lvl="0" indent="0" algn="ctr" rtl="0">
                        <a:spcBef>
                          <a:spcPts val="0"/>
                        </a:spcBef>
                        <a:spcAft>
                          <a:spcPts val="0"/>
                        </a:spcAft>
                        <a:buNone/>
                      </a:pPr>
                      <a:r>
                        <a:rPr lang="en-US" sz="800" b="1" dirty="0"/>
                        <a:t>05</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SUSEL/ELNAK </a:t>
                      </a:r>
                      <a:r>
                        <a:rPr lang="en-US" sz="800" b="1" dirty="0" err="1"/>
                        <a:t>xxD</a:t>
                      </a:r>
                      <a:endParaRPr lang="en-US" sz="700" b="1" dirty="0"/>
                    </a:p>
                  </a:txBody>
                  <a:tcPr marL="36000" marR="36000" marT="36000" marB="36000" anchor="ctr"/>
                </a:tc>
                <a:tc>
                  <a:txBody>
                    <a:bodyPr/>
                    <a:lstStyle/>
                    <a:p>
                      <a:pPr marL="0" marR="0" lvl="0" indent="0" algn="ctr" rtl="0">
                        <a:spcBef>
                          <a:spcPts val="0"/>
                        </a:spcBef>
                        <a:spcAft>
                          <a:spcPts val="0"/>
                        </a:spcAft>
                        <a:buNone/>
                      </a:pPr>
                      <a:r>
                        <a:rPr lang="en-US" altLang="ko-Kore-KR" sz="800" b="1" dirty="0"/>
                        <a:t>NULPI/IKOMO</a:t>
                      </a:r>
                      <a:endParaRPr lang="en-US" sz="700" b="1" dirty="0"/>
                    </a:p>
                  </a:txBody>
                  <a:tcPr marL="36000" marR="36000" marT="36000" marB="36000" anchor="ctr"/>
                </a:tc>
                <a:tc>
                  <a:txBody>
                    <a:bodyPr/>
                    <a:lstStyle/>
                    <a:p>
                      <a:pPr marL="0" marR="0" lvl="0" indent="0" algn="ctr" rtl="0">
                        <a:spcBef>
                          <a:spcPts val="0"/>
                        </a:spcBef>
                        <a:spcAft>
                          <a:spcPts val="0"/>
                        </a:spcAft>
                        <a:buNone/>
                      </a:pPr>
                      <a:r>
                        <a:rPr lang="en-US" sz="800" b="1" dirty="0"/>
                        <a:t>ILS Z 05</a:t>
                      </a:r>
                      <a:endParaRPr lang="ko-Kore-KR" altLang="en-US" dirty="0"/>
                    </a:p>
                  </a:txBody>
                  <a:tcPr marL="36000" marR="36000" marT="36000" marB="36000" anchor="ctr"/>
                </a:tc>
                <a:extLst>
                  <a:ext uri="{0D108BD9-81ED-4DB2-BD59-A6C34878D82A}">
                    <a16:rowId xmlns:a16="http://schemas.microsoft.com/office/drawing/2014/main" val="10001"/>
                  </a:ext>
                </a:extLst>
              </a:tr>
              <a:tr h="0">
                <a:tc>
                  <a:txBody>
                    <a:bodyPr/>
                    <a:lstStyle/>
                    <a:p>
                      <a:pPr algn="ctr"/>
                      <a:r>
                        <a:rPr lang="en-US" sz="800" b="1" dirty="0"/>
                        <a:t>23</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t>SUSEL/ELNAK </a:t>
                      </a:r>
                      <a:r>
                        <a:rPr lang="en-US" sz="800" b="1" dirty="0" err="1"/>
                        <a:t>xxC</a:t>
                      </a:r>
                      <a:endParaRPr lang="en-US" sz="800" b="1" dirty="0"/>
                    </a:p>
                  </a:txBody>
                  <a:tcPr marL="36000" marR="36000" marT="36000" marB="36000" anchor="ctr"/>
                </a:tc>
                <a:tc>
                  <a:txBody>
                    <a:bodyPr/>
                    <a:lstStyle/>
                    <a:p>
                      <a:pPr marL="0" marR="0" lvl="0" indent="0" algn="ctr" rtl="0">
                        <a:spcBef>
                          <a:spcPts val="0"/>
                        </a:spcBef>
                        <a:spcAft>
                          <a:spcPts val="0"/>
                        </a:spcAft>
                        <a:buNone/>
                      </a:pPr>
                      <a:r>
                        <a:rPr lang="en-US" sz="800" b="1" dirty="0"/>
                        <a:t>AKPEG/LELUN </a:t>
                      </a:r>
                    </a:p>
                  </a:txBody>
                  <a:tcPr marL="36000" marR="36000" marT="36000" marB="36000" anchor="ctr"/>
                </a:tc>
                <a:tc>
                  <a:txBody>
                    <a:bodyPr/>
                    <a:lstStyle/>
                    <a:p>
                      <a:pPr algn="ctr"/>
                      <a:r>
                        <a:rPr lang="en-US" sz="800" b="1" dirty="0"/>
                        <a:t>ILS Z 23</a:t>
                      </a:r>
                      <a:endParaRPr lang="ko-Kore-KR" altLang="en-US" dirty="0"/>
                    </a:p>
                  </a:txBody>
                  <a:tcPr marL="36000" marR="36000" marT="36000" marB="36000" anchor="ctr"/>
                </a:tc>
                <a:extLst>
                  <a:ext uri="{0D108BD9-81ED-4DB2-BD59-A6C34878D82A}">
                    <a16:rowId xmlns:a16="http://schemas.microsoft.com/office/drawing/2014/main" val="4277695380"/>
                  </a:ext>
                </a:extLst>
              </a:tr>
              <a:tr h="137479">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TIA,</a:t>
                      </a:r>
                      <a:r>
                        <a:rPr lang="en-US" sz="800" b="1" dirty="0">
                          <a:solidFill>
                            <a:srgbClr val="00B050"/>
                          </a:solidFill>
                        </a:rPr>
                        <a:t> </a:t>
                      </a:r>
                      <a:r>
                        <a:rPr lang="en-US" sz="800" b="1" dirty="0">
                          <a:solidFill>
                            <a:srgbClr val="C00000"/>
                          </a:solidFill>
                        </a:rPr>
                        <a:t>05 IKTA, 23 IKTI</a:t>
                      </a:r>
                      <a:endParaRPr sz="800" b="1" dirty="0">
                        <a:solidFill>
                          <a:srgbClr val="C0000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223913">
                <a:tc gridSpan="4">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sz="800" b="1" dirty="0">
                          <a:solidFill>
                            <a:schemeClr val="bg1"/>
                          </a:solidFill>
                        </a:rPr>
                        <a:t>05 : </a:t>
                      </a:r>
                      <a:r>
                        <a:rPr lang="en-US" sz="800" b="1" dirty="0">
                          <a:solidFill>
                            <a:srgbClr val="0070C0"/>
                          </a:solidFill>
                        </a:rPr>
                        <a:t>A5(6562’), A6(7677’)</a:t>
                      </a:r>
                      <a:r>
                        <a:rPr lang="en-US" sz="800" b="1" dirty="0">
                          <a:solidFill>
                            <a:schemeClr val="bg1"/>
                          </a:solidFill>
                        </a:rPr>
                        <a:t>, 23 </a:t>
                      </a:r>
                      <a:r>
                        <a:rPr lang="en-US" altLang="ko-Kore-KR" sz="800" b="1" dirty="0">
                          <a:solidFill>
                            <a:schemeClr val="bg1"/>
                          </a:solidFill>
                        </a:rPr>
                        <a:t>: </a:t>
                      </a:r>
                      <a:r>
                        <a:rPr lang="en-US" altLang="ko-Kore-KR" sz="800" b="1" dirty="0">
                          <a:solidFill>
                            <a:srgbClr val="0070C0"/>
                          </a:solidFill>
                        </a:rPr>
                        <a:t>A4(6562’), A3(7677’)</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altLang="ko-KR" sz="800" b="1" dirty="0">
                          <a:solidFill>
                            <a:srgbClr val="0070C0"/>
                          </a:solidFill>
                        </a:rPr>
                        <a:t>Rapid Exit, Non-Grooved RWY</a:t>
                      </a:r>
                      <a:endParaRPr lang="en-US" altLang="ko-KR" sz="800" b="1" dirty="0">
                        <a:solidFill>
                          <a:srgbClr val="C00000"/>
                        </a:solidFil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137479">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AA47F5"/>
                          </a:solidFill>
                        </a:rPr>
                        <a:t>Caution Complex Lead Line into MARS</a:t>
                      </a:r>
                      <a:r>
                        <a:rPr lang="en-US" sz="800" b="1" dirty="0">
                          <a:solidFill>
                            <a:srgbClr val="0070C0"/>
                          </a:solidFill>
                        </a:rPr>
                        <a:t> </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2087489793"/>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VDTI(KTI) 22ft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err="1"/>
                        <a:t>Techo</a:t>
                      </a:r>
                      <a:r>
                        <a:rPr lang="en-US" sz="900" dirty="0"/>
                        <a:t> DIS 129.0</a:t>
                      </a:r>
                    </a:p>
                    <a:p>
                      <a:pPr marL="0" marR="0" lvl="0" indent="0" algn="ctr" rtl="0">
                        <a:spcBef>
                          <a:spcPts val="0"/>
                        </a:spcBef>
                        <a:spcAft>
                          <a:spcPts val="0"/>
                        </a:spcAft>
                        <a:buNone/>
                      </a:pPr>
                      <a:r>
                        <a:rPr lang="en-US" sz="800" b="1" dirty="0">
                          <a:solidFill>
                            <a:srgbClr val="00B050"/>
                          </a:solidFill>
                        </a:rPr>
                        <a:t>D-ATIS </a:t>
                      </a:r>
                      <a:r>
                        <a:rPr lang="en-US" sz="900" b="1" dirty="0">
                          <a:solidFill>
                            <a:srgbClr val="7030A0"/>
                          </a:solidFill>
                        </a:rPr>
                        <a:t>Bay 107-123</a:t>
                      </a:r>
                      <a:endParaRPr lang="en-US" sz="8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7304DB22-750F-4097-365B-79B389FA2387}"/>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DEEF9992-AF81-001B-CCA2-F3309D2FDCF9}"/>
              </a:ext>
            </a:extLst>
          </p:cNvPr>
          <p:cNvGraphicFramePr/>
          <p:nvPr>
            <p:extLst>
              <p:ext uri="{D42A27DB-BD31-4B8C-83A1-F6EECF244321}">
                <p14:modId xmlns:p14="http://schemas.microsoft.com/office/powerpoint/2010/main" val="3963641945"/>
              </p:ext>
            </p:extLst>
          </p:nvPr>
        </p:nvGraphicFramePr>
        <p:xfrm>
          <a:off x="1" y="642756"/>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E23C5656-F0A2-2385-7D2B-CB2D9225E22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516132"/>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4416930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B2399E6E-0BF9-245E-720B-598089D336E3}"/>
              </a:ext>
            </a:extLst>
          </p:cNvPr>
          <p:cNvGraphicFramePr/>
          <p:nvPr>
            <p:extLst>
              <p:ext uri="{D42A27DB-BD31-4B8C-83A1-F6EECF244321}">
                <p14:modId xmlns:p14="http://schemas.microsoft.com/office/powerpoint/2010/main" val="1762416676"/>
              </p:ext>
            </p:extLst>
          </p:nvPr>
        </p:nvGraphicFramePr>
        <p:xfrm>
          <a:off x="-15808" y="580010"/>
          <a:ext cx="2349161" cy="1403441"/>
        </p:xfrm>
        <a:graphic>
          <a:graphicData uri="http://schemas.openxmlformats.org/drawingml/2006/table">
            <a:tbl>
              <a:tblPr firstRow="1" bandRow="1">
                <a:noFill/>
                <a:tableStyleId>{A521BE36-7E6F-4EC9-8D66-1CF97A6895EC}</a:tableStyleId>
              </a:tblPr>
              <a:tblGrid>
                <a:gridCol w="341490">
                  <a:extLst>
                    <a:ext uri="{9D8B030D-6E8A-4147-A177-3AD203B41FA5}">
                      <a16:colId xmlns:a16="http://schemas.microsoft.com/office/drawing/2014/main" val="20000"/>
                    </a:ext>
                  </a:extLst>
                </a:gridCol>
                <a:gridCol w="441564">
                  <a:extLst>
                    <a:ext uri="{9D8B030D-6E8A-4147-A177-3AD203B41FA5}">
                      <a16:colId xmlns:a16="http://schemas.microsoft.com/office/drawing/2014/main" val="20002"/>
                    </a:ext>
                  </a:extLst>
                </a:gridCol>
                <a:gridCol w="147154">
                  <a:extLst>
                    <a:ext uri="{9D8B030D-6E8A-4147-A177-3AD203B41FA5}">
                      <a16:colId xmlns:a16="http://schemas.microsoft.com/office/drawing/2014/main" val="598001574"/>
                    </a:ext>
                  </a:extLst>
                </a:gridCol>
                <a:gridCol w="635899">
                  <a:extLst>
                    <a:ext uri="{9D8B030D-6E8A-4147-A177-3AD203B41FA5}">
                      <a16:colId xmlns:a16="http://schemas.microsoft.com/office/drawing/2014/main" val="20004"/>
                    </a:ext>
                  </a:extLst>
                </a:gridCol>
                <a:gridCol w="783054">
                  <a:extLst>
                    <a:ext uri="{9D8B030D-6E8A-4147-A177-3AD203B41FA5}">
                      <a16:colId xmlns:a16="http://schemas.microsoft.com/office/drawing/2014/main" val="3334668455"/>
                    </a:ext>
                  </a:extLst>
                </a:gridCol>
              </a:tblGrid>
              <a:tr h="297551">
                <a:tc gridSpan="5">
                  <a:txBody>
                    <a:bodyPr/>
                    <a:lstStyle/>
                    <a:p>
                      <a:pPr marL="0" marR="0" lvl="0" indent="0" algn="ctr" rtl="0">
                        <a:spcBef>
                          <a:spcPts val="0"/>
                        </a:spcBef>
                        <a:spcAft>
                          <a:spcPts val="0"/>
                        </a:spcAft>
                        <a:buNone/>
                      </a:pPr>
                      <a:r>
                        <a:rPr lang="en-US" sz="800" u="none" strike="noStrike" cap="none" dirty="0"/>
                        <a:t>KTI : RNAV SID (NADP 1) TA 10000’</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280290">
                <a:tc>
                  <a:txBody>
                    <a:bodyPr/>
                    <a:lstStyle/>
                    <a:p>
                      <a:pPr marL="0" marR="0" lvl="0" indent="0" algn="ctr" rtl="0">
                        <a:spcBef>
                          <a:spcPts val="0"/>
                        </a:spcBef>
                        <a:spcAft>
                          <a:spcPts val="0"/>
                        </a:spcAft>
                        <a:buNone/>
                      </a:pPr>
                      <a:r>
                        <a:rPr lang="en-US" altLang="ko-KR" sz="800" b="1" u="none" strike="noStrike" cap="none" dirty="0"/>
                        <a:t>0</a:t>
                      </a:r>
                      <a:r>
                        <a:rPr lang="en-US" sz="800" b="1" u="none" strike="noStrike" cap="none" dirty="0"/>
                        <a:t>5</a:t>
                      </a:r>
                      <a:endParaRPr lang="en-US" sz="800" b="0" u="none" strike="noStrike" cap="none" dirty="0"/>
                    </a:p>
                  </a:txBody>
                  <a:tcPr marL="36000" marR="36000" marT="36000" marB="36000" anchor="ctr"/>
                </a:tc>
                <a:tc rowSpan="2" gridSpan="2">
                  <a:txBody>
                    <a:bodyPr/>
                    <a:lstStyle/>
                    <a:p>
                      <a:pPr algn="ctr"/>
                      <a:r>
                        <a:rPr lang="en-US" sz="800" b="1" u="none" strike="noStrike" cap="none" dirty="0">
                          <a:solidFill>
                            <a:srgbClr val="0070C0"/>
                          </a:solidFill>
                        </a:rPr>
                        <a:t>ELNAK xx</a:t>
                      </a:r>
                    </a:p>
                    <a:p>
                      <a:pPr algn="ctr"/>
                      <a:r>
                        <a:rPr lang="en-US" altLang="ko-Kore-KR" sz="800" b="1" u="none" strike="noStrike" cap="none" dirty="0">
                          <a:solidFill>
                            <a:srgbClr val="0070C0"/>
                          </a:solidFill>
                        </a:rPr>
                        <a:t>SUSEL xx</a:t>
                      </a:r>
                      <a:endParaRPr lang="ko-Kore-KR" altLang="en-US" dirty="0"/>
                    </a:p>
                  </a:txBody>
                  <a:tcPr marL="36000" marR="36000" marT="36000" marB="36000" anchor="ctr"/>
                </a:tc>
                <a:tc rowSpan="2"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t>HD 048 </a:t>
                      </a:r>
                      <a:r>
                        <a:rPr lang="en-US" sz="800" b="1" u="none" strike="noStrike" cap="none" dirty="0">
                          <a:solidFill>
                            <a:srgbClr val="0070C0"/>
                          </a:solidFill>
                        </a:rPr>
                        <a:t>ATC (6000) FL170 </a:t>
                      </a:r>
                    </a:p>
                    <a:p>
                      <a:pPr marL="0" marR="0" lvl="0" indent="0" algn="ctr" rtl="0">
                        <a:spcBef>
                          <a:spcPts val="0"/>
                        </a:spcBef>
                        <a:spcAft>
                          <a:spcPts val="0"/>
                        </a:spcAft>
                        <a:buNone/>
                      </a:pPr>
                      <a:r>
                        <a:rPr lang="en-US" altLang="ko-Kore-KR" sz="800" b="1" u="none" strike="noStrike" cap="none" dirty="0">
                          <a:solidFill>
                            <a:srgbClr val="F28943"/>
                          </a:solidFill>
                        </a:rPr>
                        <a:t>TA 10000</a:t>
                      </a:r>
                      <a:endParaRPr lang="ko-Kore-KR" altLang="en-US" dirty="0">
                        <a:solidFill>
                          <a:srgbClr val="F28943"/>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1"/>
                  </a:ext>
                </a:extLst>
              </a:tr>
              <a:tr h="172093">
                <a:tc>
                  <a:txBody>
                    <a:bodyPr/>
                    <a:lstStyle/>
                    <a:p>
                      <a:pPr marL="0" marR="0" lvl="0" indent="0" algn="ctr" rtl="0">
                        <a:spcBef>
                          <a:spcPts val="0"/>
                        </a:spcBef>
                        <a:spcAft>
                          <a:spcPts val="0"/>
                        </a:spcAft>
                        <a:buNone/>
                      </a:pPr>
                      <a:r>
                        <a:rPr lang="en-US" altLang="ko-KR" sz="800" b="1" u="none" strike="noStrike" cap="none" dirty="0"/>
                        <a:t>23</a:t>
                      </a:r>
                      <a:endParaRPr sz="800" b="0" u="none" strike="noStrike" cap="none" dirty="0"/>
                    </a:p>
                  </a:txBody>
                  <a:tcPr marL="36000" marR="36000" marT="36000" marB="36000" anchor="ctr"/>
                </a:tc>
                <a:tc gridSpan="2" vMerge="1">
                  <a:txBody>
                    <a:bodyPr/>
                    <a:lstStyle/>
                    <a:p>
                      <a:r>
                        <a:rPr lang="en-US" altLang="ko-Kore-KR" sz="800" b="1" u="none" strike="noStrike" cap="none" dirty="0">
                          <a:solidFill>
                            <a:srgbClr val="0070C0"/>
                          </a:solidFill>
                        </a:rPr>
                        <a:t>KADUM </a:t>
                      </a:r>
                      <a:r>
                        <a:rPr lang="en-US" altLang="ko-Kore-KR" sz="800" b="1" u="none" strike="noStrike" cap="none" dirty="0" err="1">
                          <a:solidFill>
                            <a:srgbClr val="0070C0"/>
                          </a:solidFill>
                        </a:rPr>
                        <a:t>xxE</a:t>
                      </a:r>
                      <a:r>
                        <a:rPr lang="en-US" altLang="ko-Kore-KR" sz="800" b="1" u="none" strike="noStrike" cap="none" dirty="0">
                          <a:solidFill>
                            <a:srgbClr val="0070C0"/>
                          </a:solidFill>
                        </a:rPr>
                        <a:t>/A</a:t>
                      </a:r>
                      <a:endParaRPr lang="ko-Kore-KR" dirty="0"/>
                    </a:p>
                  </a:txBody>
                  <a:tcPr marL="36000" marR="36000" marT="36000" marB="36000" anchor="ctr"/>
                </a:tc>
                <a:tc hMerge="1" vMerge="1">
                  <a:txBody>
                    <a:bodyPr/>
                    <a:lstStyle/>
                    <a:p>
                      <a:endParaRPr lang="ko-Kore-KR" altLang="en-US" dirty="0"/>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lang="en-US" sz="800" b="1" u="none" strike="noStrike" cap="none" dirty="0"/>
                        <a:t>HD 228 </a:t>
                      </a:r>
                      <a:r>
                        <a:rPr lang="en-US" sz="800" b="1" u="none" strike="noStrike" cap="none" dirty="0">
                          <a:solidFill>
                            <a:srgbClr val="0070C0"/>
                          </a:solidFill>
                        </a:rPr>
                        <a:t>ATC(6000) </a:t>
                      </a:r>
                      <a:r>
                        <a:rPr lang="en-US" altLang="ko-Kore-KR" sz="800" b="1" u="none" strike="noStrike" cap="none" dirty="0">
                          <a:solidFill>
                            <a:srgbClr val="AA47F5"/>
                          </a:solidFill>
                        </a:rPr>
                        <a:t>SPD 230</a:t>
                      </a:r>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u="none" strike="noStrike" cap="none" dirty="0">
                          <a:solidFill>
                            <a:srgbClr val="F28943"/>
                          </a:solidFill>
                        </a:rPr>
                        <a:t>TA 10000</a:t>
                      </a:r>
                      <a:endParaRPr lang="ko-Kore-KR" altLang="en-US" sz="600" dirty="0">
                        <a:solidFill>
                          <a:srgbClr val="F28943"/>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2"/>
                  </a:ext>
                </a:extLst>
              </a:tr>
              <a:tr h="172093">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TIA 111.0</a:t>
                      </a:r>
                    </a:p>
                  </a:txBody>
                  <a:tcPr marL="36000" marR="36000" marT="36000" marB="36000" anchor="ct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23 IKTI 110.1</a:t>
                      </a:r>
                    </a:p>
                  </a:txBody>
                  <a:tcPr marL="36000" marR="36000" marT="36000" marB="36000" anchor="ctr"/>
                </a:tc>
                <a:tc hMerge="1">
                  <a:txBody>
                    <a:bodyPr/>
                    <a:lstStyle/>
                    <a:p>
                      <a:endParaRPr lang="ko-Kore-KR"/>
                    </a:p>
                  </a:txBody>
                  <a:tcPr/>
                </a:tc>
                <a:tc>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05 IKTA 108.75</a:t>
                      </a:r>
                    </a:p>
                  </a:txBody>
                  <a:tcPr marL="36000" marR="36000" marT="36000" marB="36000" anchor="ctr"/>
                </a:tc>
                <a:extLst>
                  <a:ext uri="{0D108BD9-81ED-4DB2-BD59-A6C34878D82A}">
                    <a16:rowId xmlns:a16="http://schemas.microsoft.com/office/drawing/2014/main" val="10003"/>
                  </a:ext>
                </a:extLst>
              </a:tr>
              <a:tr h="280290">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RWY23 Do not Overshoot B17</a:t>
                      </a:r>
                      <a:endParaRPr lang="en-US" sz="800" b="1" u="none" strike="noStrike" cap="none" dirty="0">
                        <a:solidFill>
                          <a:schemeClr val="tx1"/>
                        </a:solidFil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9324F2DF-C628-CA2F-3D82-2A8B1E34FA1F}"/>
              </a:ext>
            </a:extLst>
          </p:cNvPr>
          <p:cNvGraphicFramePr/>
          <p:nvPr>
            <p:extLst>
              <p:ext uri="{D42A27DB-BD31-4B8C-83A1-F6EECF244321}">
                <p14:modId xmlns:p14="http://schemas.microsoft.com/office/powerpoint/2010/main" val="1565306832"/>
              </p:ext>
            </p:extLst>
          </p:nvPr>
        </p:nvGraphicFramePr>
        <p:xfrm>
          <a:off x="-2501" y="16504"/>
          <a:ext cx="2328850" cy="55937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VDTI(KTI) 22ft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err="1">
                          <a:solidFill>
                            <a:schemeClr val="bg1"/>
                          </a:solidFill>
                        </a:rPr>
                        <a:t>Techo</a:t>
                      </a:r>
                      <a:r>
                        <a:rPr lang="en-US" sz="800" dirty="0">
                          <a:solidFill>
                            <a:schemeClr val="bg1"/>
                          </a:solidFill>
                        </a:rPr>
                        <a:t> DIS 129.0</a:t>
                      </a:r>
                      <a:endParaRPr sz="1200" dirty="0">
                        <a:solidFill>
                          <a:schemeClr val="bg1"/>
                        </a:solidFill>
                      </a:endParaRPr>
                    </a:p>
                    <a:p>
                      <a:pPr marL="0" marR="0" lvl="0" indent="0" algn="ctr" rtl="0">
                        <a:spcBef>
                          <a:spcPts val="0"/>
                        </a:spcBef>
                        <a:spcAft>
                          <a:spcPts val="0"/>
                        </a:spcAft>
                        <a:buNone/>
                      </a:pPr>
                      <a:r>
                        <a:rPr lang="en-US" altLang="ko-KR" sz="700" dirty="0">
                          <a:solidFill>
                            <a:srgbClr val="FF0000"/>
                          </a:solidFill>
                        </a:rPr>
                        <a:t>PUSHBACK -10min</a:t>
                      </a:r>
                      <a:r>
                        <a:rPr lang="ko-KR" altLang="en-US" sz="700" dirty="0">
                          <a:solidFill>
                            <a:srgbClr val="FF0000"/>
                          </a:solidFill>
                        </a:rPr>
                        <a:t> </a:t>
                      </a:r>
                      <a:r>
                        <a:rPr lang="en-US" altLang="ko-KR" sz="700" dirty="0">
                          <a:solidFill>
                            <a:srgbClr val="FF0000"/>
                          </a:solidFill>
                        </a:rPr>
                        <a:t>GND 121.9 </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8" name="TextBox 7">
            <a:extLst>
              <a:ext uri="{FF2B5EF4-FFF2-40B4-BE49-F238E27FC236}">
                <a16:creationId xmlns:a16="http://schemas.microsoft.com/office/drawing/2014/main" id="{14CA6956-FB7E-2FB3-571E-9A16B59F12B1}"/>
              </a:ext>
            </a:extLst>
          </p:cNvPr>
          <p:cNvSpPr txBox="1"/>
          <p:nvPr/>
        </p:nvSpPr>
        <p:spPr>
          <a:xfrm>
            <a:off x="58973" y="2052008"/>
            <a:ext cx="1718740" cy="1340230"/>
          </a:xfrm>
          <a:prstGeom prst="rect">
            <a:avLst/>
          </a:prstGeom>
          <a:noFill/>
        </p:spPr>
        <p:txBody>
          <a:bodyPr wrap="none" tIns="36000" bIns="36000" rtlCol="0" anchor="ctr">
            <a:spAutoFit/>
          </a:bodyPr>
          <a:lstStyle/>
          <a:p>
            <a:pPr>
              <a:lnSpc>
                <a:spcPct val="150000"/>
              </a:lnSpc>
            </a:pPr>
            <a:r>
              <a:rPr kumimoji="1" lang="en-US" altLang="ko-Kore-KR" sz="700" b="1" dirty="0">
                <a:solidFill>
                  <a:srgbClr val="AA47F5"/>
                </a:solidFill>
                <a:latin typeface="Gulim" panose="020B0600000101010101" pitchFamily="34" charset="-127"/>
                <a:ea typeface="Gulim" panose="020B0600000101010101" pitchFamily="34" charset="-127"/>
              </a:rPr>
              <a:t>APP 123.8 (AUTO)</a:t>
            </a:r>
          </a:p>
          <a:p>
            <a:pPr>
              <a:lnSpc>
                <a:spcPct val="150000"/>
              </a:lnSpc>
            </a:pPr>
            <a:r>
              <a:rPr kumimoji="1" lang="en-US" altLang="ko-KR" sz="700" b="1" dirty="0">
                <a:latin typeface="Gulim" panose="020B0600000101010101" pitchFamily="34" charset="-127"/>
                <a:ea typeface="Gulim" panose="020B0600000101010101" pitchFamily="34" charset="-127"/>
              </a:rPr>
              <a:t>CPDLC  - AKOTA 15-45min VVHM </a:t>
            </a:r>
            <a:endParaRPr kumimoji="1" lang="en-US" altLang="ko-Kore-KR" sz="700" b="1" dirty="0">
              <a:latin typeface="Gulim" panose="020B0600000101010101" pitchFamily="34" charset="-127"/>
              <a:ea typeface="Gulim" panose="020B0600000101010101" pitchFamily="34" charset="-127"/>
            </a:endParaRPr>
          </a:p>
          <a:p>
            <a:pPr>
              <a:lnSpc>
                <a:spcPct val="150000"/>
              </a:lnSpc>
            </a:pPr>
            <a:r>
              <a:rPr kumimoji="1" lang="en-US" altLang="ko-KR" sz="700" b="1" dirty="0">
                <a:latin typeface="Gulim" panose="020B0600000101010101" pitchFamily="34" charset="-127"/>
                <a:ea typeface="Gulim" panose="020B0600000101010101" pitchFamily="34" charset="-127"/>
              </a:rPr>
              <a:t>- POTIB 10-25min RPHI</a:t>
            </a:r>
            <a:endParaRPr kumimoji="1" lang="en-US" altLang="ko-Kore-KR" sz="700" b="1" dirty="0">
              <a:latin typeface="Gulim" panose="020B0600000101010101" pitchFamily="34" charset="-127"/>
              <a:ea typeface="Gulim" panose="020B0600000101010101" pitchFamily="34" charset="-127"/>
            </a:endParaRPr>
          </a:p>
          <a:p>
            <a:pPr>
              <a:lnSpc>
                <a:spcPct val="150000"/>
              </a:lnSpc>
            </a:pPr>
            <a:r>
              <a:rPr kumimoji="1" lang="en-US" altLang="ko-Kore-KR" sz="700" b="1" dirty="0">
                <a:latin typeface="Gulim" panose="020B0600000101010101" pitchFamily="34" charset="-127"/>
                <a:ea typeface="Gulim" panose="020B0600000101010101" pitchFamily="34" charset="-127"/>
              </a:rPr>
              <a:t>ETA ARESI</a:t>
            </a:r>
          </a:p>
          <a:p>
            <a:pPr>
              <a:lnSpc>
                <a:spcPct val="150000"/>
              </a:lnSpc>
            </a:pPr>
            <a:r>
              <a:rPr kumimoji="1" lang="en-US" altLang="ko-Kore-KR" sz="700" b="1" dirty="0">
                <a:latin typeface="Gulim" panose="020B0600000101010101" pitchFamily="34" charset="-127"/>
                <a:ea typeface="Gulim" panose="020B0600000101010101" pitchFamily="34" charset="-127"/>
              </a:rPr>
              <a:t>MNL RDO 8942/5655 At ARESI </a:t>
            </a:r>
          </a:p>
          <a:p>
            <a:pPr>
              <a:lnSpc>
                <a:spcPct val="150000"/>
              </a:lnSpc>
            </a:pPr>
            <a:r>
              <a:rPr kumimoji="1" lang="en-US" altLang="ko-Kore-KR" sz="700" b="1" dirty="0">
                <a:latin typeface="Gulim" panose="020B0600000101010101" pitchFamily="34" charset="-127"/>
                <a:ea typeface="Gulim" panose="020B0600000101010101" pitchFamily="34" charset="-127"/>
              </a:rPr>
              <a:t>MNL 119.3 At -10NM AKOTA </a:t>
            </a:r>
          </a:p>
          <a:p>
            <a:pPr>
              <a:lnSpc>
                <a:spcPct val="150000"/>
              </a:lnSpc>
            </a:pPr>
            <a:r>
              <a:rPr kumimoji="1" lang="en-US" altLang="ko-KR" sz="700" b="1" dirty="0">
                <a:latin typeface="Gulim" panose="020B0600000101010101" pitchFamily="34" charset="-127"/>
                <a:ea typeface="Gulim" panose="020B0600000101010101" pitchFamily="34" charset="-127"/>
              </a:rPr>
              <a:t>ETA POTIB</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1A271B0A-E414-C9F5-151D-200BBB86EC52}"/>
              </a:ext>
            </a:extLst>
          </p:cNvPr>
          <p:cNvSpPr/>
          <p:nvPr/>
        </p:nvSpPr>
        <p:spPr>
          <a:xfrm>
            <a:off x="832566" y="169688"/>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10" name="그래픽 9" descr="집 Wi-Fi에서 작업 단색으로 채워진">
            <a:hlinkClick r:id="" action="ppaction://hlinkshowjump?jump=firstslide"/>
            <a:extLst>
              <a:ext uri="{FF2B5EF4-FFF2-40B4-BE49-F238E27FC236}">
                <a16:creationId xmlns:a16="http://schemas.microsoft.com/office/drawing/2014/main" id="{C9F481C6-C01C-4F73-A549-FCB9F933ACC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785460"/>
            <a:ext cx="457200" cy="457200"/>
          </a:xfrm>
          <a:prstGeom prst="rect">
            <a:avLst/>
          </a:prstGeom>
          <a:effectLst>
            <a:outerShdw blurRad="50800" dist="50800" dir="3660000" algn="ctr" rotWithShape="0">
              <a:schemeClr val="bg1">
                <a:alpha val="82714"/>
              </a:schemeClr>
            </a:outerShdw>
          </a:effectLst>
        </p:spPr>
      </p:pic>
      <p:graphicFrame>
        <p:nvGraphicFramePr>
          <p:cNvPr id="5" name="Google Shape;283;p17">
            <a:extLst>
              <a:ext uri="{FF2B5EF4-FFF2-40B4-BE49-F238E27FC236}">
                <a16:creationId xmlns:a16="http://schemas.microsoft.com/office/drawing/2014/main" id="{D3CF3225-7BEB-B30D-440D-047BFAC9BC83}"/>
              </a:ext>
            </a:extLst>
          </p:cNvPr>
          <p:cNvGraphicFramePr/>
          <p:nvPr>
            <p:extLst>
              <p:ext uri="{D42A27DB-BD31-4B8C-83A1-F6EECF244321}">
                <p14:modId xmlns:p14="http://schemas.microsoft.com/office/powerpoint/2010/main" val="3423549415"/>
              </p:ext>
            </p:extLst>
          </p:nvPr>
        </p:nvGraphicFramePr>
        <p:xfrm>
          <a:off x="11589" y="3297065"/>
          <a:ext cx="2314761" cy="225241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178498">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2227">
                <a:tc>
                  <a:txBody>
                    <a:bodyPr/>
                    <a:lstStyle/>
                    <a:p>
                      <a:pPr marL="0" marR="0" lvl="0" indent="0" algn="ctr" rtl="0">
                        <a:spcBef>
                          <a:spcPts val="0"/>
                        </a:spcBef>
                        <a:spcAft>
                          <a:spcPts val="0"/>
                        </a:spcAft>
                        <a:buNone/>
                      </a:pPr>
                      <a:r>
                        <a:rPr lang="en-US" sz="800" b="1" dirty="0"/>
                        <a:t>33</a:t>
                      </a:r>
                    </a:p>
                    <a:p>
                      <a:pPr marL="0" marR="0" lvl="0" indent="0" algn="ctr" rtl="0">
                        <a:spcBef>
                          <a:spcPts val="0"/>
                        </a:spcBef>
                        <a:spcAft>
                          <a:spcPts val="0"/>
                        </a:spcAft>
                        <a:buNone/>
                      </a:pPr>
                      <a:r>
                        <a:rPr lang="en-US" sz="800" b="1" dirty="0"/>
                        <a:t>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xY</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ENPIL</a:t>
                      </a:r>
                    </a:p>
                    <a:p>
                      <a:pPr marL="0" marR="0" lvl="0" indent="0" algn="ctr" rtl="0">
                        <a:spcBef>
                          <a:spcPts val="0"/>
                        </a:spcBef>
                        <a:spcAft>
                          <a:spcPts val="0"/>
                        </a:spcAft>
                        <a:buNone/>
                      </a:pPr>
                      <a:r>
                        <a:rPr lang="en-US" sz="800" b="1" dirty="0">
                          <a:solidFill>
                            <a:srgbClr val="FF0000"/>
                          </a:solidFill>
                        </a:rPr>
                        <a:t>PAMBI</a:t>
                      </a:r>
                      <a:endParaRPr sz="458" b="1"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OLMEN 180</a:t>
                      </a:r>
                    </a:p>
                    <a:p>
                      <a:pPr marL="0" marR="0" lvl="0" indent="0" algn="ctr" rtl="0">
                        <a:spcBef>
                          <a:spcPts val="0"/>
                        </a:spcBef>
                        <a:spcAft>
                          <a:spcPts val="0"/>
                        </a:spcAft>
                        <a:buNone/>
                      </a:pPr>
                      <a:r>
                        <a:rPr lang="en-US" sz="800" b="1" dirty="0"/>
                        <a:t>OLMEN 160</a:t>
                      </a:r>
                      <a:endParaRPr sz="458" b="1" dirty="0"/>
                    </a:p>
                  </a:txBody>
                  <a:tcPr marL="36000" marR="36000" marT="36000" marB="36000" anchor="ctr"/>
                </a:tc>
                <a:extLst>
                  <a:ext uri="{0D108BD9-81ED-4DB2-BD59-A6C34878D82A}">
                    <a16:rowId xmlns:a16="http://schemas.microsoft.com/office/drawing/2014/main" val="10001"/>
                  </a:ext>
                </a:extLst>
              </a:tr>
              <a:tr h="264221">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xC</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62227">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62227">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62227">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2227">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2635931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2501" y="2824124"/>
            <a:ext cx="689612" cy="209151"/>
          </a:xfrm>
          <a:prstGeom prst="rect">
            <a:avLst/>
          </a:prstGeom>
          <a:noFill/>
        </p:spPr>
        <p:txBody>
          <a:bodyPr wrap="none" tIns="36000" bIns="36000" rtlCol="0" anchor="ctr">
            <a:spAutoFit/>
          </a:bodyPr>
          <a:lstStyle/>
          <a:p>
            <a:pPr>
              <a:lnSpc>
                <a:spcPct val="150000"/>
              </a:lnSpc>
            </a:pPr>
            <a:r>
              <a:rPr kumimoji="1" lang="en-US" altLang="ko-Kore-KR" sz="700" b="1" dirty="0">
                <a:solidFill>
                  <a:srgbClr val="FF0000"/>
                </a:solidFill>
                <a:latin typeface="Gulim" panose="020B0600000101010101" pitchFamily="34" charset="-127"/>
                <a:ea typeface="Gulim" panose="020B0600000101010101" pitchFamily="34" charset="-127"/>
              </a:rPr>
              <a:t>SENKA</a:t>
            </a:r>
            <a:r>
              <a:rPr kumimoji="1" lang="ko-KR" altLang="en-US" sz="700" b="1" dirty="0">
                <a:solidFill>
                  <a:srgbClr val="FF0000"/>
                </a:solidFill>
                <a:latin typeface="Gulim" panose="020B0600000101010101" pitchFamily="34" charset="-127"/>
                <a:ea typeface="Gulim" panose="020B0600000101010101" pitchFamily="34" charset="-127"/>
              </a:rPr>
              <a:t> </a:t>
            </a:r>
            <a:r>
              <a:rPr kumimoji="1" lang="en-US" altLang="ko-KR" sz="700" b="1" dirty="0">
                <a:solidFill>
                  <a:srgbClr val="FF0000"/>
                </a:solidFill>
                <a:latin typeface="Gulim" panose="020B0600000101010101" pitchFamily="34" charset="-127"/>
                <a:ea typeface="Gulim" panose="020B0600000101010101" pitchFamily="34" charset="-127"/>
              </a:rPr>
              <a:t>/20 </a:t>
            </a:r>
            <a:endParaRPr kumimoji="1" lang="en-US" altLang="ko-KR" sz="700" b="1" dirty="0">
              <a:solidFill>
                <a:srgbClr val="0070C0"/>
              </a:solidFill>
              <a:latin typeface="Gulim" panose="020B0600000101010101" pitchFamily="34" charset="-127"/>
              <a:ea typeface="Gulim" panose="020B0600000101010101" pitchFamily="34" charset="-127"/>
            </a:endParaRPr>
          </a:p>
        </p:txBody>
      </p:sp>
      <p:graphicFrame>
        <p:nvGraphicFramePr>
          <p:cNvPr id="292" name="Google Shape;292;p18"/>
          <p:cNvGraphicFramePr/>
          <p:nvPr>
            <p:extLst>
              <p:ext uri="{D42A27DB-BD31-4B8C-83A1-F6EECF244321}">
                <p14:modId xmlns:p14="http://schemas.microsoft.com/office/powerpoint/2010/main" val="3474712196"/>
              </p:ext>
            </p:extLst>
          </p:nvPr>
        </p:nvGraphicFramePr>
        <p:xfrm>
          <a:off x="-2501" y="3523141"/>
          <a:ext cx="2327659" cy="1548730"/>
        </p:xfrm>
        <a:graphic>
          <a:graphicData uri="http://schemas.openxmlformats.org/drawingml/2006/table">
            <a:tbl>
              <a:tblPr firstRow="1" bandRow="1">
                <a:noFill/>
                <a:tableStyleId>{A521BE36-7E6F-4EC9-8D66-1CF97A6895EC}</a:tableStyleId>
              </a:tblPr>
              <a:tblGrid>
                <a:gridCol w="364547">
                  <a:extLst>
                    <a:ext uri="{9D8B030D-6E8A-4147-A177-3AD203B41FA5}">
                      <a16:colId xmlns:a16="http://schemas.microsoft.com/office/drawing/2014/main" val="20000"/>
                    </a:ext>
                  </a:extLst>
                </a:gridCol>
                <a:gridCol w="782392">
                  <a:extLst>
                    <a:ext uri="{9D8B030D-6E8A-4147-A177-3AD203B41FA5}">
                      <a16:colId xmlns:a16="http://schemas.microsoft.com/office/drawing/2014/main" val="20001"/>
                    </a:ext>
                  </a:extLst>
                </a:gridCol>
                <a:gridCol w="550869">
                  <a:extLst>
                    <a:ext uri="{9D8B030D-6E8A-4147-A177-3AD203B41FA5}">
                      <a16:colId xmlns:a16="http://schemas.microsoft.com/office/drawing/2014/main" val="502366202"/>
                    </a:ext>
                  </a:extLst>
                </a:gridCol>
                <a:gridCol w="629851">
                  <a:extLst>
                    <a:ext uri="{9D8B030D-6E8A-4147-A177-3AD203B41FA5}">
                      <a16:colId xmlns:a16="http://schemas.microsoft.com/office/drawing/2014/main" val="992510185"/>
                    </a:ext>
                  </a:extLst>
                </a:gridCol>
              </a:tblGrid>
              <a:tr h="250971">
                <a:tc gridSpan="4">
                  <a:txBody>
                    <a:bodyPr/>
                    <a:lstStyle/>
                    <a:p>
                      <a:pPr marL="0" marR="0" lvl="0" indent="0" algn="ctr" rtl="0">
                        <a:spcBef>
                          <a:spcPts val="0"/>
                        </a:spcBef>
                        <a:spcAft>
                          <a:spcPts val="0"/>
                        </a:spcAft>
                        <a:buNone/>
                      </a:pPr>
                      <a:r>
                        <a:rPr lang="en-US" sz="800" dirty="0"/>
                        <a:t>TPE </a:t>
                      </a:r>
                      <a:r>
                        <a:rPr lang="en-US" sz="800" dirty="0">
                          <a:solidFill>
                            <a:srgbClr val="00B0F0"/>
                          </a:solidFill>
                        </a:rPr>
                        <a:t>[054/234]</a:t>
                      </a:r>
                      <a:r>
                        <a:rPr lang="en-US" sz="800" dirty="0"/>
                        <a:t> : TL130 </a:t>
                      </a:r>
                      <a:r>
                        <a:rPr lang="en-US" sz="800" dirty="0">
                          <a:solidFill>
                            <a:schemeClr val="accent4"/>
                          </a:solidFill>
                        </a:rPr>
                        <a:t>COPRA FL200 (</a:t>
                      </a:r>
                      <a:r>
                        <a:rPr lang="en-US" sz="800" b="0" dirty="0">
                          <a:solidFill>
                            <a:srgbClr val="FFC000"/>
                          </a:solidFill>
                        </a:rPr>
                        <a:t>FL250-130 : 280kts, FL130-10000ft : Max 280kts, APP Chart Text)</a:t>
                      </a:r>
                      <a:endParaRPr sz="800" b="1" dirty="0">
                        <a:solidFill>
                          <a:srgbClr val="C00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82316">
                <a:tc>
                  <a:txBody>
                    <a:bodyPr/>
                    <a:lstStyle/>
                    <a:p>
                      <a:pPr marL="0" marR="0" lvl="0" indent="0" algn="ctr" rtl="0">
                        <a:spcBef>
                          <a:spcPts val="0"/>
                        </a:spcBef>
                        <a:spcAft>
                          <a:spcPts val="0"/>
                        </a:spcAft>
                        <a:buNone/>
                      </a:pPr>
                      <a:r>
                        <a:rPr lang="en-US" altLang="ko-KR" sz="800" b="1" dirty="0"/>
                        <a:t>05</a:t>
                      </a:r>
                      <a:r>
                        <a:rPr lang="en-US" sz="800" b="1" dirty="0"/>
                        <a:t>L</a:t>
                      </a:r>
                      <a:r>
                        <a:rPr lang="en-US" sz="800" b="0" dirty="0"/>
                        <a:t>/R</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BAKER xx A</a:t>
                      </a:r>
                      <a:endParaRPr lang="en-US" sz="700" b="1" dirty="0"/>
                    </a:p>
                  </a:txBody>
                  <a:tcPr marL="36000" marR="36000" marT="36000" marB="36000" anchor="ctr"/>
                </a:tc>
                <a:tc>
                  <a:txBody>
                    <a:bodyPr/>
                    <a:lstStyle/>
                    <a:p>
                      <a:pPr algn="ctr"/>
                      <a:r>
                        <a:rPr lang="en-US" altLang="ko-Kore-KR" sz="800" b="1" dirty="0"/>
                        <a:t>JAMMY</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t>ILS 05L</a:t>
                      </a:r>
                      <a:r>
                        <a:rPr lang="en-US" sz="800" b="0" dirty="0"/>
                        <a:t>/R</a:t>
                      </a:r>
                      <a:endParaRPr lang="ko-Kore-KR" altLang="en-US" b="0" dirty="0"/>
                    </a:p>
                  </a:txBody>
                  <a:tcPr marL="36000" marR="36000" marT="36000" marB="36000" anchor="ctr"/>
                </a:tc>
                <a:extLst>
                  <a:ext uri="{0D108BD9-81ED-4DB2-BD59-A6C34878D82A}">
                    <a16:rowId xmlns:a16="http://schemas.microsoft.com/office/drawing/2014/main" val="10001"/>
                  </a:ext>
                </a:extLst>
              </a:tr>
              <a:tr h="145153">
                <a:tc>
                  <a:txBody>
                    <a:bodyPr/>
                    <a:lstStyle/>
                    <a:p>
                      <a:pPr marL="0" marR="0" lvl="0" indent="0" algn="ctr" rtl="0">
                        <a:spcBef>
                          <a:spcPts val="0"/>
                        </a:spcBef>
                        <a:spcAft>
                          <a:spcPts val="0"/>
                        </a:spcAft>
                        <a:buNone/>
                      </a:pPr>
                      <a:r>
                        <a:rPr lang="en-US" altLang="ko-KR" sz="800" b="1" dirty="0"/>
                        <a:t>23</a:t>
                      </a:r>
                      <a:r>
                        <a:rPr lang="en-US" sz="800" b="1" dirty="0"/>
                        <a:t>R</a:t>
                      </a:r>
                      <a:r>
                        <a:rPr lang="en-US" sz="800" b="0" dirty="0"/>
                        <a:t>/L</a:t>
                      </a:r>
                      <a:endParaRPr sz="800" b="0" dirty="0"/>
                    </a:p>
                  </a:txBody>
                  <a:tcPr marL="36000" marR="36000" marT="36000" marB="36000" anchor="ctr"/>
                </a:tc>
                <a:tc>
                  <a:txBody>
                    <a:bodyPr/>
                    <a:lstStyle/>
                    <a:p>
                      <a:pPr marL="0" marR="0" lvl="0" indent="0" algn="ctr" rtl="0">
                        <a:spcBef>
                          <a:spcPts val="0"/>
                        </a:spcBef>
                        <a:spcAft>
                          <a:spcPts val="0"/>
                        </a:spcAft>
                        <a:buNone/>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BAKER xx B</a:t>
                      </a:r>
                      <a:endParaRPr lang="en-US" altLang="ko-Kore-KR" sz="800" b="1" dirty="0"/>
                    </a:p>
                  </a:txBody>
                  <a:tcPr marL="36000" marR="36000" marT="36000" marB="36000" anchor="ctr"/>
                </a:tc>
                <a:tc>
                  <a:txBody>
                    <a:bodyPr/>
                    <a:lstStyle/>
                    <a:p>
                      <a:pPr algn="ct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AUGUR</a:t>
                      </a:r>
                      <a:endParaRPr lang="ko-Kore-KR" altLang="en-US" dirty="0"/>
                    </a:p>
                  </a:txBody>
                  <a:tcPr marL="36000" marR="36000" marT="36000" marB="36000" anchor="ctr"/>
                </a:tc>
                <a:tc>
                  <a:txBody>
                    <a:bodyPr/>
                    <a:lstStyle/>
                    <a:p>
                      <a:pPr algn="ctr"/>
                      <a:r>
                        <a:rPr lang="en-US" sz="800" b="1" dirty="0"/>
                        <a:t>ILS 23R</a:t>
                      </a:r>
                      <a:r>
                        <a:rPr lang="en-US" sz="800" b="0" dirty="0"/>
                        <a:t>/L</a:t>
                      </a:r>
                      <a:endParaRPr lang="ko-Kore-KR" altLang="en-US" b="0" dirty="0"/>
                    </a:p>
                  </a:txBody>
                  <a:tcPr marL="36000" marR="36000" marT="36000" marB="36000" anchor="ctr"/>
                </a:tc>
                <a:extLst>
                  <a:ext uri="{0D108BD9-81ED-4DB2-BD59-A6C34878D82A}">
                    <a16:rowId xmlns:a16="http://schemas.microsoft.com/office/drawing/2014/main" val="10002"/>
                  </a:ext>
                </a:extLst>
              </a:tr>
              <a:tr h="145153">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no VOR, </a:t>
                      </a:r>
                      <a:r>
                        <a:rPr lang="en-US" sz="800" b="1" dirty="0">
                          <a:solidFill>
                            <a:srgbClr val="C00000"/>
                          </a:solidFill>
                        </a:rPr>
                        <a:t>05L ITIA, 23R ITYA, 05R ICKS, 23L ICJN</a:t>
                      </a:r>
                    </a:p>
                  </a:txBody>
                  <a:tcPr marL="0" marR="0" marT="36000" marB="36000" anchor="ctr"/>
                </a:tc>
                <a:tc hMerge="1">
                  <a:txBody>
                    <a:bodyPr/>
                    <a:lstStyle/>
                    <a:p>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236413">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05L : N7(5787’), N8(7411’),  23R : N4(6656’), N3(9340’)</a:t>
                      </a:r>
                      <a:endParaRPr sz="800" dirty="0">
                        <a:solidFill>
                          <a:schemeClr val="dk1"/>
                        </a:solidFill>
                      </a:endParaRPr>
                    </a:p>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05R</a:t>
                      </a:r>
                      <a:r>
                        <a:rPr lang="en-US" sz="800" b="1" dirty="0">
                          <a:solidFill>
                            <a:srgbClr val="C00000"/>
                          </a:solidFill>
                        </a:rPr>
                        <a:t>DIS</a:t>
                      </a:r>
                      <a:r>
                        <a:rPr lang="en-US" sz="800" b="1" dirty="0">
                          <a:solidFill>
                            <a:schemeClr val="dk1"/>
                          </a:solidFill>
                        </a:rPr>
                        <a:t>:S6(5419’),S7(7244’),23L</a:t>
                      </a:r>
                      <a:r>
                        <a:rPr lang="en-US" sz="800" b="1" dirty="0">
                          <a:solidFill>
                            <a:srgbClr val="C00000"/>
                          </a:solidFill>
                        </a:rPr>
                        <a:t>DIS</a:t>
                      </a:r>
                      <a:r>
                        <a:rPr lang="en-US" sz="800" b="1" dirty="0">
                          <a:solidFill>
                            <a:schemeClr val="dk1"/>
                          </a:solidFill>
                        </a:rPr>
                        <a:t>:S5(5442’),S4(7470’)</a:t>
                      </a:r>
                      <a:r>
                        <a:rPr lang="en-US" sz="800" dirty="0">
                          <a:solidFill>
                            <a:schemeClr val="dk1"/>
                          </a:solidFill>
                        </a:rPr>
                        <a:t> </a:t>
                      </a:r>
                      <a:endParaRPr dirty="0"/>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145153">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No VOR at TPE</a:t>
                      </a:r>
                      <a:r>
                        <a:rPr lang="en-US" sz="800" b="1" dirty="0">
                          <a:solidFill>
                            <a:srgbClr val="C00000"/>
                          </a:solidFill>
                        </a:rPr>
                        <a:t>, A-VDGS see below</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B050"/>
                          </a:solidFill>
                        </a:rPr>
                        <a:t>Center Green, </a:t>
                      </a:r>
                      <a:r>
                        <a:rPr lang="en-US" sz="800" b="1" dirty="0">
                          <a:solidFill>
                            <a:srgbClr val="C00000"/>
                          </a:solidFill>
                        </a:rPr>
                        <a:t>Deviation by Arrow,</a:t>
                      </a:r>
                      <a:r>
                        <a:rPr lang="en-US" sz="800" b="1" dirty="0">
                          <a:solidFill>
                            <a:srgbClr val="00B050"/>
                          </a:solidFill>
                        </a:rPr>
                        <a:t> </a:t>
                      </a:r>
                      <a:r>
                        <a:rPr lang="en-US" sz="800" b="1" dirty="0">
                          <a:solidFill>
                            <a:srgbClr val="F28943"/>
                          </a:solidFill>
                        </a:rPr>
                        <a:t>Distance Yellow</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670327014"/>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RCTP(TPE)108ft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Dynasty </a:t>
                      </a:r>
                      <a:r>
                        <a:rPr lang="en-US" sz="900" dirty="0" err="1"/>
                        <a:t>Oper</a:t>
                      </a:r>
                      <a:r>
                        <a:rPr lang="en-US" sz="900" dirty="0"/>
                        <a:t> 131.3</a:t>
                      </a:r>
                    </a:p>
                    <a:p>
                      <a:pPr marL="0" marR="0" lvl="0" indent="0" algn="ctr" rtl="0">
                        <a:spcBef>
                          <a:spcPts val="0"/>
                        </a:spcBef>
                        <a:spcAft>
                          <a:spcPts val="0"/>
                        </a:spcAft>
                        <a:buNone/>
                      </a:pPr>
                      <a:r>
                        <a:rPr lang="en-US" sz="900" b="1" dirty="0">
                          <a:solidFill>
                            <a:srgbClr val="7030A0"/>
                          </a:solidFill>
                        </a:rPr>
                        <a:t>Bay A1-9</a:t>
                      </a: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26E8B272-8D5B-D47D-58C6-4C3C17E8230E}"/>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DE70852D-DC5C-881C-39DB-E6EA2011E0C7}"/>
              </a:ext>
            </a:extLst>
          </p:cNvPr>
          <p:cNvGraphicFramePr/>
          <p:nvPr>
            <p:extLst>
              <p:ext uri="{D42A27DB-BD31-4B8C-83A1-F6EECF244321}">
                <p14:modId xmlns:p14="http://schemas.microsoft.com/office/powerpoint/2010/main" val="2020466050"/>
              </p:ext>
            </p:extLst>
          </p:nvPr>
        </p:nvGraphicFramePr>
        <p:xfrm>
          <a:off x="1" y="642756"/>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7" name="그래픽 6" descr="집 Wi-Fi에서 작업 단색으로 채워진">
            <a:hlinkClick r:id="" action="ppaction://hlinkshowjump?jump=firstslide"/>
            <a:extLst>
              <a:ext uri="{FF2B5EF4-FFF2-40B4-BE49-F238E27FC236}">
                <a16:creationId xmlns:a16="http://schemas.microsoft.com/office/drawing/2014/main" id="{01D93FA4-FA06-DBB2-6430-29E387D3E58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58026"/>
            <a:ext cx="457200" cy="457200"/>
          </a:xfrm>
          <a:prstGeom prst="rect">
            <a:avLst/>
          </a:prstGeom>
          <a:effectLst>
            <a:outerShdw blurRad="50800" dist="50800" dir="3660000" algn="ctr" rotWithShape="0">
              <a:schemeClr val="bg1">
                <a:alpha val="82714"/>
              </a:schemeClr>
            </a:outerShdw>
          </a:effectLst>
        </p:spPr>
      </p:pic>
      <p:pic>
        <p:nvPicPr>
          <p:cNvPr id="1026" name="Picture 2">
            <a:extLst>
              <a:ext uri="{FF2B5EF4-FFF2-40B4-BE49-F238E27FC236}">
                <a16:creationId xmlns:a16="http://schemas.microsoft.com/office/drawing/2014/main" id="{FBE1AC80-6BA0-7BB6-1502-6019541141A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4757" y="5108359"/>
            <a:ext cx="1833674" cy="457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9695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B2399E6E-0BF9-245E-720B-598089D336E3}"/>
              </a:ext>
            </a:extLst>
          </p:cNvPr>
          <p:cNvGraphicFramePr/>
          <p:nvPr>
            <p:extLst>
              <p:ext uri="{D42A27DB-BD31-4B8C-83A1-F6EECF244321}">
                <p14:modId xmlns:p14="http://schemas.microsoft.com/office/powerpoint/2010/main" val="1034066550"/>
              </p:ext>
            </p:extLst>
          </p:nvPr>
        </p:nvGraphicFramePr>
        <p:xfrm>
          <a:off x="-4046" y="586900"/>
          <a:ext cx="2333616" cy="1354810"/>
        </p:xfrm>
        <a:graphic>
          <a:graphicData uri="http://schemas.openxmlformats.org/drawingml/2006/table">
            <a:tbl>
              <a:tblPr firstRow="1" bandRow="1">
                <a:noFill/>
                <a:tableStyleId>{A521BE36-7E6F-4EC9-8D66-1CF97A6895EC}</a:tableStyleId>
              </a:tblPr>
              <a:tblGrid>
                <a:gridCol w="328558">
                  <a:extLst>
                    <a:ext uri="{9D8B030D-6E8A-4147-A177-3AD203B41FA5}">
                      <a16:colId xmlns:a16="http://schemas.microsoft.com/office/drawing/2014/main" val="20000"/>
                    </a:ext>
                  </a:extLst>
                </a:gridCol>
                <a:gridCol w="246255">
                  <a:extLst>
                    <a:ext uri="{9D8B030D-6E8A-4147-A177-3AD203B41FA5}">
                      <a16:colId xmlns:a16="http://schemas.microsoft.com/office/drawing/2014/main" val="20002"/>
                    </a:ext>
                  </a:extLst>
                </a:gridCol>
                <a:gridCol w="509735">
                  <a:extLst>
                    <a:ext uri="{9D8B030D-6E8A-4147-A177-3AD203B41FA5}">
                      <a16:colId xmlns:a16="http://schemas.microsoft.com/office/drawing/2014/main" val="3074145424"/>
                    </a:ext>
                  </a:extLst>
                </a:gridCol>
                <a:gridCol w="65078">
                  <a:extLst>
                    <a:ext uri="{9D8B030D-6E8A-4147-A177-3AD203B41FA5}">
                      <a16:colId xmlns:a16="http://schemas.microsoft.com/office/drawing/2014/main" val="20005"/>
                    </a:ext>
                  </a:extLst>
                </a:gridCol>
                <a:gridCol w="609178">
                  <a:extLst>
                    <a:ext uri="{9D8B030D-6E8A-4147-A177-3AD203B41FA5}">
                      <a16:colId xmlns:a16="http://schemas.microsoft.com/office/drawing/2014/main" val="1340331702"/>
                    </a:ext>
                  </a:extLst>
                </a:gridCol>
                <a:gridCol w="574812">
                  <a:extLst>
                    <a:ext uri="{9D8B030D-6E8A-4147-A177-3AD203B41FA5}">
                      <a16:colId xmlns:a16="http://schemas.microsoft.com/office/drawing/2014/main" val="456264174"/>
                    </a:ext>
                  </a:extLst>
                </a:gridCol>
              </a:tblGrid>
              <a:tr h="0">
                <a:tc gridSpan="6">
                  <a:txBody>
                    <a:bodyPr/>
                    <a:lstStyle/>
                    <a:p>
                      <a:pPr marL="0" marR="0" lvl="0" indent="0" algn="ctr" rtl="0">
                        <a:spcBef>
                          <a:spcPts val="0"/>
                        </a:spcBef>
                        <a:spcAft>
                          <a:spcPts val="0"/>
                        </a:spcAft>
                        <a:buNone/>
                      </a:pPr>
                      <a:r>
                        <a:rPr lang="en-US" sz="800" u="none" strike="noStrike" cap="none" dirty="0"/>
                        <a:t>TPE : RNAV SID (NADP 1) TA 11000</a:t>
                      </a:r>
                    </a:p>
                    <a:p>
                      <a:pPr marL="0" marR="0" lvl="0" indent="0" algn="ctr" rtl="0">
                        <a:spcBef>
                          <a:spcPts val="0"/>
                        </a:spcBef>
                        <a:spcAft>
                          <a:spcPts val="0"/>
                        </a:spcAft>
                        <a:buNone/>
                      </a:pPr>
                      <a:r>
                        <a:rPr lang="en-US" sz="800" u="none" strike="noStrike" cap="none" dirty="0">
                          <a:solidFill>
                            <a:schemeClr val="accent4"/>
                          </a:solidFill>
                        </a:rPr>
                        <a:t>Be Ready Intersection T/O, A030 -&gt; 3000ft</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05R</a:t>
                      </a:r>
                      <a:r>
                        <a:rPr lang="en-US" sz="800" b="0" u="none" strike="noStrike" cap="none" dirty="0"/>
                        <a:t>/L</a:t>
                      </a:r>
                    </a:p>
                  </a:txBody>
                  <a:tcPr marL="36000" marR="36000" marT="36000" marB="36000" anchor="ctr"/>
                </a:tc>
                <a:tc gridSpan="2">
                  <a:txBody>
                    <a:bodyPr/>
                    <a:lstStyle/>
                    <a:p>
                      <a:pPr algn="ctr"/>
                      <a:r>
                        <a:rPr lang="en-US" sz="800" b="1" u="none" strike="noStrike" cap="none" dirty="0">
                          <a:solidFill>
                            <a:srgbClr val="0070C0"/>
                          </a:solidFill>
                        </a:rPr>
                        <a:t>PIANO </a:t>
                      </a:r>
                      <a:r>
                        <a:rPr lang="en-US" sz="800" b="1" u="none" strike="noStrike" cap="none" dirty="0" err="1">
                          <a:solidFill>
                            <a:srgbClr val="0070C0"/>
                          </a:solidFill>
                        </a:rPr>
                        <a:t>xxA</a:t>
                      </a:r>
                      <a:r>
                        <a:rPr lang="en-US" sz="800" b="1" u="none" strike="noStrike" cap="none" dirty="0">
                          <a:solidFill>
                            <a:srgbClr val="0070C0"/>
                          </a:solidFill>
                        </a:rPr>
                        <a:t>/C</a:t>
                      </a:r>
                      <a:endParaRPr lang="ko-Kore-KR" dirty="0"/>
                    </a:p>
                  </a:txBody>
                  <a:tcPr marL="36000" marR="36000" marT="36000" marB="36000" anchor="ctr"/>
                </a:tc>
                <a:tc hMerge="1">
                  <a:txBody>
                    <a:bodyPr/>
                    <a:lstStyle/>
                    <a:p>
                      <a:endParaRPr lang="ko-Kore-KR" altLang="en-US"/>
                    </a:p>
                  </a:txBody>
                  <a:tcPr/>
                </a:tc>
                <a:tc gridSpan="3">
                  <a:txBody>
                    <a:bodyPr/>
                    <a:lstStyle/>
                    <a:p>
                      <a:pPr algn="ctr"/>
                      <a:r>
                        <a:rPr lang="en-US" sz="800" b="1" u="none" strike="noStrike" cap="none" dirty="0"/>
                        <a:t>HD 054</a:t>
                      </a:r>
                      <a:r>
                        <a:rPr lang="en-US" sz="800" b="1" u="none" strike="noStrike" cap="none" dirty="0">
                          <a:solidFill>
                            <a:schemeClr val="dk1"/>
                          </a:solidFill>
                        </a:rPr>
                        <a:t> </a:t>
                      </a:r>
                      <a:r>
                        <a:rPr lang="en-US" sz="800" b="1" u="none" strike="noStrike" cap="none" dirty="0">
                          <a:solidFill>
                            <a:srgbClr val="0070C0"/>
                          </a:solidFill>
                        </a:rPr>
                        <a:t>ALT ATC </a:t>
                      </a:r>
                      <a:r>
                        <a:rPr lang="en-US" sz="800" b="1" u="none" strike="noStrike" cap="none" dirty="0">
                          <a:solidFill>
                            <a:srgbClr val="F28943"/>
                          </a:solidFill>
                        </a:rPr>
                        <a:t>TA 11000</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23L</a:t>
                      </a:r>
                      <a:r>
                        <a:rPr lang="en-US" sz="800" b="0" u="none" strike="noStrike" cap="none" dirty="0"/>
                        <a:t>/R</a:t>
                      </a:r>
                      <a:endParaRPr sz="800" b="0" u="none" strike="noStrike" cap="none" dirty="0"/>
                    </a:p>
                  </a:txBody>
                  <a:tcPr marL="36000" marR="36000" marT="36000" marB="36000" anchor="ctr"/>
                </a:tc>
                <a:tc gridSpan="2">
                  <a:txBody>
                    <a:bodyPr/>
                    <a:lstStyle/>
                    <a:p>
                      <a:pPr algn="ctr"/>
                      <a:r>
                        <a:rPr lang="en-US" altLang="ko-Kore-KR" sz="800" b="1" u="none" strike="noStrike" cap="none" dirty="0">
                          <a:solidFill>
                            <a:srgbClr val="0070C0"/>
                          </a:solidFill>
                        </a:rPr>
                        <a:t>PIANO </a:t>
                      </a:r>
                      <a:r>
                        <a:rPr lang="en-US" altLang="ko-Kore-KR" sz="800" b="1" u="none" strike="noStrike" cap="none" dirty="0" err="1">
                          <a:solidFill>
                            <a:srgbClr val="0070C0"/>
                          </a:solidFill>
                        </a:rPr>
                        <a:t>xxD</a:t>
                      </a:r>
                      <a:r>
                        <a:rPr lang="en-US" altLang="ko-Kore-KR" sz="800" b="1" u="none" strike="noStrike" cap="none" dirty="0">
                          <a:solidFill>
                            <a:srgbClr val="0070C0"/>
                          </a:solidFill>
                        </a:rPr>
                        <a:t>/B</a:t>
                      </a:r>
                      <a:endParaRPr lang="ko-Kore-KR" dirty="0"/>
                    </a:p>
                  </a:txBody>
                  <a:tcPr marL="36000" marR="36000" marT="36000" marB="36000" anchor="ctr"/>
                </a:tc>
                <a:tc hMerge="1">
                  <a:txBody>
                    <a:bodyPr/>
                    <a:lstStyle/>
                    <a:p>
                      <a:endParaRPr lang="ko-Kore-KR" altLang="en-US"/>
                    </a:p>
                  </a:txBody>
                  <a:tcPr/>
                </a:tc>
                <a:tc gridSpan="3">
                  <a:txBody>
                    <a:bodyPr/>
                    <a:lstStyle/>
                    <a:p>
                      <a:pPr algn="ctr"/>
                      <a:r>
                        <a:rPr lang="en-US" sz="800" b="1" u="none" strike="noStrike" cap="none" dirty="0"/>
                        <a:t>HD 234 </a:t>
                      </a:r>
                      <a:r>
                        <a:rPr lang="en-US" sz="800" b="1" u="none" strike="noStrike" cap="none" dirty="0">
                          <a:solidFill>
                            <a:srgbClr val="0070C0"/>
                          </a:solidFill>
                        </a:rPr>
                        <a:t>ALT ATC </a:t>
                      </a:r>
                      <a:r>
                        <a:rPr lang="en-US" altLang="ko-Kore-KR" sz="800" b="1" u="none" strike="noStrike" cap="none" dirty="0">
                          <a:solidFill>
                            <a:srgbClr val="7030A0"/>
                          </a:solidFill>
                        </a:rPr>
                        <a:t>SPD 210 </a:t>
                      </a:r>
                    </a:p>
                    <a:p>
                      <a:pPr algn="ctr"/>
                      <a:r>
                        <a:rPr lang="en-US" altLang="ko-Kore-KR" sz="800" b="1" u="none" strike="noStrike" cap="none" dirty="0">
                          <a:solidFill>
                            <a:srgbClr val="F28943"/>
                          </a:solidFill>
                        </a:rPr>
                        <a:t>TA 11000</a:t>
                      </a:r>
                      <a:endParaRPr lang="ko-Kore-KR" altLang="en-US"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05L ITIA 111.1</a:t>
                      </a:r>
                    </a:p>
                  </a:txBody>
                  <a:tcPr marL="36000" marR="36000" marT="36000" marB="36000" anchor="ctr"/>
                </a:tc>
                <a:tc hMerge="1">
                  <a:txBody>
                    <a:bodyPr/>
                    <a:lstStyle/>
                    <a:p>
                      <a:endParaRPr lang="ko-Kore-KR"/>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23R ITYA 109.3</a:t>
                      </a:r>
                    </a:p>
                  </a:txBody>
                  <a:tcPr marL="36000" marR="36000" marT="36000" marB="36000" anchor="ctr"/>
                </a:tc>
                <a:tc hMerge="1">
                  <a:txBody>
                    <a:bodyPr/>
                    <a:lstStyle/>
                    <a:p>
                      <a:endParaRP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05R ICKS 110.7</a:t>
                      </a: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23L ICJN 111.9</a:t>
                      </a:r>
                      <a:endParaRPr kumimoji="0" lang="ko-Kore-KR" altLang="en-US" sz="458"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tc>
                <a:extLst>
                  <a:ext uri="{0D108BD9-81ED-4DB2-BD59-A6C34878D82A}">
                    <a16:rowId xmlns:a16="http://schemas.microsoft.com/office/drawing/2014/main" val="10003"/>
                  </a:ext>
                </a:extLst>
              </a:tr>
              <a:tr h="115700">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“DCT PIANO then L3 RNAV Transition”</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9324F2DF-C628-CA2F-3D82-2A8B1E34FA1F}"/>
              </a:ext>
            </a:extLst>
          </p:cNvPr>
          <p:cNvGraphicFramePr/>
          <p:nvPr>
            <p:extLst>
              <p:ext uri="{D42A27DB-BD31-4B8C-83A1-F6EECF244321}">
                <p14:modId xmlns:p14="http://schemas.microsoft.com/office/powerpoint/2010/main" val="738924263"/>
              </p:ext>
            </p:extLst>
          </p:nvPr>
        </p:nvGraphicFramePr>
        <p:xfrm>
          <a:off x="-2501" y="16504"/>
          <a:ext cx="2328850" cy="55937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RCTP(TPE)108ft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Dynasty Operation 131.3</a:t>
                      </a:r>
                      <a:endParaRPr sz="1200" dirty="0"/>
                    </a:p>
                    <a:p>
                      <a:pPr marL="0" marR="0" lvl="0" indent="0" algn="ctr" rtl="0">
                        <a:spcBef>
                          <a:spcPts val="0"/>
                        </a:spcBef>
                        <a:spcAft>
                          <a:spcPts val="0"/>
                        </a:spcAft>
                        <a:buNone/>
                      </a:pPr>
                      <a:r>
                        <a:rPr lang="en-US" altLang="ko-KR" sz="700" dirty="0">
                          <a:solidFill>
                            <a:srgbClr val="FF0000"/>
                          </a:solidFill>
                        </a:rPr>
                        <a:t>DCL </a:t>
                      </a:r>
                      <a:r>
                        <a:rPr lang="en-US" altLang="ko-KR" sz="700">
                          <a:solidFill>
                            <a:srgbClr val="FF0000"/>
                          </a:solidFill>
                        </a:rPr>
                        <a:t>no time, </a:t>
                      </a:r>
                      <a:r>
                        <a:rPr lang="en-US" altLang="ko-KR" sz="700" dirty="0">
                          <a:solidFill>
                            <a:srgbClr val="FF0000"/>
                          </a:solidFill>
                        </a:rPr>
                        <a:t>Voice -5min</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8" name="TextBox 7">
            <a:extLst>
              <a:ext uri="{FF2B5EF4-FFF2-40B4-BE49-F238E27FC236}">
                <a16:creationId xmlns:a16="http://schemas.microsoft.com/office/drawing/2014/main" id="{14CA6956-FB7E-2FB3-571E-9A16B59F12B1}"/>
              </a:ext>
            </a:extLst>
          </p:cNvPr>
          <p:cNvSpPr txBox="1"/>
          <p:nvPr/>
        </p:nvSpPr>
        <p:spPr>
          <a:xfrm>
            <a:off x="0" y="1976954"/>
            <a:ext cx="659155" cy="370733"/>
          </a:xfrm>
          <a:prstGeom prst="rect">
            <a:avLst/>
          </a:prstGeom>
          <a:noFill/>
        </p:spPr>
        <p:txBody>
          <a:bodyPr wrap="none" tIns="36000" bIns="36000" rtlCol="0" anchor="ctr">
            <a:spAutoFit/>
          </a:bodyPr>
          <a:lstStyle/>
          <a:p>
            <a:pPr>
              <a:lnSpc>
                <a:spcPct val="150000"/>
              </a:lnSpc>
            </a:pPr>
            <a:r>
              <a:rPr kumimoji="1" lang="en-US" altLang="ko-KR" sz="700" b="1" dirty="0">
                <a:solidFill>
                  <a:srgbClr val="C00000"/>
                </a:solidFill>
                <a:latin typeface="Gulim" panose="020B0600000101010101" pitchFamily="34" charset="-127"/>
                <a:ea typeface="Gulim" panose="020B0600000101010101" pitchFamily="34" charset="-127"/>
              </a:rPr>
              <a:t>SENKA /20</a:t>
            </a:r>
          </a:p>
          <a:p>
            <a:pPr>
              <a:lnSpc>
                <a:spcPct val="150000"/>
              </a:lnSpc>
            </a:pPr>
            <a:endParaRPr kumimoji="1" lang="en-US" altLang="ko-KR" sz="700" b="1"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6C9523CA-AC93-469E-02C8-A31FDF3992F7}"/>
              </a:ext>
            </a:extLst>
          </p:cNvPr>
          <p:cNvSpPr/>
          <p:nvPr/>
        </p:nvSpPr>
        <p:spPr>
          <a:xfrm>
            <a:off x="912590"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7" name="그래픽 6" descr="집 Wi-Fi에서 작업 단색으로 채워진">
            <a:hlinkClick r:id="" action="ppaction://hlinkshowjump?jump=firstslide"/>
            <a:extLst>
              <a:ext uri="{FF2B5EF4-FFF2-40B4-BE49-F238E27FC236}">
                <a16:creationId xmlns:a16="http://schemas.microsoft.com/office/drawing/2014/main" id="{24C865EB-9186-4C7B-72B8-4A2B02005AF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741502"/>
            <a:ext cx="457200" cy="457200"/>
          </a:xfrm>
          <a:prstGeom prst="rect">
            <a:avLst/>
          </a:prstGeom>
          <a:effectLst>
            <a:outerShdw blurRad="50800" dist="50800" dir="3660000" algn="ctr" rotWithShape="0">
              <a:schemeClr val="bg1">
                <a:alpha val="82714"/>
              </a:schemeClr>
            </a:outerShdw>
          </a:effectLst>
        </p:spPr>
      </p:pic>
      <p:graphicFrame>
        <p:nvGraphicFramePr>
          <p:cNvPr id="5" name="Google Shape;283;p17">
            <a:extLst>
              <a:ext uri="{FF2B5EF4-FFF2-40B4-BE49-F238E27FC236}">
                <a16:creationId xmlns:a16="http://schemas.microsoft.com/office/drawing/2014/main" id="{8CBBF8A0-E6B8-21AA-1228-2F4DABB2218E}"/>
              </a:ext>
            </a:extLst>
          </p:cNvPr>
          <p:cNvGraphicFramePr/>
          <p:nvPr>
            <p:extLst>
              <p:ext uri="{D42A27DB-BD31-4B8C-83A1-F6EECF244321}">
                <p14:modId xmlns:p14="http://schemas.microsoft.com/office/powerpoint/2010/main" val="3423549415"/>
              </p:ext>
            </p:extLst>
          </p:nvPr>
        </p:nvGraphicFramePr>
        <p:xfrm>
          <a:off x="11589" y="3297065"/>
          <a:ext cx="2314761" cy="225241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178498">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2227">
                <a:tc>
                  <a:txBody>
                    <a:bodyPr/>
                    <a:lstStyle/>
                    <a:p>
                      <a:pPr marL="0" marR="0" lvl="0" indent="0" algn="ctr" rtl="0">
                        <a:spcBef>
                          <a:spcPts val="0"/>
                        </a:spcBef>
                        <a:spcAft>
                          <a:spcPts val="0"/>
                        </a:spcAft>
                        <a:buNone/>
                      </a:pPr>
                      <a:r>
                        <a:rPr lang="en-US" sz="800" b="1" dirty="0"/>
                        <a:t>33</a:t>
                      </a:r>
                    </a:p>
                    <a:p>
                      <a:pPr marL="0" marR="0" lvl="0" indent="0" algn="ctr" rtl="0">
                        <a:spcBef>
                          <a:spcPts val="0"/>
                        </a:spcBef>
                        <a:spcAft>
                          <a:spcPts val="0"/>
                        </a:spcAft>
                        <a:buNone/>
                      </a:pPr>
                      <a:r>
                        <a:rPr lang="en-US" sz="800" b="1" dirty="0"/>
                        <a:t>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xY</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ENPIL</a:t>
                      </a:r>
                    </a:p>
                    <a:p>
                      <a:pPr marL="0" marR="0" lvl="0" indent="0" algn="ctr" rtl="0">
                        <a:spcBef>
                          <a:spcPts val="0"/>
                        </a:spcBef>
                        <a:spcAft>
                          <a:spcPts val="0"/>
                        </a:spcAft>
                        <a:buNone/>
                      </a:pPr>
                      <a:r>
                        <a:rPr lang="en-US" sz="800" b="1" dirty="0">
                          <a:solidFill>
                            <a:srgbClr val="FF0000"/>
                          </a:solidFill>
                        </a:rPr>
                        <a:t>PAMBI</a:t>
                      </a:r>
                      <a:endParaRPr sz="458" b="1"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OLMEN 180</a:t>
                      </a:r>
                    </a:p>
                    <a:p>
                      <a:pPr marL="0" marR="0" lvl="0" indent="0" algn="ctr" rtl="0">
                        <a:spcBef>
                          <a:spcPts val="0"/>
                        </a:spcBef>
                        <a:spcAft>
                          <a:spcPts val="0"/>
                        </a:spcAft>
                        <a:buNone/>
                      </a:pPr>
                      <a:r>
                        <a:rPr lang="en-US" sz="800" b="1" dirty="0"/>
                        <a:t>OLMEN 160</a:t>
                      </a:r>
                      <a:endParaRPr sz="458" b="1" dirty="0"/>
                    </a:p>
                  </a:txBody>
                  <a:tcPr marL="36000" marR="36000" marT="36000" marB="36000" anchor="ctr"/>
                </a:tc>
                <a:extLst>
                  <a:ext uri="{0D108BD9-81ED-4DB2-BD59-A6C34878D82A}">
                    <a16:rowId xmlns:a16="http://schemas.microsoft.com/office/drawing/2014/main" val="10001"/>
                  </a:ext>
                </a:extLst>
              </a:tr>
              <a:tr h="264221">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xC</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62227">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62227">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62227">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2227">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1862430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5A22679A-520A-91C6-D941-83AF99EF4102}"/>
            </a:ext>
          </a:extLst>
        </p:cNvPr>
        <p:cNvGrpSpPr/>
        <p:nvPr/>
      </p:nvGrpSpPr>
      <p:grpSpPr>
        <a:xfrm>
          <a:off x="0" y="0"/>
          <a:ext cx="0" cy="0"/>
          <a:chOff x="0" y="0"/>
          <a:chExt cx="0" cy="0"/>
        </a:xfrm>
      </p:grpSpPr>
      <p:graphicFrame>
        <p:nvGraphicFramePr>
          <p:cNvPr id="292" name="Google Shape;292;p18">
            <a:extLst>
              <a:ext uri="{FF2B5EF4-FFF2-40B4-BE49-F238E27FC236}">
                <a16:creationId xmlns:a16="http://schemas.microsoft.com/office/drawing/2014/main" id="{E3755076-0569-5E5D-34B7-7C6519A36E2D}"/>
              </a:ext>
            </a:extLst>
          </p:cNvPr>
          <p:cNvGraphicFramePr/>
          <p:nvPr>
            <p:extLst>
              <p:ext uri="{D42A27DB-BD31-4B8C-83A1-F6EECF244321}">
                <p14:modId xmlns:p14="http://schemas.microsoft.com/office/powerpoint/2010/main" val="444888600"/>
              </p:ext>
            </p:extLst>
          </p:nvPr>
        </p:nvGraphicFramePr>
        <p:xfrm>
          <a:off x="9886" y="3759406"/>
          <a:ext cx="2307264" cy="1792570"/>
        </p:xfrm>
        <a:graphic>
          <a:graphicData uri="http://schemas.openxmlformats.org/drawingml/2006/table">
            <a:tbl>
              <a:tblPr firstRow="1" bandRow="1">
                <a:noFill/>
                <a:tableStyleId>{A521BE36-7E6F-4EC9-8D66-1CF97A6895EC}</a:tableStyleId>
              </a:tblPr>
              <a:tblGrid>
                <a:gridCol w="350103">
                  <a:extLst>
                    <a:ext uri="{9D8B030D-6E8A-4147-A177-3AD203B41FA5}">
                      <a16:colId xmlns:a16="http://schemas.microsoft.com/office/drawing/2014/main" val="20000"/>
                    </a:ext>
                  </a:extLst>
                </a:gridCol>
                <a:gridCol w="687873">
                  <a:extLst>
                    <a:ext uri="{9D8B030D-6E8A-4147-A177-3AD203B41FA5}">
                      <a16:colId xmlns:a16="http://schemas.microsoft.com/office/drawing/2014/main" val="20001"/>
                    </a:ext>
                  </a:extLst>
                </a:gridCol>
                <a:gridCol w="668058">
                  <a:extLst>
                    <a:ext uri="{9D8B030D-6E8A-4147-A177-3AD203B41FA5}">
                      <a16:colId xmlns:a16="http://schemas.microsoft.com/office/drawing/2014/main" val="689142997"/>
                    </a:ext>
                  </a:extLst>
                </a:gridCol>
                <a:gridCol w="601230">
                  <a:extLst>
                    <a:ext uri="{9D8B030D-6E8A-4147-A177-3AD203B41FA5}">
                      <a16:colId xmlns:a16="http://schemas.microsoft.com/office/drawing/2014/main" val="992510185"/>
                    </a:ext>
                  </a:extLst>
                </a:gridCol>
              </a:tblGrid>
              <a:tr h="191924">
                <a:tc gridSpan="4">
                  <a:txBody>
                    <a:bodyPr/>
                    <a:lstStyle/>
                    <a:p>
                      <a:pPr marL="0" marR="0" lvl="0" indent="0" algn="ctr" rtl="0">
                        <a:spcBef>
                          <a:spcPts val="0"/>
                        </a:spcBef>
                        <a:spcAft>
                          <a:spcPts val="0"/>
                        </a:spcAft>
                        <a:buNone/>
                      </a:pPr>
                      <a:r>
                        <a:rPr lang="en-US" sz="800" dirty="0"/>
                        <a:t>RGN </a:t>
                      </a:r>
                      <a:r>
                        <a:rPr lang="en-US" sz="800" dirty="0">
                          <a:solidFill>
                            <a:srgbClr val="00B0F0"/>
                          </a:solidFill>
                        </a:rPr>
                        <a:t>[214/034]</a:t>
                      </a:r>
                      <a:r>
                        <a:rPr lang="en-US" sz="800" dirty="0"/>
                        <a:t> : TL 075, UTC+6:30</a:t>
                      </a:r>
                    </a:p>
                    <a:p>
                      <a:pPr marL="0" marR="0" lvl="0" indent="0" algn="ctr" rtl="0">
                        <a:spcBef>
                          <a:spcPts val="0"/>
                        </a:spcBef>
                        <a:spcAft>
                          <a:spcPts val="0"/>
                        </a:spcAft>
                        <a:buNone/>
                      </a:pPr>
                      <a:r>
                        <a:rPr lang="en-US" altLang="ko-KR" sz="800" dirty="0">
                          <a:solidFill>
                            <a:srgbClr val="92D050"/>
                          </a:solidFill>
                        </a:rPr>
                        <a:t>BGO(BAGOO),</a:t>
                      </a:r>
                      <a:r>
                        <a:rPr lang="ko-KR" altLang="en-US" sz="800" dirty="0">
                          <a:solidFill>
                            <a:srgbClr val="92D050"/>
                          </a:solidFill>
                        </a:rPr>
                        <a:t> </a:t>
                      </a:r>
                      <a:r>
                        <a:rPr lang="en-US" altLang="ko-KR" sz="800" dirty="0">
                          <a:solidFill>
                            <a:srgbClr val="92D050"/>
                          </a:solidFill>
                        </a:rPr>
                        <a:t>HGU(HLEGU)</a:t>
                      </a:r>
                      <a:r>
                        <a:rPr lang="ko-KR" altLang="en-US" sz="800" dirty="0">
                          <a:solidFill>
                            <a:srgbClr val="92D050"/>
                          </a:solidFill>
                        </a:rPr>
                        <a:t> </a:t>
                      </a:r>
                      <a:r>
                        <a:rPr lang="en-US" altLang="ko-KR" sz="800" dirty="0">
                          <a:solidFill>
                            <a:srgbClr val="C00000"/>
                          </a:solidFill>
                        </a:rPr>
                        <a:t>ILS Z 21 GNSS Required</a:t>
                      </a:r>
                    </a:p>
                    <a:p>
                      <a:pPr marL="0" marR="0" lvl="0" indent="0" algn="ctr" rtl="0">
                        <a:spcBef>
                          <a:spcPts val="0"/>
                        </a:spcBef>
                        <a:spcAft>
                          <a:spcPts val="0"/>
                        </a:spcAft>
                        <a:buNone/>
                      </a:pPr>
                      <a:r>
                        <a:rPr lang="en-US" sz="800" b="1" dirty="0">
                          <a:solidFill>
                            <a:srgbClr val="FFC000"/>
                          </a:solidFill>
                        </a:rPr>
                        <a:t>GPS  Interference --&gt; RDR Vector + ILS Y 21</a:t>
                      </a:r>
                      <a:endParaRPr sz="800" b="1" dirty="0">
                        <a:solidFill>
                          <a:srgbClr val="FFC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80790">
                <a:tc>
                  <a:txBody>
                    <a:bodyPr/>
                    <a:lstStyle/>
                    <a:p>
                      <a:pPr marL="0" marR="0" lvl="0" indent="0" algn="ctr" rtl="0">
                        <a:spcBef>
                          <a:spcPts val="0"/>
                        </a:spcBef>
                        <a:spcAft>
                          <a:spcPts val="0"/>
                        </a:spcAft>
                        <a:buNone/>
                      </a:pPr>
                      <a:r>
                        <a:rPr lang="en-US" sz="800" b="1" dirty="0"/>
                        <a:t>21</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GPS OUT</a:t>
                      </a:r>
                    </a:p>
                    <a:p>
                      <a:pPr marL="0" marR="0" lvl="0" indent="0" algn="ctr" rtl="0">
                        <a:spcBef>
                          <a:spcPts val="0"/>
                        </a:spcBef>
                        <a:spcAft>
                          <a:spcPts val="0"/>
                        </a:spcAft>
                        <a:buNone/>
                      </a:pPr>
                      <a:r>
                        <a:rPr lang="en-US" sz="800" b="0" dirty="0"/>
                        <a:t>RELAP </a:t>
                      </a:r>
                      <a:r>
                        <a:rPr lang="en-US" sz="800" b="0" dirty="0" err="1"/>
                        <a:t>xxA</a:t>
                      </a:r>
                      <a:endParaRPr lang="en-US" sz="700" b="0"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RDR Vector</a:t>
                      </a:r>
                    </a:p>
                    <a:p>
                      <a:pPr marL="0" marR="0" lvl="0" indent="0" algn="ctr" rtl="0">
                        <a:spcBef>
                          <a:spcPts val="0"/>
                        </a:spcBef>
                        <a:spcAft>
                          <a:spcPts val="0"/>
                        </a:spcAft>
                        <a:buNone/>
                      </a:pPr>
                      <a:r>
                        <a:rPr lang="en-US" sz="800" b="0" dirty="0"/>
                        <a:t>PAKSU</a:t>
                      </a:r>
                      <a:endParaRPr lang="en-US" sz="700" b="0"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ILS Y 21</a:t>
                      </a:r>
                    </a:p>
                    <a:p>
                      <a:pPr marL="0" marR="0" lvl="0" indent="0" algn="ctr" rtl="0">
                        <a:spcBef>
                          <a:spcPts val="0"/>
                        </a:spcBef>
                        <a:spcAft>
                          <a:spcPts val="0"/>
                        </a:spcAft>
                        <a:buNone/>
                      </a:pPr>
                      <a:r>
                        <a:rPr lang="en-US" sz="800" b="0" dirty="0"/>
                        <a:t>ILS Z 21</a:t>
                      </a:r>
                      <a:endParaRPr lang="ko-Kore-KR" altLang="en-US" b="0" dirty="0"/>
                    </a:p>
                  </a:txBody>
                  <a:tcPr marL="36000" marR="36000" marT="36000" marB="36000" anchor="ctr"/>
                </a:tc>
                <a:extLst>
                  <a:ext uri="{0D108BD9-81ED-4DB2-BD59-A6C34878D82A}">
                    <a16:rowId xmlns:a16="http://schemas.microsoft.com/office/drawing/2014/main" val="10001"/>
                  </a:ext>
                </a:extLst>
              </a:tr>
              <a:tr h="111002">
                <a:tc>
                  <a:txBody>
                    <a:bodyPr/>
                    <a:lstStyle/>
                    <a:p>
                      <a:pPr algn="ctr"/>
                      <a:r>
                        <a:rPr lang="en-US" altLang="ko-Kore-KR" sz="800" b="0" dirty="0"/>
                        <a:t>03</a:t>
                      </a:r>
                      <a:endParaRPr lang="ko-Kore-KR" altLang="en-US" b="0" dirty="0"/>
                    </a:p>
                  </a:txBody>
                  <a:tcPr marL="36000" marR="36000" marT="36000" marB="36000" anchor="ctr"/>
                </a:tc>
                <a:tc>
                  <a:txBody>
                    <a:bodyPr/>
                    <a:lstStyle/>
                    <a:p>
                      <a:pPr marL="0" marR="0" lvl="0" indent="0" algn="ctr" rtl="0">
                        <a:spcBef>
                          <a:spcPts val="0"/>
                        </a:spcBef>
                        <a:spcAft>
                          <a:spcPts val="0"/>
                        </a:spcAft>
                        <a:buNone/>
                      </a:pPr>
                      <a:r>
                        <a:rPr lang="en-US" sz="800" b="0" dirty="0"/>
                        <a:t>BAGOO </a:t>
                      </a:r>
                      <a:r>
                        <a:rPr lang="en-US" sz="800" b="0" dirty="0" err="1"/>
                        <a:t>xxB</a:t>
                      </a:r>
                      <a:endParaRPr lang="en-US" sz="800" b="0" dirty="0"/>
                    </a:p>
                  </a:txBody>
                  <a:tcPr marL="36000" marR="36000" marT="36000" marB="36000" anchor="ctr"/>
                </a:tc>
                <a:tc>
                  <a:txBody>
                    <a:bodyPr/>
                    <a:lstStyle/>
                    <a:p>
                      <a:pPr marL="0" marR="0" lvl="0" indent="0" algn="ctr" rtl="0">
                        <a:spcBef>
                          <a:spcPts val="0"/>
                        </a:spcBef>
                        <a:spcAft>
                          <a:spcPts val="0"/>
                        </a:spcAft>
                        <a:buNone/>
                      </a:pPr>
                      <a:r>
                        <a:rPr lang="en-US" sz="800" b="0" dirty="0"/>
                        <a:t>KOSDA </a:t>
                      </a:r>
                    </a:p>
                  </a:txBody>
                  <a:tcPr marL="36000" marR="36000" marT="36000" marB="36000" anchor="ctr"/>
                </a:tc>
                <a:tc>
                  <a:txBody>
                    <a:bodyPr/>
                    <a:lstStyle/>
                    <a:p>
                      <a:pPr algn="ctr"/>
                      <a:r>
                        <a:rPr lang="en-US" altLang="ko-Kore-KR" sz="800" b="0" dirty="0"/>
                        <a:t>RNP 03</a:t>
                      </a:r>
                      <a:endParaRPr lang="ko-Kore-KR" altLang="en-US" b="0" dirty="0"/>
                    </a:p>
                  </a:txBody>
                  <a:tcPr marL="36000" marR="36000" marT="36000" marB="36000" anchor="ctr"/>
                </a:tc>
                <a:extLst>
                  <a:ext uri="{0D108BD9-81ED-4DB2-BD59-A6C34878D82A}">
                    <a16:rowId xmlns:a16="http://schemas.microsoft.com/office/drawing/2014/main" val="4277695380"/>
                  </a:ext>
                </a:extLst>
              </a:tr>
              <a:tr h="111002">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no A/P VOR, BGO, HGU,</a:t>
                      </a:r>
                      <a:r>
                        <a:rPr lang="en-US" sz="800" b="1" dirty="0">
                          <a:solidFill>
                            <a:srgbClr val="00B050"/>
                          </a:solidFill>
                        </a:rPr>
                        <a:t> </a:t>
                      </a:r>
                      <a:r>
                        <a:rPr lang="en-US" sz="800" b="1" dirty="0">
                          <a:solidFill>
                            <a:srgbClr val="C00000"/>
                          </a:solidFill>
                        </a:rPr>
                        <a:t>21 IYGN</a:t>
                      </a:r>
                      <a:endParaRPr sz="800" b="1" dirty="0">
                        <a:solidFill>
                          <a:srgbClr val="C0000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80790">
                <a:tc gridSpan="4">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sz="800" b="1" dirty="0">
                          <a:solidFill>
                            <a:schemeClr val="bg1"/>
                          </a:solidFill>
                        </a:rPr>
                        <a:t>21 : A3(8152’), R1(8415’),   03 : A5</a:t>
                      </a:r>
                      <a:r>
                        <a:rPr lang="en-US" altLang="ko-Kore-KR" sz="800" b="1" dirty="0">
                          <a:solidFill>
                            <a:schemeClr val="bg1"/>
                          </a:solidFill>
                        </a:rPr>
                        <a:t>(7972’), A6(11069’)</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altLang="ko-KR" sz="800" b="1" dirty="0">
                          <a:solidFill>
                            <a:srgbClr val="0070C0"/>
                          </a:solidFill>
                        </a:rPr>
                        <a:t>RWY 21 Upslope(0.6%), </a:t>
                      </a:r>
                      <a:r>
                        <a:rPr lang="en-US" altLang="ko-KR" sz="800" b="1" dirty="0">
                          <a:solidFill>
                            <a:srgbClr val="C00000"/>
                          </a:solidFill>
                        </a:rPr>
                        <a:t>Exit End of RWY or</a:t>
                      </a:r>
                      <a:r>
                        <a:rPr lang="ko-KR" altLang="en-US" sz="800" b="1" dirty="0">
                          <a:solidFill>
                            <a:srgbClr val="C00000"/>
                          </a:solidFill>
                        </a:rPr>
                        <a:t> </a:t>
                      </a:r>
                      <a:r>
                        <a:rPr lang="en-US" altLang="ko-KR" sz="800" b="1" dirty="0">
                          <a:solidFill>
                            <a:srgbClr val="C00000"/>
                          </a:solidFill>
                        </a:rPr>
                        <a:t>By</a:t>
                      </a:r>
                      <a:r>
                        <a:rPr lang="ko-KR" altLang="en-US" sz="800" b="1" dirty="0">
                          <a:solidFill>
                            <a:srgbClr val="C00000"/>
                          </a:solidFill>
                        </a:rPr>
                        <a:t> </a:t>
                      </a:r>
                      <a:r>
                        <a:rPr lang="en-US" altLang="ko-KR" sz="800" b="1" dirty="0">
                          <a:solidFill>
                            <a:srgbClr val="C00000"/>
                          </a:solidFill>
                        </a:rPr>
                        <a:t>ATC</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18079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R" sz="800" b="1" dirty="0">
                          <a:solidFill>
                            <a:srgbClr val="C00000"/>
                          </a:solidFill>
                        </a:rPr>
                        <a:t>Caution </a:t>
                      </a:r>
                      <a:r>
                        <a:rPr lang="en-US" altLang="ko-KR" sz="800" b="1" dirty="0" err="1">
                          <a:solidFill>
                            <a:srgbClr val="C00000"/>
                          </a:solidFill>
                        </a:rPr>
                        <a:t>WingTip</a:t>
                      </a:r>
                      <a:r>
                        <a:rPr lang="en-US" altLang="ko-KR" sz="800" b="1" dirty="0">
                          <a:solidFill>
                            <a:srgbClr val="C00000"/>
                          </a:solidFill>
                        </a:rPr>
                        <a:t> (Watch out Safety Line)</a:t>
                      </a:r>
                      <a:endParaRPr lang="en-US" sz="800" dirty="0">
                        <a:solidFill>
                          <a:schemeClr val="bg1"/>
                        </a:solidFill>
                      </a:endParaRP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Ramp Area Dark(Consider LD L/T) </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8DDFEE7E-DBFA-BCF3-1E57-2DE6760D9533}"/>
              </a:ext>
            </a:extLst>
          </p:cNvPr>
          <p:cNvGraphicFramePr/>
          <p:nvPr>
            <p:extLst>
              <p:ext uri="{D42A27DB-BD31-4B8C-83A1-F6EECF244321}">
                <p14:modId xmlns:p14="http://schemas.microsoft.com/office/powerpoint/2010/main" val="881494988"/>
              </p:ext>
            </p:extLst>
          </p:nvPr>
        </p:nvGraphicFramePr>
        <p:xfrm>
          <a:off x="-2501" y="16504"/>
          <a:ext cx="2328850" cy="729308"/>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41618">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VYYY(RGN)110ft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44112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Oscar Papa 131.8</a:t>
                      </a:r>
                    </a:p>
                    <a:p>
                      <a:pPr marL="0" marR="0" lvl="0" indent="0" algn="ctr" rtl="0">
                        <a:spcBef>
                          <a:spcPts val="0"/>
                        </a:spcBef>
                        <a:spcAft>
                          <a:spcPts val="0"/>
                        </a:spcAft>
                        <a:buNone/>
                      </a:pPr>
                      <a:r>
                        <a:rPr lang="en-US" sz="800" b="1" dirty="0">
                          <a:solidFill>
                            <a:srgbClr val="FF0000"/>
                          </a:solidFill>
                        </a:rPr>
                        <a:t>D-ATIS Avail BUT</a:t>
                      </a:r>
                    </a:p>
                    <a:p>
                      <a:pPr marL="0" marR="0" lvl="0" indent="0" algn="ctr" rtl="0">
                        <a:spcBef>
                          <a:spcPts val="0"/>
                        </a:spcBef>
                        <a:spcAft>
                          <a:spcPts val="0"/>
                        </a:spcAft>
                        <a:buNone/>
                      </a:pPr>
                      <a:r>
                        <a:rPr lang="en-US" sz="900" b="1" dirty="0">
                          <a:solidFill>
                            <a:srgbClr val="7030A0"/>
                          </a:solidFill>
                        </a:rPr>
                        <a:t>Stand 6,7</a:t>
                      </a: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EC67737E-482C-7AEB-6CE7-CD1D6C2E0C77}"/>
              </a:ext>
            </a:extLst>
          </p:cNvPr>
          <p:cNvSpPr/>
          <p:nvPr/>
        </p:nvSpPr>
        <p:spPr>
          <a:xfrm>
            <a:off x="842228" y="249682"/>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C038CF97-0646-6366-DB0E-AE1E6971392C}"/>
              </a:ext>
            </a:extLst>
          </p:cNvPr>
          <p:cNvGraphicFramePr/>
          <p:nvPr>
            <p:extLst>
              <p:ext uri="{D42A27DB-BD31-4B8C-83A1-F6EECF244321}">
                <p14:modId xmlns:p14="http://schemas.microsoft.com/office/powerpoint/2010/main" val="1259177223"/>
              </p:ext>
            </p:extLst>
          </p:nvPr>
        </p:nvGraphicFramePr>
        <p:xfrm>
          <a:off x="1" y="716720"/>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24911BB5-FABD-409D-C0F9-9C47035D989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206574"/>
            <a:ext cx="457200" cy="457200"/>
          </a:xfrm>
          <a:prstGeom prst="rect">
            <a:avLst/>
          </a:prstGeom>
          <a:effectLst>
            <a:outerShdw blurRad="50800" dist="50800" dir="3660000" algn="ctr" rotWithShape="0">
              <a:schemeClr val="bg1">
                <a:alpha val="82714"/>
              </a:schemeClr>
            </a:outerShdw>
          </a:effectLst>
        </p:spPr>
      </p:pic>
      <p:sp>
        <p:nvSpPr>
          <p:cNvPr id="4" name="TextBox 3">
            <a:extLst>
              <a:ext uri="{FF2B5EF4-FFF2-40B4-BE49-F238E27FC236}">
                <a16:creationId xmlns:a16="http://schemas.microsoft.com/office/drawing/2014/main" id="{8E724134-8195-066C-2EAA-9C135A7F92C5}"/>
              </a:ext>
            </a:extLst>
          </p:cNvPr>
          <p:cNvSpPr txBox="1"/>
          <p:nvPr/>
        </p:nvSpPr>
        <p:spPr>
          <a:xfrm>
            <a:off x="31774" y="2864818"/>
            <a:ext cx="1493486" cy="842145"/>
          </a:xfrm>
          <a:prstGeom prst="rect">
            <a:avLst/>
          </a:prstGeom>
          <a:noFill/>
        </p:spPr>
        <p:txBody>
          <a:bodyPr wrap="none" tIns="36000" bIns="36000" rtlCol="0" anchor="ctr">
            <a:spAutoFit/>
          </a:bodyPr>
          <a:lstStyle/>
          <a:p>
            <a:pPr>
              <a:lnSpc>
                <a:spcPct val="150000"/>
              </a:lnSpc>
            </a:pPr>
            <a:endParaRPr kumimoji="1" lang="en-US" altLang="ko-Kore-KR" sz="700" b="1" dirty="0">
              <a:latin typeface="Gulim" panose="020B0600000101010101" pitchFamily="34" charset="-127"/>
              <a:ea typeface="Gulim" panose="020B0600000101010101" pitchFamily="34" charset="-127"/>
            </a:endParaRPr>
          </a:p>
          <a:p>
            <a:pPr>
              <a:lnSpc>
                <a:spcPct val="150000"/>
              </a:lnSpc>
            </a:pPr>
            <a:endParaRPr kumimoji="1" lang="en-US" altLang="ko-Kore-KR" sz="700" b="1" dirty="0">
              <a:latin typeface="Gulim" panose="020B0600000101010101" pitchFamily="34" charset="-127"/>
              <a:ea typeface="Gulim" panose="020B0600000101010101" pitchFamily="34" charset="-127"/>
            </a:endParaRPr>
          </a:p>
          <a:p>
            <a:pPr>
              <a:lnSpc>
                <a:spcPct val="150000"/>
              </a:lnSpc>
            </a:pPr>
            <a:endParaRPr kumimoji="1" lang="en-US" altLang="ko-Kore-KR" sz="700" b="1" dirty="0">
              <a:latin typeface="Gulim" panose="020B0600000101010101" pitchFamily="34" charset="-127"/>
              <a:ea typeface="Gulim" panose="020B0600000101010101" pitchFamily="34" charset="-127"/>
            </a:endParaRPr>
          </a:p>
          <a:p>
            <a:pPr>
              <a:lnSpc>
                <a:spcPct val="150000"/>
              </a:lnSpc>
            </a:pPr>
            <a:endParaRPr kumimoji="1" lang="en-US" altLang="ko-Kore-KR" sz="700" b="1" dirty="0">
              <a:latin typeface="Gulim" panose="020B0600000101010101" pitchFamily="34" charset="-127"/>
              <a:ea typeface="Gulim" panose="020B0600000101010101" pitchFamily="34" charset="-127"/>
            </a:endParaRPr>
          </a:p>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FFC000"/>
                </a:solidFill>
                <a:effectLst/>
                <a:uLnTx/>
                <a:uFillTx/>
                <a:latin typeface="Calibri"/>
                <a:cs typeface="Calibri"/>
              </a:rPr>
              <a:t>NAR not apply</a:t>
            </a:r>
            <a:r>
              <a:rPr kumimoji="0" lang="ko-KR" altLang="en-US" sz="800" b="1" i="0" u="none" strike="noStrike" kern="1200" cap="none" spc="0" normalizeH="0" baseline="0" noProof="0" dirty="0">
                <a:ln>
                  <a:noFill/>
                </a:ln>
                <a:solidFill>
                  <a:srgbClr val="FFC000"/>
                </a:solidFill>
                <a:effectLst/>
                <a:uLnTx/>
                <a:uFillTx/>
                <a:latin typeface="Calibri"/>
                <a:cs typeface="Calibri"/>
              </a:rPr>
              <a:t> </a:t>
            </a:r>
            <a:r>
              <a:rPr kumimoji="0" lang="en-US" altLang="ko-KR" sz="800" b="1" i="0" u="none" strike="noStrike" kern="1200" cap="none" spc="0" normalizeH="0" baseline="0" noProof="0" dirty="0">
                <a:ln>
                  <a:noFill/>
                </a:ln>
                <a:solidFill>
                  <a:srgbClr val="FFC000"/>
                </a:solidFill>
                <a:effectLst/>
                <a:uLnTx/>
                <a:uFillTx/>
                <a:latin typeface="Calibri"/>
                <a:cs typeface="Calibri"/>
              </a:rPr>
              <a:t>due Single RWY</a:t>
            </a:r>
          </a:p>
        </p:txBody>
      </p:sp>
    </p:spTree>
    <p:extLst>
      <p:ext uri="{BB962C8B-B14F-4D97-AF65-F5344CB8AC3E}">
        <p14:creationId xmlns:p14="http://schemas.microsoft.com/office/powerpoint/2010/main" val="262736892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47D23-131D-AB8E-81CC-F4FD0EA32E19}"/>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40CF242E-9870-F725-F359-95440544087B}"/>
              </a:ext>
            </a:extLst>
          </p:cNvPr>
          <p:cNvGraphicFramePr>
            <a:graphicFrameLocks noGrp="1"/>
          </p:cNvGraphicFramePr>
          <p:nvPr>
            <p:ph idx="1"/>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14,800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3,600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11,800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rgbClr val="0070C0"/>
                          </a:solidFill>
                          <a:effectLst/>
                          <a:latin typeface="Arial" panose="020B0604020202020204" pitchFamily="34" charset="0"/>
                          <a:cs typeface="Arial" panose="020B0604020202020204" pitchFamily="34" charset="0"/>
                        </a:rPr>
                        <a:t>3,000</a:t>
                      </a:r>
                      <a:r>
                        <a:rPr lang="en-US" sz="800" b="0" i="0">
                          <a:solidFill>
                            <a:srgbClr val="0070C0"/>
                          </a:solidFill>
                          <a:effectLst/>
                          <a:latin typeface="Arial" panose="020B0604020202020204" pitchFamily="34" charset="0"/>
                          <a:cs typeface="Arial" panose="020B0604020202020204" pitchFamily="34" charset="0"/>
                        </a:rPr>
                        <a:t> </a:t>
                      </a:r>
                      <a:r>
                        <a:rPr lang="en-US" sz="800" b="1" i="0">
                          <a:solidFill>
                            <a:srgbClr val="0070C0"/>
                          </a:solidFill>
                          <a:effectLst/>
                          <a:latin typeface="Arial" panose="020B0604020202020204" pitchFamily="34" charset="0"/>
                          <a:cs typeface="Arial" panose="020B0604020202020204" pitchFamily="34" charset="0"/>
                        </a:rPr>
                        <a:t>m</a:t>
                      </a:r>
                      <a:endParaRPr lang="en-US" sz="80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9,800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E89EF7E5-6F63-8DB9-C720-3C245C9E5E1F}"/>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FFD7C36C-30E0-84B2-D14E-7DF8D571BE63}"/>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7339C31E-4131-3C38-B966-2657C956F205}"/>
              </a:ext>
            </a:extLst>
          </p:cNvPr>
          <p:cNvGraphicFramePr>
            <a:graphicFrameLocks noGrp="1"/>
          </p:cNvGraphicFramePr>
          <p:nvPr/>
        </p:nvGraphicFramePr>
        <p:xfrm>
          <a:off x="39455" y="407201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
        <p:nvSpPr>
          <p:cNvPr id="2" name="TextBox 1">
            <a:extLst>
              <a:ext uri="{FF2B5EF4-FFF2-40B4-BE49-F238E27FC236}">
                <a16:creationId xmlns:a16="http://schemas.microsoft.com/office/drawing/2014/main" id="{5CDEC037-1E9E-421D-7664-A9CA4D8C290F}"/>
              </a:ext>
            </a:extLst>
          </p:cNvPr>
          <p:cNvSpPr txBox="1"/>
          <p:nvPr/>
        </p:nvSpPr>
        <p:spPr>
          <a:xfrm>
            <a:off x="28167" y="5156361"/>
            <a:ext cx="2289407" cy="393954"/>
          </a:xfrm>
          <a:prstGeom prst="rect">
            <a:avLst/>
          </a:prstGeom>
          <a:noFill/>
        </p:spPr>
        <p:txBody>
          <a:bodyPr wrap="square" lIns="0" tIns="0" rIns="0" bIns="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R" sz="600" b="1" i="0" u="none" strike="noStrike" kern="1200" cap="none" spc="0" normalizeH="0" baseline="0" noProof="0" dirty="0">
                <a:ln>
                  <a:noFill/>
                </a:ln>
                <a:solidFill>
                  <a:srgbClr val="FFC000"/>
                </a:solidFill>
                <a:effectLst/>
                <a:uLnTx/>
                <a:uFillTx/>
                <a:latin typeface="Gulim" panose="020B0600000101010101" pitchFamily="34" charset="-127"/>
                <a:ea typeface="Gulim" panose="020B0600000101010101" pitchFamily="34" charset="-127"/>
                <a:cs typeface="+mn-cs"/>
              </a:rPr>
              <a:t>Detour RTE : L01 (NOTAM)</a:t>
            </a:r>
            <a:r>
              <a:rPr kumimoji="1" lang="ko-KR" altLang="en-US" sz="600" b="1" i="0" u="none" strike="noStrike" kern="1200" cap="none" spc="0" normalizeH="0" baseline="0" noProof="0" dirty="0">
                <a:ln>
                  <a:noFill/>
                </a:ln>
                <a:solidFill>
                  <a:srgbClr val="FFC000"/>
                </a:solidFill>
                <a:effectLst/>
                <a:uLnTx/>
                <a:uFillTx/>
                <a:latin typeface="Gulim" panose="020B0600000101010101" pitchFamily="34" charset="-127"/>
                <a:ea typeface="Gulim" panose="020B0600000101010101" pitchFamily="34" charset="-127"/>
                <a:cs typeface="+mn-cs"/>
              </a:rPr>
              <a:t> </a:t>
            </a:r>
            <a:r>
              <a:rPr kumimoji="1" lang="en-US" altLang="ko-KR" sz="600" b="1" i="0" u="none" strike="noStrike" kern="1200" cap="none" spc="0" normalizeH="0" baseline="0" noProof="0" dirty="0">
                <a:ln>
                  <a:noFill/>
                </a:ln>
                <a:solidFill>
                  <a:srgbClr val="FFC000"/>
                </a:solidFill>
                <a:effectLst/>
                <a:uLnTx/>
                <a:uFillTx/>
                <a:latin typeface="Gulim" panose="020B0600000101010101" pitchFamily="34" charset="-127"/>
                <a:ea typeface="Gulim" panose="020B0600000101010101" pitchFamily="34" charset="-127"/>
                <a:cs typeface="+mn-cs"/>
              </a:rPr>
              <a:t>-&gt; </a:t>
            </a:r>
            <a:r>
              <a:rPr kumimoji="1" lang="en-US" altLang="ko-KR" sz="600" b="1" dirty="0">
                <a:solidFill>
                  <a:srgbClr val="FFC000"/>
                </a:solidFill>
                <a:latin typeface="Gulim" panose="020B0600000101010101" pitchFamily="34" charset="-127"/>
                <a:ea typeface="Gulim" panose="020B0600000101010101" pitchFamily="34" charset="-127"/>
              </a:rPr>
              <a:t>VICE VERSA</a:t>
            </a:r>
            <a:endParaRPr kumimoji="1" lang="en-US" altLang="ko-KR" sz="600" b="1" i="0" u="none" strike="noStrike" kern="1200" cap="none" spc="0" normalizeH="0" baseline="0" noProof="0" dirty="0">
              <a:ln>
                <a:noFill/>
              </a:ln>
              <a:solidFill>
                <a:srgbClr val="FFC000"/>
              </a:solidFill>
              <a:effectLst/>
              <a:uLnTx/>
              <a:uFillTx/>
              <a:latin typeface="Gulim" panose="020B0600000101010101" pitchFamily="34" charset="-127"/>
              <a:ea typeface="Gulim" panose="020B0600000101010101" pitchFamily="34" charset="-127"/>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SHR - FP02(N282500E1164500)</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a:t>
            </a:r>
            <a:r>
              <a:rPr kumimoji="1" lang="ko-KR" altLang="en-US" sz="600" b="1" dirty="0">
                <a:solidFill>
                  <a:prstClr val="white"/>
                </a:solidFill>
                <a:latin typeface="Gulim" panose="020B0600000101010101" pitchFamily="34" charset="-127"/>
                <a:ea typeface="Gulim" panose="020B0600000101010101" pitchFamily="34" charset="-127"/>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FP01(N274500E1160000) </a:t>
            </a: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 ZP01(N261500E1152000)</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PLT</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endParaRPr kumimoji="1" lang="en-US" altLang="ko-Kore-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endParaRPr>
          </a:p>
        </p:txBody>
      </p:sp>
    </p:spTree>
    <p:extLst>
      <p:ext uri="{BB962C8B-B14F-4D97-AF65-F5344CB8AC3E}">
        <p14:creationId xmlns:p14="http://schemas.microsoft.com/office/powerpoint/2010/main" val="17490831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7B938242-2B18-4D90-EEBB-55A1D7B11ED7}"/>
            </a:ext>
          </a:extLst>
        </p:cNvPr>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7F188A28-7F70-8440-DBD7-AE00A1C75709}"/>
              </a:ext>
            </a:extLst>
          </p:cNvPr>
          <p:cNvGraphicFramePr/>
          <p:nvPr>
            <p:extLst>
              <p:ext uri="{D42A27DB-BD31-4B8C-83A1-F6EECF244321}">
                <p14:modId xmlns:p14="http://schemas.microsoft.com/office/powerpoint/2010/main" val="2963030864"/>
              </p:ext>
            </p:extLst>
          </p:nvPr>
        </p:nvGraphicFramePr>
        <p:xfrm>
          <a:off x="0" y="580010"/>
          <a:ext cx="2314761" cy="1969879"/>
        </p:xfrm>
        <a:graphic>
          <a:graphicData uri="http://schemas.openxmlformats.org/drawingml/2006/table">
            <a:tbl>
              <a:tblPr firstRow="1" bandRow="1">
                <a:noFill/>
                <a:tableStyleId>{A521BE36-7E6F-4EC9-8D66-1CF97A6895EC}</a:tableStyleId>
              </a:tblPr>
              <a:tblGrid>
                <a:gridCol w="336489">
                  <a:extLst>
                    <a:ext uri="{9D8B030D-6E8A-4147-A177-3AD203B41FA5}">
                      <a16:colId xmlns:a16="http://schemas.microsoft.com/office/drawing/2014/main" val="20000"/>
                    </a:ext>
                  </a:extLst>
                </a:gridCol>
                <a:gridCol w="683243">
                  <a:extLst>
                    <a:ext uri="{9D8B030D-6E8A-4147-A177-3AD203B41FA5}">
                      <a16:colId xmlns:a16="http://schemas.microsoft.com/office/drawing/2014/main" val="20002"/>
                    </a:ext>
                  </a:extLst>
                </a:gridCol>
                <a:gridCol w="549478">
                  <a:extLst>
                    <a:ext uri="{9D8B030D-6E8A-4147-A177-3AD203B41FA5}">
                      <a16:colId xmlns:a16="http://schemas.microsoft.com/office/drawing/2014/main" val="20004"/>
                    </a:ext>
                  </a:extLst>
                </a:gridCol>
                <a:gridCol w="745551">
                  <a:extLst>
                    <a:ext uri="{9D8B030D-6E8A-4147-A177-3AD203B41FA5}">
                      <a16:colId xmlns:a16="http://schemas.microsoft.com/office/drawing/2014/main" val="20005"/>
                    </a:ext>
                  </a:extLst>
                </a:gridCol>
              </a:tblGrid>
              <a:tr h="247676">
                <a:tc gridSpan="4">
                  <a:txBody>
                    <a:bodyPr/>
                    <a:lstStyle/>
                    <a:p>
                      <a:pPr marL="0" marR="0" lvl="0" indent="0" algn="ctr" rtl="0">
                        <a:spcBef>
                          <a:spcPts val="0"/>
                        </a:spcBef>
                        <a:spcAft>
                          <a:spcPts val="0"/>
                        </a:spcAft>
                        <a:buNone/>
                      </a:pPr>
                      <a:r>
                        <a:rPr lang="en-US" sz="800" u="none" strike="noStrike" cap="none" dirty="0"/>
                        <a:t>RGN : RDR Vector/RNAV SID (NADP 1) </a:t>
                      </a:r>
                      <a:r>
                        <a:rPr lang="en-US" sz="800" u="none" strike="noStrike" cap="none" dirty="0">
                          <a:solidFill>
                            <a:srgbClr val="FFC000"/>
                          </a:solidFill>
                        </a:rPr>
                        <a:t>TA 6000’</a:t>
                      </a:r>
                    </a:p>
                    <a:p>
                      <a:pPr marL="0" marR="0" lvl="0" indent="0" algn="ctr" rtl="0">
                        <a:spcBef>
                          <a:spcPts val="0"/>
                        </a:spcBef>
                        <a:spcAft>
                          <a:spcPts val="0"/>
                        </a:spcAft>
                        <a:buNone/>
                      </a:pPr>
                      <a:r>
                        <a:rPr lang="en-US" sz="800" u="none" strike="noStrike" cap="none" dirty="0">
                          <a:solidFill>
                            <a:srgbClr val="C00000"/>
                          </a:solidFill>
                        </a:rPr>
                        <a:t>GPS 1+2 Fail Defer MEL 34-50-08F, 34-50-09B </a:t>
                      </a:r>
                      <a:r>
                        <a:rPr lang="en-US" sz="800" u="none" strike="noStrike" cap="none" dirty="0">
                          <a:solidFill>
                            <a:srgbClr val="FFC000"/>
                          </a:solidFill>
                        </a:rPr>
                        <a:t>(RTG)</a:t>
                      </a:r>
                    </a:p>
                    <a:p>
                      <a:pPr marL="0" marR="0" lvl="0" indent="0" algn="ctr" rtl="0">
                        <a:spcBef>
                          <a:spcPts val="0"/>
                        </a:spcBef>
                        <a:spcAft>
                          <a:spcPts val="0"/>
                        </a:spcAft>
                        <a:buNone/>
                      </a:pPr>
                      <a:r>
                        <a:rPr lang="en-US" sz="800" u="none" strike="noStrike" cap="none" dirty="0">
                          <a:solidFill>
                            <a:srgbClr val="FFC000"/>
                          </a:solidFill>
                        </a:rPr>
                        <a:t>No RNP RTE, ADS-B No RVSM Equipment</a:t>
                      </a:r>
                    </a:p>
                    <a:p>
                      <a:pPr marL="0" marR="0" lvl="0" indent="0" algn="ctr" rtl="0">
                        <a:spcBef>
                          <a:spcPts val="0"/>
                        </a:spcBef>
                        <a:spcAft>
                          <a:spcPts val="0"/>
                        </a:spcAft>
                        <a:buNone/>
                      </a:pPr>
                      <a:r>
                        <a:rPr lang="en-US" sz="800" u="none" strike="noStrike" cap="none" dirty="0">
                          <a:solidFill>
                            <a:srgbClr val="00B0F0"/>
                          </a:solidFill>
                        </a:rPr>
                        <a:t>RADIONAV Update within 1NM no Problem</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347687">
                <a:tc>
                  <a:txBody>
                    <a:bodyPr/>
                    <a:lstStyle/>
                    <a:p>
                      <a:pPr marL="0" marR="0" lvl="0" indent="0" algn="ctr" rtl="0">
                        <a:spcBef>
                          <a:spcPts val="0"/>
                        </a:spcBef>
                        <a:spcAft>
                          <a:spcPts val="0"/>
                        </a:spcAft>
                        <a:buNone/>
                      </a:pPr>
                      <a:r>
                        <a:rPr lang="en-US" sz="800" b="1" u="none" strike="noStrike" cap="none" dirty="0">
                          <a:solidFill>
                            <a:srgbClr val="C00000"/>
                          </a:solidFill>
                        </a:rPr>
                        <a:t>SEL</a:t>
                      </a:r>
                      <a:r>
                        <a:rPr lang="en-US" sz="800" b="1" u="none" strike="noStrike" cap="none" dirty="0"/>
                        <a:t> </a:t>
                      </a:r>
                    </a:p>
                    <a:p>
                      <a:pPr marL="0" marR="0" lvl="0" indent="0" algn="ctr" rtl="0">
                        <a:spcBef>
                          <a:spcPts val="0"/>
                        </a:spcBef>
                        <a:spcAft>
                          <a:spcPts val="0"/>
                        </a:spcAft>
                        <a:buNone/>
                      </a:pPr>
                      <a:r>
                        <a:rPr lang="en-US" sz="800" b="1" u="none" strike="noStrike" cap="none" dirty="0"/>
                        <a:t>RW21</a:t>
                      </a:r>
                      <a:endParaRPr lang="en-US" sz="800" b="0" u="none" strike="noStrike" cap="none" dirty="0"/>
                    </a:p>
                  </a:txBody>
                  <a:tcPr marL="36000" marR="36000" marT="36000" marB="36000" anchor="ctr"/>
                </a:tc>
                <a:tc>
                  <a:txBody>
                    <a:bodyPr/>
                    <a:lstStyle/>
                    <a:p>
                      <a:pPr algn="ctr"/>
                      <a:r>
                        <a:rPr lang="en-US" sz="800" b="1" u="none" strike="noStrike" cap="none" dirty="0">
                          <a:solidFill>
                            <a:srgbClr val="0070C0"/>
                          </a:solidFill>
                        </a:rPr>
                        <a:t>RDR Vector</a:t>
                      </a:r>
                    </a:p>
                    <a:p>
                      <a:pPr algn="ctr"/>
                      <a:r>
                        <a:rPr lang="en-US" altLang="ko-Kore-KR" sz="800" b="0" u="none" strike="noStrike" cap="none" dirty="0">
                          <a:solidFill>
                            <a:schemeClr val="bg1"/>
                          </a:solidFill>
                        </a:rPr>
                        <a:t>(VISAM </a:t>
                      </a:r>
                      <a:r>
                        <a:rPr lang="en-US" altLang="ko-Kore-KR" sz="800" b="0" u="none" strike="noStrike" cap="none" dirty="0" err="1">
                          <a:solidFill>
                            <a:schemeClr val="bg1"/>
                          </a:solidFill>
                        </a:rPr>
                        <a:t>xxA</a:t>
                      </a:r>
                      <a:r>
                        <a:rPr lang="en-US" altLang="ko-Kore-KR" sz="800" b="0" u="none" strike="noStrike" cap="none" dirty="0">
                          <a:solidFill>
                            <a:schemeClr val="bg1"/>
                          </a:solidFill>
                        </a:rPr>
                        <a:t>/C)</a:t>
                      </a:r>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C00000"/>
                          </a:solidFill>
                        </a:rPr>
                        <a:t>SEL</a:t>
                      </a:r>
                      <a:r>
                        <a:rPr lang="en-US" sz="800" b="1" u="none" strike="noStrike" cap="none" dirty="0"/>
                        <a:t> HD 214 </a:t>
                      </a:r>
                      <a:r>
                        <a:rPr lang="en-US" sz="800" b="1" u="none" strike="noStrike" cap="none" dirty="0">
                          <a:solidFill>
                            <a:srgbClr val="0070C0"/>
                          </a:solidFill>
                        </a:rPr>
                        <a:t>ATC </a:t>
                      </a:r>
                      <a:r>
                        <a:rPr lang="en-US" altLang="ko-Kore-KR" sz="800" b="1" u="none" strike="noStrike" cap="none" dirty="0">
                          <a:solidFill>
                            <a:srgbClr val="F28943"/>
                          </a:solidFill>
                        </a:rPr>
                        <a:t>TA 6000</a:t>
                      </a:r>
                      <a:endParaRPr lang="en-US" altLang="ko-Kore-KR" sz="800" b="1" u="none" strike="noStrike" cap="none" dirty="0">
                        <a:solidFill>
                          <a:srgbClr val="AA47F5"/>
                        </a:solidFill>
                      </a:endParaRPr>
                    </a:p>
                    <a:p>
                      <a:pPr marL="0" marR="0" lvl="0" indent="0" algn="ctr" rtl="0">
                        <a:spcBef>
                          <a:spcPts val="0"/>
                        </a:spcBef>
                        <a:spcAft>
                          <a:spcPts val="0"/>
                        </a:spcAft>
                        <a:buNone/>
                      </a:pPr>
                      <a:r>
                        <a:rPr lang="en-US" altLang="ko-Kore-KR" sz="800" b="0" u="none" strike="noStrike" cap="none" dirty="0">
                          <a:solidFill>
                            <a:srgbClr val="C00000"/>
                          </a:solidFill>
                        </a:rPr>
                        <a:t>SID GNSS Required</a:t>
                      </a:r>
                      <a:endParaRPr lang="ko-Kore-KR" altLang="en-US" b="0" dirty="0">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1"/>
                  </a:ext>
                </a:extLst>
              </a:tr>
              <a:tr h="347687">
                <a:tc>
                  <a:txBody>
                    <a:bodyPr/>
                    <a:lstStyle/>
                    <a:p>
                      <a:pPr algn="ctr"/>
                      <a:r>
                        <a:rPr lang="en-US" altLang="ko-KR" sz="800" b="1" u="none" strike="noStrike" cap="none" dirty="0">
                          <a:solidFill>
                            <a:srgbClr val="C00000"/>
                          </a:solidFill>
                        </a:rPr>
                        <a:t>SEL</a:t>
                      </a:r>
                    </a:p>
                    <a:p>
                      <a:pPr algn="ctr"/>
                      <a:r>
                        <a:rPr lang="en-US" altLang="ko-KR" sz="800" b="1" u="none" strike="noStrike" cap="none" dirty="0"/>
                        <a:t>RW03</a:t>
                      </a:r>
                      <a:endParaRPr lang="ko-Kore-KR" altLang="en-US" dirty="0"/>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Calibri"/>
                          <a:cs typeface="Calibri"/>
                        </a:rPr>
                        <a:t>RDR Vector</a:t>
                      </a:r>
                    </a:p>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(BAGOO </a:t>
                      </a:r>
                      <a:r>
                        <a:rPr kumimoji="0" lang="en-US" altLang="ko-Kore-KR" sz="800" b="0" i="0" u="none" strike="noStrike" kern="1200" cap="none" spc="0" normalizeH="0" baseline="0" noProof="0" dirty="0" err="1">
                          <a:ln>
                            <a:noFill/>
                          </a:ln>
                          <a:solidFill>
                            <a:prstClr val="black"/>
                          </a:solidFill>
                          <a:effectLst/>
                          <a:uLnTx/>
                          <a:uFillTx/>
                          <a:latin typeface="Calibri"/>
                          <a:cs typeface="Calibri"/>
                        </a:rPr>
                        <a:t>xxA</a:t>
                      </a:r>
                      <a:r>
                        <a:rPr kumimoji="0" lang="en-US" altLang="ko-Kore-KR" sz="800" b="0" i="0" u="none" strike="noStrike" kern="1200" cap="none" spc="0" normalizeH="0" baseline="0" noProof="0" dirty="0">
                          <a:ln>
                            <a:noFill/>
                          </a:ln>
                          <a:solidFill>
                            <a:prstClr val="black"/>
                          </a:solidFill>
                          <a:effectLst/>
                          <a:uLnTx/>
                          <a:uFillTx/>
                          <a:latin typeface="Calibri"/>
                          <a:cs typeface="Calibri"/>
                        </a:rPr>
                        <a:t>)</a:t>
                      </a:r>
                      <a:endParaRPr kumimoji="0" lang="ko-Kore-KR" altLang="en-US" sz="458"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tc>
                <a:tc gridSpan="2">
                  <a:txBody>
                    <a:bodyPr/>
                    <a:lstStyle/>
                    <a:p>
                      <a:pPr algn="ctr"/>
                      <a:r>
                        <a:rPr lang="en-US" sz="800" b="1" u="none" strike="noStrike" cap="none" dirty="0">
                          <a:solidFill>
                            <a:srgbClr val="C00000"/>
                          </a:solidFill>
                        </a:rPr>
                        <a:t>SEL</a:t>
                      </a:r>
                      <a:r>
                        <a:rPr lang="en-US" sz="800" b="1" u="none" strike="noStrike" cap="none" dirty="0"/>
                        <a:t> HD 034 </a:t>
                      </a:r>
                      <a:r>
                        <a:rPr lang="en-US" sz="800" b="1" u="none" strike="noStrike" cap="none" dirty="0">
                          <a:solidFill>
                            <a:srgbClr val="0070C0"/>
                          </a:solidFill>
                        </a:rPr>
                        <a:t>ATC </a:t>
                      </a:r>
                      <a:r>
                        <a:rPr lang="en-US" altLang="ko-Kore-KR" sz="800" b="1" u="none" strike="noStrike" cap="none" dirty="0">
                          <a:solidFill>
                            <a:srgbClr val="F28943"/>
                          </a:solidFill>
                        </a:rPr>
                        <a:t>TA 6000</a:t>
                      </a:r>
                      <a:endParaRPr lang="en-US" altLang="ko-Kore-KR" sz="800" b="1" u="none" strike="noStrike" cap="none" dirty="0">
                        <a:solidFill>
                          <a:srgbClr val="AA47F5"/>
                        </a:solidFill>
                      </a:endParaRPr>
                    </a:p>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srgbClr val="C00000"/>
                          </a:solidFill>
                          <a:effectLst/>
                          <a:uLnTx/>
                          <a:uFillTx/>
                          <a:latin typeface="Calibri"/>
                          <a:cs typeface="Calibri"/>
                        </a:rPr>
                        <a:t>SID GNSS Required</a:t>
                      </a:r>
                      <a:endParaRPr kumimoji="0" lang="ko-Kore-KR" altLang="en-US" sz="458" b="0" i="0" u="none" strike="noStrike" kern="1200" cap="none" spc="0" normalizeH="0" baseline="0" noProof="0" dirty="0">
                        <a:ln>
                          <a:noFill/>
                        </a:ln>
                        <a:solidFill>
                          <a:srgbClr val="C00000"/>
                        </a:solidFill>
                        <a:effectLst/>
                        <a:uLnTx/>
                        <a:uFillTx/>
                        <a:latin typeface="Calibri"/>
                        <a:cs typeface="Calibri"/>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4228625192"/>
                  </a:ext>
                </a:extLst>
              </a:tr>
              <a:tr h="213474">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no VOR, BGO</a:t>
                      </a:r>
                      <a:r>
                        <a:rPr lang="en-US" sz="700" b="1" u="none" strike="noStrike" cap="none" dirty="0">
                          <a:solidFill>
                            <a:srgbClr val="0070C0"/>
                          </a:solidFill>
                        </a:rPr>
                        <a:t>(BAGOO), </a:t>
                      </a:r>
                      <a:r>
                        <a:rPr lang="en-US" sz="800" b="1" u="none" strike="noStrike" cap="none" dirty="0">
                          <a:solidFill>
                            <a:srgbClr val="0070C0"/>
                          </a:solidFill>
                        </a:rPr>
                        <a:t>HGU</a:t>
                      </a:r>
                      <a:r>
                        <a:rPr lang="en-US" sz="700" b="1" u="none" strike="noStrike" cap="none" dirty="0">
                          <a:solidFill>
                            <a:srgbClr val="0070C0"/>
                          </a:solidFill>
                        </a:rPr>
                        <a:t>(HLEGU)</a:t>
                      </a:r>
                      <a:endParaRPr lang="en-US" sz="800" b="1" u="none" strike="noStrike" cap="none"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21 IYGN 109.9</a:t>
                      </a:r>
                    </a:p>
                  </a:txBody>
                  <a:tcPr marL="36000" marR="36000" marT="36000" marB="36000" anchor="ctr"/>
                </a:tc>
                <a:extLst>
                  <a:ext uri="{0D108BD9-81ED-4DB2-BD59-A6C34878D82A}">
                    <a16:rowId xmlns:a16="http://schemas.microsoft.com/office/drawing/2014/main" val="10003"/>
                  </a:ext>
                </a:extLst>
              </a:tr>
              <a:tr h="481901">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RWY 03 Taxi Upslope(more PWR), </a:t>
                      </a:r>
                    </a:p>
                    <a:p>
                      <a:pPr marL="0" marR="0" lvl="0" indent="0" algn="ctr" rtl="0">
                        <a:lnSpc>
                          <a:spcPct val="100000"/>
                        </a:lnSpc>
                        <a:spcBef>
                          <a:spcPts val="0"/>
                        </a:spcBef>
                        <a:spcAft>
                          <a:spcPts val="0"/>
                        </a:spcAft>
                        <a:buClr>
                          <a:schemeClr val="dk1"/>
                        </a:buClr>
                        <a:buSzPts val="800"/>
                        <a:buFont typeface="Calibri"/>
                        <a:buNone/>
                      </a:pPr>
                      <a:r>
                        <a:rPr lang="en-US" altLang="ko-KR" sz="800" b="1" dirty="0">
                          <a:solidFill>
                            <a:srgbClr val="C00000"/>
                          </a:solidFill>
                        </a:rPr>
                        <a:t>Caution </a:t>
                      </a:r>
                      <a:r>
                        <a:rPr lang="en-US" altLang="ko-KR" sz="800" b="1" dirty="0" err="1">
                          <a:solidFill>
                            <a:srgbClr val="C00000"/>
                          </a:solidFill>
                        </a:rPr>
                        <a:t>WingTip</a:t>
                      </a:r>
                      <a:r>
                        <a:rPr lang="en-US" altLang="ko-KR" sz="800" b="1" dirty="0">
                          <a:solidFill>
                            <a:srgbClr val="C00000"/>
                          </a:solidFill>
                        </a:rPr>
                        <a:t> (Watch out Safety Line)</a:t>
                      </a:r>
                      <a:endParaRPr lang="en-US" altLang="ko-Kore-KR" sz="800" dirty="0">
                        <a:solidFill>
                          <a:schemeClr val="bg1"/>
                        </a:solidFill>
                      </a:endParaRPr>
                    </a:p>
                    <a:p>
                      <a:pPr marL="0" marR="0" lvl="0" indent="0" algn="ctr" rtl="0">
                        <a:lnSpc>
                          <a:spcPct val="100000"/>
                        </a:lnSpc>
                        <a:spcBef>
                          <a:spcPts val="0"/>
                        </a:spcBef>
                        <a:spcAft>
                          <a:spcPts val="0"/>
                        </a:spcAft>
                        <a:buClr>
                          <a:schemeClr val="dk1"/>
                        </a:buClr>
                        <a:buSzPts val="800"/>
                        <a:buFont typeface="Calibri"/>
                        <a:buNone/>
                      </a:pPr>
                      <a:r>
                        <a:rPr lang="en-US" altLang="ko-Kore-KR" sz="800" b="1" dirty="0">
                          <a:solidFill>
                            <a:srgbClr val="0070C0"/>
                          </a:solidFill>
                        </a:rPr>
                        <a:t>Ramp Area Dark(Consider LD L/T) </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D8C12F45-53F3-E393-0649-521D53C78F79}"/>
              </a:ext>
            </a:extLst>
          </p:cNvPr>
          <p:cNvGraphicFramePr/>
          <p:nvPr>
            <p:extLst>
              <p:ext uri="{D42A27DB-BD31-4B8C-83A1-F6EECF244321}">
                <p14:modId xmlns:p14="http://schemas.microsoft.com/office/powerpoint/2010/main" val="2647249102"/>
              </p:ext>
            </p:extLst>
          </p:nvPr>
        </p:nvGraphicFramePr>
        <p:xfrm>
          <a:off x="-2501" y="16504"/>
          <a:ext cx="2328850" cy="55937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VYYY(RGN)110ft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solidFill>
                            <a:schemeClr val="bg1"/>
                          </a:solidFill>
                        </a:rPr>
                        <a:t>Oscar Papa 131.8</a:t>
                      </a:r>
                      <a:endParaRPr sz="1200" dirty="0">
                        <a:solidFill>
                          <a:schemeClr val="bg1"/>
                        </a:solidFill>
                      </a:endParaRPr>
                    </a:p>
                    <a:p>
                      <a:pPr marL="0" marR="0" lvl="0" indent="0" algn="ctr" rtl="0">
                        <a:spcBef>
                          <a:spcPts val="0"/>
                        </a:spcBef>
                        <a:spcAft>
                          <a:spcPts val="0"/>
                        </a:spcAft>
                        <a:buNone/>
                      </a:pPr>
                      <a:r>
                        <a:rPr lang="en-US" altLang="ko-KR" sz="700" dirty="0">
                          <a:solidFill>
                            <a:srgbClr val="FF0000"/>
                          </a:solidFill>
                        </a:rPr>
                        <a:t>-15 Min</a:t>
                      </a:r>
                      <a:r>
                        <a:rPr lang="ko-KR" altLang="en-US" sz="700" dirty="0">
                          <a:solidFill>
                            <a:srgbClr val="FF0000"/>
                          </a:solidFill>
                        </a:rPr>
                        <a:t> </a:t>
                      </a:r>
                      <a:r>
                        <a:rPr lang="en-US" altLang="ko-KR" sz="700" dirty="0">
                          <a:solidFill>
                            <a:srgbClr val="FF0000"/>
                          </a:solidFill>
                        </a:rPr>
                        <a:t>GND By Voice</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8" name="TextBox 7">
            <a:extLst>
              <a:ext uri="{FF2B5EF4-FFF2-40B4-BE49-F238E27FC236}">
                <a16:creationId xmlns:a16="http://schemas.microsoft.com/office/drawing/2014/main" id="{83AD77D5-35D2-9EB9-E2A4-C339DCA4A4BE}"/>
              </a:ext>
            </a:extLst>
          </p:cNvPr>
          <p:cNvSpPr txBox="1"/>
          <p:nvPr/>
        </p:nvSpPr>
        <p:spPr>
          <a:xfrm>
            <a:off x="28030" y="2533660"/>
            <a:ext cx="1675459" cy="532316"/>
          </a:xfrm>
          <a:prstGeom prst="rect">
            <a:avLst/>
          </a:prstGeom>
          <a:noFill/>
        </p:spPr>
        <p:txBody>
          <a:bodyPr wrap="none" tIns="36000" bIns="36000" rtlCol="0" anchor="ctr">
            <a:spAutoFit/>
          </a:bodyPr>
          <a:lstStyle/>
          <a:p>
            <a:pPr>
              <a:lnSpc>
                <a:spcPct val="150000"/>
              </a:lnSpc>
            </a:pPr>
            <a:r>
              <a:rPr kumimoji="1" lang="en-US" altLang="ko-Kore-KR" sz="700" b="1" dirty="0">
                <a:latin typeface="Gulim" panose="020B0600000101010101" pitchFamily="34" charset="-127"/>
                <a:ea typeface="Gulim" panose="020B0600000101010101" pitchFamily="34" charset="-127"/>
              </a:rPr>
              <a:t>RGN RDR 128.75</a:t>
            </a:r>
          </a:p>
          <a:p>
            <a:pPr>
              <a:lnSpc>
                <a:spcPct val="150000"/>
              </a:lnSpc>
            </a:pPr>
            <a:r>
              <a:rPr kumimoji="1" lang="en-US" altLang="ko-Kore-KR" sz="700" b="1" dirty="0">
                <a:latin typeface="Gulim" panose="020B0600000101010101" pitchFamily="34" charset="-127"/>
                <a:ea typeface="Gulim" panose="020B0600000101010101" pitchFamily="34" charset="-127"/>
              </a:rPr>
              <a:t>- After BOMAS GPS Back to NOR </a:t>
            </a:r>
          </a:p>
          <a:p>
            <a:pPr>
              <a:lnSpc>
                <a:spcPct val="150000"/>
              </a:lnSpc>
            </a:pPr>
            <a:r>
              <a:rPr kumimoji="1" lang="en-US" altLang="ko-Kore-KR" sz="700" b="1" dirty="0">
                <a:latin typeface="Gulim" panose="020B0600000101010101" pitchFamily="34" charset="-127"/>
                <a:ea typeface="Gulim" panose="020B0600000101010101" pitchFamily="34" charset="-127"/>
              </a:rPr>
              <a:t>- Sometimes Spoofing</a:t>
            </a:r>
          </a:p>
        </p:txBody>
      </p:sp>
      <p:sp>
        <p:nvSpPr>
          <p:cNvPr id="2" name="직사각형 1">
            <a:hlinkClick r:id="" action="ppaction://hlinkshowjump?jump=firstslide"/>
            <a:extLst>
              <a:ext uri="{FF2B5EF4-FFF2-40B4-BE49-F238E27FC236}">
                <a16:creationId xmlns:a16="http://schemas.microsoft.com/office/drawing/2014/main" id="{A85032A2-5F95-62DB-1E35-BBCDDD9DE9E1}"/>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10" name="그래픽 9" descr="집 Wi-Fi에서 작업 단색으로 채워진">
            <a:hlinkClick r:id="" action="ppaction://hlinkshowjump?jump=firstslide"/>
            <a:extLst>
              <a:ext uri="{FF2B5EF4-FFF2-40B4-BE49-F238E27FC236}">
                <a16:creationId xmlns:a16="http://schemas.microsoft.com/office/drawing/2014/main" id="{A1057DBC-8B7B-E1A0-C969-57BB1B180B8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861660"/>
            <a:ext cx="457200" cy="457200"/>
          </a:xfrm>
          <a:prstGeom prst="rect">
            <a:avLst/>
          </a:prstGeom>
          <a:effectLst>
            <a:outerShdw blurRad="50800" dist="50800" dir="3660000" algn="ctr" rotWithShape="0">
              <a:schemeClr val="bg1">
                <a:alpha val="82714"/>
              </a:schemeClr>
            </a:outerShdw>
          </a:effectLst>
        </p:spPr>
      </p:pic>
      <p:graphicFrame>
        <p:nvGraphicFramePr>
          <p:cNvPr id="5" name="Google Shape;283;p17">
            <a:extLst>
              <a:ext uri="{FF2B5EF4-FFF2-40B4-BE49-F238E27FC236}">
                <a16:creationId xmlns:a16="http://schemas.microsoft.com/office/drawing/2014/main" id="{DDE77380-AACA-00B3-297B-012DFEB21BCE}"/>
              </a:ext>
            </a:extLst>
          </p:cNvPr>
          <p:cNvGraphicFramePr/>
          <p:nvPr>
            <p:extLst>
              <p:ext uri="{D42A27DB-BD31-4B8C-83A1-F6EECF244321}">
                <p14:modId xmlns:p14="http://schemas.microsoft.com/office/powerpoint/2010/main" val="3423549415"/>
              </p:ext>
            </p:extLst>
          </p:nvPr>
        </p:nvGraphicFramePr>
        <p:xfrm>
          <a:off x="11589" y="3297065"/>
          <a:ext cx="2314761" cy="225241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178498">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2227">
                <a:tc>
                  <a:txBody>
                    <a:bodyPr/>
                    <a:lstStyle/>
                    <a:p>
                      <a:pPr marL="0" marR="0" lvl="0" indent="0" algn="ctr" rtl="0">
                        <a:spcBef>
                          <a:spcPts val="0"/>
                        </a:spcBef>
                        <a:spcAft>
                          <a:spcPts val="0"/>
                        </a:spcAft>
                        <a:buNone/>
                      </a:pPr>
                      <a:r>
                        <a:rPr lang="en-US" sz="800" b="1" dirty="0"/>
                        <a:t>33</a:t>
                      </a:r>
                    </a:p>
                    <a:p>
                      <a:pPr marL="0" marR="0" lvl="0" indent="0" algn="ctr" rtl="0">
                        <a:spcBef>
                          <a:spcPts val="0"/>
                        </a:spcBef>
                        <a:spcAft>
                          <a:spcPts val="0"/>
                        </a:spcAft>
                        <a:buNone/>
                      </a:pPr>
                      <a:r>
                        <a:rPr lang="en-US" sz="800" b="1" dirty="0"/>
                        <a:t>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xY</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ENPIL</a:t>
                      </a:r>
                    </a:p>
                    <a:p>
                      <a:pPr marL="0" marR="0" lvl="0" indent="0" algn="ctr" rtl="0">
                        <a:spcBef>
                          <a:spcPts val="0"/>
                        </a:spcBef>
                        <a:spcAft>
                          <a:spcPts val="0"/>
                        </a:spcAft>
                        <a:buNone/>
                      </a:pPr>
                      <a:r>
                        <a:rPr lang="en-US" sz="800" b="1" dirty="0">
                          <a:solidFill>
                            <a:srgbClr val="FF0000"/>
                          </a:solidFill>
                        </a:rPr>
                        <a:t>PAMBI</a:t>
                      </a:r>
                      <a:endParaRPr sz="458" b="1"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OLMEN 180</a:t>
                      </a:r>
                    </a:p>
                    <a:p>
                      <a:pPr marL="0" marR="0" lvl="0" indent="0" algn="ctr" rtl="0">
                        <a:spcBef>
                          <a:spcPts val="0"/>
                        </a:spcBef>
                        <a:spcAft>
                          <a:spcPts val="0"/>
                        </a:spcAft>
                        <a:buNone/>
                      </a:pPr>
                      <a:r>
                        <a:rPr lang="en-US" sz="800" b="1" dirty="0"/>
                        <a:t>OLMEN 160</a:t>
                      </a:r>
                      <a:endParaRPr sz="458" b="1" dirty="0"/>
                    </a:p>
                  </a:txBody>
                  <a:tcPr marL="36000" marR="36000" marT="36000" marB="36000" anchor="ctr"/>
                </a:tc>
                <a:extLst>
                  <a:ext uri="{0D108BD9-81ED-4DB2-BD59-A6C34878D82A}">
                    <a16:rowId xmlns:a16="http://schemas.microsoft.com/office/drawing/2014/main" val="10001"/>
                  </a:ext>
                </a:extLst>
              </a:tr>
              <a:tr h="264221">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xC</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62227">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62227">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62227">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2227">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9541900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801CEB07-D6BC-AE38-8DE2-E8A762AE379E}"/>
            </a:ext>
          </a:extLst>
        </p:cNvPr>
        <p:cNvGrpSpPr/>
        <p:nvPr/>
      </p:nvGrpSpPr>
      <p:grpSpPr>
        <a:xfrm>
          <a:off x="0" y="0"/>
          <a:ext cx="0" cy="0"/>
          <a:chOff x="0" y="0"/>
          <a:chExt cx="0" cy="0"/>
        </a:xfrm>
      </p:grpSpPr>
      <p:graphicFrame>
        <p:nvGraphicFramePr>
          <p:cNvPr id="293" name="Google Shape;293;p18">
            <a:extLst>
              <a:ext uri="{FF2B5EF4-FFF2-40B4-BE49-F238E27FC236}">
                <a16:creationId xmlns:a16="http://schemas.microsoft.com/office/drawing/2014/main" id="{765B2828-0155-86C5-917D-DE4148564CD1}"/>
              </a:ext>
            </a:extLst>
          </p:cNvPr>
          <p:cNvGraphicFramePr/>
          <p:nvPr>
            <p:extLst>
              <p:ext uri="{D42A27DB-BD31-4B8C-83A1-F6EECF244321}">
                <p14:modId xmlns:p14="http://schemas.microsoft.com/office/powerpoint/2010/main" val="3225043378"/>
              </p:ext>
            </p:extLst>
          </p:nvPr>
        </p:nvGraphicFramePr>
        <p:xfrm>
          <a:off x="-2501" y="9879"/>
          <a:ext cx="2328850" cy="642303"/>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39280">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VVPQ(PQC)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403023">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 </a:t>
                      </a:r>
                      <a:r>
                        <a:rPr lang="en-US" sz="900" dirty="0">
                          <a:solidFill>
                            <a:srgbClr val="FF0000"/>
                          </a:solidFill>
                        </a:rPr>
                        <a:t>No ATIS</a:t>
                      </a:r>
                    </a:p>
                    <a:p>
                      <a:pPr marL="0" marR="0" lvl="0" indent="0" algn="ctr" rtl="0">
                        <a:spcBef>
                          <a:spcPts val="0"/>
                        </a:spcBef>
                        <a:spcAft>
                          <a:spcPts val="0"/>
                        </a:spcAft>
                        <a:buNone/>
                      </a:pPr>
                      <a:r>
                        <a:rPr lang="en-US" sz="900" b="1" dirty="0">
                          <a:solidFill>
                            <a:srgbClr val="7030A0"/>
                          </a:solidFill>
                        </a:rPr>
                        <a:t>Bay 7, 8, 11, 13A</a:t>
                      </a: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263A5061-2858-4C5A-0562-DDDC0ECA7F00}"/>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96BF8FBC-7C18-4902-30D3-5B04204F46AF}"/>
              </a:ext>
            </a:extLst>
          </p:cNvPr>
          <p:cNvGraphicFramePr/>
          <p:nvPr/>
        </p:nvGraphicFramePr>
        <p:xfrm>
          <a:off x="1" y="603441"/>
          <a:ext cx="2326348" cy="213049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21656">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34445">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10567">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10567">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10567">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8008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10567">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6" name="Google Shape;292;p18">
            <a:extLst>
              <a:ext uri="{FF2B5EF4-FFF2-40B4-BE49-F238E27FC236}">
                <a16:creationId xmlns:a16="http://schemas.microsoft.com/office/drawing/2014/main" id="{528EB11E-68BD-7631-DB63-FD4BA665A9B5}"/>
              </a:ext>
            </a:extLst>
          </p:cNvPr>
          <p:cNvGraphicFramePr/>
          <p:nvPr>
            <p:extLst>
              <p:ext uri="{D42A27DB-BD31-4B8C-83A1-F6EECF244321}">
                <p14:modId xmlns:p14="http://schemas.microsoft.com/office/powerpoint/2010/main" val="3985064560"/>
              </p:ext>
            </p:extLst>
          </p:nvPr>
        </p:nvGraphicFramePr>
        <p:xfrm>
          <a:off x="-17467" y="3635049"/>
          <a:ext cx="2365375" cy="1914490"/>
        </p:xfrm>
        <a:graphic>
          <a:graphicData uri="http://schemas.openxmlformats.org/drawingml/2006/table">
            <a:tbl>
              <a:tblPr firstRow="1" bandRow="1">
                <a:noFill/>
                <a:tableStyleId>{A521BE36-7E6F-4EC9-8D66-1CF97A6895EC}</a:tableStyleId>
              </a:tblPr>
              <a:tblGrid>
                <a:gridCol w="364547">
                  <a:extLst>
                    <a:ext uri="{9D8B030D-6E8A-4147-A177-3AD203B41FA5}">
                      <a16:colId xmlns:a16="http://schemas.microsoft.com/office/drawing/2014/main" val="20000"/>
                    </a:ext>
                  </a:extLst>
                </a:gridCol>
                <a:gridCol w="701639">
                  <a:extLst>
                    <a:ext uri="{9D8B030D-6E8A-4147-A177-3AD203B41FA5}">
                      <a16:colId xmlns:a16="http://schemas.microsoft.com/office/drawing/2014/main" val="20001"/>
                    </a:ext>
                  </a:extLst>
                </a:gridCol>
                <a:gridCol w="883403">
                  <a:extLst>
                    <a:ext uri="{9D8B030D-6E8A-4147-A177-3AD203B41FA5}">
                      <a16:colId xmlns:a16="http://schemas.microsoft.com/office/drawing/2014/main" val="689142997"/>
                    </a:ext>
                  </a:extLst>
                </a:gridCol>
                <a:gridCol w="415786">
                  <a:extLst>
                    <a:ext uri="{9D8B030D-6E8A-4147-A177-3AD203B41FA5}">
                      <a16:colId xmlns:a16="http://schemas.microsoft.com/office/drawing/2014/main" val="992510185"/>
                    </a:ext>
                  </a:extLst>
                </a:gridCol>
              </a:tblGrid>
              <a:tr h="120271">
                <a:tc gridSpan="4">
                  <a:txBody>
                    <a:bodyPr/>
                    <a:lstStyle/>
                    <a:p>
                      <a:pPr marL="0" marR="0" lvl="0" indent="0" algn="ctr" rtl="0">
                        <a:spcBef>
                          <a:spcPts val="0"/>
                        </a:spcBef>
                        <a:spcAft>
                          <a:spcPts val="0"/>
                        </a:spcAft>
                        <a:buNone/>
                      </a:pPr>
                      <a:r>
                        <a:rPr lang="en-US" sz="800" dirty="0"/>
                        <a:t>PQC </a:t>
                      </a:r>
                      <a:r>
                        <a:rPr lang="en-US" sz="800" dirty="0">
                          <a:solidFill>
                            <a:srgbClr val="00B0F0"/>
                          </a:solidFill>
                        </a:rPr>
                        <a:t>[096/276]</a:t>
                      </a:r>
                      <a:r>
                        <a:rPr lang="en-US" sz="800" dirty="0"/>
                        <a:t> : STAR TL100 UTC+7 </a:t>
                      </a:r>
                      <a:r>
                        <a:rPr lang="en-US" sz="800" dirty="0">
                          <a:solidFill>
                            <a:srgbClr val="FFC000"/>
                          </a:solidFill>
                        </a:rPr>
                        <a:t> (CPDLC : VVHM)</a:t>
                      </a:r>
                    </a:p>
                    <a:p>
                      <a:pPr marL="0" marR="0" lvl="0" indent="0" algn="ctr" rtl="0">
                        <a:spcBef>
                          <a:spcPts val="0"/>
                        </a:spcBef>
                        <a:spcAft>
                          <a:spcPts val="0"/>
                        </a:spcAft>
                        <a:buNone/>
                      </a:pPr>
                      <a:r>
                        <a:rPr lang="en-US" sz="800" b="1" dirty="0">
                          <a:solidFill>
                            <a:srgbClr val="FFC000"/>
                          </a:solidFill>
                        </a:rPr>
                        <a:t>STAR RWY </a:t>
                      </a:r>
                      <a:r>
                        <a:rPr lang="en-US" sz="800" b="1" dirty="0" err="1">
                          <a:solidFill>
                            <a:srgbClr val="FFC000"/>
                          </a:solidFill>
                        </a:rPr>
                        <a:t>Wx</a:t>
                      </a:r>
                      <a:r>
                        <a:rPr lang="en-US" sz="800" b="1" dirty="0">
                          <a:solidFill>
                            <a:srgbClr val="FFC000"/>
                          </a:solidFill>
                        </a:rPr>
                        <a:t> From PHN or HCM Control(120.9)</a:t>
                      </a:r>
                      <a:endParaRPr sz="800" b="1" dirty="0">
                        <a:solidFill>
                          <a:srgbClr val="FFC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0">
                <a:tc>
                  <a:txBody>
                    <a:bodyPr/>
                    <a:lstStyle/>
                    <a:p>
                      <a:pPr marL="0" marR="0" lvl="0" indent="0" algn="ctr" rtl="0">
                        <a:spcBef>
                          <a:spcPts val="0"/>
                        </a:spcBef>
                        <a:spcAft>
                          <a:spcPts val="0"/>
                        </a:spcAft>
                        <a:buNone/>
                      </a:pPr>
                      <a:r>
                        <a:rPr lang="en-US" sz="800" b="1" dirty="0"/>
                        <a:t>28</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OSOTA x</a:t>
                      </a:r>
                      <a:r>
                        <a:rPr lang="ko-KR" altLang="en-US" sz="800" b="1" dirty="0"/>
                        <a:t> </a:t>
                      </a:r>
                      <a:r>
                        <a:rPr lang="en-US" sz="800" b="1" dirty="0"/>
                        <a:t>E</a:t>
                      </a:r>
                    </a:p>
                    <a:p>
                      <a:pPr marL="0" marR="0" lvl="0" indent="0" algn="ctr" rtl="0">
                        <a:spcBef>
                          <a:spcPts val="0"/>
                        </a:spcBef>
                        <a:spcAft>
                          <a:spcPts val="0"/>
                        </a:spcAft>
                        <a:buNone/>
                      </a:pPr>
                      <a:r>
                        <a:rPr lang="en-US" sz="800" b="1" dirty="0"/>
                        <a:t>TRUMI x C</a:t>
                      </a:r>
                      <a:endParaRPr lang="en-US" sz="700" b="1" dirty="0"/>
                    </a:p>
                  </a:txBody>
                  <a:tcPr marL="36000" marR="36000" marT="36000" marB="36000" anchor="ctr"/>
                </a:tc>
                <a:tc>
                  <a:txBody>
                    <a:bodyPr/>
                    <a:lstStyle/>
                    <a:p>
                      <a:pPr marL="0" marR="0" lvl="0" indent="0" algn="ctr" rtl="0">
                        <a:spcBef>
                          <a:spcPts val="0"/>
                        </a:spcBef>
                        <a:spcAft>
                          <a:spcPts val="0"/>
                        </a:spcAft>
                        <a:buNone/>
                      </a:pPr>
                      <a:r>
                        <a:rPr lang="en-US" sz="800" b="1" dirty="0"/>
                        <a:t>PQ328</a:t>
                      </a:r>
                    </a:p>
                    <a:p>
                      <a:pPr marL="0" marR="0" lvl="0" indent="0" algn="ctr" rtl="0">
                        <a:spcBef>
                          <a:spcPts val="0"/>
                        </a:spcBef>
                        <a:spcAft>
                          <a:spcPts val="0"/>
                        </a:spcAft>
                        <a:buNone/>
                      </a:pPr>
                      <a:r>
                        <a:rPr lang="en-US" sz="800" b="1" dirty="0"/>
                        <a:t>TUNPO </a:t>
                      </a:r>
                      <a:r>
                        <a:rPr lang="en-US" sz="800" b="1" dirty="0" err="1"/>
                        <a:t>tx</a:t>
                      </a:r>
                      <a:r>
                        <a:rPr lang="en-US" sz="800" b="1" dirty="0"/>
                        <a:t>, PQ428</a:t>
                      </a:r>
                      <a:endParaRPr lang="en-US" sz="700" b="1" dirty="0"/>
                    </a:p>
                  </a:txBody>
                  <a:tcPr marL="36000" marR="36000" marT="36000" marB="36000" anchor="ctr"/>
                </a:tc>
                <a:tc>
                  <a:txBody>
                    <a:bodyPr/>
                    <a:lstStyle/>
                    <a:p>
                      <a:pPr marL="0" marR="0" lvl="0" indent="0" algn="ctr" rtl="0">
                        <a:spcBef>
                          <a:spcPts val="0"/>
                        </a:spcBef>
                        <a:spcAft>
                          <a:spcPts val="0"/>
                        </a:spcAft>
                        <a:buNone/>
                      </a:pPr>
                      <a:r>
                        <a:rPr lang="en-US" sz="800" b="1" dirty="0"/>
                        <a:t>ILS Z 28</a:t>
                      </a:r>
                      <a:endParaRPr lang="ko-Kore-KR" altLang="en-US" dirty="0"/>
                    </a:p>
                  </a:txBody>
                  <a:tcPr marL="36000" marR="36000" marT="36000" marB="36000" anchor="ctr"/>
                </a:tc>
                <a:extLst>
                  <a:ext uri="{0D108BD9-81ED-4DB2-BD59-A6C34878D82A}">
                    <a16:rowId xmlns:a16="http://schemas.microsoft.com/office/drawing/2014/main" val="10001"/>
                  </a:ext>
                </a:extLst>
              </a:tr>
              <a:tr h="0">
                <a:tc>
                  <a:txBody>
                    <a:bodyPr/>
                    <a:lstStyle/>
                    <a:p>
                      <a:pPr algn="ctr"/>
                      <a:r>
                        <a:rPr lang="en-US" sz="800" b="1" dirty="0"/>
                        <a:t>10</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t>OSOTA x F</a:t>
                      </a:r>
                    </a:p>
                    <a:p>
                      <a:pPr marL="0" marR="0" lvl="0" indent="0" algn="ctr" rtl="0">
                        <a:spcBef>
                          <a:spcPts val="0"/>
                        </a:spcBef>
                        <a:spcAft>
                          <a:spcPts val="0"/>
                        </a:spcAft>
                        <a:buNone/>
                      </a:pPr>
                      <a:r>
                        <a:rPr lang="en-US" sz="800" b="1" dirty="0"/>
                        <a:t>TRUMI x B</a:t>
                      </a:r>
                    </a:p>
                  </a:txBody>
                  <a:tcPr marL="36000" marR="36000" marT="36000" marB="36000" anchor="ctr"/>
                </a:tc>
                <a:tc>
                  <a:txBody>
                    <a:bodyPr/>
                    <a:lstStyle/>
                    <a:p>
                      <a:pPr marL="0" marR="0" lvl="0" indent="0" algn="ctr" rtl="0">
                        <a:spcBef>
                          <a:spcPts val="0"/>
                        </a:spcBef>
                        <a:spcAft>
                          <a:spcPts val="0"/>
                        </a:spcAft>
                        <a:buNone/>
                      </a:pPr>
                      <a:r>
                        <a:rPr lang="en-US" sz="800" b="1" dirty="0"/>
                        <a:t>PQ310</a:t>
                      </a:r>
                    </a:p>
                    <a:p>
                      <a:pPr marL="0" marR="0" lvl="0" indent="0" algn="ctr" rtl="0">
                        <a:spcBef>
                          <a:spcPts val="0"/>
                        </a:spcBef>
                        <a:spcAft>
                          <a:spcPts val="0"/>
                        </a:spcAft>
                        <a:buNone/>
                      </a:pPr>
                      <a:r>
                        <a:rPr lang="en-US" sz="800" b="1" dirty="0"/>
                        <a:t>TUNPO </a:t>
                      </a:r>
                      <a:r>
                        <a:rPr lang="en-US" sz="800" b="1" dirty="0" err="1"/>
                        <a:t>tx</a:t>
                      </a:r>
                      <a:r>
                        <a:rPr lang="en-US" sz="800" b="1" dirty="0"/>
                        <a:t>, PQ210</a:t>
                      </a:r>
                      <a:endParaRPr lang="en-US" sz="700" b="1" dirty="0"/>
                    </a:p>
                  </a:txBody>
                  <a:tcPr marL="36000" marR="36000" marT="36000" marB="36000" anchor="ctr"/>
                </a:tc>
                <a:tc>
                  <a:txBody>
                    <a:bodyPr/>
                    <a:lstStyle/>
                    <a:p>
                      <a:pPr algn="ctr"/>
                      <a:r>
                        <a:rPr lang="en-US" sz="800" b="1" dirty="0"/>
                        <a:t>ILS Z 10</a:t>
                      </a:r>
                      <a:endParaRPr lang="ko-Kore-KR" altLang="en-US" dirty="0"/>
                    </a:p>
                  </a:txBody>
                  <a:tcPr marL="36000" marR="36000" marT="36000" marB="36000" anchor="ctr"/>
                </a:tc>
                <a:extLst>
                  <a:ext uri="{0D108BD9-81ED-4DB2-BD59-A6C34878D82A}">
                    <a16:rowId xmlns:a16="http://schemas.microsoft.com/office/drawing/2014/main" val="4277695380"/>
                  </a:ext>
                </a:extLst>
              </a:tr>
              <a:tr h="137479">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R" sz="800" b="1" i="0" u="none" strike="noStrike" kern="1200" cap="none" spc="0" normalizeH="0" baseline="0" noProof="0" dirty="0">
                          <a:ln>
                            <a:noFill/>
                          </a:ln>
                          <a:solidFill>
                            <a:srgbClr val="0070C0"/>
                          </a:solidFill>
                          <a:effectLst/>
                          <a:uLnTx/>
                          <a:uFillTx/>
                          <a:latin typeface="Calibri"/>
                          <a:cs typeface="Calibri"/>
                        </a:rPr>
                        <a:t>PQU , </a:t>
                      </a:r>
                      <a:r>
                        <a:rPr kumimoji="0" lang="en-US" altLang="ko-KR" sz="800" b="1" i="0" u="none" strike="noStrike" kern="1200" cap="none" spc="0" normalizeH="0" baseline="0" noProof="0" dirty="0">
                          <a:ln>
                            <a:noFill/>
                          </a:ln>
                          <a:solidFill>
                            <a:srgbClr val="C00000"/>
                          </a:solidFill>
                          <a:effectLst/>
                          <a:uLnTx/>
                          <a:uFillTx/>
                          <a:latin typeface="Calibri"/>
                          <a:cs typeface="Calibri"/>
                        </a:rPr>
                        <a:t>28 IPH, 10 IPQ</a:t>
                      </a:r>
                      <a:endParaRPr kumimoji="0" lang="en-US" altLang="ko-Kore-KR" sz="800" b="1" i="0" u="none" strike="noStrike" kern="1200" cap="none" spc="0" normalizeH="0" baseline="0" noProof="0" dirty="0">
                        <a:ln>
                          <a:noFill/>
                        </a:ln>
                        <a:solidFill>
                          <a:srgbClr val="C00000"/>
                        </a:solidFill>
                        <a:effectLst/>
                        <a:uLnTx/>
                        <a:uFillTx/>
                        <a:latin typeface="Calibri"/>
                        <a:cs typeface="Calibri"/>
                      </a:endParaRPr>
                    </a:p>
                  </a:txBody>
                  <a:tcPr marL="36000" marR="3600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223913">
                <a:tc gridSpan="4">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sz="800" b="1" dirty="0">
                          <a:solidFill>
                            <a:schemeClr val="dk1"/>
                          </a:solidFill>
                        </a:rPr>
                        <a:t>  28 : S6(6758’), S8(9662’), 10</a:t>
                      </a:r>
                      <a:r>
                        <a:rPr lang="en-US" altLang="ko-Kore-KR" sz="800" b="1" dirty="0">
                          <a:solidFill>
                            <a:schemeClr val="dk1"/>
                          </a:solidFill>
                        </a:rPr>
                        <a:t> : S4(6761’), S2(9665’)</a:t>
                      </a:r>
                      <a:r>
                        <a:rPr lang="en-US" altLang="ko-Kore-KR" sz="800" b="1" dirty="0">
                          <a:solidFill>
                            <a:schemeClr val="bg1"/>
                          </a:solidFill>
                        </a:rPr>
                        <a:t>  </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altLang="ko-Kore-KR" sz="800" b="1" dirty="0">
                          <a:solidFill>
                            <a:schemeClr val="bg1"/>
                          </a:solidFill>
                        </a:rPr>
                        <a:t> </a:t>
                      </a:r>
                      <a:r>
                        <a:rPr lang="en-US" altLang="ko-Kore-KR" sz="800" b="1" dirty="0">
                          <a:solidFill>
                            <a:srgbClr val="0070C0"/>
                          </a:solidFill>
                        </a:rPr>
                        <a:t>RWY 28 PAPI R/H not Accurate</a:t>
                      </a:r>
                      <a:r>
                        <a:rPr lang="en-US" altLang="ko-Kore-KR" sz="800" b="1" dirty="0">
                          <a:solidFill>
                            <a:schemeClr val="bg1"/>
                          </a:solidFill>
                        </a:rPr>
                        <a:t>    </a:t>
                      </a:r>
                      <a:endParaRPr lang="en-US" altLang="ko-Kore-KR" sz="800" dirty="0">
                        <a:solidFill>
                          <a:schemeClr val="dk1"/>
                        </a:solidFil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137479">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F28943"/>
                          </a:solidFill>
                        </a:rPr>
                        <a:t>AFT LD CONF 1,</a:t>
                      </a:r>
                      <a:r>
                        <a:rPr lang="en-US" sz="800" dirty="0"/>
                        <a:t> Stand 13A only Widebody</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F28943"/>
                          </a:solidFill>
                        </a:rPr>
                        <a:t>(Caution Sudden STOPBAR L/T)</a:t>
                      </a:r>
                    </a:p>
                    <a:p>
                      <a:pPr marL="0" marR="0" lvl="0" indent="0" algn="ctr" rtl="0">
                        <a:lnSpc>
                          <a:spcPct val="100000"/>
                        </a:lnSpc>
                        <a:spcBef>
                          <a:spcPts val="0"/>
                        </a:spcBef>
                        <a:spcAft>
                          <a:spcPts val="0"/>
                        </a:spcAft>
                        <a:buClr>
                          <a:schemeClr val="dk1"/>
                        </a:buClr>
                        <a:buSzPts val="800"/>
                        <a:buFont typeface="Calibri"/>
                        <a:buNone/>
                      </a:pPr>
                      <a:r>
                        <a:rPr lang="en-US" sz="800" b="1" dirty="0" err="1">
                          <a:solidFill>
                            <a:srgbClr val="C00000"/>
                          </a:solidFill>
                        </a:rPr>
                        <a:t>Sensitie</a:t>
                      </a:r>
                      <a:r>
                        <a:rPr lang="en-US" sz="800" b="1" dirty="0">
                          <a:solidFill>
                            <a:srgbClr val="C00000"/>
                          </a:solidFill>
                        </a:rPr>
                        <a:t> VDGS</a:t>
                      </a:r>
                      <a:r>
                        <a:rPr lang="en-US" altLang="ko-KR" sz="800" b="1" dirty="0">
                          <a:solidFill>
                            <a:srgbClr val="C00000"/>
                          </a:solidFill>
                        </a:rPr>
                        <a:t>!!!</a:t>
                      </a:r>
                      <a:r>
                        <a:rPr lang="ko-KR" altLang="en-US" sz="800" b="1" dirty="0">
                          <a:solidFill>
                            <a:srgbClr val="C00000"/>
                          </a:solidFill>
                        </a:rPr>
                        <a:t> </a:t>
                      </a:r>
                      <a:r>
                        <a:rPr lang="en-US" altLang="ko-KR" sz="800" b="1" dirty="0">
                          <a:solidFill>
                            <a:srgbClr val="C00000"/>
                          </a:solidFill>
                        </a:rPr>
                        <a:t>(</a:t>
                      </a:r>
                      <a:r>
                        <a:rPr lang="en-US" sz="800" b="1" dirty="0">
                          <a:solidFill>
                            <a:srgbClr val="C00000"/>
                          </a:solidFill>
                        </a:rPr>
                        <a:t>0.5m</a:t>
                      </a:r>
                      <a:r>
                        <a:rPr lang="ko-KR" altLang="en-US" sz="800" b="1" dirty="0">
                          <a:solidFill>
                            <a:srgbClr val="C00000"/>
                          </a:solidFill>
                        </a:rPr>
                        <a:t>이내</a:t>
                      </a:r>
                      <a:r>
                        <a:rPr lang="en-US" altLang="ko-KR" sz="800" b="1" dirty="0">
                          <a:solidFill>
                            <a:srgbClr val="C00000"/>
                          </a:solidFill>
                        </a:rPr>
                        <a:t>,</a:t>
                      </a:r>
                      <a:r>
                        <a:rPr lang="ko-KR" altLang="en-US" sz="800" b="1" dirty="0">
                          <a:solidFill>
                            <a:srgbClr val="C00000"/>
                          </a:solidFill>
                        </a:rPr>
                        <a:t> </a:t>
                      </a:r>
                      <a:r>
                        <a:rPr lang="en-US" altLang="ko-KR" sz="800" b="1" dirty="0">
                          <a:solidFill>
                            <a:srgbClr val="C00000"/>
                          </a:solidFill>
                        </a:rPr>
                        <a:t>2m STOP</a:t>
                      </a:r>
                      <a:r>
                        <a:rPr lang="ko-KR" altLang="en-US" sz="800" b="1" dirty="0">
                          <a:solidFill>
                            <a:srgbClr val="C00000"/>
                          </a:solidFill>
                        </a:rPr>
                        <a:t>시 바로 정지</a:t>
                      </a:r>
                      <a:r>
                        <a:rPr lang="en-US" altLang="ko-KR" sz="800" b="1" dirty="0">
                          <a:solidFill>
                            <a:srgbClr val="C00000"/>
                          </a:solidFill>
                        </a:rPr>
                        <a:t>) </a:t>
                      </a:r>
                      <a:endParaRPr lang="en-US" sz="800" b="1" dirty="0">
                        <a:solidFill>
                          <a:srgbClr val="C00000"/>
                        </a:solidFill>
                      </a:endParaRPr>
                    </a:p>
                  </a:txBody>
                  <a:tcPr marL="36000" marR="36000" marT="36000" marB="36000" anchor="ctr"/>
                </a:tc>
                <a:tc hMerge="1">
                  <a:txBody>
                    <a:bodyPr/>
                    <a:lstStyle/>
                    <a:p>
                      <a:endParaRPr lang="ko-Kore-KR" dirty="0"/>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sp>
        <p:nvSpPr>
          <p:cNvPr id="7" name="TextBox 6">
            <a:extLst>
              <a:ext uri="{FF2B5EF4-FFF2-40B4-BE49-F238E27FC236}">
                <a16:creationId xmlns:a16="http://schemas.microsoft.com/office/drawing/2014/main" id="{6C6E904F-975A-57A1-EF73-C83BE1F308E2}"/>
              </a:ext>
            </a:extLst>
          </p:cNvPr>
          <p:cNvSpPr txBox="1"/>
          <p:nvPr/>
        </p:nvSpPr>
        <p:spPr>
          <a:xfrm>
            <a:off x="-57320" y="2803378"/>
            <a:ext cx="2438488" cy="693899"/>
          </a:xfrm>
          <a:prstGeom prst="rect">
            <a:avLst/>
          </a:prstGeom>
          <a:noFill/>
        </p:spPr>
        <p:txBody>
          <a:bodyPr wrap="none" tIns="36000" bIns="3600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FUK 127.5</a:t>
            </a:r>
            <a:r>
              <a:rPr kumimoji="1" lang="en-US" altLang="ko-Kore-KR" sz="700" b="1" u="sng" dirty="0">
                <a:solidFill>
                  <a:srgbClr val="C00000"/>
                </a:solidFill>
                <a:latin typeface="Gulim" panose="020B0600000101010101" pitchFamily="34" charset="-127"/>
                <a:ea typeface="Gulim" panose="020B0600000101010101" pitchFamily="34" charset="-127"/>
              </a:rPr>
              <a:t>(SENKA /20)</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TPE</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125.5 – 127.9 – 129.1</a:t>
            </a:r>
          </a:p>
          <a:p>
            <a:pPr>
              <a:lnSpc>
                <a:spcPct val="150000"/>
              </a:lnSpc>
            </a:pPr>
            <a:r>
              <a:rPr kumimoji="1" lang="en-US" altLang="ko-KR" sz="700" b="1" u="sng" dirty="0">
                <a:latin typeface="Gulim" panose="020B0600000101010101" pitchFamily="34" charset="-127"/>
                <a:ea typeface="Gulim" panose="020B0600000101010101" pitchFamily="34" charset="-127"/>
              </a:rPr>
              <a:t>MNL 119.3 - </a:t>
            </a:r>
            <a:r>
              <a:rPr kumimoji="1" lang="en-US" altLang="ko-Kore-KR" sz="700" b="1" u="sng" dirty="0">
                <a:latin typeface="Gulim" panose="020B0600000101010101" pitchFamily="34" charset="-127"/>
                <a:ea typeface="Gulim" panose="020B0600000101010101" pitchFamily="34" charset="-127"/>
              </a:rPr>
              <a:t>MNL RDO 8942(5655) – HCM 120.7</a:t>
            </a:r>
          </a:p>
          <a:p>
            <a:pPr>
              <a:lnSpc>
                <a:spcPct val="150000"/>
              </a:lnSpc>
            </a:pPr>
            <a:r>
              <a:rPr kumimoji="1" lang="en-US" altLang="ko-Kore-KR" sz="700" b="1" u="sng" dirty="0">
                <a:solidFill>
                  <a:srgbClr val="00B0F0"/>
                </a:solidFill>
                <a:latin typeface="Gulim" panose="020B0600000101010101" pitchFamily="34" charset="-127"/>
                <a:ea typeface="Gulim" panose="020B0600000101010101" pitchFamily="34" charset="-127"/>
              </a:rPr>
              <a:t>120.9(</a:t>
            </a:r>
            <a:r>
              <a:rPr kumimoji="1" lang="en-US" altLang="ko-Kore-KR" sz="700" b="1" u="sng" dirty="0" err="1">
                <a:solidFill>
                  <a:srgbClr val="00B0F0"/>
                </a:solidFill>
                <a:latin typeface="Gulim" panose="020B0600000101010101" pitchFamily="34" charset="-127"/>
                <a:ea typeface="Gulim" panose="020B0600000101010101" pitchFamily="34" charset="-127"/>
              </a:rPr>
              <a:t>STAR,RWY,Wx</a:t>
            </a:r>
            <a:r>
              <a:rPr kumimoji="1" lang="en-US" altLang="ko-Kore-KR" sz="700" b="1" u="sng" dirty="0">
                <a:solidFill>
                  <a:srgbClr val="00B0F0"/>
                </a:solidFill>
                <a:latin typeface="Gulim" panose="020B0600000101010101" pitchFamily="34" charset="-127"/>
                <a:ea typeface="Gulim" panose="020B0600000101010101" pitchFamily="34" charset="-127"/>
              </a:rPr>
              <a:t>)</a:t>
            </a:r>
            <a:r>
              <a:rPr kumimoji="1" lang="en-US" altLang="ko-Kore-KR" sz="700" b="1" u="sng" dirty="0">
                <a:latin typeface="Gulim" panose="020B0600000101010101" pitchFamily="34" charset="-127"/>
                <a:ea typeface="Gulim" panose="020B0600000101010101" pitchFamily="34" charset="-127"/>
              </a:rPr>
              <a:t> – </a:t>
            </a:r>
            <a:r>
              <a:rPr kumimoji="1" lang="en-US" altLang="ko-Kore-KR" sz="700" b="1" u="sng" dirty="0">
                <a:solidFill>
                  <a:srgbClr val="FF0000"/>
                </a:solidFill>
                <a:latin typeface="Gulim" panose="020B0600000101010101" pitchFamily="34" charset="-127"/>
                <a:ea typeface="Gulim" panose="020B0600000101010101" pitchFamily="34" charset="-127"/>
              </a:rPr>
              <a:t>No APP Freq</a:t>
            </a:r>
            <a:endParaRPr kumimoji="1" lang="en-US" altLang="ko-Kore-KR" sz="700" b="1" u="sng" dirty="0">
              <a:solidFill>
                <a:srgbClr val="00B0F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B0F0"/>
                </a:solidFill>
                <a:latin typeface="Gulim" panose="020B0600000101010101" pitchFamily="34" charset="-127"/>
                <a:ea typeface="Gulim" panose="020B0600000101010101" pitchFamily="34" charset="-127"/>
              </a:rPr>
              <a:t>At OSOTA PQC TWR 118.6</a:t>
            </a:r>
          </a:p>
        </p:txBody>
      </p:sp>
      <p:pic>
        <p:nvPicPr>
          <p:cNvPr id="8" name="그래픽 7" descr="집 Wi-Fi에서 작업 단색으로 채워진">
            <a:hlinkClick r:id="" action="ppaction://hlinkshowjump?jump=firstslide"/>
            <a:extLst>
              <a:ext uri="{FF2B5EF4-FFF2-40B4-BE49-F238E27FC236}">
                <a16:creationId xmlns:a16="http://schemas.microsoft.com/office/drawing/2014/main" id="{6A0891E6-F0B6-EAEA-FD83-9D4B2EBB3B8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90674"/>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15471247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11FBA564-C531-2A40-C8AF-C489334E1285}"/>
            </a:ext>
          </a:extLst>
        </p:cNvPr>
        <p:cNvGrpSpPr/>
        <p:nvPr/>
      </p:nvGrpSpPr>
      <p:grpSpPr>
        <a:xfrm>
          <a:off x="0" y="0"/>
          <a:ext cx="0" cy="0"/>
          <a:chOff x="0" y="0"/>
          <a:chExt cx="0" cy="0"/>
        </a:xfrm>
      </p:grpSpPr>
      <p:graphicFrame>
        <p:nvGraphicFramePr>
          <p:cNvPr id="6" name="Google Shape;119;p3">
            <a:extLst>
              <a:ext uri="{FF2B5EF4-FFF2-40B4-BE49-F238E27FC236}">
                <a16:creationId xmlns:a16="http://schemas.microsoft.com/office/drawing/2014/main" id="{21261D91-7E28-BDEC-9C61-F4DF4B745037}"/>
              </a:ext>
            </a:extLst>
          </p:cNvPr>
          <p:cNvGraphicFramePr/>
          <p:nvPr>
            <p:extLst>
              <p:ext uri="{D42A27DB-BD31-4B8C-83A1-F6EECF244321}">
                <p14:modId xmlns:p14="http://schemas.microsoft.com/office/powerpoint/2010/main" val="4051834820"/>
              </p:ext>
            </p:extLst>
          </p:nvPr>
        </p:nvGraphicFramePr>
        <p:xfrm>
          <a:off x="-2501" y="16504"/>
          <a:ext cx="2328850" cy="626496"/>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89826">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VVPQ(PQC)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36670">
                <a:tc>
                  <a:txBody>
                    <a:bodyPr/>
                    <a:lstStyle/>
                    <a:p>
                      <a:pPr marL="0" marR="0" lvl="0" indent="0" algn="ctr" rtl="0">
                        <a:spcBef>
                          <a:spcPts val="0"/>
                        </a:spcBef>
                        <a:spcAft>
                          <a:spcPts val="0"/>
                        </a:spcAft>
                        <a:buNone/>
                      </a:pPr>
                      <a:r>
                        <a:rPr lang="en-US" sz="900" dirty="0"/>
                        <a:t>None </a:t>
                      </a:r>
                      <a:r>
                        <a:rPr lang="en-US" sz="900" dirty="0">
                          <a:solidFill>
                            <a:srgbClr val="FF0000"/>
                          </a:solidFill>
                        </a:rPr>
                        <a:t>No ATIS</a:t>
                      </a:r>
                      <a:endParaRPr sz="1400" dirty="0">
                        <a:solidFill>
                          <a:srgbClr val="FF0000"/>
                        </a:solidFill>
                      </a:endParaRPr>
                    </a:p>
                    <a:p>
                      <a:pPr marL="0" marR="0" lvl="0" indent="0" algn="ctr" rtl="0">
                        <a:spcBef>
                          <a:spcPts val="0"/>
                        </a:spcBef>
                        <a:spcAft>
                          <a:spcPts val="0"/>
                        </a:spcAft>
                        <a:buNone/>
                      </a:pPr>
                      <a:r>
                        <a:rPr lang="en-US" altLang="ko-KR" sz="700" dirty="0">
                          <a:solidFill>
                            <a:srgbClr val="FF0000"/>
                          </a:solidFill>
                        </a:rPr>
                        <a:t>GND 121.92 By Voice</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C5284C3E-8BEF-37D4-303F-71D99571E17B}"/>
              </a:ext>
            </a:extLst>
          </p:cNvPr>
          <p:cNvSpPr/>
          <p:nvPr/>
        </p:nvSpPr>
        <p:spPr>
          <a:xfrm>
            <a:off x="863730" y="2666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117;p3">
            <a:extLst>
              <a:ext uri="{FF2B5EF4-FFF2-40B4-BE49-F238E27FC236}">
                <a16:creationId xmlns:a16="http://schemas.microsoft.com/office/drawing/2014/main" id="{000E7AE2-F15F-A142-1B8E-B160A013438D}"/>
              </a:ext>
            </a:extLst>
          </p:cNvPr>
          <p:cNvGraphicFramePr/>
          <p:nvPr>
            <p:extLst>
              <p:ext uri="{D42A27DB-BD31-4B8C-83A1-F6EECF244321}">
                <p14:modId xmlns:p14="http://schemas.microsoft.com/office/powerpoint/2010/main" val="2095875310"/>
              </p:ext>
            </p:extLst>
          </p:nvPr>
        </p:nvGraphicFramePr>
        <p:xfrm>
          <a:off x="-15808" y="659525"/>
          <a:ext cx="2349161" cy="1232890"/>
        </p:xfrm>
        <a:graphic>
          <a:graphicData uri="http://schemas.openxmlformats.org/drawingml/2006/table">
            <a:tbl>
              <a:tblPr firstRow="1" bandRow="1">
                <a:noFill/>
                <a:tableStyleId>{A521BE36-7E6F-4EC9-8D66-1CF97A6895EC}</a:tableStyleId>
              </a:tblPr>
              <a:tblGrid>
                <a:gridCol w="341490">
                  <a:extLst>
                    <a:ext uri="{9D8B030D-6E8A-4147-A177-3AD203B41FA5}">
                      <a16:colId xmlns:a16="http://schemas.microsoft.com/office/drawing/2014/main" val="20000"/>
                    </a:ext>
                  </a:extLst>
                </a:gridCol>
                <a:gridCol w="441564">
                  <a:extLst>
                    <a:ext uri="{9D8B030D-6E8A-4147-A177-3AD203B41FA5}">
                      <a16:colId xmlns:a16="http://schemas.microsoft.com/office/drawing/2014/main" val="20002"/>
                    </a:ext>
                  </a:extLst>
                </a:gridCol>
                <a:gridCol w="251832">
                  <a:extLst>
                    <a:ext uri="{9D8B030D-6E8A-4147-A177-3AD203B41FA5}">
                      <a16:colId xmlns:a16="http://schemas.microsoft.com/office/drawing/2014/main" val="3172768267"/>
                    </a:ext>
                  </a:extLst>
                </a:gridCol>
                <a:gridCol w="531221">
                  <a:extLst>
                    <a:ext uri="{9D8B030D-6E8A-4147-A177-3AD203B41FA5}">
                      <a16:colId xmlns:a16="http://schemas.microsoft.com/office/drawing/2014/main" val="20004"/>
                    </a:ext>
                  </a:extLst>
                </a:gridCol>
                <a:gridCol w="783054">
                  <a:extLst>
                    <a:ext uri="{9D8B030D-6E8A-4147-A177-3AD203B41FA5}">
                      <a16:colId xmlns:a16="http://schemas.microsoft.com/office/drawing/2014/main" val="2219221630"/>
                    </a:ext>
                  </a:extLst>
                </a:gridCol>
              </a:tblGrid>
              <a:tr h="0">
                <a:tc gridSpan="5">
                  <a:txBody>
                    <a:bodyPr/>
                    <a:lstStyle/>
                    <a:p>
                      <a:pPr marL="0" marR="0" lvl="0" indent="0" algn="ctr" rtl="0">
                        <a:spcBef>
                          <a:spcPts val="0"/>
                        </a:spcBef>
                        <a:spcAft>
                          <a:spcPts val="0"/>
                        </a:spcAft>
                        <a:buNone/>
                      </a:pPr>
                      <a:r>
                        <a:rPr lang="en-US" sz="800" u="none" strike="noStrike" cap="none" dirty="0"/>
                        <a:t>PQC : RNP SID (NADP 1) TA 9000’</a:t>
                      </a:r>
                    </a:p>
                    <a:p>
                      <a:pPr marL="0" marR="0" lvl="0" indent="0" algn="ctr" rtl="0">
                        <a:spcBef>
                          <a:spcPts val="0"/>
                        </a:spcBef>
                        <a:spcAft>
                          <a:spcPts val="0"/>
                        </a:spcAft>
                        <a:buNone/>
                      </a:pPr>
                      <a:r>
                        <a:rPr lang="en-US" sz="800" u="none" strike="noStrike" cap="none" dirty="0">
                          <a:solidFill>
                            <a:srgbClr val="FFC000"/>
                          </a:solidFill>
                        </a:rPr>
                        <a:t>Request RWY due to Performance, </a:t>
                      </a:r>
                      <a:r>
                        <a:rPr lang="en-US" sz="800" u="none" strike="noStrike" cap="none" dirty="0">
                          <a:solidFill>
                            <a:srgbClr val="C00000"/>
                          </a:solidFill>
                        </a:rPr>
                        <a:t>Sudden M2000ft</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28</a:t>
                      </a:r>
                      <a:endParaRPr lang="en-US" sz="800" b="0" u="none" strike="noStrike" cap="none" dirty="0"/>
                    </a:p>
                  </a:txBody>
                  <a:tcPr marL="36000" marR="36000" marT="36000" marB="36000" anchor="ctr"/>
                </a:tc>
                <a:tc gridSpan="2">
                  <a:txBody>
                    <a:bodyPr/>
                    <a:lstStyle/>
                    <a:p>
                      <a:pPr algn="ctr"/>
                      <a:r>
                        <a:rPr lang="en-US" sz="800" b="1" u="none" strike="noStrike" cap="none" dirty="0">
                          <a:solidFill>
                            <a:srgbClr val="0070C0"/>
                          </a:solidFill>
                        </a:rPr>
                        <a:t>OSOTA </a:t>
                      </a:r>
                      <a:r>
                        <a:rPr lang="en-US" sz="800" b="1" u="none" strike="noStrike" cap="none" dirty="0" err="1">
                          <a:solidFill>
                            <a:srgbClr val="0070C0"/>
                          </a:solidFill>
                        </a:rPr>
                        <a:t>xxC</a:t>
                      </a:r>
                      <a:endParaRPr lang="ko-Kore-KR" dirty="0"/>
                    </a:p>
                  </a:txBody>
                  <a:tcPr marL="36000" marR="36000" marT="36000" marB="36000" anchor="ct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t>HD 276 </a:t>
                      </a:r>
                      <a:r>
                        <a:rPr lang="en-US" sz="800" b="1" u="none" strike="noStrike" cap="none" dirty="0">
                          <a:solidFill>
                            <a:srgbClr val="0070C0"/>
                          </a:solidFill>
                        </a:rPr>
                        <a:t>ALT 6000</a:t>
                      </a:r>
                    </a:p>
                    <a:p>
                      <a:pPr algn="ctr"/>
                      <a:r>
                        <a:rPr lang="en-US" altLang="ko-Kore-KR" sz="800" b="1" u="none" strike="noStrike" cap="none" dirty="0">
                          <a:solidFill>
                            <a:srgbClr val="7030A0"/>
                          </a:solidFill>
                        </a:rPr>
                        <a:t>SPD 250 </a:t>
                      </a:r>
                      <a:r>
                        <a:rPr lang="en-US" altLang="ko-Kore-KR" sz="800" b="1" u="none" strike="noStrike" cap="none" dirty="0">
                          <a:solidFill>
                            <a:srgbClr val="F28943"/>
                          </a:solidFill>
                        </a:rPr>
                        <a:t>TA 9000</a:t>
                      </a:r>
                      <a:endParaRPr lang="ko-Kore-KR" altLang="en-US" dirty="0">
                        <a:solidFill>
                          <a:srgbClr val="F28943"/>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10</a:t>
                      </a:r>
                      <a:endParaRPr sz="800" b="0" u="none" strike="noStrike" cap="none" dirty="0"/>
                    </a:p>
                  </a:txBody>
                  <a:tcPr marL="36000" marR="36000" marT="36000" marB="36000" anchor="ctr"/>
                </a:tc>
                <a:tc gridSpan="2">
                  <a:txBody>
                    <a:bodyPr/>
                    <a:lstStyle/>
                    <a:p>
                      <a:pPr algn="ctr"/>
                      <a:r>
                        <a:rPr lang="en-US" altLang="ko-Kore-KR" sz="800" b="1" u="none" strike="noStrike" cap="none" dirty="0">
                          <a:solidFill>
                            <a:srgbClr val="0070C0"/>
                          </a:solidFill>
                        </a:rPr>
                        <a:t>OSOTA </a:t>
                      </a:r>
                      <a:r>
                        <a:rPr lang="en-US" altLang="ko-Kore-KR" sz="800" b="1" u="none" strike="noStrike" cap="none" dirty="0" err="1">
                          <a:solidFill>
                            <a:srgbClr val="0070C0"/>
                          </a:solidFill>
                        </a:rPr>
                        <a:t>xxD</a:t>
                      </a:r>
                      <a:endParaRPr lang="ko-Kore-KR" dirty="0"/>
                    </a:p>
                  </a:txBody>
                  <a:tcPr marL="36000" marR="36000" marT="36000" marB="36000" anchor="ct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t>HD 096 </a:t>
                      </a:r>
                      <a:r>
                        <a:rPr lang="en-US" sz="800" b="1" u="none" strike="noStrike" cap="none" dirty="0">
                          <a:solidFill>
                            <a:srgbClr val="0070C0"/>
                          </a:solidFill>
                        </a:rPr>
                        <a:t>ALT ATC </a:t>
                      </a:r>
                      <a:r>
                        <a:rPr lang="en-US" sz="800" b="1" u="none" strike="noStrike" cap="none" dirty="0">
                          <a:solidFill>
                            <a:srgbClr val="F28943"/>
                          </a:solidFill>
                        </a:rPr>
                        <a:t>TA 9000</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2"/>
                  </a:ext>
                </a:extLst>
              </a:tr>
              <a:tr h="1157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PQU 113.0</a:t>
                      </a:r>
                    </a:p>
                  </a:txBody>
                  <a:tcPr marL="36000" marR="36000" marT="36000" marB="36000" anchor="ctr"/>
                </a:tc>
                <a:tc hMerge="1">
                  <a:txBody>
                    <a:bodyPr/>
                    <a:lstStyle/>
                    <a:p>
                      <a:endParaRPr lang="ko-Kore-KR"/>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28 IPH 108.7</a:t>
                      </a:r>
                    </a:p>
                  </a:txBody>
                  <a:tcPr marL="36000" marR="36000" marT="36000" marB="36000" anchor="ctr"/>
                </a:tc>
                <a:tc hMerge="1">
                  <a:txBody>
                    <a:bodyPr/>
                    <a:lstStyle/>
                    <a:p>
                      <a:endParaRPr lang="ko-Kore-KR"/>
                    </a:p>
                  </a:txBody>
                  <a:tcPr/>
                </a:tc>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10 IPQ 108.1</a:t>
                      </a:r>
                      <a:endParaRPr kumimoji="0" lang="ko-Kore-KR" altLang="en-US" sz="458"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tc>
                <a:extLst>
                  <a:ext uri="{0D108BD9-81ED-4DB2-BD59-A6C34878D82A}">
                    <a16:rowId xmlns:a16="http://schemas.microsoft.com/office/drawing/2014/main" val="10003"/>
                  </a:ext>
                </a:extLst>
              </a:tr>
              <a:tr h="115700">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7030A0"/>
                          </a:solidFill>
                        </a:rPr>
                        <a:t>LINE UP via RWY 28 S2/S1 or RWY 10 S8/S9</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sp>
        <p:nvSpPr>
          <p:cNvPr id="10" name="TextBox 9">
            <a:extLst>
              <a:ext uri="{FF2B5EF4-FFF2-40B4-BE49-F238E27FC236}">
                <a16:creationId xmlns:a16="http://schemas.microsoft.com/office/drawing/2014/main" id="{A0EB1F10-20F6-C837-8DC7-ABF2AAFE2E7D}"/>
              </a:ext>
            </a:extLst>
          </p:cNvPr>
          <p:cNvSpPr txBox="1"/>
          <p:nvPr/>
        </p:nvSpPr>
        <p:spPr>
          <a:xfrm>
            <a:off x="4512" y="2046718"/>
            <a:ext cx="2207656" cy="1178647"/>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B0F0"/>
                </a:solidFill>
                <a:latin typeface="Gulim" panose="020B0600000101010101" pitchFamily="34" charset="-127"/>
                <a:ea typeface="Gulim" panose="020B0600000101010101" pitchFamily="34" charset="-127"/>
              </a:rPr>
              <a:t>TWR 118.6 </a:t>
            </a:r>
          </a:p>
          <a:p>
            <a:pPr>
              <a:lnSpc>
                <a:spcPct val="150000"/>
              </a:lnSpc>
            </a:pPr>
            <a:r>
              <a:rPr kumimoji="1" lang="en-US" altLang="ko-Kore-KR" sz="700" b="1" u="sng">
                <a:solidFill>
                  <a:srgbClr val="00B0F0"/>
                </a:solidFill>
                <a:latin typeface="Gulim" panose="020B0600000101010101" pitchFamily="34" charset="-127"/>
                <a:ea typeface="Gulim" panose="020B0600000101010101" pitchFamily="34" charset="-127"/>
              </a:rPr>
              <a:t>Report FL100  </a:t>
            </a:r>
            <a:r>
              <a:rPr kumimoji="1" lang="en-US" altLang="ko-Kore-KR" sz="700" b="1" u="sng" dirty="0">
                <a:solidFill>
                  <a:srgbClr val="00B0F0"/>
                </a:solidFill>
                <a:latin typeface="Gulim" panose="020B0600000101010101" pitchFamily="34" charset="-127"/>
                <a:ea typeface="Gulim" panose="020B0600000101010101" pitchFamily="34" charset="-127"/>
              </a:rPr>
              <a:t>PNH 132.4/127.5 or HCM 120.9</a:t>
            </a:r>
          </a:p>
          <a:p>
            <a:pPr>
              <a:lnSpc>
                <a:spcPct val="150000"/>
              </a:lnSpc>
            </a:pPr>
            <a:r>
              <a:rPr kumimoji="1" lang="en-US" altLang="ko-Kore-KR" sz="700" b="1" u="sng" dirty="0">
                <a:latin typeface="Gulim" panose="020B0600000101010101" pitchFamily="34" charset="-127"/>
                <a:ea typeface="Gulim" panose="020B0600000101010101" pitchFamily="34" charset="-127"/>
              </a:rPr>
              <a:t>HCM 120.1 - 134.05</a:t>
            </a:r>
          </a:p>
          <a:p>
            <a:pPr>
              <a:lnSpc>
                <a:spcPct val="150000"/>
              </a:lnSpc>
            </a:pPr>
            <a:r>
              <a:rPr kumimoji="1" lang="en-US" altLang="ko-Kore-KR" sz="700" b="1" u="sng" dirty="0">
                <a:latin typeface="Gulim" panose="020B0600000101010101" pitchFamily="34" charset="-127"/>
                <a:ea typeface="Gulim" panose="020B0600000101010101" pitchFamily="34" charset="-127"/>
              </a:rPr>
              <a:t>HNI 123.3 – SNY 122.6</a:t>
            </a:r>
            <a:r>
              <a:rPr kumimoji="1" lang="en-US" altLang="ko-Kore-KR" sz="700" b="1" u="sng" dirty="0">
                <a:solidFill>
                  <a:srgbClr val="C00000"/>
                </a:solidFill>
                <a:latin typeface="Gulim" panose="020B0600000101010101" pitchFamily="34" charset="-127"/>
                <a:ea typeface="Gulim" panose="020B0600000101010101" pitchFamily="34" charset="-127"/>
              </a:rPr>
              <a:t>(-5min)</a:t>
            </a:r>
          </a:p>
          <a:p>
            <a:pPr>
              <a:lnSpc>
                <a:spcPct val="150000"/>
              </a:lnSpc>
            </a:pPr>
            <a:r>
              <a:rPr kumimoji="1" lang="en-US" altLang="ko-Kore-KR" sz="700" b="1" u="sng" dirty="0">
                <a:latin typeface="Gulim" panose="020B0600000101010101" pitchFamily="34" charset="-127"/>
                <a:ea typeface="Gulim" panose="020B0600000101010101" pitchFamily="34" charset="-127"/>
              </a:rPr>
              <a:t>HKG 132.15 – 127.1 – TPE 129.1 – 127.9</a:t>
            </a:r>
          </a:p>
          <a:p>
            <a:pPr>
              <a:lnSpc>
                <a:spcPct val="150000"/>
              </a:lnSpc>
            </a:pPr>
            <a:r>
              <a:rPr kumimoji="1" lang="en-US" altLang="ko-KR" sz="700" b="1" u="sng" dirty="0">
                <a:latin typeface="Gulim" panose="020B0600000101010101" pitchFamily="34" charset="-127"/>
                <a:ea typeface="Gulim" panose="020B0600000101010101" pitchFamily="34" charset="-127"/>
              </a:rPr>
              <a:t>126.7 – 123.6 - FUK 127.5</a:t>
            </a:r>
            <a:r>
              <a:rPr kumimoji="1" lang="en-US" altLang="ko-KR" sz="700" b="1" u="sng" dirty="0">
                <a:solidFill>
                  <a:srgbClr val="C00000"/>
                </a:solidFill>
                <a:latin typeface="Gulim" panose="020B0600000101010101" pitchFamily="34" charset="-127"/>
                <a:ea typeface="Gulim" panose="020B0600000101010101" pitchFamily="34" charset="-127"/>
              </a:rPr>
              <a:t>(SENKA /20)</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pic>
        <p:nvPicPr>
          <p:cNvPr id="7" name="그래픽 6" descr="집 Wi-Fi에서 작업 단색으로 채워진">
            <a:hlinkClick r:id="" action="ppaction://hlinkshowjump?jump=firstslide"/>
            <a:extLst>
              <a:ext uri="{FF2B5EF4-FFF2-40B4-BE49-F238E27FC236}">
                <a16:creationId xmlns:a16="http://schemas.microsoft.com/office/drawing/2014/main" id="{AA2F5277-420D-31CE-038B-DF300B053FD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862992"/>
            <a:ext cx="457200" cy="457200"/>
          </a:xfrm>
          <a:prstGeom prst="rect">
            <a:avLst/>
          </a:prstGeom>
          <a:effectLst>
            <a:outerShdw blurRad="50800" dist="50800" dir="3660000" algn="ctr" rotWithShape="0">
              <a:schemeClr val="bg1">
                <a:alpha val="82714"/>
              </a:schemeClr>
            </a:outerShdw>
          </a:effectLst>
        </p:spPr>
      </p:pic>
      <p:graphicFrame>
        <p:nvGraphicFramePr>
          <p:cNvPr id="4" name="Google Shape;283;p17">
            <a:extLst>
              <a:ext uri="{FF2B5EF4-FFF2-40B4-BE49-F238E27FC236}">
                <a16:creationId xmlns:a16="http://schemas.microsoft.com/office/drawing/2014/main" id="{9B5FD8FA-4E42-AD59-2A59-4D0055715E5E}"/>
              </a:ext>
            </a:extLst>
          </p:cNvPr>
          <p:cNvGraphicFramePr/>
          <p:nvPr>
            <p:extLst>
              <p:ext uri="{D42A27DB-BD31-4B8C-83A1-F6EECF244321}">
                <p14:modId xmlns:p14="http://schemas.microsoft.com/office/powerpoint/2010/main" val="3423549415"/>
              </p:ext>
            </p:extLst>
          </p:nvPr>
        </p:nvGraphicFramePr>
        <p:xfrm>
          <a:off x="11589" y="3297065"/>
          <a:ext cx="2314761" cy="225241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178498">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2227">
                <a:tc>
                  <a:txBody>
                    <a:bodyPr/>
                    <a:lstStyle/>
                    <a:p>
                      <a:pPr marL="0" marR="0" lvl="0" indent="0" algn="ctr" rtl="0">
                        <a:spcBef>
                          <a:spcPts val="0"/>
                        </a:spcBef>
                        <a:spcAft>
                          <a:spcPts val="0"/>
                        </a:spcAft>
                        <a:buNone/>
                      </a:pPr>
                      <a:r>
                        <a:rPr lang="en-US" sz="800" b="1" dirty="0"/>
                        <a:t>33</a:t>
                      </a:r>
                    </a:p>
                    <a:p>
                      <a:pPr marL="0" marR="0" lvl="0" indent="0" algn="ctr" rtl="0">
                        <a:spcBef>
                          <a:spcPts val="0"/>
                        </a:spcBef>
                        <a:spcAft>
                          <a:spcPts val="0"/>
                        </a:spcAft>
                        <a:buNone/>
                      </a:pPr>
                      <a:r>
                        <a:rPr lang="en-US" sz="800" b="1" dirty="0"/>
                        <a:t>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xY</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ENPIL</a:t>
                      </a:r>
                    </a:p>
                    <a:p>
                      <a:pPr marL="0" marR="0" lvl="0" indent="0" algn="ctr" rtl="0">
                        <a:spcBef>
                          <a:spcPts val="0"/>
                        </a:spcBef>
                        <a:spcAft>
                          <a:spcPts val="0"/>
                        </a:spcAft>
                        <a:buNone/>
                      </a:pPr>
                      <a:r>
                        <a:rPr lang="en-US" sz="800" b="1" dirty="0">
                          <a:solidFill>
                            <a:srgbClr val="FF0000"/>
                          </a:solidFill>
                        </a:rPr>
                        <a:t>PAMBI</a:t>
                      </a:r>
                      <a:endParaRPr sz="458" b="1"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OLMEN 180</a:t>
                      </a:r>
                    </a:p>
                    <a:p>
                      <a:pPr marL="0" marR="0" lvl="0" indent="0" algn="ctr" rtl="0">
                        <a:spcBef>
                          <a:spcPts val="0"/>
                        </a:spcBef>
                        <a:spcAft>
                          <a:spcPts val="0"/>
                        </a:spcAft>
                        <a:buNone/>
                      </a:pPr>
                      <a:r>
                        <a:rPr lang="en-US" sz="800" b="1" dirty="0"/>
                        <a:t>OLMEN 160</a:t>
                      </a:r>
                      <a:endParaRPr sz="458" b="1" dirty="0"/>
                    </a:p>
                  </a:txBody>
                  <a:tcPr marL="36000" marR="36000" marT="36000" marB="36000" anchor="ctr"/>
                </a:tc>
                <a:extLst>
                  <a:ext uri="{0D108BD9-81ED-4DB2-BD59-A6C34878D82A}">
                    <a16:rowId xmlns:a16="http://schemas.microsoft.com/office/drawing/2014/main" val="10001"/>
                  </a:ext>
                </a:extLst>
              </a:tr>
              <a:tr h="264221">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xC</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62227">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62227">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62227">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2227">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46971335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C3508734-4FA8-1FB3-7622-7F55073BEB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42AF3C-E774-B64E-710F-F506281D74DD}"/>
              </a:ext>
            </a:extLst>
          </p:cNvPr>
          <p:cNvSpPr txBox="1"/>
          <p:nvPr/>
        </p:nvSpPr>
        <p:spPr>
          <a:xfrm>
            <a:off x="-51946" y="2792727"/>
            <a:ext cx="2228495"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FF0000"/>
                </a:solidFill>
                <a:latin typeface="Gulim" panose="020B0600000101010101" pitchFamily="34" charset="-127"/>
                <a:ea typeface="Gulim" panose="020B0600000101010101" pitchFamily="34" charset="-127"/>
              </a:rPr>
              <a:t>SENKA</a:t>
            </a:r>
            <a:r>
              <a:rPr kumimoji="1" lang="ko-KR" altLang="en-US" sz="700" b="1" u="sng" dirty="0">
                <a:solidFill>
                  <a:srgbClr val="FF0000"/>
                </a:solidFill>
                <a:latin typeface="Gulim" panose="020B0600000101010101" pitchFamily="34" charset="-127"/>
                <a:ea typeface="Gulim" panose="020B0600000101010101" pitchFamily="34" charset="-127"/>
              </a:rPr>
              <a:t> </a:t>
            </a:r>
            <a:r>
              <a:rPr kumimoji="1" lang="en-US" altLang="ko-KR" sz="700" b="1" u="sng" dirty="0">
                <a:solidFill>
                  <a:srgbClr val="FF0000"/>
                </a:solidFill>
                <a:latin typeface="Gulim" panose="020B0600000101010101" pitchFamily="34" charset="-127"/>
                <a:ea typeface="Gulim" panose="020B0600000101010101" pitchFamily="34" charset="-127"/>
              </a:rPr>
              <a:t>/20</a:t>
            </a:r>
            <a:r>
              <a:rPr kumimoji="1" lang="en-US" altLang="ko-KR"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ETA KABAM 119.3 – ETA MIGUG </a:t>
            </a:r>
          </a:p>
          <a:p>
            <a:pPr>
              <a:lnSpc>
                <a:spcPct val="150000"/>
              </a:lnSpc>
            </a:pPr>
            <a:r>
              <a:rPr kumimoji="1" lang="en-US" altLang="ko-KR" sz="700" b="1" u="sng" dirty="0">
                <a:latin typeface="Gulim" panose="020B0600000101010101" pitchFamily="34" charset="-127"/>
                <a:ea typeface="Gulim" panose="020B0600000101010101" pitchFamily="34" charset="-127"/>
              </a:rPr>
              <a:t>MAVRA 8942/5655 – MIGUG Rep MESOX 120.7</a:t>
            </a:r>
          </a:p>
          <a:p>
            <a:pPr>
              <a:lnSpc>
                <a:spcPct val="150000"/>
              </a:lnSpc>
            </a:pPr>
            <a:r>
              <a:rPr kumimoji="1" lang="en-US" altLang="ko-KR" sz="700" b="1" u="sng" dirty="0">
                <a:latin typeface="Gulim" panose="020B0600000101010101" pitchFamily="34" charset="-127"/>
                <a:ea typeface="Gulim" panose="020B0600000101010101" pitchFamily="34" charset="-127"/>
              </a:rPr>
              <a:t>Rep MAPNO </a:t>
            </a:r>
          </a:p>
          <a:p>
            <a:pPr>
              <a:lnSpc>
                <a:spcPct val="150000"/>
              </a:lnSpc>
            </a:pPr>
            <a:r>
              <a:rPr kumimoji="1" lang="en-US" altLang="ko-KR" sz="700" b="1" u="sng" dirty="0">
                <a:latin typeface="Gulim" panose="020B0600000101010101" pitchFamily="34" charset="-127"/>
                <a:ea typeface="Gulim" panose="020B0600000101010101" pitchFamily="34" charset="-127"/>
              </a:rPr>
              <a:t>(RPHI – VVHM – WSJC - WMFC)</a:t>
            </a:r>
          </a:p>
        </p:txBody>
      </p:sp>
      <p:graphicFrame>
        <p:nvGraphicFramePr>
          <p:cNvPr id="292" name="Google Shape;292;p18">
            <a:extLst>
              <a:ext uri="{FF2B5EF4-FFF2-40B4-BE49-F238E27FC236}">
                <a16:creationId xmlns:a16="http://schemas.microsoft.com/office/drawing/2014/main" id="{0E3CD912-B210-1495-0E75-798723FF0C26}"/>
              </a:ext>
            </a:extLst>
          </p:cNvPr>
          <p:cNvGraphicFramePr/>
          <p:nvPr>
            <p:extLst>
              <p:ext uri="{D42A27DB-BD31-4B8C-83A1-F6EECF244321}">
                <p14:modId xmlns:p14="http://schemas.microsoft.com/office/powerpoint/2010/main" val="732894229"/>
              </p:ext>
            </p:extLst>
          </p:nvPr>
        </p:nvGraphicFramePr>
        <p:xfrm>
          <a:off x="-2500" y="3723859"/>
          <a:ext cx="2328849" cy="1829197"/>
        </p:xfrm>
        <a:graphic>
          <a:graphicData uri="http://schemas.openxmlformats.org/drawingml/2006/table">
            <a:tbl>
              <a:tblPr firstRow="1" bandRow="1">
                <a:noFill/>
                <a:tableStyleId>{A521BE36-7E6F-4EC9-8D66-1CF97A6895EC}</a:tableStyleId>
              </a:tblPr>
              <a:tblGrid>
                <a:gridCol w="461201">
                  <a:extLst>
                    <a:ext uri="{9D8B030D-6E8A-4147-A177-3AD203B41FA5}">
                      <a16:colId xmlns:a16="http://schemas.microsoft.com/office/drawing/2014/main" val="20000"/>
                    </a:ext>
                  </a:extLst>
                </a:gridCol>
                <a:gridCol w="932777">
                  <a:extLst>
                    <a:ext uri="{9D8B030D-6E8A-4147-A177-3AD203B41FA5}">
                      <a16:colId xmlns:a16="http://schemas.microsoft.com/office/drawing/2014/main" val="20001"/>
                    </a:ext>
                  </a:extLst>
                </a:gridCol>
                <a:gridCol w="644200">
                  <a:extLst>
                    <a:ext uri="{9D8B030D-6E8A-4147-A177-3AD203B41FA5}">
                      <a16:colId xmlns:a16="http://schemas.microsoft.com/office/drawing/2014/main" val="502366202"/>
                    </a:ext>
                  </a:extLst>
                </a:gridCol>
                <a:gridCol w="290671">
                  <a:extLst>
                    <a:ext uri="{9D8B030D-6E8A-4147-A177-3AD203B41FA5}">
                      <a16:colId xmlns:a16="http://schemas.microsoft.com/office/drawing/2014/main" val="992510185"/>
                    </a:ext>
                  </a:extLst>
                </a:gridCol>
              </a:tblGrid>
              <a:tr h="155749">
                <a:tc gridSpan="4">
                  <a:txBody>
                    <a:bodyPr/>
                    <a:lstStyle/>
                    <a:p>
                      <a:pPr marL="0" marR="0" lvl="0" indent="0" algn="ctr" rtl="0">
                        <a:spcBef>
                          <a:spcPts val="0"/>
                        </a:spcBef>
                        <a:spcAft>
                          <a:spcPts val="0"/>
                        </a:spcAft>
                        <a:buNone/>
                      </a:pPr>
                      <a:r>
                        <a:rPr lang="en-US" altLang="ko-Kore-KR" sz="800" dirty="0"/>
                        <a:t>KUL </a:t>
                      </a:r>
                      <a:r>
                        <a:rPr lang="en-US" altLang="ko-Kore-KR" sz="800" dirty="0">
                          <a:solidFill>
                            <a:srgbClr val="00B0F0"/>
                          </a:solidFill>
                        </a:rPr>
                        <a:t>[326/146]</a:t>
                      </a:r>
                      <a:r>
                        <a:rPr lang="en-US" altLang="ko-Kore-KR" sz="800" dirty="0"/>
                        <a:t> TL130 UTC+8, </a:t>
                      </a:r>
                      <a:r>
                        <a:rPr lang="en-US" altLang="ko-Kore-KR" sz="800" dirty="0">
                          <a:solidFill>
                            <a:srgbClr val="00B0F0"/>
                          </a:solidFill>
                        </a:rPr>
                        <a:t>ATC Req POB</a:t>
                      </a:r>
                    </a:p>
                    <a:p>
                      <a:pPr marL="0" marR="0" lvl="0" indent="0" algn="ctr" rtl="0">
                        <a:spcBef>
                          <a:spcPts val="0"/>
                        </a:spcBef>
                        <a:spcAft>
                          <a:spcPts val="0"/>
                        </a:spcAft>
                        <a:buNone/>
                      </a:pPr>
                      <a:r>
                        <a:rPr lang="en-US" altLang="ko-Kore-KR" sz="800" dirty="0">
                          <a:solidFill>
                            <a:srgbClr val="FFC000"/>
                          </a:solidFill>
                        </a:rPr>
                        <a:t>Long Track STAR Expect Short Cut</a:t>
                      </a:r>
                      <a:endParaRPr lang="en-US" altLang="ko-Kore-KR" sz="800" b="1" dirty="0">
                        <a:solidFill>
                          <a:srgbClr val="FFC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30547">
                <a:tc>
                  <a:txBody>
                    <a:bodyPr/>
                    <a:lstStyle/>
                    <a:p>
                      <a:pPr marL="0" marR="0" lvl="0" indent="0" algn="ctr" rtl="0">
                        <a:spcBef>
                          <a:spcPts val="0"/>
                        </a:spcBef>
                        <a:spcAft>
                          <a:spcPts val="0"/>
                        </a:spcAft>
                        <a:buNone/>
                      </a:pPr>
                      <a:r>
                        <a:rPr lang="en-US" sz="800" b="1" dirty="0">
                          <a:solidFill>
                            <a:srgbClr val="0070C0"/>
                          </a:solidFill>
                        </a:rPr>
                        <a:t>32R</a:t>
                      </a:r>
                      <a:r>
                        <a:rPr lang="en-US" sz="800" b="0" dirty="0">
                          <a:solidFill>
                            <a:schemeClr val="bg1"/>
                          </a:solidFill>
                        </a:rPr>
                        <a:t>/33</a:t>
                      </a:r>
                      <a:endParaRPr sz="800" b="0" dirty="0">
                        <a:solidFill>
                          <a:schemeClr val="bg1"/>
                        </a:solidFill>
                      </a:endParaRPr>
                    </a:p>
                  </a:txBody>
                  <a:tcPr marL="36000" marR="36000" marT="36000" marB="36000" anchor="ctr"/>
                </a:tc>
                <a:tc rowSpan="2">
                  <a:txBody>
                    <a:bodyPr/>
                    <a:lstStyle/>
                    <a:p>
                      <a:pPr marL="0" marR="0" lvl="0" indent="0" algn="ctr" rtl="0">
                        <a:spcBef>
                          <a:spcPts val="0"/>
                        </a:spcBef>
                        <a:spcAft>
                          <a:spcPts val="0"/>
                        </a:spcAft>
                        <a:buNone/>
                      </a:pPr>
                      <a:r>
                        <a:rPr lang="en-US" sz="800" b="1" dirty="0">
                          <a:solidFill>
                            <a:srgbClr val="0070C0"/>
                          </a:solidFill>
                        </a:rPr>
                        <a:t>SAROX x G</a:t>
                      </a:r>
                      <a:r>
                        <a:rPr lang="en-US" sz="800" b="0" dirty="0"/>
                        <a:t>/H</a:t>
                      </a:r>
                    </a:p>
                    <a:p>
                      <a:pPr marL="0" marR="0" lvl="0" indent="0" algn="ctr" rtl="0">
                        <a:spcBef>
                          <a:spcPts val="0"/>
                        </a:spcBef>
                        <a:spcAft>
                          <a:spcPts val="0"/>
                        </a:spcAft>
                        <a:buNone/>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 </a:t>
                      </a: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Initial APP Chart</a:t>
                      </a:r>
                    </a:p>
                  </a:txBody>
                  <a:tcPr marL="36000" marR="36000" marT="36000" marB="36000" anchor="ctr"/>
                </a:tc>
                <a:tc rowSpan="2">
                  <a:txBody>
                    <a:bodyPr/>
                    <a:lstStyle/>
                    <a:p>
                      <a:pPr algn="ctr"/>
                      <a:r>
                        <a:rPr lang="en-US" altLang="ko-Kore-KR" sz="800" b="1" dirty="0"/>
                        <a:t>EGURI</a:t>
                      </a:r>
                    </a:p>
                    <a:p>
                      <a:pPr algn="ctr"/>
                      <a:r>
                        <a:rPr lang="en-US" altLang="ko-Kore-KR" sz="800" b="1" dirty="0"/>
                        <a:t>MESUP</a:t>
                      </a:r>
                      <a:endParaRPr lang="ko-Kore-KR" altLang="en-US" dirty="0"/>
                    </a:p>
                  </a:txBody>
                  <a:tcPr marL="36000" marR="36000" marT="36000" marB="36000" anchor="ctr"/>
                </a:tc>
                <a:tc rowSpan="2">
                  <a:txBody>
                    <a:bodyPr/>
                    <a:lstStyle/>
                    <a:p>
                      <a:pPr marL="0" marR="0" lvl="0" indent="0" algn="ctr" rtl="0">
                        <a:spcBef>
                          <a:spcPts val="0"/>
                        </a:spcBef>
                        <a:spcAft>
                          <a:spcPts val="0"/>
                        </a:spcAft>
                        <a:buNone/>
                      </a:pPr>
                      <a:r>
                        <a:rPr lang="en-US" sz="800" b="1" dirty="0"/>
                        <a:t>ILS</a:t>
                      </a:r>
                      <a:endParaRPr lang="en-US" sz="800" b="0" dirty="0"/>
                    </a:p>
                  </a:txBody>
                  <a:tcPr marL="36000" marR="36000" marT="36000" marB="36000" anchor="ctr"/>
                </a:tc>
                <a:extLst>
                  <a:ext uri="{0D108BD9-81ED-4DB2-BD59-A6C34878D82A}">
                    <a16:rowId xmlns:a16="http://schemas.microsoft.com/office/drawing/2014/main" val="10001"/>
                  </a:ext>
                </a:extLst>
              </a:tr>
              <a:tr h="0">
                <a:tc>
                  <a:txBody>
                    <a:bodyPr/>
                    <a:lstStyle/>
                    <a:p>
                      <a:pPr marL="0" marR="0" lvl="0" indent="0" algn="ctr" rtl="0">
                        <a:spcBef>
                          <a:spcPts val="0"/>
                        </a:spcBef>
                        <a:spcAft>
                          <a:spcPts val="0"/>
                        </a:spcAft>
                        <a:buNone/>
                      </a:pPr>
                      <a:r>
                        <a:rPr lang="en-US" sz="800" b="1" dirty="0">
                          <a:solidFill>
                            <a:srgbClr val="0070C0"/>
                          </a:solidFill>
                        </a:rPr>
                        <a:t>14L</a:t>
                      </a:r>
                      <a:r>
                        <a:rPr lang="en-US" sz="800" b="0" dirty="0">
                          <a:solidFill>
                            <a:schemeClr val="bg1"/>
                          </a:solidFill>
                        </a:rPr>
                        <a:t>/15</a:t>
                      </a:r>
                      <a:endParaRPr sz="800" b="0" dirty="0">
                        <a:solidFill>
                          <a:schemeClr val="bg1"/>
                        </a:solidFill>
                      </a:endParaRPr>
                    </a:p>
                  </a:txBody>
                  <a:tcPr marL="36000" marR="36000" marT="36000" marB="36000" anchor="ctr"/>
                </a:tc>
                <a:tc vMerge="1">
                  <a:txBody>
                    <a:bodyPr/>
                    <a:lstStyle/>
                    <a:p>
                      <a:endParaRPr dirty="0"/>
                    </a:p>
                  </a:txBody>
                  <a:tcPr marL="36000" marR="36000" marT="36000" marB="36000" anchor="ctr"/>
                </a:tc>
                <a:tc vMerge="1">
                  <a:txBody>
                    <a:bodyPr/>
                    <a:lstStyle/>
                    <a:p>
                      <a:endParaRPr dirty="0"/>
                    </a:p>
                  </a:txBody>
                  <a:tcPr marL="36000" marR="36000" marT="36000" marB="36000" anchor="ctr"/>
                </a:tc>
                <a:tc vMerge="1">
                  <a:txBody>
                    <a:bodyPr/>
                    <a:lstStyle/>
                    <a:p>
                      <a:endParaRPr dirty="0"/>
                    </a:p>
                  </a:txBody>
                  <a:tcPr marL="36000" marR="36000" marT="36000" marB="36000" anchor="ctr"/>
                </a:tc>
                <a:extLst>
                  <a:ext uri="{0D108BD9-81ED-4DB2-BD59-A6C34878D82A}">
                    <a16:rowId xmlns:a16="http://schemas.microsoft.com/office/drawing/2014/main" val="10002"/>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70C0"/>
                          </a:solidFill>
                        </a:rPr>
                        <a:t>VKL </a:t>
                      </a:r>
                      <a:r>
                        <a:rPr lang="en-US" altLang="ko-KR" sz="800" b="1" dirty="0">
                          <a:solidFill>
                            <a:srgbClr val="C00000"/>
                          </a:solidFill>
                        </a:rPr>
                        <a:t>32R IER, 33 IWM, 14L IEL, 15 IWK</a:t>
                      </a:r>
                      <a:endParaRPr sz="800" b="1" dirty="0">
                        <a:solidFill>
                          <a:srgbClr val="C00000"/>
                        </a:solidFill>
                      </a:endParaRPr>
                    </a:p>
                  </a:txBody>
                  <a:tcPr marL="36000" marR="36000" marT="36000" marB="36000" anchor="ctr"/>
                </a:tc>
                <a:tc hMerge="1">
                  <a:txBody>
                    <a:bodyPr/>
                    <a:lstStyle/>
                    <a:p>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LIMIT</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700" b="1" dirty="0">
                          <a:solidFill>
                            <a:schemeClr val="bg1"/>
                          </a:solidFill>
                        </a:rPr>
                        <a:t>20NM 220kts, 15NM 185kts, 10-5NM 160kts</a:t>
                      </a: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C0000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433256594"/>
                  </a:ext>
                </a:extLst>
              </a:tr>
              <a:tr h="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32R : A5(6938’), A4(8343’), 14L : A6(6922’), A7(8425’)</a:t>
                      </a:r>
                    </a:p>
                    <a:p>
                      <a:pPr marL="0" marR="0" lvl="0" indent="0" algn="ctr" rtl="0">
                        <a:lnSpc>
                          <a:spcPct val="100000"/>
                        </a:lnSpc>
                        <a:spcBef>
                          <a:spcPts val="0"/>
                        </a:spcBef>
                        <a:spcAft>
                          <a:spcPts val="0"/>
                        </a:spcAft>
                        <a:buClr>
                          <a:schemeClr val="dk1"/>
                        </a:buClr>
                        <a:buSzPts val="800"/>
                        <a:buFont typeface="Calibri"/>
                        <a:buNone/>
                      </a:pPr>
                      <a:r>
                        <a:rPr lang="en-US" sz="800" b="0" dirty="0">
                          <a:solidFill>
                            <a:srgbClr val="0070C0"/>
                          </a:solidFill>
                        </a:rPr>
                        <a:t>33: Y5(6948’), Y4(8425’), 15 : Y6(6948’), Y7(8415’)</a:t>
                      </a:r>
                      <a:r>
                        <a:rPr lang="en-US" sz="800" dirty="0">
                          <a:solidFill>
                            <a:srgbClr val="0070C0"/>
                          </a:solidFill>
                        </a:rPr>
                        <a:t> </a:t>
                      </a:r>
                      <a:endParaRPr dirty="0">
                        <a:solidFill>
                          <a:srgbClr val="0070C0"/>
                        </a:solidFill>
                      </a:endParaRPr>
                    </a:p>
                  </a:txBody>
                  <a:tcPr marL="0" marR="0" marT="0" marB="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230547">
                <a:tc gridSpan="4">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RWY 32L via C5 Caution D5,6 </a:t>
                      </a:r>
                    </a:p>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Wingtip CLR P1-3, Q5-7, Y1-8 </a:t>
                      </a:r>
                      <a:r>
                        <a:rPr kumimoji="0" lang="en-US" altLang="ko-Kore-KR" sz="800" b="1" i="0" u="none" strike="noStrike" kern="1200" cap="none" spc="0" normalizeH="0" baseline="0" noProof="0" dirty="0">
                          <a:ln>
                            <a:noFill/>
                          </a:ln>
                          <a:solidFill>
                            <a:srgbClr val="00B0F0"/>
                          </a:solidFill>
                          <a:effectLst/>
                          <a:uLnTx/>
                          <a:uFillTx/>
                          <a:latin typeface="Calibri"/>
                          <a:cs typeface="Calibri"/>
                        </a:rPr>
                        <a:t>ATC Req </a:t>
                      </a:r>
                      <a:r>
                        <a:rPr kumimoji="0" lang="en-US" altLang="ko-Kore-KR" sz="800" b="1" i="0" u="none" strike="noStrike" kern="1200" cap="none" spc="0" normalizeH="0" baseline="0" noProof="0" dirty="0" err="1">
                          <a:ln>
                            <a:noFill/>
                          </a:ln>
                          <a:solidFill>
                            <a:srgbClr val="00B0F0"/>
                          </a:solidFill>
                          <a:effectLst/>
                          <a:uLnTx/>
                          <a:uFillTx/>
                          <a:latin typeface="Calibri"/>
                          <a:cs typeface="Calibri"/>
                        </a:rPr>
                        <a:t>HLxx</a:t>
                      </a:r>
                      <a:r>
                        <a:rPr kumimoji="0" lang="en-US" altLang="ko-Kore-KR" sz="800" b="1" i="0" u="none" strike="noStrike" kern="1200" cap="none" spc="0" normalizeH="0" baseline="0" noProof="0" dirty="0">
                          <a:ln>
                            <a:noFill/>
                          </a:ln>
                          <a:solidFill>
                            <a:srgbClr val="00B0F0"/>
                          </a:solidFill>
                          <a:effectLst/>
                          <a:uLnTx/>
                          <a:uFillTx/>
                          <a:latin typeface="Calibri"/>
                          <a:cs typeface="Calibri"/>
                        </a:rPr>
                        <a:t>/LD Time</a:t>
                      </a:r>
                      <a:endParaRPr kumimoji="0" lang="en-US" altLang="ko-Kore-KR" sz="800" b="1" i="0" u="none" strike="noStrike" kern="0" cap="none" spc="0" normalizeH="0" baseline="0" noProof="0" dirty="0">
                        <a:ln>
                          <a:noFill/>
                        </a:ln>
                        <a:solidFill>
                          <a:srgbClr val="C00000"/>
                        </a:solidFill>
                        <a:effectLst/>
                        <a:uLnTx/>
                        <a:uFillTx/>
                        <a:latin typeface="Calibri"/>
                        <a:cs typeface="Calibri"/>
                        <a:sym typeface="Arial"/>
                      </a:endParaRP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chemeClr val="bg1"/>
                          </a:solidFill>
                          <a:effectLst/>
                          <a:uLnTx/>
                          <a:uFillTx/>
                          <a:latin typeface="Calibri"/>
                          <a:cs typeface="Calibri"/>
                          <a:sym typeface="Arial"/>
                        </a:rPr>
                        <a:t>Standard TWY RTE, </a:t>
                      </a:r>
                      <a:r>
                        <a:rPr kumimoji="0" lang="en-US" altLang="ko-Kore-KR" sz="800" b="1" i="0" u="none" strike="noStrike" kern="0" cap="none" spc="0" normalizeH="0" baseline="0" noProof="0" dirty="0">
                          <a:ln>
                            <a:noFill/>
                          </a:ln>
                          <a:solidFill>
                            <a:srgbClr val="F28943"/>
                          </a:solidFill>
                          <a:effectLst/>
                          <a:uLnTx/>
                          <a:uFillTx/>
                          <a:latin typeface="Calibri"/>
                          <a:cs typeface="Calibri"/>
                          <a:sym typeface="Arial"/>
                        </a:rPr>
                        <a:t>AFT LD CONF 1</a:t>
                      </a:r>
                      <a:endParaRPr lang="en-US" sz="800" b="1" dirty="0">
                        <a:solidFill>
                          <a:srgbClr val="F28943"/>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F937DEB5-95DE-4023-B29A-2D66304C2880}"/>
              </a:ext>
            </a:extLst>
          </p:cNvPr>
          <p:cNvGraphicFramePr/>
          <p:nvPr>
            <p:extLst>
              <p:ext uri="{D42A27DB-BD31-4B8C-83A1-F6EECF244321}">
                <p14:modId xmlns:p14="http://schemas.microsoft.com/office/powerpoint/2010/main" val="3514328412"/>
              </p:ext>
            </p:extLst>
          </p:nvPr>
        </p:nvGraphicFramePr>
        <p:xfrm>
          <a:off x="-2501" y="9878"/>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WMKK(KUL) 69ft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err="1"/>
                        <a:t>Layang</a:t>
                      </a:r>
                      <a:r>
                        <a:rPr lang="en-US" sz="900" dirty="0"/>
                        <a:t> Sat. 132.9</a:t>
                      </a:r>
                    </a:p>
                    <a:p>
                      <a:pPr marL="0" marR="0" lvl="0" indent="0" algn="ctr" rtl="0">
                        <a:spcBef>
                          <a:spcPts val="0"/>
                        </a:spcBef>
                        <a:spcAft>
                          <a:spcPts val="0"/>
                        </a:spcAft>
                        <a:buNone/>
                      </a:pPr>
                      <a:r>
                        <a:rPr lang="en-US" sz="900" b="1" dirty="0">
                          <a:solidFill>
                            <a:srgbClr val="7030A0"/>
                          </a:solidFill>
                        </a:rPr>
                        <a:t>Stand C2, 4, 12</a:t>
                      </a: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1671F43A-9691-8F08-A7CD-171544A2B15F}"/>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0FCF1A1C-09BD-F8DD-7D0E-52B0602B85CB}"/>
              </a:ext>
            </a:extLst>
          </p:cNvPr>
          <p:cNvGraphicFramePr/>
          <p:nvPr/>
        </p:nvGraphicFramePr>
        <p:xfrm>
          <a:off x="1" y="649823"/>
          <a:ext cx="2326348" cy="213049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21656">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34445">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10567">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10567">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10567">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8008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10567">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7" name="그래픽 6" descr="집 Wi-Fi에서 작업 단색으로 채워진">
            <a:hlinkClick r:id="" action="ppaction://hlinkshowjump?jump=firstslide"/>
            <a:extLst>
              <a:ext uri="{FF2B5EF4-FFF2-40B4-BE49-F238E27FC236}">
                <a16:creationId xmlns:a16="http://schemas.microsoft.com/office/drawing/2014/main" id="{06FF2384-8D4D-1CD6-6B77-31DE34365B8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22999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16947879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85F7D1C9-FFC4-A133-B9BB-C42F0C9EA3A5}"/>
            </a:ext>
          </a:extLst>
        </p:cNvPr>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044C55F4-4208-E125-E94B-6A866961BAFE}"/>
              </a:ext>
            </a:extLst>
          </p:cNvPr>
          <p:cNvGraphicFramePr/>
          <p:nvPr>
            <p:extLst>
              <p:ext uri="{D42A27DB-BD31-4B8C-83A1-F6EECF244321}">
                <p14:modId xmlns:p14="http://schemas.microsoft.com/office/powerpoint/2010/main" val="4212967037"/>
              </p:ext>
            </p:extLst>
          </p:nvPr>
        </p:nvGraphicFramePr>
        <p:xfrm>
          <a:off x="-11023" y="643000"/>
          <a:ext cx="2340701" cy="1720570"/>
        </p:xfrm>
        <a:graphic>
          <a:graphicData uri="http://schemas.openxmlformats.org/drawingml/2006/table">
            <a:tbl>
              <a:tblPr firstRow="1" bandRow="1">
                <a:noFill/>
                <a:tableStyleId>{A521BE36-7E6F-4EC9-8D66-1CF97A6895EC}</a:tableStyleId>
              </a:tblPr>
              <a:tblGrid>
                <a:gridCol w="439377">
                  <a:extLst>
                    <a:ext uri="{9D8B030D-6E8A-4147-A177-3AD203B41FA5}">
                      <a16:colId xmlns:a16="http://schemas.microsoft.com/office/drawing/2014/main" val="20000"/>
                    </a:ext>
                  </a:extLst>
                </a:gridCol>
                <a:gridCol w="61400">
                  <a:extLst>
                    <a:ext uri="{9D8B030D-6E8A-4147-A177-3AD203B41FA5}">
                      <a16:colId xmlns:a16="http://schemas.microsoft.com/office/drawing/2014/main" val="20002"/>
                    </a:ext>
                  </a:extLst>
                </a:gridCol>
                <a:gridCol w="459981">
                  <a:extLst>
                    <a:ext uri="{9D8B030D-6E8A-4147-A177-3AD203B41FA5}">
                      <a16:colId xmlns:a16="http://schemas.microsoft.com/office/drawing/2014/main" val="1118244562"/>
                    </a:ext>
                  </a:extLst>
                </a:gridCol>
                <a:gridCol w="104541">
                  <a:extLst>
                    <a:ext uri="{9D8B030D-6E8A-4147-A177-3AD203B41FA5}">
                      <a16:colId xmlns:a16="http://schemas.microsoft.com/office/drawing/2014/main" val="1906716459"/>
                    </a:ext>
                  </a:extLst>
                </a:gridCol>
                <a:gridCol w="355440">
                  <a:extLst>
                    <a:ext uri="{9D8B030D-6E8A-4147-A177-3AD203B41FA5}">
                      <a16:colId xmlns:a16="http://schemas.microsoft.com/office/drawing/2014/main" val="3522764159"/>
                    </a:ext>
                  </a:extLst>
                </a:gridCol>
                <a:gridCol w="459981">
                  <a:extLst>
                    <a:ext uri="{9D8B030D-6E8A-4147-A177-3AD203B41FA5}">
                      <a16:colId xmlns:a16="http://schemas.microsoft.com/office/drawing/2014/main" val="3852886151"/>
                    </a:ext>
                  </a:extLst>
                </a:gridCol>
                <a:gridCol w="459981">
                  <a:extLst>
                    <a:ext uri="{9D8B030D-6E8A-4147-A177-3AD203B41FA5}">
                      <a16:colId xmlns:a16="http://schemas.microsoft.com/office/drawing/2014/main" val="1959959843"/>
                    </a:ext>
                  </a:extLst>
                </a:gridCol>
              </a:tblGrid>
              <a:tr h="0">
                <a:tc gridSpan="7">
                  <a:txBody>
                    <a:bodyPr/>
                    <a:lstStyle/>
                    <a:p>
                      <a:pPr marL="0" marR="0" lvl="0" indent="0" algn="ctr" rtl="0">
                        <a:spcBef>
                          <a:spcPts val="0"/>
                        </a:spcBef>
                        <a:spcAft>
                          <a:spcPts val="0"/>
                        </a:spcAft>
                        <a:buNone/>
                      </a:pPr>
                      <a:r>
                        <a:rPr lang="en-US" sz="800" u="none" strike="noStrike" cap="none" dirty="0"/>
                        <a:t>KUL : RNAV SID (NADP 1) TA 11000</a:t>
                      </a:r>
                    </a:p>
                    <a:p>
                      <a:pPr marL="0" marR="0" lvl="0" indent="0" algn="ctr" rtl="0">
                        <a:spcBef>
                          <a:spcPts val="0"/>
                        </a:spcBef>
                        <a:spcAft>
                          <a:spcPts val="0"/>
                        </a:spcAft>
                        <a:buNone/>
                      </a:pPr>
                      <a:r>
                        <a:rPr lang="en-US" sz="800" u="none" strike="noStrike" cap="none" dirty="0">
                          <a:solidFill>
                            <a:srgbClr val="FFC000"/>
                          </a:solidFill>
                        </a:rPr>
                        <a:t>REQ P/B +-5min of TSAT</a:t>
                      </a:r>
                      <a:r>
                        <a:rPr lang="ko-KR" altLang="en-US" sz="800" u="none" strike="noStrike" cap="none" dirty="0">
                          <a:solidFill>
                            <a:srgbClr val="FFC000"/>
                          </a:solidFill>
                        </a:rPr>
                        <a:t> </a:t>
                      </a:r>
                      <a:r>
                        <a:rPr lang="en-US" altLang="ko-KR" sz="800" u="none" strike="noStrike" cap="none" dirty="0">
                          <a:solidFill>
                            <a:srgbClr val="00B0F0"/>
                          </a:solidFill>
                        </a:rPr>
                        <a:t>CTOT from Staff</a:t>
                      </a:r>
                      <a:endParaRPr lang="en-US" sz="800" u="none" strike="noStrike" cap="none" dirty="0">
                        <a:solidFill>
                          <a:srgbClr val="00B0F0"/>
                        </a:solidFill>
                      </a:endParaRP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32L/33</a:t>
                      </a:r>
                      <a:endParaRPr lang="en-US" sz="800" b="0" u="none" strike="noStrike" cap="none" dirty="0">
                        <a:solidFill>
                          <a:schemeClr val="bg1"/>
                        </a:solidFill>
                      </a:endParaRPr>
                    </a:p>
                  </a:txBody>
                  <a:tcPr marL="36000" marR="36000" marT="36000" marB="36000" anchor="ctr"/>
                </a:tc>
                <a:tc gridSpan="3">
                  <a:txBody>
                    <a:bodyPr/>
                    <a:lstStyle/>
                    <a:p>
                      <a:pPr algn="ctr"/>
                      <a:r>
                        <a:rPr lang="en-US" sz="800" b="1" u="none" strike="noStrike" cap="none" dirty="0">
                          <a:solidFill>
                            <a:srgbClr val="0070C0"/>
                          </a:solidFill>
                        </a:rPr>
                        <a:t>KIMAT x E/F</a:t>
                      </a:r>
                      <a:endParaRPr lang="ko-Kore-KR" b="0" dirty="0">
                        <a:solidFill>
                          <a:schemeClr val="bg1"/>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pPr algn="ctr"/>
                      <a:r>
                        <a:rPr lang="en-US" sz="800" b="1" u="none" strike="noStrike" cap="none" dirty="0"/>
                        <a:t>HD 326 </a:t>
                      </a:r>
                      <a:r>
                        <a:rPr lang="en-US" sz="800" b="1" u="none" strike="noStrike" cap="none" dirty="0">
                          <a:solidFill>
                            <a:srgbClr val="0070C0"/>
                          </a:solidFill>
                        </a:rPr>
                        <a:t>ALT ATC (6000)</a:t>
                      </a:r>
                      <a:r>
                        <a:rPr lang="en-US" sz="800" b="1" u="none" strike="noStrike" cap="none" dirty="0">
                          <a:solidFill>
                            <a:srgbClr val="AA47F5"/>
                          </a:solidFill>
                        </a:rPr>
                        <a:t> </a:t>
                      </a:r>
                      <a:r>
                        <a:rPr lang="en-US" altLang="ko-Kore-KR" sz="800" b="1" u="none" strike="noStrike" cap="none" dirty="0">
                          <a:solidFill>
                            <a:srgbClr val="F28943"/>
                          </a:solidFill>
                        </a:rPr>
                        <a:t>TA11000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solidFill>
                            <a:srgbClr val="0070C0"/>
                          </a:solidFill>
                        </a:rPr>
                        <a:t>14R</a:t>
                      </a:r>
                      <a:endParaRPr sz="800" b="0" u="none" strike="noStrike" cap="none" dirty="0">
                        <a:solidFill>
                          <a:schemeClr val="bg1"/>
                        </a:solidFill>
                      </a:endParaRPr>
                    </a:p>
                  </a:txBody>
                  <a:tcPr marL="36000" marR="36000" marT="36000" marB="36000" anchor="ctr"/>
                </a:tc>
                <a:tc gridSpan="3">
                  <a:txBody>
                    <a:bodyPr/>
                    <a:lstStyle/>
                    <a:p>
                      <a:pPr algn="ctr"/>
                      <a:r>
                        <a:rPr lang="en-US" altLang="ko-Kore-KR" sz="800" b="1" u="none" strike="noStrike" cap="none" dirty="0">
                          <a:solidFill>
                            <a:srgbClr val="0070C0"/>
                          </a:solidFill>
                        </a:rPr>
                        <a:t>KIMAT x B</a:t>
                      </a:r>
                    </a:p>
                    <a:p>
                      <a:pPr algn="ctr"/>
                      <a:r>
                        <a:rPr lang="en-US" altLang="ko-Kore-KR" sz="600" b="1" u="none" strike="noStrike" cap="none" dirty="0">
                          <a:solidFill>
                            <a:schemeClr val="bg1"/>
                          </a:solidFill>
                        </a:rPr>
                        <a:t>RNP 1600-2100Z</a:t>
                      </a:r>
                      <a:endParaRPr lang="ko-Kore-KR" sz="300" b="1" dirty="0">
                        <a:solidFill>
                          <a:schemeClr val="bg1"/>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pPr algn="ctr"/>
                      <a:r>
                        <a:rPr lang="en-US" sz="800" b="1" u="none" strike="noStrike" cap="none" dirty="0"/>
                        <a:t>HD 146 </a:t>
                      </a:r>
                      <a:r>
                        <a:rPr lang="en-US" sz="800" b="1" u="none" strike="noStrike" cap="none" dirty="0">
                          <a:solidFill>
                            <a:srgbClr val="0070C0"/>
                          </a:solidFill>
                        </a:rPr>
                        <a:t>ALT ATC (6000)</a:t>
                      </a:r>
                      <a:r>
                        <a:rPr lang="en-US" altLang="ko-Kore-KR" sz="800" b="1" u="none" strike="noStrike" cap="none" dirty="0">
                          <a:solidFill>
                            <a:srgbClr val="00B050"/>
                          </a:solidFill>
                        </a:rPr>
                        <a:t> </a:t>
                      </a:r>
                      <a:r>
                        <a:rPr lang="en-US" altLang="ko-Kore-KR" sz="800" b="1" u="none" strike="noStrike" cap="none" dirty="0">
                          <a:solidFill>
                            <a:srgbClr val="F28943"/>
                          </a:solidFill>
                        </a:rPr>
                        <a:t>TA11000</a:t>
                      </a:r>
                      <a:endParaRPr lang="ko-Kore-KR" altLang="en-US" sz="800"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VKL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116.1</a:t>
                      </a:r>
                    </a:p>
                  </a:txBody>
                  <a:tcPr marL="36000" marR="36000" marT="36000" marB="36000" anchor="ctr"/>
                </a:tc>
                <a:tc hMerge="1">
                  <a:txBody>
                    <a:bodyPr/>
                    <a:lstStyle/>
                    <a:p>
                      <a:endParaRPr lang="ko-Kore-KR" altLang="en-US"/>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32L IWL</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111.9</a:t>
                      </a:r>
                      <a:endParaRPr lang="ko-Kore-KR" altLang="en-US" sz="600" dirty="0"/>
                    </a:p>
                  </a:txBody>
                  <a:tcPr marL="36000" marR="36000" marT="36000" marB="36000" anchor="ct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33 IWM</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111.5</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14R IWR</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110.7</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15 IWK 110.1</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549402439"/>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7030A0"/>
                          </a:solidFill>
                        </a:rPr>
                        <a:t>Standard TAXI RTE</a:t>
                      </a:r>
                      <a:r>
                        <a:rPr lang="en-US" sz="800" b="0" u="none" strike="noStrike" cap="none" dirty="0">
                          <a:solidFill>
                            <a:schemeClr val="bg1"/>
                          </a:solidFill>
                        </a:rPr>
                        <a:t>, P/B Exit S8 -&gt; Taxi out S8</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Cross DUDIS xxx, T/O Before xxx</a:t>
                      </a:r>
                    </a:p>
                    <a:p>
                      <a:pPr marL="0" marR="0" lvl="0" indent="0" algn="ctr" defTabSz="914400"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Wingtip CLR P1-3, Q5-7, Y1-8 </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232C6E61-6C9F-BA12-5806-0C1F95D6CAB8}"/>
              </a:ext>
            </a:extLst>
          </p:cNvPr>
          <p:cNvGraphicFramePr/>
          <p:nvPr>
            <p:extLst>
              <p:ext uri="{D42A27DB-BD31-4B8C-83A1-F6EECF244321}">
                <p14:modId xmlns:p14="http://schemas.microsoft.com/office/powerpoint/2010/main" val="444902185"/>
              </p:ext>
            </p:extLst>
          </p:nvPr>
        </p:nvGraphicFramePr>
        <p:xfrm>
          <a:off x="-2501" y="16504"/>
          <a:ext cx="2328850" cy="626496"/>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89826">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WMKK(KUL) 69ft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36670">
                <a:tc>
                  <a:txBody>
                    <a:bodyPr/>
                    <a:lstStyle/>
                    <a:p>
                      <a:pPr marL="0" marR="0" lvl="0" indent="0" algn="ctr" rtl="0">
                        <a:spcBef>
                          <a:spcPts val="0"/>
                        </a:spcBef>
                        <a:spcAft>
                          <a:spcPts val="0"/>
                        </a:spcAft>
                        <a:buNone/>
                      </a:pPr>
                      <a:r>
                        <a:rPr lang="en-US" altLang="ko-Kore-KR" sz="800" dirty="0" err="1"/>
                        <a:t>Layang</a:t>
                      </a:r>
                      <a:r>
                        <a:rPr lang="en-US" altLang="ko-Kore-KR" sz="800" dirty="0"/>
                        <a:t> Satellite 132.9</a:t>
                      </a:r>
                      <a:endParaRPr sz="1200" dirty="0"/>
                    </a:p>
                    <a:p>
                      <a:pPr marL="0" marR="0" lvl="0" indent="0" algn="ctr" rtl="0">
                        <a:spcBef>
                          <a:spcPts val="0"/>
                        </a:spcBef>
                        <a:spcAft>
                          <a:spcPts val="0"/>
                        </a:spcAft>
                        <a:buNone/>
                      </a:pPr>
                      <a:r>
                        <a:rPr lang="en-US" altLang="ko-KR" sz="700" dirty="0">
                          <a:solidFill>
                            <a:srgbClr val="FF0000"/>
                          </a:solidFill>
                        </a:rPr>
                        <a:t>TSAT -10min Voice</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91EEBD74-74B6-6AD2-A138-733A38D8B245}"/>
              </a:ext>
            </a:extLst>
          </p:cNvPr>
          <p:cNvSpPr/>
          <p:nvPr/>
        </p:nvSpPr>
        <p:spPr>
          <a:xfrm>
            <a:off x="863730" y="2666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7" name="TextBox 6">
            <a:extLst>
              <a:ext uri="{FF2B5EF4-FFF2-40B4-BE49-F238E27FC236}">
                <a16:creationId xmlns:a16="http://schemas.microsoft.com/office/drawing/2014/main" id="{96580AA8-B1B4-BB28-2E33-C867D3A61C8A}"/>
              </a:ext>
            </a:extLst>
          </p:cNvPr>
          <p:cNvSpPr txBox="1"/>
          <p:nvPr/>
        </p:nvSpPr>
        <p:spPr>
          <a:xfrm>
            <a:off x="48383" y="2443219"/>
            <a:ext cx="2252220" cy="782778"/>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FFC000"/>
                </a:solidFill>
                <a:latin typeface="Gulim" panose="020B0600000101010101" pitchFamily="34" charset="-127"/>
                <a:ea typeface="Gulim" panose="020B0600000101010101" pitchFamily="34" charset="-127"/>
              </a:rPr>
              <a:t>DEP 135.25(Before 2000ft) </a:t>
            </a:r>
          </a:p>
          <a:p>
            <a:pPr>
              <a:lnSpc>
                <a:spcPct val="150000"/>
              </a:lnSpc>
            </a:pPr>
            <a:r>
              <a:rPr kumimoji="1" lang="en-US" altLang="ko-Kore-KR" sz="700" b="1" u="sng" dirty="0">
                <a:latin typeface="Gulim" panose="020B0600000101010101" pitchFamily="34" charset="-127"/>
                <a:ea typeface="Gulim" panose="020B0600000101010101" pitchFamily="34" charset="-127"/>
              </a:rPr>
              <a:t>GUTUP 6556/8942 – AKMON 133.05 - UDOSI 120.7</a:t>
            </a:r>
          </a:p>
          <a:p>
            <a:pPr>
              <a:lnSpc>
                <a:spcPct val="150000"/>
              </a:lnSpc>
            </a:pPr>
            <a:r>
              <a:rPr kumimoji="1" lang="en-US" altLang="ko-Kore-KR" sz="700" b="1" u="sng" dirty="0">
                <a:latin typeface="Gulim" panose="020B0600000101010101" pitchFamily="34" charset="-127"/>
                <a:ea typeface="Gulim" panose="020B0600000101010101" pitchFamily="34" charset="-127"/>
              </a:rPr>
              <a:t>ARESI 8942/5655 Unable AKOTA 119.3</a:t>
            </a:r>
          </a:p>
          <a:p>
            <a:pPr>
              <a:lnSpc>
                <a:spcPct val="150000"/>
              </a:lnSpc>
            </a:pPr>
            <a:r>
              <a:rPr kumimoji="1" lang="en-US" altLang="ko-KR" sz="700" b="1" u="sng" dirty="0">
                <a:solidFill>
                  <a:srgbClr val="C00000"/>
                </a:solidFill>
                <a:latin typeface="Gulim" panose="020B0600000101010101" pitchFamily="34" charset="-127"/>
                <a:ea typeface="Gulim" panose="020B0600000101010101" pitchFamily="34" charset="-127"/>
              </a:rPr>
              <a:t>SENKA /20</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pic>
        <p:nvPicPr>
          <p:cNvPr id="9" name="그래픽 8" descr="집 Wi-Fi에서 작업 단색으로 채워진">
            <a:hlinkClick r:id="" action="ppaction://hlinkshowjump?jump=firstslide"/>
            <a:extLst>
              <a:ext uri="{FF2B5EF4-FFF2-40B4-BE49-F238E27FC236}">
                <a16:creationId xmlns:a16="http://schemas.microsoft.com/office/drawing/2014/main" id="{8FEDFC53-4C5E-7540-87D1-E4E9CB7210A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856086"/>
            <a:ext cx="457200" cy="457200"/>
          </a:xfrm>
          <a:prstGeom prst="rect">
            <a:avLst/>
          </a:prstGeom>
          <a:effectLst>
            <a:outerShdw blurRad="50800" dist="50800" dir="3660000" algn="ctr" rotWithShape="0">
              <a:schemeClr val="bg1">
                <a:alpha val="82714"/>
              </a:schemeClr>
            </a:outerShdw>
          </a:effectLst>
        </p:spPr>
      </p:pic>
      <p:graphicFrame>
        <p:nvGraphicFramePr>
          <p:cNvPr id="5" name="Google Shape;283;p17">
            <a:extLst>
              <a:ext uri="{FF2B5EF4-FFF2-40B4-BE49-F238E27FC236}">
                <a16:creationId xmlns:a16="http://schemas.microsoft.com/office/drawing/2014/main" id="{4CCA8696-B1A0-2A6F-244E-0D296C8C7D68}"/>
              </a:ext>
            </a:extLst>
          </p:cNvPr>
          <p:cNvGraphicFramePr/>
          <p:nvPr/>
        </p:nvGraphicFramePr>
        <p:xfrm>
          <a:off x="11589" y="3297065"/>
          <a:ext cx="2314761" cy="225241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178498">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2227">
                <a:tc>
                  <a:txBody>
                    <a:bodyPr/>
                    <a:lstStyle/>
                    <a:p>
                      <a:pPr marL="0" marR="0" lvl="0" indent="0" algn="ctr" rtl="0">
                        <a:spcBef>
                          <a:spcPts val="0"/>
                        </a:spcBef>
                        <a:spcAft>
                          <a:spcPts val="0"/>
                        </a:spcAft>
                        <a:buNone/>
                      </a:pPr>
                      <a:r>
                        <a:rPr lang="en-US" sz="800" b="1" dirty="0"/>
                        <a:t>33</a:t>
                      </a:r>
                    </a:p>
                    <a:p>
                      <a:pPr marL="0" marR="0" lvl="0" indent="0" algn="ctr" rtl="0">
                        <a:spcBef>
                          <a:spcPts val="0"/>
                        </a:spcBef>
                        <a:spcAft>
                          <a:spcPts val="0"/>
                        </a:spcAft>
                        <a:buNone/>
                      </a:pPr>
                      <a:r>
                        <a:rPr lang="en-US" sz="800" b="1" dirty="0"/>
                        <a:t>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xY</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ENPIL</a:t>
                      </a:r>
                    </a:p>
                    <a:p>
                      <a:pPr marL="0" marR="0" lvl="0" indent="0" algn="ctr" rtl="0">
                        <a:spcBef>
                          <a:spcPts val="0"/>
                        </a:spcBef>
                        <a:spcAft>
                          <a:spcPts val="0"/>
                        </a:spcAft>
                        <a:buNone/>
                      </a:pPr>
                      <a:r>
                        <a:rPr lang="en-US" sz="800" b="1" dirty="0">
                          <a:solidFill>
                            <a:srgbClr val="FF0000"/>
                          </a:solidFill>
                        </a:rPr>
                        <a:t>PAMBI</a:t>
                      </a:r>
                      <a:endParaRPr sz="458" b="1"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OLMEN 180</a:t>
                      </a:r>
                    </a:p>
                    <a:p>
                      <a:pPr marL="0" marR="0" lvl="0" indent="0" algn="ctr" rtl="0">
                        <a:spcBef>
                          <a:spcPts val="0"/>
                        </a:spcBef>
                        <a:spcAft>
                          <a:spcPts val="0"/>
                        </a:spcAft>
                        <a:buNone/>
                      </a:pPr>
                      <a:r>
                        <a:rPr lang="en-US" sz="800" b="1" dirty="0"/>
                        <a:t>OLMEN 160</a:t>
                      </a:r>
                      <a:endParaRPr sz="458" b="1" dirty="0"/>
                    </a:p>
                  </a:txBody>
                  <a:tcPr marL="36000" marR="36000" marT="36000" marB="36000" anchor="ctr"/>
                </a:tc>
                <a:extLst>
                  <a:ext uri="{0D108BD9-81ED-4DB2-BD59-A6C34878D82A}">
                    <a16:rowId xmlns:a16="http://schemas.microsoft.com/office/drawing/2014/main" val="10001"/>
                  </a:ext>
                </a:extLst>
              </a:tr>
              <a:tr h="264221">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xC</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62227">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62227">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62227">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2227">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03730256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17576" y="2858861"/>
            <a:ext cx="2105063" cy="693899"/>
          </a:xfrm>
          <a:prstGeom prst="rect">
            <a:avLst/>
          </a:prstGeom>
          <a:noFill/>
        </p:spPr>
        <p:txBody>
          <a:bodyPr wrap="none" tIns="36000" bIns="3600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FUK 127.5</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TPE</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125.5 – 127.9 – 129.1</a:t>
            </a:r>
          </a:p>
          <a:p>
            <a:pPr>
              <a:lnSpc>
                <a:spcPct val="150000"/>
              </a:lnSpc>
            </a:pPr>
            <a:r>
              <a:rPr kumimoji="1" lang="en-US" altLang="ko-KR" sz="700" b="1" u="sng" dirty="0">
                <a:latin typeface="Gulim" panose="020B0600000101010101" pitchFamily="34" charset="-127"/>
                <a:ea typeface="Gulim" panose="020B0600000101010101" pitchFamily="34" charset="-127"/>
              </a:rPr>
              <a:t>MNL 119.3</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a:t>
            </a:r>
            <a:r>
              <a:rPr kumimoji="1" lang="ko-KR" altLang="en-US" sz="700" b="1" u="sng" dirty="0">
                <a:latin typeface="Gulim" panose="020B0600000101010101" pitchFamily="34" charset="-127"/>
                <a:ea typeface="Gulim" panose="020B0600000101010101" pitchFamily="34" charset="-127"/>
              </a:rPr>
              <a:t> </a:t>
            </a:r>
            <a:r>
              <a:rPr kumimoji="1" lang="en-US" altLang="ko-Kore-KR" sz="700" b="1" u="sng">
                <a:latin typeface="Gulim" panose="020B0600000101010101" pitchFamily="34" charset="-127"/>
                <a:ea typeface="Gulim" panose="020B0600000101010101" pitchFamily="34" charset="-127"/>
              </a:rPr>
              <a:t>CPDLC RPHI </a:t>
            </a:r>
            <a:r>
              <a:rPr kumimoji="1" lang="en-US" altLang="ko-Kore-KR" sz="700" b="1" u="sng" dirty="0">
                <a:latin typeface="Gulim" panose="020B0600000101010101" pitchFamily="34" charset="-127"/>
                <a:ea typeface="Gulim" panose="020B0600000101010101" pitchFamily="34" charset="-127"/>
              </a:rPr>
              <a:t>RDO 8942(5655) </a:t>
            </a:r>
          </a:p>
          <a:p>
            <a:pPr>
              <a:lnSpc>
                <a:spcPct val="150000"/>
              </a:lnSpc>
            </a:pPr>
            <a:r>
              <a:rPr kumimoji="1" lang="en-US" altLang="ko-Kore-KR" sz="700" b="1" u="sng" dirty="0">
                <a:latin typeface="Gulim" panose="020B0600000101010101" pitchFamily="34" charset="-127"/>
                <a:ea typeface="Gulim" panose="020B0600000101010101" pitchFamily="34" charset="-127"/>
              </a:rPr>
              <a:t>HCM 120.7</a:t>
            </a:r>
            <a:r>
              <a:rPr kumimoji="1" lang="ko-KR" altLang="en-US" sz="700" b="1" u="sng" dirty="0">
                <a:latin typeface="Gulim" panose="020B0600000101010101" pitchFamily="34" charset="-127"/>
                <a:ea typeface="Gulim" panose="020B0600000101010101" pitchFamily="34" charset="-127"/>
              </a:rPr>
              <a:t> </a:t>
            </a:r>
            <a:r>
              <a:rPr kumimoji="1" lang="en-US" altLang="ko-KR" sz="700" b="1" u="sng" dirty="0">
                <a:latin typeface="Gulim" panose="020B0600000101010101" pitchFamily="34" charset="-127"/>
                <a:ea typeface="Gulim" panose="020B0600000101010101" pitchFamily="34" charset="-127"/>
              </a:rPr>
              <a:t>-</a:t>
            </a:r>
            <a:r>
              <a:rPr kumimoji="1" lang="ko-KR" altLang="en-US" sz="700" b="1" u="sng" dirty="0">
                <a:latin typeface="Gulim" panose="020B0600000101010101" pitchFamily="34" charset="-127"/>
                <a:ea typeface="Gulim" panose="020B0600000101010101" pitchFamily="34" charset="-127"/>
              </a:rPr>
              <a:t> </a:t>
            </a:r>
            <a:r>
              <a:rPr kumimoji="1" lang="en-US" altLang="ko-Kore-KR" sz="700" b="1" u="sng" dirty="0">
                <a:latin typeface="Gulim" panose="020B0600000101010101" pitchFamily="34" charset="-127"/>
                <a:ea typeface="Gulim" panose="020B0600000101010101" pitchFamily="34" charset="-127"/>
              </a:rPr>
              <a:t>132.35 – 134.05 </a:t>
            </a:r>
          </a:p>
          <a:p>
            <a:pPr>
              <a:lnSpc>
                <a:spcPct val="150000"/>
              </a:lnSpc>
            </a:pPr>
            <a:r>
              <a:rPr kumimoji="1" lang="en-US" altLang="ko-Kore-KR" sz="700" b="1" u="sng" dirty="0">
                <a:latin typeface="Gulim" panose="020B0600000101010101" pitchFamily="34" charset="-127"/>
                <a:ea typeface="Gulim" panose="020B0600000101010101" pitchFamily="34" charset="-127"/>
              </a:rPr>
              <a:t>CXR APP 127.9</a:t>
            </a:r>
          </a:p>
        </p:txBody>
      </p:sp>
      <p:graphicFrame>
        <p:nvGraphicFramePr>
          <p:cNvPr id="292" name="Google Shape;292;p18"/>
          <p:cNvGraphicFramePr/>
          <p:nvPr>
            <p:extLst>
              <p:ext uri="{D42A27DB-BD31-4B8C-83A1-F6EECF244321}">
                <p14:modId xmlns:p14="http://schemas.microsoft.com/office/powerpoint/2010/main" val="361101824"/>
              </p:ext>
            </p:extLst>
          </p:nvPr>
        </p:nvGraphicFramePr>
        <p:xfrm>
          <a:off x="-2501" y="3879427"/>
          <a:ext cx="2327658" cy="1674850"/>
        </p:xfrm>
        <a:graphic>
          <a:graphicData uri="http://schemas.openxmlformats.org/drawingml/2006/table">
            <a:tbl>
              <a:tblPr firstRow="1" bandRow="1">
                <a:noFill/>
                <a:tableStyleId>{A521BE36-7E6F-4EC9-8D66-1CF97A6895EC}</a:tableStyleId>
              </a:tblPr>
              <a:tblGrid>
                <a:gridCol w="364547">
                  <a:extLst>
                    <a:ext uri="{9D8B030D-6E8A-4147-A177-3AD203B41FA5}">
                      <a16:colId xmlns:a16="http://schemas.microsoft.com/office/drawing/2014/main" val="20000"/>
                    </a:ext>
                  </a:extLst>
                </a:gridCol>
                <a:gridCol w="945929">
                  <a:extLst>
                    <a:ext uri="{9D8B030D-6E8A-4147-A177-3AD203B41FA5}">
                      <a16:colId xmlns:a16="http://schemas.microsoft.com/office/drawing/2014/main" val="20001"/>
                    </a:ext>
                  </a:extLst>
                </a:gridCol>
                <a:gridCol w="387331">
                  <a:extLst>
                    <a:ext uri="{9D8B030D-6E8A-4147-A177-3AD203B41FA5}">
                      <a16:colId xmlns:a16="http://schemas.microsoft.com/office/drawing/2014/main" val="502366202"/>
                    </a:ext>
                  </a:extLst>
                </a:gridCol>
                <a:gridCol w="629851">
                  <a:extLst>
                    <a:ext uri="{9D8B030D-6E8A-4147-A177-3AD203B41FA5}">
                      <a16:colId xmlns:a16="http://schemas.microsoft.com/office/drawing/2014/main" val="992510185"/>
                    </a:ext>
                  </a:extLst>
                </a:gridCol>
              </a:tblGrid>
              <a:tr h="324137">
                <a:tc gridSpan="4">
                  <a:txBody>
                    <a:bodyPr/>
                    <a:lstStyle/>
                    <a:p>
                      <a:pPr marL="0" marR="0" lvl="0" indent="0" algn="ctr" rtl="0">
                        <a:spcBef>
                          <a:spcPts val="0"/>
                        </a:spcBef>
                        <a:spcAft>
                          <a:spcPts val="0"/>
                        </a:spcAft>
                        <a:buNone/>
                      </a:pPr>
                      <a:r>
                        <a:rPr lang="en-US" sz="800" dirty="0"/>
                        <a:t>CXR </a:t>
                      </a:r>
                      <a:r>
                        <a:rPr lang="en-US" sz="800" dirty="0">
                          <a:solidFill>
                            <a:srgbClr val="00B0F0"/>
                          </a:solidFill>
                        </a:rPr>
                        <a:t>[200/020] </a:t>
                      </a:r>
                      <a:r>
                        <a:rPr lang="en-US" sz="800" dirty="0"/>
                        <a:t>: STAR  </a:t>
                      </a:r>
                      <a:r>
                        <a:rPr lang="en-US" sz="800" dirty="0">
                          <a:solidFill>
                            <a:schemeClr val="accent4"/>
                          </a:solidFill>
                        </a:rPr>
                        <a:t>(</a:t>
                      </a:r>
                      <a:r>
                        <a:rPr lang="en-US" sz="800" dirty="0" err="1">
                          <a:solidFill>
                            <a:schemeClr val="accent4"/>
                          </a:solidFill>
                        </a:rPr>
                        <a:t>Wx</a:t>
                      </a:r>
                      <a:r>
                        <a:rPr lang="en-US" sz="800" dirty="0">
                          <a:solidFill>
                            <a:schemeClr val="accent4"/>
                          </a:solidFill>
                        </a:rPr>
                        <a:t>, Using RWY from HCM CTL)</a:t>
                      </a:r>
                    </a:p>
                    <a:p>
                      <a:pPr marL="0" marR="0" lvl="0" indent="0" algn="ctr" rtl="0">
                        <a:spcBef>
                          <a:spcPts val="0"/>
                        </a:spcBef>
                        <a:spcAft>
                          <a:spcPts val="0"/>
                        </a:spcAft>
                        <a:buNone/>
                      </a:pPr>
                      <a:r>
                        <a:rPr lang="en-US" sz="800" b="0" dirty="0">
                          <a:solidFill>
                            <a:srgbClr val="FFC000"/>
                          </a:solidFill>
                        </a:rPr>
                        <a:t>RWY20 Max Tail Wind 15kts / </a:t>
                      </a:r>
                      <a:r>
                        <a:rPr lang="en-US" sz="800" b="0" dirty="0">
                          <a:solidFill>
                            <a:srgbClr val="92D050"/>
                          </a:solidFill>
                        </a:rPr>
                        <a:t>CHK LDW due to PCR</a:t>
                      </a:r>
                    </a:p>
                    <a:p>
                      <a:pPr marL="0" marR="0" lvl="0" indent="0" algn="ctr" rtl="0">
                        <a:spcBef>
                          <a:spcPts val="0"/>
                        </a:spcBef>
                        <a:spcAft>
                          <a:spcPts val="0"/>
                        </a:spcAft>
                        <a:buNone/>
                      </a:pPr>
                      <a:r>
                        <a:rPr lang="en-US" sz="800" b="1" dirty="0">
                          <a:solidFill>
                            <a:srgbClr val="C00000"/>
                          </a:solidFill>
                        </a:rPr>
                        <a:t>CAAV STAR, APP not Authorized</a:t>
                      </a:r>
                      <a:endParaRPr sz="800" b="1" dirty="0">
                        <a:solidFill>
                          <a:srgbClr val="C00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23913">
                <a:tc>
                  <a:txBody>
                    <a:bodyPr/>
                    <a:lstStyle/>
                    <a:p>
                      <a:pPr marL="0" marR="0" lvl="0" indent="0" algn="ctr" rtl="0">
                        <a:spcBef>
                          <a:spcPts val="0"/>
                        </a:spcBef>
                        <a:spcAft>
                          <a:spcPts val="0"/>
                        </a:spcAft>
                        <a:buNone/>
                      </a:pPr>
                      <a:r>
                        <a:rPr lang="en-US" sz="800" b="1" dirty="0"/>
                        <a:t>20L</a:t>
                      </a:r>
                      <a:r>
                        <a:rPr lang="en-US" sz="800" b="0" dirty="0"/>
                        <a:t>/R</a:t>
                      </a:r>
                      <a:endParaRPr sz="800" b="0" dirty="0"/>
                    </a:p>
                  </a:txBody>
                  <a:tcPr marL="36000" marR="36000" marT="36000" marB="36000" anchor="ctr"/>
                </a:tc>
                <a:tc rowSpan="2">
                  <a:txBody>
                    <a:bodyPr/>
                    <a:lstStyle/>
                    <a:p>
                      <a:pPr marL="0" marR="0" lvl="0" indent="0" algn="ctr" rtl="0">
                        <a:spcBef>
                          <a:spcPts val="0"/>
                        </a:spcBef>
                        <a:spcAft>
                          <a:spcPts val="0"/>
                        </a:spcAft>
                        <a:buNone/>
                      </a:pPr>
                      <a:r>
                        <a:rPr lang="en-US" sz="800" b="1" dirty="0"/>
                        <a:t>COTUN, BANKE, HUNTA, NHATA xx</a:t>
                      </a:r>
                      <a:endParaRPr lang="en-US" sz="700" b="1" dirty="0"/>
                    </a:p>
                  </a:txBody>
                  <a:tcPr marL="36000" marR="36000" marT="36000" marB="36000" anchor="ctr"/>
                </a:tc>
                <a:tc rowSpan="2">
                  <a:txBody>
                    <a:bodyPr/>
                    <a:lstStyle/>
                    <a:p>
                      <a:r>
                        <a:rPr lang="en-US" sz="800" b="1" dirty="0"/>
                        <a:t>CR xxx </a:t>
                      </a:r>
                      <a:r>
                        <a:rPr lang="en-US" sz="700" b="0" dirty="0">
                          <a:solidFill>
                            <a:srgbClr val="C00000"/>
                          </a:solidFill>
                        </a:rPr>
                        <a:t>AFT IAF STEEP DES(3.8)</a:t>
                      </a:r>
                    </a:p>
                  </a:txBody>
                  <a:tcPr marL="36000" marR="36000" marT="36000" marB="36000" anchor="ctr"/>
                </a:tc>
                <a:tc>
                  <a:txBody>
                    <a:bodyPr/>
                    <a:lstStyle/>
                    <a:p>
                      <a:pPr marL="0" marR="0" lvl="0" indent="0" algn="ctr" rtl="0">
                        <a:spcBef>
                          <a:spcPts val="0"/>
                        </a:spcBef>
                        <a:spcAft>
                          <a:spcPts val="0"/>
                        </a:spcAft>
                        <a:buNone/>
                      </a:pPr>
                      <a:r>
                        <a:rPr lang="en-US" sz="800" b="1" dirty="0"/>
                        <a:t>ILS Y 20L</a:t>
                      </a:r>
                    </a:p>
                    <a:p>
                      <a:pPr marL="0" marR="0" lvl="0" indent="0" algn="ctr" rtl="0">
                        <a:spcBef>
                          <a:spcPts val="0"/>
                        </a:spcBef>
                        <a:spcAft>
                          <a:spcPts val="0"/>
                        </a:spcAft>
                        <a:buNone/>
                      </a:pPr>
                      <a:r>
                        <a:rPr lang="en-US" sz="800" b="0" dirty="0"/>
                        <a:t>RNP 20R</a:t>
                      </a:r>
                      <a:endParaRPr lang="ko-Kore-KR" altLang="en-US" dirty="0"/>
                    </a:p>
                  </a:txBody>
                  <a:tcPr marL="36000" marR="36000" marT="36000" marB="36000" anchor="ctr"/>
                </a:tc>
                <a:extLst>
                  <a:ext uri="{0D108BD9-81ED-4DB2-BD59-A6C34878D82A}">
                    <a16:rowId xmlns:a16="http://schemas.microsoft.com/office/drawing/2014/main" val="10001"/>
                  </a:ext>
                </a:extLst>
              </a:tr>
              <a:tr h="137479">
                <a:tc>
                  <a:txBody>
                    <a:bodyPr/>
                    <a:lstStyle/>
                    <a:p>
                      <a:pPr marL="0" marR="0" lvl="0" indent="0" algn="ctr" rtl="0">
                        <a:spcBef>
                          <a:spcPts val="0"/>
                        </a:spcBef>
                        <a:spcAft>
                          <a:spcPts val="0"/>
                        </a:spcAft>
                        <a:buNone/>
                      </a:pPr>
                      <a:r>
                        <a:rPr lang="en-US" sz="800" b="1" dirty="0"/>
                        <a:t>02R</a:t>
                      </a:r>
                      <a:r>
                        <a:rPr lang="en-US" sz="800" b="0" dirty="0"/>
                        <a:t>/L</a:t>
                      </a:r>
                      <a:endParaRPr sz="800" b="0" dirty="0"/>
                    </a:p>
                  </a:txBody>
                  <a:tcPr marL="36000" marR="36000" marT="36000" marB="36000" anchor="ctr"/>
                </a:tc>
                <a:tc vMerge="1">
                  <a:txBody>
                    <a:bodyPr/>
                    <a:lstStyle/>
                    <a:p>
                      <a:pPr marL="0" marR="0" lvl="0" indent="0" algn="ctr" rtl="0">
                        <a:spcBef>
                          <a:spcPts val="0"/>
                        </a:spcBef>
                        <a:spcAft>
                          <a:spcPts val="0"/>
                        </a:spcAft>
                        <a:buNone/>
                      </a:pPr>
                      <a:endParaRPr lang="en-US" altLang="ko-Kore-KR" sz="800" b="1" dirty="0"/>
                    </a:p>
                  </a:txBody>
                  <a:tcPr marL="36000" marR="36000" marT="36000" marB="36000" anchor="ctr"/>
                </a:tc>
                <a:tc vMerge="1">
                  <a:txBody>
                    <a:bodyPr/>
                    <a:lstStyle/>
                    <a:p>
                      <a:endParaRPr lang="ko-Kore-KR" altLang="en-US"/>
                    </a:p>
                  </a:txBody>
                  <a:tcPr/>
                </a:tc>
                <a:tc>
                  <a:txBody>
                    <a:bodyPr/>
                    <a:lstStyle/>
                    <a:p>
                      <a:r>
                        <a:rPr lang="en-US" sz="800" b="1" dirty="0"/>
                        <a:t>ILS X/Z 02L/R</a:t>
                      </a:r>
                      <a:endParaRPr lang="ko-Kore-KR" altLang="en-US" dirty="0"/>
                    </a:p>
                  </a:txBody>
                  <a:tcPr marL="36000" marR="36000" marT="36000" marB="36000" anchor="ctr"/>
                </a:tc>
                <a:extLst>
                  <a:ext uri="{0D108BD9-81ED-4DB2-BD59-A6C34878D82A}">
                    <a16:rowId xmlns:a16="http://schemas.microsoft.com/office/drawing/2014/main" val="10002"/>
                  </a:ext>
                </a:extLst>
              </a:tr>
              <a:tr h="16624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CRA </a:t>
                      </a:r>
                      <a:r>
                        <a:rPr lang="en-US" sz="800" b="1" dirty="0">
                          <a:solidFill>
                            <a:srgbClr val="C00000"/>
                          </a:solidFill>
                        </a:rPr>
                        <a:t>20L ICA 02R ICX 02L ICR</a:t>
                      </a:r>
                      <a:endParaRPr sz="800" b="1" dirty="0">
                        <a:solidFill>
                          <a:srgbClr val="C00000"/>
                        </a:solidFill>
                      </a:endParaRPr>
                    </a:p>
                  </a:txBody>
                  <a:tcPr marL="36000" marR="36000" marT="36000" marB="36000" anchor="ctr"/>
                </a:tc>
                <a:tc hMerge="1">
                  <a:txBody>
                    <a:bodyPr/>
                    <a:lstStyle/>
                    <a:p>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223913">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20L : G3(6735’), G1(9603’),   02R : G5(6528’), </a:t>
                      </a:r>
                      <a:r>
                        <a:rPr lang="en-US" sz="800" b="1" dirty="0">
                          <a:solidFill>
                            <a:srgbClr val="0070C0"/>
                          </a:solidFill>
                        </a:rPr>
                        <a:t>G7(9662’)</a:t>
                      </a:r>
                      <a:endParaRPr sz="800" dirty="0">
                        <a:solidFill>
                          <a:srgbClr val="0070C0"/>
                        </a:solidFill>
                      </a:endParaRPr>
                    </a:p>
                    <a:p>
                      <a:pPr marL="0" marR="0" lvl="0" indent="0" algn="l" rtl="0">
                        <a:lnSpc>
                          <a:spcPct val="100000"/>
                        </a:lnSpc>
                        <a:spcBef>
                          <a:spcPts val="0"/>
                        </a:spcBef>
                        <a:spcAft>
                          <a:spcPts val="0"/>
                        </a:spcAft>
                        <a:buClr>
                          <a:schemeClr val="dk1"/>
                        </a:buClr>
                        <a:buSzPts val="800"/>
                        <a:buFont typeface="Calibri"/>
                        <a:buNone/>
                      </a:pPr>
                      <a:r>
                        <a:rPr lang="en-US" sz="800" b="0" dirty="0">
                          <a:solidFill>
                            <a:schemeClr val="dk1"/>
                          </a:solidFill>
                        </a:rPr>
                        <a:t>20R : W4(5971’), W3(7680’), 02L : W5(5606’), W6(7345’)</a:t>
                      </a:r>
                      <a:r>
                        <a:rPr lang="en-US" sz="800" dirty="0">
                          <a:solidFill>
                            <a:schemeClr val="dk1"/>
                          </a:solidFill>
                        </a:rPr>
                        <a:t> </a:t>
                      </a:r>
                      <a:endParaRPr dirty="0"/>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137479">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err="1"/>
                        <a:t>FollowMe</a:t>
                      </a:r>
                      <a:r>
                        <a:rPr lang="en-US" sz="800" dirty="0"/>
                        <a:t> Car Service, </a:t>
                      </a:r>
                      <a:r>
                        <a:rPr lang="en-US" sz="800" b="1" dirty="0" err="1">
                          <a:solidFill>
                            <a:srgbClr val="C00000"/>
                          </a:solidFill>
                        </a:rPr>
                        <a:t>Sensitie</a:t>
                      </a:r>
                      <a:r>
                        <a:rPr lang="en-US" sz="800" b="1" dirty="0">
                          <a:solidFill>
                            <a:srgbClr val="C00000"/>
                          </a:solidFill>
                        </a:rPr>
                        <a:t> VDGS Caution!!</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3820309512"/>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VVCR(CXR) 46ft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 </a:t>
                      </a:r>
                      <a:r>
                        <a:rPr lang="en-US" sz="800" b="1" dirty="0">
                          <a:solidFill>
                            <a:srgbClr val="00B050"/>
                          </a:solidFill>
                        </a:rPr>
                        <a:t>D-ATIS</a:t>
                      </a:r>
                      <a:r>
                        <a:rPr lang="ko-KR" altLang="en-US" sz="800" b="1" dirty="0">
                          <a:solidFill>
                            <a:srgbClr val="00B050"/>
                          </a:solidFill>
                        </a:rPr>
                        <a:t> </a:t>
                      </a:r>
                      <a:r>
                        <a:rPr lang="en-US" altLang="ko-KR" sz="800" b="1" dirty="0">
                          <a:solidFill>
                            <a:srgbClr val="00B050"/>
                          </a:solidFill>
                        </a:rPr>
                        <a:t>Avail</a:t>
                      </a:r>
                    </a:p>
                    <a:p>
                      <a:pPr marL="0" marR="0" lvl="0" indent="0" algn="ctr" rtl="0">
                        <a:spcBef>
                          <a:spcPts val="0"/>
                        </a:spcBef>
                        <a:spcAft>
                          <a:spcPts val="0"/>
                        </a:spcAft>
                        <a:buNone/>
                      </a:pPr>
                      <a:r>
                        <a:rPr lang="en-US" sz="900" b="1" dirty="0">
                          <a:solidFill>
                            <a:srgbClr val="7030A0"/>
                          </a:solidFill>
                        </a:rPr>
                        <a:t>Bay 36</a:t>
                      </a:r>
                      <a:endParaRPr lang="en-US" sz="8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26E8B272-8D5B-D47D-58C6-4C3C17E8230E}"/>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5B882660-9EE1-6391-25C3-1EE439E63B98}"/>
              </a:ext>
            </a:extLst>
          </p:cNvPr>
          <p:cNvGraphicFramePr/>
          <p:nvPr/>
        </p:nvGraphicFramePr>
        <p:xfrm>
          <a:off x="1" y="649823"/>
          <a:ext cx="2326348" cy="213049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21656">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34445">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10567">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10567">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10567">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8008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10567">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94819243-81C7-B4AD-B7F3-FC00667085D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343679"/>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82246992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B2399E6E-0BF9-245E-720B-598089D336E3}"/>
              </a:ext>
            </a:extLst>
          </p:cNvPr>
          <p:cNvGraphicFramePr/>
          <p:nvPr>
            <p:extLst>
              <p:ext uri="{D42A27DB-BD31-4B8C-83A1-F6EECF244321}">
                <p14:modId xmlns:p14="http://schemas.microsoft.com/office/powerpoint/2010/main" val="2254549114"/>
              </p:ext>
            </p:extLst>
          </p:nvPr>
        </p:nvGraphicFramePr>
        <p:xfrm>
          <a:off x="-4046" y="586900"/>
          <a:ext cx="2347194" cy="1670650"/>
        </p:xfrm>
        <a:graphic>
          <a:graphicData uri="http://schemas.openxmlformats.org/drawingml/2006/table">
            <a:tbl>
              <a:tblPr firstRow="1" bandRow="1">
                <a:noFill/>
                <a:tableStyleId>{A521BE36-7E6F-4EC9-8D66-1CF97A6895EC}</a:tableStyleId>
              </a:tblPr>
              <a:tblGrid>
                <a:gridCol w="335409">
                  <a:extLst>
                    <a:ext uri="{9D8B030D-6E8A-4147-A177-3AD203B41FA5}">
                      <a16:colId xmlns:a16="http://schemas.microsoft.com/office/drawing/2014/main" val="20000"/>
                    </a:ext>
                  </a:extLst>
                </a:gridCol>
                <a:gridCol w="168843">
                  <a:extLst>
                    <a:ext uri="{9D8B030D-6E8A-4147-A177-3AD203B41FA5}">
                      <a16:colId xmlns:a16="http://schemas.microsoft.com/office/drawing/2014/main" val="20002"/>
                    </a:ext>
                  </a:extLst>
                </a:gridCol>
                <a:gridCol w="424897">
                  <a:extLst>
                    <a:ext uri="{9D8B030D-6E8A-4147-A177-3AD203B41FA5}">
                      <a16:colId xmlns:a16="http://schemas.microsoft.com/office/drawing/2014/main" val="20003"/>
                    </a:ext>
                  </a:extLst>
                </a:gridCol>
                <a:gridCol w="178013">
                  <a:extLst>
                    <a:ext uri="{9D8B030D-6E8A-4147-A177-3AD203B41FA5}">
                      <a16:colId xmlns:a16="http://schemas.microsoft.com/office/drawing/2014/main" val="20004"/>
                    </a:ext>
                  </a:extLst>
                </a:gridCol>
                <a:gridCol w="625635">
                  <a:extLst>
                    <a:ext uri="{9D8B030D-6E8A-4147-A177-3AD203B41FA5}">
                      <a16:colId xmlns:a16="http://schemas.microsoft.com/office/drawing/2014/main" val="20005"/>
                    </a:ext>
                  </a:extLst>
                </a:gridCol>
                <a:gridCol w="614397">
                  <a:extLst>
                    <a:ext uri="{9D8B030D-6E8A-4147-A177-3AD203B41FA5}">
                      <a16:colId xmlns:a16="http://schemas.microsoft.com/office/drawing/2014/main" val="20008"/>
                    </a:ext>
                  </a:extLst>
                </a:gridCol>
              </a:tblGrid>
              <a:tr h="0">
                <a:tc gridSpan="6">
                  <a:txBody>
                    <a:bodyPr/>
                    <a:lstStyle/>
                    <a:p>
                      <a:pPr marL="0" marR="0" lvl="0" indent="0" algn="ctr" rtl="0">
                        <a:spcBef>
                          <a:spcPts val="0"/>
                        </a:spcBef>
                        <a:spcAft>
                          <a:spcPts val="0"/>
                        </a:spcAft>
                        <a:buNone/>
                      </a:pPr>
                      <a:r>
                        <a:rPr lang="en-US" sz="800" u="none" strike="noStrike" cap="none" dirty="0"/>
                        <a:t>CNX : RNP SID (NADP 1)  </a:t>
                      </a:r>
                      <a:r>
                        <a:rPr lang="en-US" sz="800" u="none" strike="noStrike" cap="none" dirty="0">
                          <a:solidFill>
                            <a:srgbClr val="92D050"/>
                          </a:solidFill>
                        </a:rPr>
                        <a:t>CHK TOW due to PCR</a:t>
                      </a:r>
                    </a:p>
                    <a:p>
                      <a:pPr marL="0" marR="0" lvl="0" indent="0" algn="ctr" rtl="0">
                        <a:spcBef>
                          <a:spcPts val="0"/>
                        </a:spcBef>
                        <a:spcAft>
                          <a:spcPts val="0"/>
                        </a:spcAft>
                        <a:buNone/>
                      </a:pPr>
                      <a:r>
                        <a:rPr lang="en-US" sz="800" u="none" strike="noStrike" cap="none" dirty="0">
                          <a:solidFill>
                            <a:schemeClr val="accent4"/>
                          </a:solidFill>
                        </a:rPr>
                        <a:t>Follow Restrictions due to Military Traffic</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02L</a:t>
                      </a:r>
                      <a:r>
                        <a:rPr lang="en-US" sz="800" b="0" u="none" strike="noStrike" cap="none" dirty="0"/>
                        <a:t>/R</a:t>
                      </a:r>
                    </a:p>
                  </a:txBody>
                  <a:tcPr marL="36000" marR="36000" marT="36000" marB="36000" anchor="ctr"/>
                </a:tc>
                <a:tc gridSpan="2">
                  <a:txBody>
                    <a:bodyPr/>
                    <a:lstStyle/>
                    <a:p>
                      <a:pPr algn="ctr"/>
                      <a:r>
                        <a:rPr lang="en-US" sz="800" b="1" u="none" strike="noStrike" cap="none" dirty="0">
                          <a:solidFill>
                            <a:srgbClr val="0070C0"/>
                          </a:solidFill>
                        </a:rPr>
                        <a:t>NIHOA </a:t>
                      </a:r>
                      <a:r>
                        <a:rPr lang="en-US" sz="800" b="1" u="none" strike="noStrike" cap="none" dirty="0" err="1">
                          <a:solidFill>
                            <a:srgbClr val="0070C0"/>
                          </a:solidFill>
                        </a:rPr>
                        <a:t>xxA</a:t>
                      </a:r>
                      <a:endParaRPr lang="ko-Kore-KR" dirty="0"/>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t>HD020 </a:t>
                      </a:r>
                      <a:r>
                        <a:rPr lang="en-US" sz="800" b="1" u="none" strike="noStrike" cap="none" dirty="0">
                          <a:solidFill>
                            <a:srgbClr val="0070C0"/>
                          </a:solidFill>
                        </a:rPr>
                        <a:t>7000 </a:t>
                      </a:r>
                      <a:r>
                        <a:rPr lang="en-US" sz="800" b="1" u="none" strike="noStrike" cap="none" dirty="0">
                          <a:solidFill>
                            <a:srgbClr val="F28943"/>
                          </a:solidFill>
                        </a:rPr>
                        <a:t>TA9000</a:t>
                      </a:r>
                      <a:endParaRPr lang="en-US" altLang="ko-KR" sz="800" b="1" u="none" strike="noStrike" cap="none" dirty="0">
                        <a:solidFill>
                          <a:srgbClr val="F28943"/>
                        </a:solidFill>
                      </a:endParaRPr>
                    </a:p>
                  </a:txBody>
                  <a:tcPr marL="36000" marR="36000" marT="36000" marB="36000" anchor="ctr"/>
                </a:tc>
                <a:tc hMerge="1">
                  <a:txBody>
                    <a:bodyPr/>
                    <a:lstStyle/>
                    <a:p>
                      <a:endParaRPr lang="ko-Kore-KR"/>
                    </a:p>
                  </a:txBody>
                  <a:tcP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20R</a:t>
                      </a:r>
                      <a:r>
                        <a:rPr lang="en-US" sz="800" b="0" u="none" strike="noStrike" cap="none" dirty="0"/>
                        <a:t>/L</a:t>
                      </a:r>
                      <a:endParaRPr sz="800" b="0" u="none" strike="noStrike" cap="none" dirty="0"/>
                    </a:p>
                  </a:txBody>
                  <a:tcPr marL="36000" marR="36000" marT="36000" marB="36000" anchor="ctr"/>
                </a:tc>
                <a:tc gridSpan="2">
                  <a:txBody>
                    <a:bodyPr/>
                    <a:lstStyle/>
                    <a:p>
                      <a:pPr algn="ctr"/>
                      <a:r>
                        <a:rPr lang="en-US" altLang="ko-Kore-KR" sz="800" b="1" u="none" strike="noStrike" cap="none" dirty="0">
                          <a:solidFill>
                            <a:srgbClr val="0070C0"/>
                          </a:solidFill>
                        </a:rPr>
                        <a:t>NIHOA </a:t>
                      </a:r>
                      <a:r>
                        <a:rPr lang="en-US" altLang="ko-Kore-KR" sz="800" b="1" u="none" strike="noStrike" cap="none" dirty="0" err="1">
                          <a:solidFill>
                            <a:srgbClr val="0070C0"/>
                          </a:solidFill>
                        </a:rPr>
                        <a:t>xxB</a:t>
                      </a:r>
                      <a:endParaRPr lang="ko-Kore-KR" dirty="0"/>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t>HD200 </a:t>
                      </a:r>
                      <a:r>
                        <a:rPr lang="en-US" sz="800" b="1" u="none" strike="noStrike" cap="none" dirty="0">
                          <a:solidFill>
                            <a:srgbClr val="0070C0"/>
                          </a:solidFill>
                        </a:rPr>
                        <a:t>ATC/FL100 </a:t>
                      </a:r>
                      <a:r>
                        <a:rPr lang="en-US" altLang="ko-Kore-KR" sz="800" b="1" u="none" strike="noStrike" cap="none" dirty="0">
                          <a:solidFill>
                            <a:srgbClr val="7030A0"/>
                          </a:solidFill>
                        </a:rPr>
                        <a:t>SPD250</a:t>
                      </a:r>
                      <a:r>
                        <a:rPr lang="en-US" altLang="ko-Kore-KR" sz="800" b="1" u="none" strike="noStrike" cap="none" dirty="0">
                          <a:solidFill>
                            <a:srgbClr val="C00000"/>
                          </a:solidFill>
                        </a:rPr>
                        <a:t> </a:t>
                      </a:r>
                      <a:r>
                        <a:rPr kumimoji="0" lang="en-US" altLang="ko-Kore-KR" sz="800" b="1" i="0" u="none" strike="noStrike" kern="1200" cap="none" spc="0" normalizeH="0" baseline="0" noProof="0" dirty="0">
                          <a:ln>
                            <a:noFill/>
                          </a:ln>
                          <a:solidFill>
                            <a:srgbClr val="F28943"/>
                          </a:solidFill>
                          <a:effectLst/>
                          <a:uLnTx/>
                          <a:uFillTx/>
                          <a:latin typeface="Calibri"/>
                          <a:cs typeface="Calibri"/>
                        </a:rPr>
                        <a:t>TA9000</a:t>
                      </a:r>
                      <a:endParaRPr lang="ko-Kore-KR" altLang="en-US" dirty="0"/>
                    </a:p>
                  </a:txBody>
                  <a:tcPr marL="36000" marR="36000" marT="36000" marB="36000" anchor="ctr"/>
                </a:tc>
                <a:tc hMerge="1">
                  <a:txBody>
                    <a:bodyPr/>
                    <a:lstStyle/>
                    <a:p>
                      <a:endParaRPr lang="ko-Kore-KR"/>
                    </a:p>
                  </a:txBody>
                  <a:tcP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extLst>
                  <a:ext uri="{0D108BD9-81ED-4DB2-BD59-A6C34878D82A}">
                    <a16:rowId xmlns:a16="http://schemas.microsoft.com/office/drawing/2014/main" val="10002"/>
                  </a:ext>
                </a:extLst>
              </a:tr>
              <a:tr h="1157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CRA 116.5</a:t>
                      </a:r>
                      <a:endParaRPr sz="800" b="1" u="none" strike="noStrike" cap="none"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02R ICR 111.9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02L ICR 110.7</a:t>
                      </a:r>
                      <a:endParaRPr lang="ko-Kore-KR" dirty="0"/>
                    </a:p>
                  </a:txBody>
                  <a:tcPr marL="36000" marR="36000" marT="36000" marB="36000" anchor="ctr"/>
                </a:tc>
                <a:tc>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20L ICA 110.3</a:t>
                      </a:r>
                      <a:endParaRPr lang="ko-Kore-KR" dirty="0"/>
                    </a:p>
                  </a:txBody>
                  <a:tcPr marL="36000" marR="36000" marT="36000" marB="36000" anchor="ctr"/>
                </a:tc>
                <a:extLst>
                  <a:ext uri="{0D108BD9-81ED-4DB2-BD59-A6C34878D82A}">
                    <a16:rowId xmlns:a16="http://schemas.microsoft.com/office/drawing/2014/main" val="10003"/>
                  </a:ext>
                </a:extLst>
              </a:tr>
              <a:tr h="203200">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FIX</a:t>
                      </a:r>
                      <a:endParaRPr sz="800" u="none" strike="noStrike" cap="none" dirty="0">
                        <a:solidFill>
                          <a:schemeClr val="lt1"/>
                        </a:solidFill>
                      </a:endParaRPr>
                    </a:p>
                  </a:txBody>
                  <a:tcPr marL="36000" marR="36000" marT="36000" marB="36000" anchor="ctr">
                    <a:solidFill>
                      <a:schemeClr val="accent1"/>
                    </a:solidFill>
                  </a:tcPr>
                </a:tc>
                <a:tc gridSpan="5">
                  <a:txBody>
                    <a:bodyPr/>
                    <a:lstStyle/>
                    <a:p>
                      <a:pPr marL="0" marR="0" lvl="0" indent="0" algn="ctr" rtl="0">
                        <a:lnSpc>
                          <a:spcPct val="100000"/>
                        </a:lnSpc>
                        <a:spcBef>
                          <a:spcPts val="0"/>
                        </a:spcBef>
                        <a:spcAft>
                          <a:spcPts val="0"/>
                        </a:spcAft>
                        <a:buClr>
                          <a:srgbClr val="0070C0"/>
                        </a:buClr>
                        <a:buSzPts val="800"/>
                        <a:buFont typeface="Calibri"/>
                        <a:buNone/>
                      </a:pPr>
                      <a:r>
                        <a:rPr lang="en-US" altLang="ko-Kore-KR" sz="800" b="0" u="none" strike="noStrike" cap="none" dirty="0">
                          <a:solidFill>
                            <a:schemeClr val="bg1"/>
                          </a:solidFill>
                        </a:rPr>
                        <a:t>02 : CRA 020/3, R090</a:t>
                      </a:r>
                    </a:p>
                    <a:p>
                      <a:pPr marL="0" marR="0" lvl="0" indent="0" algn="ctr" rtl="0">
                        <a:lnSpc>
                          <a:spcPct val="100000"/>
                        </a:lnSpc>
                        <a:spcBef>
                          <a:spcPts val="0"/>
                        </a:spcBef>
                        <a:spcAft>
                          <a:spcPts val="0"/>
                        </a:spcAft>
                        <a:buClr>
                          <a:srgbClr val="0070C0"/>
                        </a:buClr>
                        <a:buSzPts val="800"/>
                        <a:buFont typeface="Calibri"/>
                        <a:buNone/>
                      </a:pPr>
                      <a:r>
                        <a:rPr lang="en-US" altLang="ko-Kore-KR" sz="800" b="0" u="none" strike="noStrike" cap="none" dirty="0">
                          <a:solidFill>
                            <a:schemeClr val="bg1"/>
                          </a:solidFill>
                        </a:rPr>
                        <a:t> 20 : CRA 200/6, R150</a:t>
                      </a:r>
                      <a:endParaRPr lang="en-US" sz="800" b="1" u="none" strike="noStrike" cap="none" dirty="0">
                        <a:solidFill>
                          <a:srgbClr val="00B050"/>
                        </a:solidFill>
                        <a:latin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a:p>
                  </a:txBody>
                  <a:tcPr marL="36000" marR="36000" marT="36000" marB="36000" anchor="ctr"/>
                </a:tc>
                <a:tc hMerge="1">
                  <a:txBody>
                    <a:bodyPr/>
                    <a:lstStyle/>
                    <a:p>
                      <a:endParaRPr dirty="0"/>
                    </a:p>
                  </a:txBody>
                  <a:tcPr marL="36000" marR="36000" marT="36000" marB="36000" anchor="ctr"/>
                </a:tc>
                <a:extLst>
                  <a:ext uri="{0D108BD9-81ED-4DB2-BD59-A6C34878D82A}">
                    <a16:rowId xmlns:a16="http://schemas.microsoft.com/office/drawing/2014/main" val="10005"/>
                  </a:ext>
                </a:extLst>
              </a:tr>
              <a:tr h="115700">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TWY Y5 only below wingspan 36m/118ft</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9324F2DF-C628-CA2F-3D82-2A8B1E34FA1F}"/>
              </a:ext>
            </a:extLst>
          </p:cNvPr>
          <p:cNvGraphicFramePr/>
          <p:nvPr>
            <p:extLst>
              <p:ext uri="{D42A27DB-BD31-4B8C-83A1-F6EECF244321}">
                <p14:modId xmlns:p14="http://schemas.microsoft.com/office/powerpoint/2010/main" val="3961610941"/>
              </p:ext>
            </p:extLst>
          </p:nvPr>
        </p:nvGraphicFramePr>
        <p:xfrm>
          <a:off x="-2501" y="16504"/>
          <a:ext cx="2328850" cy="55937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VVCR(CXR) 46ft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None</a:t>
                      </a:r>
                      <a:endParaRPr sz="1200" dirty="0"/>
                    </a:p>
                    <a:p>
                      <a:pPr marL="0" marR="0" lvl="0" indent="0" algn="ctr" rtl="0">
                        <a:spcBef>
                          <a:spcPts val="0"/>
                        </a:spcBef>
                        <a:spcAft>
                          <a:spcPts val="0"/>
                        </a:spcAft>
                        <a:buNone/>
                      </a:pPr>
                      <a:r>
                        <a:rPr lang="en-US" altLang="ko-KR" sz="700" dirty="0">
                          <a:solidFill>
                            <a:srgbClr val="FF0000"/>
                          </a:solidFill>
                        </a:rPr>
                        <a:t>TWR 118.2 By Voice</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8" name="TextBox 7">
            <a:extLst>
              <a:ext uri="{FF2B5EF4-FFF2-40B4-BE49-F238E27FC236}">
                <a16:creationId xmlns:a16="http://schemas.microsoft.com/office/drawing/2014/main" id="{14CA6956-FB7E-2FB3-571E-9A16B59F12B1}"/>
              </a:ext>
            </a:extLst>
          </p:cNvPr>
          <p:cNvSpPr txBox="1"/>
          <p:nvPr/>
        </p:nvSpPr>
        <p:spPr>
          <a:xfrm>
            <a:off x="775855" y="2254522"/>
            <a:ext cx="1612942" cy="855482"/>
          </a:xfrm>
          <a:prstGeom prst="rect">
            <a:avLst/>
          </a:prstGeom>
          <a:noFill/>
        </p:spPr>
        <p:txBody>
          <a:bodyPr wrap="none" tIns="36000" bIns="3600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DEP 127.9 – HCM 134.05</a:t>
            </a:r>
          </a:p>
          <a:p>
            <a:pPr>
              <a:lnSpc>
                <a:spcPct val="150000"/>
              </a:lnSpc>
            </a:pPr>
            <a:r>
              <a:rPr kumimoji="1" lang="en-US" altLang="ko-Kore-KR" sz="700" b="1" u="sng" dirty="0">
                <a:latin typeface="Gulim" panose="020B0600000101010101" pitchFamily="34" charset="-127"/>
                <a:ea typeface="Gulim" panose="020B0600000101010101" pitchFamily="34" charset="-127"/>
              </a:rPr>
              <a:t>DAD 123.3 – SNY 122.6</a:t>
            </a:r>
            <a:r>
              <a:rPr kumimoji="1" lang="en-US" altLang="ko-Kore-KR" sz="700" b="1" u="sng" dirty="0">
                <a:solidFill>
                  <a:srgbClr val="C00000"/>
                </a:solidFill>
                <a:latin typeface="Gulim" panose="020B0600000101010101" pitchFamily="34" charset="-127"/>
                <a:ea typeface="Gulim" panose="020B0600000101010101" pitchFamily="34" charset="-127"/>
              </a:rPr>
              <a:t>(-5min) </a:t>
            </a:r>
          </a:p>
          <a:p>
            <a:pPr>
              <a:lnSpc>
                <a:spcPct val="150000"/>
              </a:lnSpc>
            </a:pPr>
            <a:r>
              <a:rPr kumimoji="1" lang="en-US" altLang="ko-Kore-KR" sz="700" b="1" u="sng" dirty="0">
                <a:latin typeface="Gulim" panose="020B0600000101010101" pitchFamily="34" charset="-127"/>
                <a:ea typeface="Gulim" panose="020B0600000101010101" pitchFamily="34" charset="-127"/>
              </a:rPr>
              <a:t>HKG 132.15 – 127.1 – TPE 129.1</a:t>
            </a:r>
          </a:p>
          <a:p>
            <a:pPr>
              <a:lnSpc>
                <a:spcPct val="150000"/>
              </a:lnSpc>
            </a:pPr>
            <a:r>
              <a:rPr kumimoji="1" lang="en-US" altLang="ko-KR" sz="700" b="1" u="sng" dirty="0">
                <a:latin typeface="Gulim" panose="020B0600000101010101" pitchFamily="34" charset="-127"/>
                <a:ea typeface="Gulim" panose="020B0600000101010101" pitchFamily="34" charset="-127"/>
              </a:rPr>
              <a:t>125.5 – FUK 127.5</a:t>
            </a:r>
            <a:r>
              <a:rPr kumimoji="1" lang="en-US" altLang="ko-KR" sz="700" b="1" u="sng" dirty="0">
                <a:solidFill>
                  <a:srgbClr val="C00000"/>
                </a:solidFill>
                <a:latin typeface="Gulim" panose="020B0600000101010101" pitchFamily="34" charset="-127"/>
                <a:ea typeface="Gulim" panose="020B0600000101010101" pitchFamily="34" charset="-127"/>
              </a:rPr>
              <a:t>(SENKA /20)</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pic>
        <p:nvPicPr>
          <p:cNvPr id="9" name="그림 8" descr="지도, 텍스트, 도표이(가) 표시된 사진&#10;&#10;자동 생성된 설명">
            <a:extLst>
              <a:ext uri="{FF2B5EF4-FFF2-40B4-BE49-F238E27FC236}">
                <a16:creationId xmlns:a16="http://schemas.microsoft.com/office/drawing/2014/main" id="{40FAD37A-76DB-4884-AE7F-03831C74A2DB}"/>
              </a:ext>
            </a:extLst>
          </p:cNvPr>
          <p:cNvPicPr>
            <a:picLocks noChangeAspect="1"/>
          </p:cNvPicPr>
          <p:nvPr/>
        </p:nvPicPr>
        <p:blipFill>
          <a:blip r:embed="rId5"/>
          <a:stretch>
            <a:fillRect/>
          </a:stretch>
        </p:blipFill>
        <p:spPr>
          <a:xfrm>
            <a:off x="0" y="2272055"/>
            <a:ext cx="845389" cy="825728"/>
          </a:xfrm>
          <a:prstGeom prst="rect">
            <a:avLst/>
          </a:prstGeom>
        </p:spPr>
      </p:pic>
      <p:sp>
        <p:nvSpPr>
          <p:cNvPr id="2" name="직사각형 1">
            <a:hlinkClick r:id="" action="ppaction://hlinkshowjump?jump=firstslide"/>
            <a:extLst>
              <a:ext uri="{FF2B5EF4-FFF2-40B4-BE49-F238E27FC236}">
                <a16:creationId xmlns:a16="http://schemas.microsoft.com/office/drawing/2014/main" id="{6C9523CA-AC93-469E-02C8-A31FDF3992F7}"/>
              </a:ext>
            </a:extLst>
          </p:cNvPr>
          <p:cNvSpPr/>
          <p:nvPr/>
        </p:nvSpPr>
        <p:spPr>
          <a:xfrm>
            <a:off x="838544" y="251526"/>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7" name="그래픽 6" descr="집 Wi-Fi에서 작업 단색으로 채워진">
            <a:hlinkClick r:id="" action="ppaction://hlinkshowjump?jump=firstslide"/>
            <a:extLst>
              <a:ext uri="{FF2B5EF4-FFF2-40B4-BE49-F238E27FC236}">
                <a16:creationId xmlns:a16="http://schemas.microsoft.com/office/drawing/2014/main" id="{2EE2AF8B-92A3-3200-5056-D6DC5A2B215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2874121"/>
            <a:ext cx="457200" cy="457200"/>
          </a:xfrm>
          <a:prstGeom prst="rect">
            <a:avLst/>
          </a:prstGeom>
          <a:effectLst>
            <a:outerShdw blurRad="50800" dist="50800" dir="3660000" algn="ctr" rotWithShape="0">
              <a:schemeClr val="bg1">
                <a:alpha val="82714"/>
              </a:schemeClr>
            </a:outerShdw>
          </a:effectLst>
        </p:spPr>
      </p:pic>
      <p:graphicFrame>
        <p:nvGraphicFramePr>
          <p:cNvPr id="10" name="Google Shape;283;p17">
            <a:extLst>
              <a:ext uri="{FF2B5EF4-FFF2-40B4-BE49-F238E27FC236}">
                <a16:creationId xmlns:a16="http://schemas.microsoft.com/office/drawing/2014/main" id="{9222A090-F0B0-E386-7E5B-7B2098B75601}"/>
              </a:ext>
            </a:extLst>
          </p:cNvPr>
          <p:cNvGraphicFramePr/>
          <p:nvPr>
            <p:extLst>
              <p:ext uri="{D42A27DB-BD31-4B8C-83A1-F6EECF244321}">
                <p14:modId xmlns:p14="http://schemas.microsoft.com/office/powerpoint/2010/main" val="3284132159"/>
              </p:ext>
            </p:extLst>
          </p:nvPr>
        </p:nvGraphicFramePr>
        <p:xfrm>
          <a:off x="11589" y="3302008"/>
          <a:ext cx="2314761" cy="225241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178498">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2227">
                <a:tc>
                  <a:txBody>
                    <a:bodyPr/>
                    <a:lstStyle/>
                    <a:p>
                      <a:pPr marL="0" marR="0" lvl="0" indent="0" algn="ctr" rtl="0">
                        <a:spcBef>
                          <a:spcPts val="0"/>
                        </a:spcBef>
                        <a:spcAft>
                          <a:spcPts val="0"/>
                        </a:spcAft>
                        <a:buNone/>
                      </a:pPr>
                      <a:r>
                        <a:rPr lang="en-US" sz="800" b="1" dirty="0"/>
                        <a:t>33</a:t>
                      </a:r>
                    </a:p>
                    <a:p>
                      <a:pPr marL="0" marR="0" lvl="0" indent="0" algn="ctr" rtl="0">
                        <a:spcBef>
                          <a:spcPts val="0"/>
                        </a:spcBef>
                        <a:spcAft>
                          <a:spcPts val="0"/>
                        </a:spcAft>
                        <a:buNone/>
                      </a:pPr>
                      <a:r>
                        <a:rPr lang="en-US" sz="800" b="1" dirty="0"/>
                        <a:t>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xY</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ENPIL</a:t>
                      </a:r>
                    </a:p>
                    <a:p>
                      <a:pPr marL="0" marR="0" lvl="0" indent="0" algn="ctr" rtl="0">
                        <a:spcBef>
                          <a:spcPts val="0"/>
                        </a:spcBef>
                        <a:spcAft>
                          <a:spcPts val="0"/>
                        </a:spcAft>
                        <a:buNone/>
                      </a:pPr>
                      <a:r>
                        <a:rPr lang="en-US" sz="800" b="1" dirty="0">
                          <a:solidFill>
                            <a:srgbClr val="FF0000"/>
                          </a:solidFill>
                        </a:rPr>
                        <a:t>PAMBI</a:t>
                      </a:r>
                      <a:endParaRPr sz="458" b="1"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OLMEN 180</a:t>
                      </a:r>
                    </a:p>
                    <a:p>
                      <a:pPr marL="0" marR="0" lvl="0" indent="0" algn="ctr" rtl="0">
                        <a:spcBef>
                          <a:spcPts val="0"/>
                        </a:spcBef>
                        <a:spcAft>
                          <a:spcPts val="0"/>
                        </a:spcAft>
                        <a:buNone/>
                      </a:pPr>
                      <a:r>
                        <a:rPr lang="en-US" sz="800" b="1" dirty="0"/>
                        <a:t>OLMEN 160</a:t>
                      </a:r>
                      <a:endParaRPr sz="458" b="1" dirty="0"/>
                    </a:p>
                  </a:txBody>
                  <a:tcPr marL="36000" marR="36000" marT="36000" marB="36000" anchor="ctr"/>
                </a:tc>
                <a:extLst>
                  <a:ext uri="{0D108BD9-81ED-4DB2-BD59-A6C34878D82A}">
                    <a16:rowId xmlns:a16="http://schemas.microsoft.com/office/drawing/2014/main" val="10001"/>
                  </a:ext>
                </a:extLst>
              </a:tr>
              <a:tr h="264221">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xC</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62227">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62227">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62227">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2227">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74026387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011D0F31-DCDE-5ACA-B115-ECA6664160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341C32-58B3-7D0D-61DC-4FD96A6C1CC5}"/>
              </a:ext>
            </a:extLst>
          </p:cNvPr>
          <p:cNvSpPr txBox="1"/>
          <p:nvPr/>
        </p:nvSpPr>
        <p:spPr>
          <a:xfrm>
            <a:off x="-58296" y="2865194"/>
            <a:ext cx="1237839" cy="370733"/>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C00000"/>
                </a:solidFill>
                <a:latin typeface="Gulim" panose="020B0600000101010101" pitchFamily="34" charset="-127"/>
                <a:ea typeface="Gulim" panose="020B0600000101010101" pitchFamily="34" charset="-127"/>
              </a:rPr>
              <a:t>(SENKA</a:t>
            </a:r>
            <a:r>
              <a:rPr kumimoji="1" lang="ko-KR" altLang="en-US" sz="700" b="1" u="sng" dirty="0">
                <a:solidFill>
                  <a:srgbClr val="C00000"/>
                </a:solidFill>
                <a:latin typeface="Gulim" panose="020B0600000101010101" pitchFamily="34" charset="-127"/>
                <a:ea typeface="Gulim" panose="020B0600000101010101" pitchFamily="34" charset="-127"/>
              </a:rPr>
              <a:t> </a:t>
            </a:r>
            <a:r>
              <a:rPr kumimoji="1" lang="en-US" altLang="ko-KR" sz="700" b="1" u="sng" dirty="0">
                <a:solidFill>
                  <a:srgbClr val="C00000"/>
                </a:solidFill>
                <a:latin typeface="Gulim" panose="020B0600000101010101" pitchFamily="34" charset="-127"/>
                <a:ea typeface="Gulim" panose="020B0600000101010101" pitchFamily="34" charset="-127"/>
              </a:rPr>
              <a:t>/20) </a:t>
            </a:r>
          </a:p>
          <a:p>
            <a:pPr>
              <a:lnSpc>
                <a:spcPct val="150000"/>
              </a:lnSpc>
            </a:pPr>
            <a:r>
              <a:rPr kumimoji="1" lang="en-US" altLang="ko-KR" sz="700" b="1" u="sng" dirty="0">
                <a:latin typeface="Gulim" panose="020B0600000101010101" pitchFamily="34" charset="-127"/>
                <a:ea typeface="Gulim" panose="020B0600000101010101" pitchFamily="34" charset="-127"/>
              </a:rPr>
              <a:t>SANYA BD Report 122.6</a:t>
            </a:r>
          </a:p>
        </p:txBody>
      </p:sp>
      <p:graphicFrame>
        <p:nvGraphicFramePr>
          <p:cNvPr id="292" name="Google Shape;292;p18">
            <a:extLst>
              <a:ext uri="{FF2B5EF4-FFF2-40B4-BE49-F238E27FC236}">
                <a16:creationId xmlns:a16="http://schemas.microsoft.com/office/drawing/2014/main" id="{F7FB4C45-E669-E70F-5548-E54CC722A994}"/>
              </a:ext>
            </a:extLst>
          </p:cNvPr>
          <p:cNvGraphicFramePr/>
          <p:nvPr>
            <p:extLst>
              <p:ext uri="{D42A27DB-BD31-4B8C-83A1-F6EECF244321}">
                <p14:modId xmlns:p14="http://schemas.microsoft.com/office/powerpoint/2010/main" val="1948987270"/>
              </p:ext>
            </p:extLst>
          </p:nvPr>
        </p:nvGraphicFramePr>
        <p:xfrm>
          <a:off x="-2500" y="3484190"/>
          <a:ext cx="2321630" cy="2066890"/>
        </p:xfrm>
        <a:graphic>
          <a:graphicData uri="http://schemas.openxmlformats.org/drawingml/2006/table">
            <a:tbl>
              <a:tblPr firstRow="1" bandRow="1">
                <a:noFill/>
                <a:tableStyleId>{A521BE36-7E6F-4EC9-8D66-1CF97A6895EC}</a:tableStyleId>
              </a:tblPr>
              <a:tblGrid>
                <a:gridCol w="335525">
                  <a:extLst>
                    <a:ext uri="{9D8B030D-6E8A-4147-A177-3AD203B41FA5}">
                      <a16:colId xmlns:a16="http://schemas.microsoft.com/office/drawing/2014/main" val="20000"/>
                    </a:ext>
                  </a:extLst>
                </a:gridCol>
                <a:gridCol w="906053">
                  <a:extLst>
                    <a:ext uri="{9D8B030D-6E8A-4147-A177-3AD203B41FA5}">
                      <a16:colId xmlns:a16="http://schemas.microsoft.com/office/drawing/2014/main" val="255263363"/>
                    </a:ext>
                  </a:extLst>
                </a:gridCol>
                <a:gridCol w="404192">
                  <a:extLst>
                    <a:ext uri="{9D8B030D-6E8A-4147-A177-3AD203B41FA5}">
                      <a16:colId xmlns:a16="http://schemas.microsoft.com/office/drawing/2014/main" val="502366202"/>
                    </a:ext>
                  </a:extLst>
                </a:gridCol>
                <a:gridCol w="675860">
                  <a:extLst>
                    <a:ext uri="{9D8B030D-6E8A-4147-A177-3AD203B41FA5}">
                      <a16:colId xmlns:a16="http://schemas.microsoft.com/office/drawing/2014/main" val="992510185"/>
                    </a:ext>
                  </a:extLst>
                </a:gridCol>
              </a:tblGrid>
              <a:tr h="155749">
                <a:tc gridSpan="4">
                  <a:txBody>
                    <a:bodyPr/>
                    <a:lstStyle/>
                    <a:p>
                      <a:pPr marL="0" marR="0" lvl="0" indent="0" algn="ctr" rtl="0">
                        <a:spcBef>
                          <a:spcPts val="0"/>
                        </a:spcBef>
                        <a:spcAft>
                          <a:spcPts val="0"/>
                        </a:spcAft>
                        <a:buNone/>
                      </a:pPr>
                      <a:r>
                        <a:rPr lang="en-US" altLang="ko-Kore-KR" sz="800" dirty="0"/>
                        <a:t>HAN </a:t>
                      </a:r>
                      <a:r>
                        <a:rPr lang="en-US" altLang="ko-Kore-KR" sz="800" dirty="0">
                          <a:solidFill>
                            <a:srgbClr val="00B0F0"/>
                          </a:solidFill>
                        </a:rPr>
                        <a:t>[289/109]</a:t>
                      </a:r>
                      <a:r>
                        <a:rPr lang="en-US" altLang="ko-Kore-KR" sz="800" dirty="0"/>
                        <a:t> : STAR TL100 UTC+7, </a:t>
                      </a:r>
                      <a:r>
                        <a:rPr lang="en-US" altLang="ko-Kore-KR" sz="800" dirty="0">
                          <a:solidFill>
                            <a:srgbClr val="00B0F0"/>
                          </a:solidFill>
                        </a:rPr>
                        <a:t>TEBAK FL240</a:t>
                      </a:r>
                    </a:p>
                    <a:p>
                      <a:pPr marL="0" marR="0" lvl="0" indent="0" algn="ctr" rtl="0">
                        <a:spcBef>
                          <a:spcPts val="0"/>
                        </a:spcBef>
                        <a:spcAft>
                          <a:spcPts val="0"/>
                        </a:spcAft>
                        <a:buNone/>
                      </a:pPr>
                      <a:r>
                        <a:rPr lang="en-US" altLang="ko-Kore-KR" sz="800" dirty="0">
                          <a:solidFill>
                            <a:srgbClr val="FFC000"/>
                          </a:solidFill>
                        </a:rPr>
                        <a:t>SPD CTL via STAR Chart, </a:t>
                      </a:r>
                      <a:r>
                        <a:rPr lang="en-US" altLang="ko-Kore-KR" sz="800" dirty="0">
                          <a:solidFill>
                            <a:srgbClr val="C00000"/>
                          </a:solidFill>
                        </a:rPr>
                        <a:t>GS Fluctuations</a:t>
                      </a:r>
                      <a:endParaRPr lang="en-US" altLang="ko-Kore-KR" sz="800" b="1" dirty="0">
                        <a:solidFill>
                          <a:srgbClr val="C00000"/>
                        </a:solidFill>
                      </a:endParaRPr>
                    </a:p>
                  </a:txBody>
                  <a:tcPr marL="0" marR="0" marT="45725" marB="45725"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30547">
                <a:tc>
                  <a:txBody>
                    <a:bodyPr/>
                    <a:lstStyle/>
                    <a:p>
                      <a:pPr marL="0" marR="0" lvl="0" indent="0" algn="ctr" rtl="0">
                        <a:spcBef>
                          <a:spcPts val="0"/>
                        </a:spcBef>
                        <a:spcAft>
                          <a:spcPts val="0"/>
                        </a:spcAft>
                        <a:buNone/>
                      </a:pPr>
                      <a:r>
                        <a:rPr lang="en-US" sz="800" b="1" dirty="0">
                          <a:solidFill>
                            <a:srgbClr val="0070C0"/>
                          </a:solidFill>
                        </a:rPr>
                        <a:t>11L</a:t>
                      </a:r>
                      <a:r>
                        <a:rPr lang="en-US" sz="800" b="0" dirty="0"/>
                        <a:t>/R</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NAKHA x H</a:t>
                      </a:r>
                      <a:r>
                        <a:rPr lang="en-US" sz="800" b="0" dirty="0"/>
                        <a:t>/E/F/G</a:t>
                      </a:r>
                    </a:p>
                    <a:p>
                      <a:pPr marL="0" marR="0" lvl="0" indent="0" algn="ctr" rtl="0">
                        <a:spcBef>
                          <a:spcPts val="0"/>
                        </a:spcBef>
                        <a:spcAft>
                          <a:spcPts val="0"/>
                        </a:spcAft>
                        <a:buNone/>
                      </a:pPr>
                      <a:r>
                        <a:rPr lang="en-US" sz="800" b="0" dirty="0"/>
                        <a:t>J/K : RNAV ARR</a:t>
                      </a:r>
                    </a:p>
                  </a:txBody>
                  <a:tcPr marL="36000" marR="36000" marT="36000" marB="36000" anchor="ctr"/>
                </a:tc>
                <a:tc>
                  <a:txBody>
                    <a:bodyPr/>
                    <a:lstStyle/>
                    <a:p>
                      <a:pPr algn="ctr"/>
                      <a:r>
                        <a:rPr lang="en-US" altLang="ko-Kore-KR" sz="800" b="1" dirty="0"/>
                        <a:t>VILOX</a:t>
                      </a:r>
                    </a:p>
                    <a:p>
                      <a:pPr algn="ctr"/>
                      <a:r>
                        <a:rPr lang="en-US" altLang="ko-Kore-KR" sz="800" b="1" dirty="0"/>
                        <a:t>NB362</a:t>
                      </a:r>
                    </a:p>
                  </a:txBody>
                  <a:tcPr marL="36000" marR="36000" marT="36000" marB="36000" anchor="ctr"/>
                </a:tc>
                <a:tc>
                  <a:txBody>
                    <a:bodyPr/>
                    <a:lstStyle/>
                    <a:p>
                      <a:pPr marL="0" marR="0" lvl="0" indent="0" algn="ctr" rtl="0">
                        <a:spcBef>
                          <a:spcPts val="0"/>
                        </a:spcBef>
                        <a:spcAft>
                          <a:spcPts val="0"/>
                        </a:spcAft>
                        <a:buNone/>
                      </a:pPr>
                      <a:r>
                        <a:rPr lang="en-US" sz="800" b="1" dirty="0"/>
                        <a:t>ILS X 11L</a:t>
                      </a:r>
                      <a:r>
                        <a:rPr lang="en-US" sz="800" b="0" dirty="0"/>
                        <a:t>/R</a:t>
                      </a:r>
                      <a:endParaRPr lang="ko-Kore-KR" altLang="en-US" b="0" dirty="0"/>
                    </a:p>
                  </a:txBody>
                  <a:tcPr marL="36000" marR="36000" marT="36000" marB="36000" anchor="ctr"/>
                </a:tc>
                <a:extLst>
                  <a:ext uri="{0D108BD9-81ED-4DB2-BD59-A6C34878D82A}">
                    <a16:rowId xmlns:a16="http://schemas.microsoft.com/office/drawing/2014/main" val="10001"/>
                  </a:ext>
                </a:extLst>
              </a:tr>
              <a:tr h="0">
                <a:tc>
                  <a:txBody>
                    <a:bodyPr/>
                    <a:lstStyle/>
                    <a:p>
                      <a:pPr marL="0" marR="0" lvl="0" indent="0" algn="ctr" rtl="0">
                        <a:spcBef>
                          <a:spcPts val="0"/>
                        </a:spcBef>
                        <a:spcAft>
                          <a:spcPts val="0"/>
                        </a:spcAft>
                        <a:buNone/>
                      </a:pPr>
                      <a:r>
                        <a:rPr lang="en-US" sz="800" b="1" dirty="0">
                          <a:solidFill>
                            <a:srgbClr val="0070C0"/>
                          </a:solidFill>
                        </a:rPr>
                        <a:t>29R</a:t>
                      </a:r>
                      <a:r>
                        <a:rPr lang="en-US" sz="800" b="0" dirty="0"/>
                        <a:t>/L</a:t>
                      </a:r>
                    </a:p>
                  </a:txBody>
                  <a:tcPr marL="36000" marR="36000" marT="36000" marB="36000" anchor="ctr"/>
                </a:tc>
                <a:tc>
                  <a:txBody>
                    <a:bodyPr/>
                    <a:lstStyle/>
                    <a:p>
                      <a:pPr marL="0" marR="0" lvl="0" indent="0" algn="ctr" rtl="0">
                        <a:spcBef>
                          <a:spcPts val="0"/>
                        </a:spcBef>
                        <a:spcAft>
                          <a:spcPts val="0"/>
                        </a:spcAft>
                        <a:buNone/>
                      </a:pPr>
                      <a:r>
                        <a:rPr lang="en-US" altLang="ko-Kore-KR" sz="800" b="1" dirty="0">
                          <a:solidFill>
                            <a:srgbClr val="0070C0"/>
                          </a:solidFill>
                        </a:rPr>
                        <a:t>NAKHA </a:t>
                      </a:r>
                      <a:r>
                        <a:rPr lang="en-US" altLang="ko-Kore-KR" sz="800" b="0" dirty="0"/>
                        <a:t>x L/M/N/P RNAV ARR</a:t>
                      </a:r>
                    </a:p>
                  </a:txBody>
                  <a:tcPr marL="36000" marR="36000" marT="36000" marB="36000" anchor="ctr"/>
                </a:tc>
                <a:tc>
                  <a:txBody>
                    <a:bodyPr/>
                    <a:lstStyle/>
                    <a:p>
                      <a:pPr algn="ct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NB462NB452</a:t>
                      </a:r>
                      <a:endParaRPr lang="ko-Kore-KR" altLang="en-US" dirty="0"/>
                    </a:p>
                  </a:txBody>
                  <a:tcPr marL="36000" marR="36000" marT="36000" marB="36000" anchor="ctr"/>
                </a:tc>
                <a:tc>
                  <a:txBody>
                    <a:bodyPr/>
                    <a:lstStyle/>
                    <a:p>
                      <a:pPr algn="ctr"/>
                      <a:r>
                        <a:rPr lang="en-US" sz="800" b="1" dirty="0"/>
                        <a:t>ILS X 29R</a:t>
                      </a:r>
                      <a:r>
                        <a:rPr lang="en-US" sz="800" b="0" dirty="0"/>
                        <a:t>/L</a:t>
                      </a:r>
                      <a:r>
                        <a:rPr lang="en-US" sz="800" b="1" dirty="0"/>
                        <a:t> </a:t>
                      </a:r>
                    </a:p>
                  </a:txBody>
                  <a:tcPr marL="36000" marR="36000" marT="36000" marB="36000" anchor="ctr"/>
                </a:tc>
                <a:extLst>
                  <a:ext uri="{0D108BD9-81ED-4DB2-BD59-A6C34878D82A}">
                    <a16:rowId xmlns:a16="http://schemas.microsoft.com/office/drawing/2014/main" val="10002"/>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chemeClr val="lt1"/>
                        </a:buClr>
                        <a:buSzPts val="800"/>
                        <a:buFont typeface="Calibri"/>
                        <a:buNone/>
                      </a:pPr>
                      <a:r>
                        <a:rPr lang="en-US" altLang="ko-KR" sz="800" b="1" dirty="0">
                          <a:solidFill>
                            <a:srgbClr val="0070C0"/>
                          </a:solidFill>
                        </a:rPr>
                        <a:t>NOB, </a:t>
                      </a:r>
                      <a:r>
                        <a:rPr lang="en-US" altLang="ko-KR" sz="800" b="1" dirty="0">
                          <a:solidFill>
                            <a:srgbClr val="C00000"/>
                          </a:solidFill>
                        </a:rPr>
                        <a:t>11L NB, 29R INA, 11R NBA, 29L INB</a:t>
                      </a:r>
                      <a:endParaRPr lang="ko-Kore-KR" altLang="en-US" sz="800" dirty="0">
                        <a:solidFill>
                          <a:schemeClr val="lt1"/>
                        </a:solidFill>
                      </a:endParaRPr>
                    </a:p>
                  </a:txBody>
                  <a:tcPr marL="36000" marR="36000" marT="36000" marB="36000" anchor="ctr">
                    <a:solidFill>
                      <a:schemeClr val="bg2">
                        <a:lumMod val="20000"/>
                        <a:lumOff val="80000"/>
                      </a:schemeClr>
                    </a:solidFill>
                  </a:tcPr>
                </a:tc>
                <a:tc hMerge="1">
                  <a:txBody>
                    <a:bodyPr/>
                    <a:lstStyle/>
                    <a:p>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4155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chemeClr val="lt1"/>
                        </a:buClr>
                        <a:buSzPts val="800"/>
                        <a:buFont typeface="Calibri"/>
                        <a:buNone/>
                      </a:pPr>
                      <a:r>
                        <a:rPr lang="en-US" sz="800" b="1" dirty="0">
                          <a:solidFill>
                            <a:schemeClr val="bg1"/>
                          </a:solidFill>
                        </a:rPr>
                        <a:t>RW /25 190-200k, /10 180-160k, /5 150-160k</a:t>
                      </a:r>
                      <a:endParaRPr lang="ko-Kore-KR" altLang="en-US" sz="800" dirty="0">
                        <a:solidFill>
                          <a:schemeClr val="lt1"/>
                        </a:solidFill>
                      </a:endParaRPr>
                    </a:p>
                  </a:txBody>
                  <a:tcPr marL="36000" marR="36000" marT="36000" marB="36000" anchor="ctr">
                    <a:solidFill>
                      <a:schemeClr val="bg2">
                        <a:lumMod val="20000"/>
                        <a:lumOff val="80000"/>
                      </a:schemeClr>
                    </a:solidFill>
                  </a:tcP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C0000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433256594"/>
                  </a:ext>
                </a:extLst>
              </a:tr>
              <a:tr h="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bg1"/>
                          </a:solidFill>
                        </a:rPr>
                        <a:t>11L : </a:t>
                      </a:r>
                      <a:r>
                        <a:rPr lang="en-US" sz="800" b="1" dirty="0">
                          <a:solidFill>
                            <a:srgbClr val="0070C0"/>
                          </a:solidFill>
                        </a:rPr>
                        <a:t>P7(6929’), P8(8366,90</a:t>
                      </a:r>
                      <a:r>
                        <a:rPr lang="ko-KR" altLang="en-US" sz="800" b="1" dirty="0">
                          <a:solidFill>
                            <a:srgbClr val="0070C0"/>
                          </a:solidFill>
                        </a:rPr>
                        <a:t>도</a:t>
                      </a:r>
                      <a:r>
                        <a:rPr lang="en-US" sz="800" b="1" dirty="0">
                          <a:solidFill>
                            <a:srgbClr val="0070C0"/>
                          </a:solidFill>
                        </a:rPr>
                        <a:t>), </a:t>
                      </a:r>
                      <a:r>
                        <a:rPr lang="en-US" sz="800" b="0" dirty="0">
                          <a:solidFill>
                            <a:schemeClr val="bg1"/>
                          </a:solidFill>
                        </a:rPr>
                        <a:t>29R : </a:t>
                      </a:r>
                      <a:r>
                        <a:rPr lang="en-US" sz="800" b="1" dirty="0">
                          <a:solidFill>
                            <a:srgbClr val="0070C0"/>
                          </a:solidFill>
                        </a:rPr>
                        <a:t>P4(6361’)</a:t>
                      </a:r>
                      <a:r>
                        <a:rPr lang="en-US" altLang="ko-KR" sz="800" b="1" dirty="0">
                          <a:solidFill>
                            <a:srgbClr val="0070C0"/>
                          </a:solidFill>
                        </a:rPr>
                        <a:t>,</a:t>
                      </a:r>
                      <a:r>
                        <a:rPr lang="ko-KR" altLang="en-US" sz="800" b="1" dirty="0">
                          <a:solidFill>
                            <a:srgbClr val="0070C0"/>
                          </a:solidFill>
                        </a:rPr>
                        <a:t> </a:t>
                      </a:r>
                      <a:r>
                        <a:rPr lang="en-US" altLang="ko-KR" sz="800" b="1" dirty="0">
                          <a:solidFill>
                            <a:srgbClr val="0070C0"/>
                          </a:solidFill>
                        </a:rPr>
                        <a:t>EOR</a:t>
                      </a:r>
                      <a:endParaRPr lang="en-US" sz="800" b="1" dirty="0">
                        <a:solidFill>
                          <a:srgbClr val="0070C0"/>
                        </a:solidFill>
                      </a:endParaRPr>
                    </a:p>
                    <a:p>
                      <a:pPr marL="0" marR="0" lvl="0" indent="0" algn="ctr" rtl="0">
                        <a:lnSpc>
                          <a:spcPct val="100000"/>
                        </a:lnSpc>
                        <a:spcBef>
                          <a:spcPts val="0"/>
                        </a:spcBef>
                        <a:spcAft>
                          <a:spcPts val="0"/>
                        </a:spcAft>
                        <a:buClr>
                          <a:schemeClr val="dk1"/>
                        </a:buClr>
                        <a:buSzPts val="800"/>
                        <a:buFont typeface="Calibri"/>
                        <a:buNone/>
                      </a:pPr>
                      <a:r>
                        <a:rPr lang="en-US" altLang="ko-Kore-KR" sz="800" b="0" dirty="0">
                          <a:solidFill>
                            <a:schemeClr val="bg1"/>
                          </a:solidFill>
                        </a:rPr>
                        <a:t>11R : S7(7555’), S8(10377’),</a:t>
                      </a:r>
                      <a:r>
                        <a:rPr lang="en-US" altLang="ko-Kore-KR" sz="800" b="0" dirty="0">
                          <a:solidFill>
                            <a:srgbClr val="0070C0"/>
                          </a:solidFill>
                        </a:rPr>
                        <a:t> </a:t>
                      </a:r>
                      <a:r>
                        <a:rPr lang="en-US" altLang="ko-Kore-KR" sz="800" b="0" dirty="0">
                          <a:solidFill>
                            <a:schemeClr val="bg1"/>
                          </a:solidFill>
                        </a:rPr>
                        <a:t>29L : S4(7732’), S3(10213’)</a:t>
                      </a:r>
                    </a:p>
                  </a:txBody>
                  <a:tcPr marL="0" marR="0" marT="0" marB="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230547">
                <a:tc gridSpan="4">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altLang="ko-Kore-KR" sz="900" b="1" dirty="0">
                          <a:solidFill>
                            <a:srgbClr val="F28943"/>
                          </a:solidFill>
                        </a:rPr>
                        <a:t>AFT LD CONF 1, </a:t>
                      </a:r>
                      <a:r>
                        <a:rPr kumimoji="0" lang="en-US" altLang="ko-Kore-KR" sz="900" b="1" i="0" u="none" strike="noStrike" kern="0" cap="none" spc="0" normalizeH="0" baseline="0" noProof="0" dirty="0">
                          <a:ln>
                            <a:noFill/>
                          </a:ln>
                          <a:solidFill>
                            <a:schemeClr val="bg1"/>
                          </a:solidFill>
                          <a:effectLst/>
                          <a:uLnTx/>
                          <a:uFillTx/>
                          <a:latin typeface="Calibri"/>
                          <a:cs typeface="Calibri"/>
                          <a:sym typeface="Arial"/>
                        </a:rPr>
                        <a:t>Follow me Car on S</a:t>
                      </a:r>
                      <a:r>
                        <a:rPr kumimoji="0" lang="en-US" altLang="ko-Kore-KR" sz="900" b="1" i="0" u="none" strike="noStrike" kern="0" cap="none" spc="0" normalizeH="0" baseline="0" noProof="0" dirty="0">
                          <a:ln>
                            <a:noFill/>
                          </a:ln>
                          <a:solidFill>
                            <a:srgbClr val="0070C0"/>
                          </a:solidFill>
                          <a:effectLst/>
                          <a:uLnTx/>
                          <a:uFillTx/>
                          <a:latin typeface="Calibri"/>
                          <a:cs typeface="Calibri"/>
                          <a:sym typeface="Arial"/>
                        </a:rPr>
                        <a:t> </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SPD REST : Max RWY 40, TWY 30, Apron 15, Turn 10</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R" sz="900" b="1" i="0" u="none" strike="noStrike" kern="0" cap="none" spc="0" normalizeH="0" baseline="0" noProof="0" dirty="0">
                          <a:ln>
                            <a:noFill/>
                          </a:ln>
                          <a:solidFill>
                            <a:srgbClr val="7030A0"/>
                          </a:solidFill>
                          <a:effectLst/>
                          <a:uLnTx/>
                          <a:uFillTx/>
                          <a:latin typeface="Calibri"/>
                          <a:cs typeface="Calibri"/>
                          <a:sym typeface="Arial"/>
                        </a:rPr>
                        <a:t>5m 1kts</a:t>
                      </a:r>
                      <a:r>
                        <a:rPr kumimoji="0" lang="ko-KR" altLang="en-US" sz="900" b="1" i="0" u="none" strike="noStrike" kern="0" cap="none" spc="0" normalizeH="0" baseline="0" noProof="0" dirty="0">
                          <a:ln>
                            <a:noFill/>
                          </a:ln>
                          <a:solidFill>
                            <a:srgbClr val="7030A0"/>
                          </a:solidFill>
                          <a:effectLst/>
                          <a:uLnTx/>
                          <a:uFillTx/>
                          <a:latin typeface="Calibri"/>
                          <a:cs typeface="Calibri"/>
                          <a:sym typeface="Arial"/>
                        </a:rPr>
                        <a:t> </a:t>
                      </a:r>
                      <a:r>
                        <a:rPr kumimoji="0" lang="en-US" altLang="ko-KR" sz="900" b="1" i="0" u="none" strike="noStrike" kern="0" cap="none" spc="0" normalizeH="0" baseline="0" noProof="0" dirty="0">
                          <a:ln>
                            <a:noFill/>
                          </a:ln>
                          <a:solidFill>
                            <a:srgbClr val="7030A0"/>
                          </a:solidFill>
                          <a:effectLst/>
                          <a:uLnTx/>
                          <a:uFillTx/>
                          <a:latin typeface="Calibri"/>
                          <a:cs typeface="Calibri"/>
                          <a:sym typeface="Arial"/>
                        </a:rPr>
                        <a:t>Ready for STOP</a:t>
                      </a:r>
                      <a:r>
                        <a:rPr kumimoji="0" lang="en-US" altLang="ko-KR" sz="900" b="1" i="0" u="none" strike="noStrike" kern="0" cap="none" spc="0" normalizeH="0" baseline="0" noProof="0" dirty="0">
                          <a:ln>
                            <a:noFill/>
                          </a:ln>
                          <a:solidFill>
                            <a:srgbClr val="C00000"/>
                          </a:solidFill>
                          <a:effectLst/>
                          <a:uLnTx/>
                          <a:uFillTx/>
                          <a:latin typeface="Calibri"/>
                          <a:cs typeface="Calibri"/>
                          <a:sym typeface="Arial"/>
                        </a:rPr>
                        <a:t> </a:t>
                      </a:r>
                      <a:endParaRPr lang="en-US" sz="900" b="1" dirty="0">
                        <a:solidFill>
                          <a:schemeClr val="bg1"/>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F3AA056B-F9F1-32DD-B4AF-B33FC6399642}"/>
              </a:ext>
            </a:extLst>
          </p:cNvPr>
          <p:cNvGraphicFramePr/>
          <p:nvPr>
            <p:extLst>
              <p:ext uri="{D42A27DB-BD31-4B8C-83A1-F6EECF244321}">
                <p14:modId xmlns:p14="http://schemas.microsoft.com/office/powerpoint/2010/main" val="1050042245"/>
              </p:ext>
            </p:extLst>
          </p:nvPr>
        </p:nvGraphicFramePr>
        <p:xfrm>
          <a:off x="-2501" y="9878"/>
          <a:ext cx="2328850" cy="611708"/>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45938">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VVNB(HAN) 43ft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4762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a:t>
                      </a:r>
                      <a:endParaRPr lang="en-US" sz="700" b="1" dirty="0">
                        <a:solidFill>
                          <a:srgbClr val="0070C0"/>
                        </a:solidFill>
                      </a:endParaRPr>
                    </a:p>
                    <a:p>
                      <a:pPr marL="0" marR="0" lvl="0" indent="0" algn="ctr" rtl="0">
                        <a:spcBef>
                          <a:spcPts val="0"/>
                        </a:spcBef>
                        <a:spcAft>
                          <a:spcPts val="0"/>
                        </a:spcAft>
                        <a:buNone/>
                      </a:pPr>
                      <a:r>
                        <a:rPr lang="en-US" sz="900" b="1" dirty="0">
                          <a:solidFill>
                            <a:srgbClr val="7030A0"/>
                          </a:solidFill>
                        </a:rPr>
                        <a:t>Bay 15-21</a:t>
                      </a:r>
                      <a:endParaRPr lang="en-US" sz="7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568A5324-20D9-9D48-F448-384FD39D9DE1}"/>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0699B313-265A-776D-0FA4-7888347E834D}"/>
              </a:ext>
            </a:extLst>
          </p:cNvPr>
          <p:cNvGraphicFramePr/>
          <p:nvPr/>
        </p:nvGraphicFramePr>
        <p:xfrm>
          <a:off x="1" y="603441"/>
          <a:ext cx="2326348" cy="213049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21656">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34445">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10567">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10567">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10567">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180081">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8008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10567">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7" name="그래픽 6" descr="집 Wi-Fi에서 작업 단색으로 채워진">
            <a:hlinkClick r:id="" action="ppaction://hlinkshowjump?jump=firstslide"/>
            <a:extLst>
              <a:ext uri="{FF2B5EF4-FFF2-40B4-BE49-F238E27FC236}">
                <a16:creationId xmlns:a16="http://schemas.microsoft.com/office/drawing/2014/main" id="{328D7D45-B92D-0D9C-9FF9-4DCFD3A1BDF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922844"/>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57251742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75EC9-7FAD-7727-4902-66E6958B515E}"/>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7AD06D3E-93B4-27C2-46B2-CBF93AE1D833}"/>
              </a:ext>
            </a:extLst>
          </p:cNvPr>
          <p:cNvGraphicFramePr>
            <a:graphicFrameLocks noGrp="1"/>
          </p:cNvGraphicFramePr>
          <p:nvPr>
            <p:ph idx="1"/>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14,800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3,600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11,800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rgbClr val="0070C0"/>
                          </a:solidFill>
                          <a:effectLst/>
                          <a:latin typeface="Arial" panose="020B0604020202020204" pitchFamily="34" charset="0"/>
                          <a:cs typeface="Arial" panose="020B0604020202020204" pitchFamily="34" charset="0"/>
                        </a:rPr>
                        <a:t>3,000</a:t>
                      </a:r>
                      <a:r>
                        <a:rPr lang="en-US" sz="800" b="0" i="0">
                          <a:solidFill>
                            <a:srgbClr val="0070C0"/>
                          </a:solidFill>
                          <a:effectLst/>
                          <a:latin typeface="Arial" panose="020B0604020202020204" pitchFamily="34" charset="0"/>
                          <a:cs typeface="Arial" panose="020B0604020202020204" pitchFamily="34" charset="0"/>
                        </a:rPr>
                        <a:t> </a:t>
                      </a:r>
                      <a:r>
                        <a:rPr lang="en-US" sz="800" b="1" i="0">
                          <a:solidFill>
                            <a:srgbClr val="0070C0"/>
                          </a:solidFill>
                          <a:effectLst/>
                          <a:latin typeface="Arial" panose="020B0604020202020204" pitchFamily="34" charset="0"/>
                          <a:cs typeface="Arial" panose="020B0604020202020204" pitchFamily="34" charset="0"/>
                        </a:rPr>
                        <a:t>m</a:t>
                      </a:r>
                      <a:endParaRPr lang="en-US" sz="80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9,800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6DBBDF1F-6BE4-2593-86CD-A5C0291BBABF}"/>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DFEBFD0C-4B35-C2E3-A465-67E02395D256}"/>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39822203-6180-8048-7F28-5D38543BA2E3}"/>
              </a:ext>
            </a:extLst>
          </p:cNvPr>
          <p:cNvGraphicFramePr>
            <a:graphicFrameLocks noGrp="1"/>
          </p:cNvGraphicFramePr>
          <p:nvPr/>
        </p:nvGraphicFramePr>
        <p:xfrm>
          <a:off x="39455" y="407201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
        <p:nvSpPr>
          <p:cNvPr id="2" name="TextBox 1">
            <a:extLst>
              <a:ext uri="{FF2B5EF4-FFF2-40B4-BE49-F238E27FC236}">
                <a16:creationId xmlns:a16="http://schemas.microsoft.com/office/drawing/2014/main" id="{C4121A2B-B318-FD65-8939-112D32251D96}"/>
              </a:ext>
            </a:extLst>
          </p:cNvPr>
          <p:cNvSpPr txBox="1"/>
          <p:nvPr/>
        </p:nvSpPr>
        <p:spPr>
          <a:xfrm>
            <a:off x="28167" y="5156361"/>
            <a:ext cx="2289407" cy="393954"/>
          </a:xfrm>
          <a:prstGeom prst="rect">
            <a:avLst/>
          </a:prstGeom>
          <a:noFill/>
        </p:spPr>
        <p:txBody>
          <a:bodyPr wrap="square" lIns="0" tIns="0" rIns="0" bIns="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R" sz="600" b="1" i="0" u="none" strike="noStrike" kern="1200" cap="none" spc="0" normalizeH="0" baseline="0" noProof="0" dirty="0">
                <a:ln>
                  <a:noFill/>
                </a:ln>
                <a:solidFill>
                  <a:srgbClr val="FFC000"/>
                </a:solidFill>
                <a:effectLst/>
                <a:uLnTx/>
                <a:uFillTx/>
                <a:latin typeface="Gulim" panose="020B0600000101010101" pitchFamily="34" charset="-127"/>
                <a:ea typeface="Gulim" panose="020B0600000101010101" pitchFamily="34" charset="-127"/>
                <a:cs typeface="+mn-cs"/>
              </a:rPr>
              <a:t>Detour RTE : L01 (NOTAM)</a:t>
            </a:r>
            <a:r>
              <a:rPr kumimoji="1" lang="ko-KR" altLang="en-US" sz="600" b="1" i="0" u="none" strike="noStrike" kern="1200" cap="none" spc="0" normalizeH="0" baseline="0" noProof="0" dirty="0">
                <a:ln>
                  <a:noFill/>
                </a:ln>
                <a:solidFill>
                  <a:srgbClr val="FFC000"/>
                </a:solidFill>
                <a:effectLst/>
                <a:uLnTx/>
                <a:uFillTx/>
                <a:latin typeface="Gulim" panose="020B0600000101010101" pitchFamily="34" charset="-127"/>
                <a:ea typeface="Gulim" panose="020B0600000101010101" pitchFamily="34" charset="-127"/>
                <a:cs typeface="+mn-cs"/>
              </a:rPr>
              <a:t> </a:t>
            </a:r>
            <a:r>
              <a:rPr kumimoji="1" lang="en-US" altLang="ko-KR" sz="600" b="1" i="0" u="none" strike="noStrike" kern="1200" cap="none" spc="0" normalizeH="0" baseline="0" noProof="0" dirty="0">
                <a:ln>
                  <a:noFill/>
                </a:ln>
                <a:solidFill>
                  <a:srgbClr val="FFC000"/>
                </a:solidFill>
                <a:effectLst/>
                <a:uLnTx/>
                <a:uFillTx/>
                <a:latin typeface="Gulim" panose="020B0600000101010101" pitchFamily="34" charset="-127"/>
                <a:ea typeface="Gulim" panose="020B0600000101010101" pitchFamily="34" charset="-127"/>
                <a:cs typeface="+mn-cs"/>
              </a:rPr>
              <a:t>-&gt; </a:t>
            </a:r>
            <a:r>
              <a:rPr kumimoji="1" lang="en-US" altLang="ko-KR" sz="600" b="1" dirty="0">
                <a:solidFill>
                  <a:srgbClr val="FFC000"/>
                </a:solidFill>
                <a:latin typeface="Gulim" panose="020B0600000101010101" pitchFamily="34" charset="-127"/>
                <a:ea typeface="Gulim" panose="020B0600000101010101" pitchFamily="34" charset="-127"/>
              </a:rPr>
              <a:t>VICE VERSA</a:t>
            </a:r>
            <a:endParaRPr kumimoji="1" lang="en-US" altLang="ko-KR" sz="600" b="1" i="0" u="none" strike="noStrike" kern="1200" cap="none" spc="0" normalizeH="0" baseline="0" noProof="0" dirty="0">
              <a:ln>
                <a:noFill/>
              </a:ln>
              <a:solidFill>
                <a:srgbClr val="FFC000"/>
              </a:solidFill>
              <a:effectLst/>
              <a:uLnTx/>
              <a:uFillTx/>
              <a:latin typeface="Gulim" panose="020B0600000101010101" pitchFamily="34" charset="-127"/>
              <a:ea typeface="Gulim" panose="020B0600000101010101" pitchFamily="34" charset="-127"/>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SHR - FP02(N282500E1164500)</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a:t>
            </a:r>
            <a:r>
              <a:rPr kumimoji="1" lang="ko-KR" altLang="en-US" sz="600" b="1" dirty="0">
                <a:solidFill>
                  <a:prstClr val="white"/>
                </a:solidFill>
                <a:latin typeface="Gulim" panose="020B0600000101010101" pitchFamily="34" charset="-127"/>
                <a:ea typeface="Gulim" panose="020B0600000101010101" pitchFamily="34" charset="-127"/>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FP01(N274500E1160000) </a:t>
            </a: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 ZP01(N261500E1152000)</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r>
              <a:rPr kumimoji="1" lang="en-US" altLang="ko-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PLT</a:t>
            </a:r>
            <a:r>
              <a:rPr kumimoji="1" lang="ko-KR" altLang="en-US"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a:t>
            </a:r>
            <a:endParaRPr kumimoji="1" lang="en-US" altLang="ko-Kore-KR" sz="600" b="1" i="0" u="none"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endParaRPr>
          </a:p>
        </p:txBody>
      </p:sp>
    </p:spTree>
    <p:extLst>
      <p:ext uri="{BB962C8B-B14F-4D97-AF65-F5344CB8AC3E}">
        <p14:creationId xmlns:p14="http://schemas.microsoft.com/office/powerpoint/2010/main" val="30740266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ED3586D7-F1C2-2A45-3C0F-8D0DF5547AE9}"/>
            </a:ext>
          </a:extLst>
        </p:cNvPr>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432033F6-5659-9F97-A000-E0EC01E7DBF1}"/>
              </a:ext>
            </a:extLst>
          </p:cNvPr>
          <p:cNvGraphicFramePr/>
          <p:nvPr>
            <p:extLst>
              <p:ext uri="{D42A27DB-BD31-4B8C-83A1-F6EECF244321}">
                <p14:modId xmlns:p14="http://schemas.microsoft.com/office/powerpoint/2010/main" val="1097843786"/>
              </p:ext>
            </p:extLst>
          </p:nvPr>
        </p:nvGraphicFramePr>
        <p:xfrm>
          <a:off x="-11022" y="643000"/>
          <a:ext cx="2343066" cy="1476730"/>
        </p:xfrm>
        <a:graphic>
          <a:graphicData uri="http://schemas.openxmlformats.org/drawingml/2006/table">
            <a:tbl>
              <a:tblPr firstRow="1" bandRow="1">
                <a:noFill/>
                <a:tableStyleId>{A521BE36-7E6F-4EC9-8D66-1CF97A6895EC}</a:tableStyleId>
              </a:tblPr>
              <a:tblGrid>
                <a:gridCol w="427997">
                  <a:extLst>
                    <a:ext uri="{9D8B030D-6E8A-4147-A177-3AD203B41FA5}">
                      <a16:colId xmlns:a16="http://schemas.microsoft.com/office/drawing/2014/main" val="20000"/>
                    </a:ext>
                  </a:extLst>
                </a:gridCol>
                <a:gridCol w="61400">
                  <a:extLst>
                    <a:ext uri="{9D8B030D-6E8A-4147-A177-3AD203B41FA5}">
                      <a16:colId xmlns:a16="http://schemas.microsoft.com/office/drawing/2014/main" val="20002"/>
                    </a:ext>
                  </a:extLst>
                </a:gridCol>
                <a:gridCol w="485623">
                  <a:extLst>
                    <a:ext uri="{9D8B030D-6E8A-4147-A177-3AD203B41FA5}">
                      <a16:colId xmlns:a16="http://schemas.microsoft.com/office/drawing/2014/main" val="1456194552"/>
                    </a:ext>
                  </a:extLst>
                </a:gridCol>
                <a:gridCol w="125677">
                  <a:extLst>
                    <a:ext uri="{9D8B030D-6E8A-4147-A177-3AD203B41FA5}">
                      <a16:colId xmlns:a16="http://schemas.microsoft.com/office/drawing/2014/main" val="3733872015"/>
                    </a:ext>
                  </a:extLst>
                </a:gridCol>
                <a:gridCol w="330339">
                  <a:extLst>
                    <a:ext uri="{9D8B030D-6E8A-4147-A177-3AD203B41FA5}">
                      <a16:colId xmlns:a16="http://schemas.microsoft.com/office/drawing/2014/main" val="3522764159"/>
                    </a:ext>
                  </a:extLst>
                </a:gridCol>
                <a:gridCol w="456015">
                  <a:extLst>
                    <a:ext uri="{9D8B030D-6E8A-4147-A177-3AD203B41FA5}">
                      <a16:colId xmlns:a16="http://schemas.microsoft.com/office/drawing/2014/main" val="1200350016"/>
                    </a:ext>
                  </a:extLst>
                </a:gridCol>
                <a:gridCol w="456015">
                  <a:extLst>
                    <a:ext uri="{9D8B030D-6E8A-4147-A177-3AD203B41FA5}">
                      <a16:colId xmlns:a16="http://schemas.microsoft.com/office/drawing/2014/main" val="305518456"/>
                    </a:ext>
                  </a:extLst>
                </a:gridCol>
              </a:tblGrid>
              <a:tr h="201967">
                <a:tc gridSpan="7">
                  <a:txBody>
                    <a:bodyPr/>
                    <a:lstStyle/>
                    <a:p>
                      <a:pPr marL="0" marR="0" lvl="0" indent="0" algn="ctr" rtl="0">
                        <a:spcBef>
                          <a:spcPts val="0"/>
                        </a:spcBef>
                        <a:spcAft>
                          <a:spcPts val="0"/>
                        </a:spcAft>
                        <a:buNone/>
                      </a:pPr>
                      <a:r>
                        <a:rPr lang="en-US" sz="800" u="none" strike="noStrike" cap="none" dirty="0"/>
                        <a:t>HAN : RNAV SID (NADP 1) TA 9000</a:t>
                      </a:r>
                    </a:p>
                    <a:p>
                      <a:pPr marL="0" marR="0" lvl="0" indent="0" algn="ctr" rtl="0">
                        <a:spcBef>
                          <a:spcPts val="0"/>
                        </a:spcBef>
                        <a:spcAft>
                          <a:spcPts val="0"/>
                        </a:spcAft>
                        <a:buNone/>
                      </a:pPr>
                      <a:r>
                        <a:rPr lang="en-US" sz="800" u="none" strike="noStrike" cap="none" dirty="0">
                          <a:solidFill>
                            <a:srgbClr val="FFC000"/>
                          </a:solidFill>
                        </a:rPr>
                        <a:t>Consider Extra Fuel</a:t>
                      </a:r>
                      <a:r>
                        <a:rPr lang="ko-KR" altLang="en-US" sz="800" u="none" strike="noStrike" cap="none" dirty="0">
                          <a:solidFill>
                            <a:srgbClr val="FFC000"/>
                          </a:solidFill>
                        </a:rPr>
                        <a:t> </a:t>
                      </a:r>
                      <a:r>
                        <a:rPr lang="en-US" altLang="ko-KR" sz="800" u="none" strike="noStrike" cap="none" dirty="0">
                          <a:solidFill>
                            <a:srgbClr val="FFC000"/>
                          </a:solidFill>
                        </a:rPr>
                        <a:t>Due FL, </a:t>
                      </a:r>
                      <a:r>
                        <a:rPr lang="en-US" altLang="ko-KR" sz="800" u="none" strike="noStrike" cap="none" dirty="0">
                          <a:solidFill>
                            <a:srgbClr val="00B0F0"/>
                          </a:solidFill>
                        </a:rPr>
                        <a:t>TEBAK FL250</a:t>
                      </a:r>
                      <a:endParaRPr lang="en-US" sz="800" u="none" strike="noStrike" cap="none" dirty="0">
                        <a:solidFill>
                          <a:srgbClr val="00B0F0"/>
                        </a:solidFill>
                      </a:endParaRP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90251">
                <a:tc>
                  <a:txBody>
                    <a:bodyPr/>
                    <a:lstStyle/>
                    <a:p>
                      <a:pPr marL="0" marR="0" lvl="0" indent="0" algn="ctr" rtl="0">
                        <a:spcBef>
                          <a:spcPts val="0"/>
                        </a:spcBef>
                        <a:spcAft>
                          <a:spcPts val="0"/>
                        </a:spcAft>
                        <a:buNone/>
                      </a:pPr>
                      <a:r>
                        <a:rPr lang="en-US" sz="800" b="1" u="none" strike="noStrike" cap="none" dirty="0">
                          <a:solidFill>
                            <a:srgbClr val="0070C0"/>
                          </a:solidFill>
                        </a:rPr>
                        <a:t>11R</a:t>
                      </a:r>
                      <a:r>
                        <a:rPr lang="en-US" sz="800" b="0" u="none" strike="noStrike" cap="none" dirty="0">
                          <a:solidFill>
                            <a:schemeClr val="bg1"/>
                          </a:solidFill>
                        </a:rPr>
                        <a:t>/L</a:t>
                      </a:r>
                    </a:p>
                  </a:txBody>
                  <a:tcPr marL="36000" marR="36000" marT="36000" marB="36000" anchor="ctr"/>
                </a:tc>
                <a:tc gridSpan="3">
                  <a:txBody>
                    <a:bodyPr/>
                    <a:lstStyle/>
                    <a:p>
                      <a:pPr algn="ctr"/>
                      <a:r>
                        <a:rPr lang="en-US" sz="800" b="1" u="none" strike="noStrike" cap="none" dirty="0">
                          <a:solidFill>
                            <a:srgbClr val="0070C0"/>
                          </a:solidFill>
                        </a:rPr>
                        <a:t>NAKHA x A</a:t>
                      </a:r>
                    </a:p>
                    <a:p>
                      <a:pPr algn="ctr"/>
                      <a:r>
                        <a:rPr lang="en-US" sz="800" b="0" u="none" strike="noStrike" cap="none" dirty="0">
                          <a:solidFill>
                            <a:srgbClr val="C00000"/>
                          </a:solidFill>
                        </a:rPr>
                        <a:t>CHK NB110</a:t>
                      </a: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pPr algn="ctr"/>
                      <a:r>
                        <a:rPr lang="en-US" sz="800" b="1" u="none" strike="noStrike" cap="none" dirty="0"/>
                        <a:t>HD 109 </a:t>
                      </a:r>
                      <a:r>
                        <a:rPr lang="en-US" sz="800" b="1" u="none" strike="noStrike" cap="none" dirty="0">
                          <a:solidFill>
                            <a:srgbClr val="0070C0"/>
                          </a:solidFill>
                        </a:rPr>
                        <a:t>ALT ATC </a:t>
                      </a:r>
                      <a:r>
                        <a:rPr lang="en-US" sz="800" b="1" u="none" strike="noStrike" cap="none" dirty="0">
                          <a:solidFill>
                            <a:srgbClr val="F28943"/>
                          </a:solidFill>
                        </a:rPr>
                        <a:t>TA9000</a:t>
                      </a:r>
                      <a:endParaRPr lang="en-US" altLang="ko-Kore-KR" sz="800" b="1" u="none" strike="noStrike" cap="none"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16811">
                <a:tc>
                  <a:txBody>
                    <a:bodyPr/>
                    <a:lstStyle/>
                    <a:p>
                      <a:pPr marL="0" marR="0" lvl="0" indent="0" algn="ctr" rtl="0">
                        <a:spcBef>
                          <a:spcPts val="0"/>
                        </a:spcBef>
                        <a:spcAft>
                          <a:spcPts val="0"/>
                        </a:spcAft>
                        <a:buNone/>
                      </a:pPr>
                      <a:r>
                        <a:rPr lang="en-US" sz="800" b="1" u="none" strike="noStrike" cap="none" dirty="0">
                          <a:solidFill>
                            <a:srgbClr val="0070C0"/>
                          </a:solidFill>
                        </a:rPr>
                        <a:t>29L</a:t>
                      </a:r>
                      <a:r>
                        <a:rPr lang="en-US" sz="800" b="0" u="none" strike="noStrike" cap="none" dirty="0">
                          <a:solidFill>
                            <a:schemeClr val="bg1"/>
                          </a:solidFill>
                        </a:rPr>
                        <a:t>/R</a:t>
                      </a:r>
                      <a:endParaRPr sz="800" b="0" u="none" strike="noStrike" cap="none" dirty="0">
                        <a:solidFill>
                          <a:schemeClr val="bg1"/>
                        </a:solidFill>
                      </a:endParaRPr>
                    </a:p>
                  </a:txBody>
                  <a:tcPr marL="36000" marR="36000" marT="36000" marB="36000" anchor="ctr"/>
                </a:tc>
                <a:tc gridSpan="3">
                  <a:txBody>
                    <a:bodyPr/>
                    <a:lstStyle/>
                    <a:p>
                      <a:pPr algn="ctr"/>
                      <a:r>
                        <a:rPr lang="en-US" altLang="ko-Kore-KR" sz="800" b="1" u="none" strike="noStrike" cap="none" dirty="0">
                          <a:solidFill>
                            <a:srgbClr val="0070C0"/>
                          </a:solidFill>
                        </a:rPr>
                        <a:t>NAKHA x C</a:t>
                      </a: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pPr algn="ctr"/>
                      <a:r>
                        <a:rPr lang="en-US" sz="800" b="1" u="none" strike="noStrike" cap="none" dirty="0"/>
                        <a:t>HD 289 </a:t>
                      </a:r>
                      <a:r>
                        <a:rPr lang="en-US" sz="800" b="1" u="none" strike="noStrike" cap="none" dirty="0">
                          <a:solidFill>
                            <a:srgbClr val="0070C0"/>
                          </a:solidFill>
                        </a:rPr>
                        <a:t>ALT ATC</a:t>
                      </a:r>
                      <a:r>
                        <a:rPr lang="en-US" altLang="ko-Kore-KR" sz="800" b="1" u="none" strike="noStrike" cap="none" dirty="0">
                          <a:solidFill>
                            <a:srgbClr val="AA47F5"/>
                          </a:solidFill>
                        </a:rPr>
                        <a:t> </a:t>
                      </a:r>
                      <a:r>
                        <a:rPr lang="en-US" altLang="ko-Kore-KR" sz="800" b="1" u="none" strike="noStrike" cap="none" dirty="0">
                          <a:solidFill>
                            <a:srgbClr val="F28943"/>
                          </a:solidFill>
                        </a:rPr>
                        <a:t>TA9000</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6811">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NOB 116.1</a:t>
                      </a:r>
                    </a:p>
                  </a:txBody>
                  <a:tcPr marL="36000" marR="36000" marT="36000" marB="36000" anchor="ctr"/>
                </a:tc>
                <a:tc hMerge="1">
                  <a:txBody>
                    <a:bodyPr/>
                    <a:lstStyle/>
                    <a:p>
                      <a:endParaRPr lang="ko-Kore-KR" altLang="en-US"/>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11L NB 110.5</a:t>
                      </a:r>
                    </a:p>
                  </a:txBody>
                  <a:tcPr marL="36000" marR="36000" marT="36000" marB="36000" anchor="ct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29R INA 109.3</a:t>
                      </a:r>
                    </a:p>
                  </a:txBody>
                  <a:tcPr marL="36000" marR="36000" marT="36000" marB="36000" anchor="ctr"/>
                </a:tc>
                <a:tc hMerge="1">
                  <a:txBody>
                    <a:bodyPr/>
                    <a:lstStyle/>
                    <a:p>
                      <a:endParaRPr lang="ko-Kore-KR" altLang="en-US"/>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11R NBA 108.3</a:t>
                      </a:r>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29L INB 111.9</a:t>
                      </a:r>
                    </a:p>
                  </a:txBody>
                  <a:tcPr marL="36000" marR="36000" marT="36000" marB="36000" anchor="ctr"/>
                </a:tc>
                <a:extLst>
                  <a:ext uri="{0D108BD9-81ED-4DB2-BD59-A6C34878D82A}">
                    <a16:rowId xmlns:a16="http://schemas.microsoft.com/office/drawing/2014/main" val="4235635887"/>
                  </a:ext>
                </a:extLst>
              </a:tr>
              <a:tr h="263692">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chemeClr val="bg1"/>
                          </a:solidFill>
                        </a:rPr>
                        <a:t>STD TXY RTE - “DEP 1B”</a:t>
                      </a:r>
                    </a:p>
                    <a:p>
                      <a:pPr marL="0" marR="0" lvl="0" indent="0" algn="ctr" defTabSz="116449"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TWY S1,3,5,6,8 </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항공기 있으면 </a:t>
                      </a:r>
                      <a:r>
                        <a:rPr kumimoji="0" lang="en-US" altLang="ko-KR" sz="800" b="1" i="0" u="none" strike="noStrike" kern="0" cap="none" spc="0" normalizeH="0" baseline="0" noProof="0" dirty="0">
                          <a:ln>
                            <a:noFill/>
                          </a:ln>
                          <a:solidFill>
                            <a:srgbClr val="C00000"/>
                          </a:solidFill>
                          <a:effectLst/>
                          <a:uLnTx/>
                          <a:uFillTx/>
                          <a:latin typeface="Calibri"/>
                          <a:cs typeface="Calibri"/>
                          <a:sym typeface="Arial"/>
                        </a:rPr>
                        <a:t>TWY S </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금지</a:t>
                      </a:r>
                      <a:endParaRPr kumimoji="0" lang="en-US" altLang="ko-KR" sz="800" b="1" i="0" u="none" strike="noStrike" kern="0" cap="none" spc="0" normalizeH="0" baseline="0" noProof="0" dirty="0">
                        <a:ln>
                          <a:noFill/>
                        </a:ln>
                        <a:solidFill>
                          <a:srgbClr val="C00000"/>
                        </a:solidFill>
                        <a:effectLst/>
                        <a:uLnTx/>
                        <a:uFillTx/>
                        <a:latin typeface="Calibri"/>
                        <a:cs typeface="Calibri"/>
                        <a:sym typeface="Aria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E35159EE-D49D-C2CE-2ED2-EAEF874AD720}"/>
              </a:ext>
            </a:extLst>
          </p:cNvPr>
          <p:cNvGraphicFramePr/>
          <p:nvPr>
            <p:extLst>
              <p:ext uri="{D42A27DB-BD31-4B8C-83A1-F6EECF244321}">
                <p14:modId xmlns:p14="http://schemas.microsoft.com/office/powerpoint/2010/main" val="390593286"/>
              </p:ext>
            </p:extLst>
          </p:nvPr>
        </p:nvGraphicFramePr>
        <p:xfrm>
          <a:off x="-2501" y="16504"/>
          <a:ext cx="2328850" cy="626496"/>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89826">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VVNB(HAN) 43ft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36670">
                <a:tc>
                  <a:txBody>
                    <a:bodyPr/>
                    <a:lstStyle/>
                    <a:p>
                      <a:pPr marL="0" marR="0" lvl="0" indent="0" algn="ctr" rtl="0">
                        <a:spcBef>
                          <a:spcPts val="0"/>
                        </a:spcBef>
                        <a:spcAft>
                          <a:spcPts val="0"/>
                        </a:spcAft>
                        <a:buNone/>
                      </a:pPr>
                      <a:r>
                        <a:rPr lang="en-US" sz="900" dirty="0"/>
                        <a:t>None</a:t>
                      </a:r>
                      <a:endParaRPr sz="1400" b="1" dirty="0">
                        <a:solidFill>
                          <a:srgbClr val="0070C0"/>
                        </a:solidFill>
                      </a:endParaRPr>
                    </a:p>
                    <a:p>
                      <a:pPr marL="0" marR="0" lvl="0" indent="0" algn="ctr" rtl="0">
                        <a:spcBef>
                          <a:spcPts val="0"/>
                        </a:spcBef>
                        <a:spcAft>
                          <a:spcPts val="0"/>
                        </a:spcAft>
                        <a:buNone/>
                      </a:pPr>
                      <a:r>
                        <a:rPr lang="en-US" altLang="ko-KR" sz="700" dirty="0">
                          <a:solidFill>
                            <a:srgbClr val="FF0000"/>
                          </a:solidFill>
                        </a:rPr>
                        <a:t>-15 min GND By Voice</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1E277ED5-E0F4-303C-0152-304111CE861A}"/>
              </a:ext>
            </a:extLst>
          </p:cNvPr>
          <p:cNvSpPr/>
          <p:nvPr/>
        </p:nvSpPr>
        <p:spPr>
          <a:xfrm>
            <a:off x="863730" y="2666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7" name="TextBox 6">
            <a:extLst>
              <a:ext uri="{FF2B5EF4-FFF2-40B4-BE49-F238E27FC236}">
                <a16:creationId xmlns:a16="http://schemas.microsoft.com/office/drawing/2014/main" id="{A063A490-C293-B88D-FE68-64AFAE639E9A}"/>
              </a:ext>
            </a:extLst>
          </p:cNvPr>
          <p:cNvSpPr txBox="1"/>
          <p:nvPr/>
        </p:nvSpPr>
        <p:spPr>
          <a:xfrm>
            <a:off x="107338" y="2263937"/>
            <a:ext cx="1053173" cy="459613"/>
          </a:xfrm>
          <a:prstGeom prst="rect">
            <a:avLst/>
          </a:prstGeom>
          <a:noFill/>
        </p:spPr>
        <p:txBody>
          <a:bodyPr wrap="none" lIns="0" tIns="0" rIns="0" bIns="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DEP 125.1</a:t>
            </a:r>
          </a:p>
          <a:p>
            <a:pPr>
              <a:lnSpc>
                <a:spcPct val="150000"/>
              </a:lnSpc>
            </a:pPr>
            <a:r>
              <a:rPr kumimoji="1" lang="en-US" altLang="ko-KR" sz="700" b="1" u="sng" dirty="0">
                <a:latin typeface="Gulim" panose="020B0600000101010101" pitchFamily="34" charset="-127"/>
                <a:ea typeface="Gulim" panose="020B0600000101010101" pitchFamily="34" charset="-127"/>
              </a:rPr>
              <a:t>SANYA BD Report 122.6</a:t>
            </a:r>
          </a:p>
          <a:p>
            <a:pPr>
              <a:lnSpc>
                <a:spcPct val="150000"/>
              </a:lnSpc>
            </a:pPr>
            <a:r>
              <a:rPr kumimoji="1" lang="en-US" altLang="ko-KR" sz="700" b="1" u="sng" dirty="0">
                <a:solidFill>
                  <a:srgbClr val="C00000"/>
                </a:solidFill>
                <a:latin typeface="Gulim" panose="020B0600000101010101" pitchFamily="34" charset="-127"/>
                <a:ea typeface="Gulim" panose="020B0600000101010101" pitchFamily="34" charset="-127"/>
              </a:rPr>
              <a:t>(SENKA /20)</a:t>
            </a:r>
          </a:p>
        </p:txBody>
      </p:sp>
      <p:pic>
        <p:nvPicPr>
          <p:cNvPr id="10" name="그래픽 9" descr="집 Wi-Fi에서 작업 단색으로 채워진">
            <a:hlinkClick r:id="" action="ppaction://hlinkshowjump?jump=firstslide"/>
            <a:extLst>
              <a:ext uri="{FF2B5EF4-FFF2-40B4-BE49-F238E27FC236}">
                <a16:creationId xmlns:a16="http://schemas.microsoft.com/office/drawing/2014/main" id="{E17E2CAB-2AB3-CBB9-2863-C68A60127C1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862038"/>
            <a:ext cx="457200" cy="457200"/>
          </a:xfrm>
          <a:prstGeom prst="rect">
            <a:avLst/>
          </a:prstGeom>
          <a:effectLst>
            <a:outerShdw blurRad="50800" dist="50800" dir="3660000" algn="ctr" rotWithShape="0">
              <a:schemeClr val="bg1">
                <a:alpha val="82714"/>
              </a:schemeClr>
            </a:outerShdw>
          </a:effectLst>
        </p:spPr>
      </p:pic>
      <p:graphicFrame>
        <p:nvGraphicFramePr>
          <p:cNvPr id="5" name="Google Shape;283;p17">
            <a:extLst>
              <a:ext uri="{FF2B5EF4-FFF2-40B4-BE49-F238E27FC236}">
                <a16:creationId xmlns:a16="http://schemas.microsoft.com/office/drawing/2014/main" id="{B60B784F-2943-79D7-5DC0-E4B05D9F6B62}"/>
              </a:ext>
            </a:extLst>
          </p:cNvPr>
          <p:cNvGraphicFramePr/>
          <p:nvPr/>
        </p:nvGraphicFramePr>
        <p:xfrm>
          <a:off x="11589" y="3297065"/>
          <a:ext cx="2314761" cy="225241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178498">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2227">
                <a:tc>
                  <a:txBody>
                    <a:bodyPr/>
                    <a:lstStyle/>
                    <a:p>
                      <a:pPr marL="0" marR="0" lvl="0" indent="0" algn="ctr" rtl="0">
                        <a:spcBef>
                          <a:spcPts val="0"/>
                        </a:spcBef>
                        <a:spcAft>
                          <a:spcPts val="0"/>
                        </a:spcAft>
                        <a:buNone/>
                      </a:pPr>
                      <a:r>
                        <a:rPr lang="en-US" sz="800" b="1" dirty="0"/>
                        <a:t>33</a:t>
                      </a:r>
                    </a:p>
                    <a:p>
                      <a:pPr marL="0" marR="0" lvl="0" indent="0" algn="ctr" rtl="0">
                        <a:spcBef>
                          <a:spcPts val="0"/>
                        </a:spcBef>
                        <a:spcAft>
                          <a:spcPts val="0"/>
                        </a:spcAft>
                        <a:buNone/>
                      </a:pPr>
                      <a:r>
                        <a:rPr lang="en-US" sz="800" b="1" dirty="0"/>
                        <a:t>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xY</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ENPIL</a:t>
                      </a:r>
                    </a:p>
                    <a:p>
                      <a:pPr marL="0" marR="0" lvl="0" indent="0" algn="ctr" rtl="0">
                        <a:spcBef>
                          <a:spcPts val="0"/>
                        </a:spcBef>
                        <a:spcAft>
                          <a:spcPts val="0"/>
                        </a:spcAft>
                        <a:buNone/>
                      </a:pPr>
                      <a:r>
                        <a:rPr lang="en-US" sz="800" b="1" dirty="0">
                          <a:solidFill>
                            <a:srgbClr val="FF0000"/>
                          </a:solidFill>
                        </a:rPr>
                        <a:t>PAMBI</a:t>
                      </a:r>
                      <a:endParaRPr sz="458" b="1"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OLMEN 180</a:t>
                      </a:r>
                    </a:p>
                    <a:p>
                      <a:pPr marL="0" marR="0" lvl="0" indent="0" algn="ctr" rtl="0">
                        <a:spcBef>
                          <a:spcPts val="0"/>
                        </a:spcBef>
                        <a:spcAft>
                          <a:spcPts val="0"/>
                        </a:spcAft>
                        <a:buNone/>
                      </a:pPr>
                      <a:r>
                        <a:rPr lang="en-US" sz="800" b="1" dirty="0"/>
                        <a:t>OLMEN 160</a:t>
                      </a:r>
                      <a:endParaRPr sz="458" b="1" dirty="0"/>
                    </a:p>
                  </a:txBody>
                  <a:tcPr marL="36000" marR="36000" marT="36000" marB="36000" anchor="ctr"/>
                </a:tc>
                <a:extLst>
                  <a:ext uri="{0D108BD9-81ED-4DB2-BD59-A6C34878D82A}">
                    <a16:rowId xmlns:a16="http://schemas.microsoft.com/office/drawing/2014/main" val="10001"/>
                  </a:ext>
                </a:extLst>
              </a:tr>
              <a:tr h="264221">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lang="en-US" sz="800" b="1" dirty="0"/>
                    </a:p>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dirty="0"/>
                        <a:t>OLMEN </a:t>
                      </a:r>
                      <a:r>
                        <a:rPr lang="en-US" altLang="ko-Kore-KR" sz="800" b="1" dirty="0" err="1"/>
                        <a:t>xC</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62227">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62227">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62227">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64221">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2227">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17758996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316">
          <a:extLst>
            <a:ext uri="{FF2B5EF4-FFF2-40B4-BE49-F238E27FC236}">
              <a16:creationId xmlns:a16="http://schemas.microsoft.com/office/drawing/2014/main" id="{F87906B9-8922-4D31-DD1F-BB69A1055DFB}"/>
            </a:ext>
          </a:extLst>
        </p:cNvPr>
        <p:cNvGrpSpPr/>
        <p:nvPr/>
      </p:nvGrpSpPr>
      <p:grpSpPr>
        <a:xfrm>
          <a:off x="0" y="0"/>
          <a:ext cx="0" cy="0"/>
          <a:chOff x="0" y="0"/>
          <a:chExt cx="0" cy="0"/>
        </a:xfrm>
      </p:grpSpPr>
      <p:graphicFrame>
        <p:nvGraphicFramePr>
          <p:cNvPr id="318" name="Google Shape;318;p21">
            <a:extLst>
              <a:ext uri="{FF2B5EF4-FFF2-40B4-BE49-F238E27FC236}">
                <a16:creationId xmlns:a16="http://schemas.microsoft.com/office/drawing/2014/main" id="{004CCF8A-01B6-889B-D8A8-66F598B344D2}"/>
              </a:ext>
            </a:extLst>
          </p:cNvPr>
          <p:cNvGraphicFramePr/>
          <p:nvPr>
            <p:extLst>
              <p:ext uri="{D42A27DB-BD31-4B8C-83A1-F6EECF244321}">
                <p14:modId xmlns:p14="http://schemas.microsoft.com/office/powerpoint/2010/main" val="3880585088"/>
              </p:ext>
            </p:extLst>
          </p:nvPr>
        </p:nvGraphicFramePr>
        <p:xfrm>
          <a:off x="0" y="611908"/>
          <a:ext cx="2332950" cy="115285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67475">
                  <a:extLst>
                    <a:ext uri="{9D8B030D-6E8A-4147-A177-3AD203B41FA5}">
                      <a16:colId xmlns:a16="http://schemas.microsoft.com/office/drawing/2014/main" val="20003"/>
                    </a:ext>
                  </a:extLst>
                </a:gridCol>
                <a:gridCol w="410400">
                  <a:extLst>
                    <a:ext uri="{9D8B030D-6E8A-4147-A177-3AD203B41FA5}">
                      <a16:colId xmlns:a16="http://schemas.microsoft.com/office/drawing/2014/main" val="20004"/>
                    </a:ext>
                  </a:extLst>
                </a:gridCol>
                <a:gridCol w="427575">
                  <a:extLst>
                    <a:ext uri="{9D8B030D-6E8A-4147-A177-3AD203B41FA5}">
                      <a16:colId xmlns:a16="http://schemas.microsoft.com/office/drawing/2014/main" val="20006"/>
                    </a:ext>
                  </a:extLst>
                </a:gridCol>
                <a:gridCol w="427575">
                  <a:extLst>
                    <a:ext uri="{9D8B030D-6E8A-4147-A177-3AD203B41FA5}">
                      <a16:colId xmlns:a16="http://schemas.microsoft.com/office/drawing/2014/main" val="20007"/>
                    </a:ext>
                  </a:extLst>
                </a:gridCol>
              </a:tblGrid>
              <a:tr h="159300">
                <a:tc gridSpan="7">
                  <a:txBody>
                    <a:bodyPr/>
                    <a:lstStyle/>
                    <a:p>
                      <a:pPr marL="0" marR="0" lvl="0" indent="0" algn="ctr" rtl="0">
                        <a:spcBef>
                          <a:spcPts val="0"/>
                        </a:spcBef>
                        <a:spcAft>
                          <a:spcPts val="0"/>
                        </a:spcAft>
                        <a:buNone/>
                      </a:pPr>
                      <a:r>
                        <a:rPr lang="en-US" sz="800" dirty="0"/>
                        <a:t>NRT : SID – NADP 1</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rowSpan="2" gridSpan="2">
                  <a:txBody>
                    <a:bodyPr/>
                    <a:lstStyle/>
                    <a:p>
                      <a:pPr marL="0" marR="0" lvl="0" indent="0" algn="ctr" rtl="0">
                        <a:spcBef>
                          <a:spcPts val="0"/>
                        </a:spcBef>
                        <a:spcAft>
                          <a:spcPts val="0"/>
                        </a:spcAft>
                        <a:buNone/>
                      </a:pPr>
                      <a:r>
                        <a:rPr lang="en-US" sz="800" b="1" dirty="0">
                          <a:solidFill>
                            <a:srgbClr val="0070C0"/>
                          </a:solidFill>
                        </a:rPr>
                        <a:t>GULBO x</a:t>
                      </a:r>
                      <a:endParaRPr dirty="0"/>
                    </a:p>
                  </a:txBody>
                  <a:tcPr marL="36000" marR="36000" marT="36000" marB="36000" anchor="ctr"/>
                </a:tc>
                <a:tc rowSpan="2" hMerge="1">
                  <a:txBody>
                    <a:bodyPr/>
                    <a:lstStyle/>
                    <a:p>
                      <a:endParaRPr lang="ko-Kore-KR"/>
                    </a:p>
                  </a:txBody>
                  <a:tcPr/>
                </a:tc>
                <a:tc gridSpan="4">
                  <a:txBody>
                    <a:bodyPr/>
                    <a:lstStyle/>
                    <a:p>
                      <a:pPr marL="0" marR="0" lvl="0" indent="0" algn="ctr" rtl="0">
                        <a:spcBef>
                          <a:spcPts val="0"/>
                        </a:spcBef>
                        <a:spcAft>
                          <a:spcPts val="0"/>
                        </a:spcAft>
                        <a:buNone/>
                      </a:pPr>
                      <a:r>
                        <a:rPr lang="en-US" sz="800" b="1" dirty="0"/>
                        <a:t>HD 158 </a:t>
                      </a:r>
                      <a:r>
                        <a:rPr lang="en-US" sz="800" b="1" dirty="0">
                          <a:solidFill>
                            <a:srgbClr val="0070C0"/>
                          </a:solidFill>
                        </a:rPr>
                        <a:t>ALT ATC</a:t>
                      </a:r>
                    </a:p>
                  </a:txBody>
                  <a:tcPr marL="36000" marR="36000" marT="36000" marB="36000" anchor="ctr"/>
                </a:tc>
                <a:tc hMerge="1">
                  <a:txBody>
                    <a:bodyPr/>
                    <a:lstStyle/>
                    <a:p>
                      <a:endParaRPr lang="ko-Kore-KR"/>
                    </a:p>
                  </a:txBody>
                  <a:tcPr/>
                </a:tc>
                <a:tc hMerge="1">
                  <a:txBody>
                    <a:bodyPr/>
                    <a:lstStyle/>
                    <a:p>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vMerge="1">
                  <a:txBody>
                    <a:bodyPr/>
                    <a:lstStyle/>
                    <a:p>
                      <a:endParaRPr lang="ko-Kore-KR"/>
                    </a:p>
                  </a:txBody>
                  <a:tcPr/>
                </a:tc>
                <a:tc hMerge="1" vMerge="1">
                  <a:txBody>
                    <a:bodyPr/>
                    <a:lstStyle/>
                    <a:p>
                      <a:endParaRPr lang="ko-Kore-KR"/>
                    </a:p>
                  </a:txBody>
                  <a:tcPr/>
                </a:tc>
                <a:tc gridSpan="4">
                  <a:txBody>
                    <a:bodyPr/>
                    <a:lstStyle/>
                    <a:p>
                      <a:pPr marL="0" marR="0" lvl="0" indent="0" algn="ctr" rtl="0">
                        <a:spcBef>
                          <a:spcPts val="0"/>
                        </a:spcBef>
                        <a:spcAft>
                          <a:spcPts val="0"/>
                        </a:spcAft>
                        <a:buNone/>
                      </a:pPr>
                      <a:r>
                        <a:rPr lang="en-US" sz="800" b="1" dirty="0"/>
                        <a:t>HD 338 </a:t>
                      </a:r>
                      <a:r>
                        <a:rPr lang="en-US" sz="800" b="1" dirty="0">
                          <a:solidFill>
                            <a:srgbClr val="0070C0"/>
                          </a:solidFill>
                        </a:rPr>
                        <a:t>ALT 7000/ATC</a:t>
                      </a:r>
                    </a:p>
                  </a:txBody>
                  <a:tcPr marL="36000" marR="36000" marT="36000" marB="36000" anchor="ctr"/>
                </a:tc>
                <a:tc hMerge="1">
                  <a:txBody>
                    <a:bodyPr/>
                    <a:lstStyle/>
                    <a:p>
                      <a:endParaRPr lang="ko-Kore-KR"/>
                    </a:p>
                  </a:txBody>
                  <a:tcPr/>
                </a:tc>
                <a:tc hMerge="1">
                  <a:txBody>
                    <a:bodyPr/>
                    <a:lstStyle/>
                    <a:p>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2"/>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NRE</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117.9</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16L ITM </a:t>
                      </a:r>
                      <a:endParaRPr dirty="0"/>
                    </a:p>
                    <a:p>
                      <a:pPr marL="0" marR="0" lvl="0" indent="0" algn="ctr" rtl="0">
                        <a:spcBef>
                          <a:spcPts val="0"/>
                        </a:spcBef>
                        <a:spcAft>
                          <a:spcPts val="0"/>
                        </a:spcAft>
                        <a:buNone/>
                      </a:pPr>
                      <a:r>
                        <a:rPr lang="en-US" sz="800" b="1" dirty="0">
                          <a:solidFill>
                            <a:srgbClr val="C00000"/>
                          </a:solidFill>
                        </a:rPr>
                        <a:t>110.7</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16R IKF</a:t>
                      </a:r>
                      <a:endParaRPr dirty="0"/>
                    </a:p>
                    <a:p>
                      <a:pPr marL="0" marR="0" lvl="0" indent="0" algn="ctr" rtl="0">
                        <a:spcBef>
                          <a:spcPts val="0"/>
                        </a:spcBef>
                        <a:spcAft>
                          <a:spcPts val="0"/>
                        </a:spcAft>
                        <a:buNone/>
                      </a:pPr>
                      <a:r>
                        <a:rPr lang="en-US" sz="800" b="1" dirty="0">
                          <a:solidFill>
                            <a:srgbClr val="C00000"/>
                          </a:solidFill>
                        </a:rPr>
                        <a:t>111.5</a:t>
                      </a:r>
                      <a:endParaRPr sz="800"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IYQ 111.9</a:t>
                      </a:r>
                      <a:endParaRPr sz="800"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34R ITJ 110.9</a:t>
                      </a:r>
                      <a:endParaRPr sz="800" b="1" dirty="0">
                        <a:solidFill>
                          <a:srgbClr val="C00000"/>
                        </a:solidFill>
                      </a:endParaRPr>
                    </a:p>
                  </a:txBody>
                  <a:tcPr marL="36000" marR="36000" marT="36000" marB="36000" anchor="ctr"/>
                </a:tc>
                <a:extLst>
                  <a:ext uri="{0D108BD9-81ED-4DB2-BD59-A6C34878D82A}">
                    <a16:rowId xmlns:a16="http://schemas.microsoft.com/office/drawing/2014/main" val="10003"/>
                  </a:ext>
                </a:extLst>
              </a:tr>
              <a:tr h="144775">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chemeClr val="dk1"/>
                          </a:solidFill>
                        </a:rPr>
                        <a:t>APU Start, TAXI RTE 1, 2, 3, 4 RWY </a:t>
                      </a:r>
                      <a:r>
                        <a:rPr lang="en-US" sz="800" dirty="0" err="1">
                          <a:solidFill>
                            <a:schemeClr val="dk1"/>
                          </a:solidFill>
                        </a:rPr>
                        <a:t>별</a:t>
                      </a:r>
                      <a:r>
                        <a:rPr lang="en-US" sz="800" dirty="0">
                          <a:solidFill>
                            <a:schemeClr val="dk1"/>
                          </a:solidFill>
                        </a:rPr>
                        <a:t> DEP RTE</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319" name="Google Shape;319;p21">
            <a:extLst>
              <a:ext uri="{FF2B5EF4-FFF2-40B4-BE49-F238E27FC236}">
                <a16:creationId xmlns:a16="http://schemas.microsoft.com/office/drawing/2014/main" id="{DCA3EFF7-2AC5-41FB-1683-A86A62DFA1D9}"/>
              </a:ext>
            </a:extLst>
          </p:cNvPr>
          <p:cNvGraphicFramePr/>
          <p:nvPr>
            <p:extLst>
              <p:ext uri="{D42A27DB-BD31-4B8C-83A1-F6EECF244321}">
                <p14:modId xmlns:p14="http://schemas.microsoft.com/office/powerpoint/2010/main" val="1207371958"/>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sz="1300" dirty="0">
                          <a:solidFill>
                            <a:schemeClr val="tx1"/>
                          </a:solidFill>
                          <a:hlinkClick r:id="rId3">
                            <a:extLst>
                              <a:ext uri="{A12FA001-AC4F-418D-AE19-62706E023703}">
                                <ahyp:hlinkClr xmlns:ahyp="http://schemas.microsoft.com/office/drawing/2018/hyperlinkcolor" val="tx"/>
                              </a:ext>
                            </a:extLst>
                          </a:hlinkClick>
                        </a:rPr>
                        <a:t>RJAA(NRT) 135ft</a:t>
                      </a:r>
                      <a:endParaRP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PHNL(HNL) 13ft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Tokyo 131.70</a:t>
                      </a:r>
                      <a:endParaRPr dirty="0"/>
                    </a:p>
                    <a:p>
                      <a:pPr marL="0" marR="0" lvl="0" indent="0" algn="ctr" rtl="0">
                        <a:spcBef>
                          <a:spcPts val="0"/>
                        </a:spcBef>
                        <a:spcAft>
                          <a:spcPts val="0"/>
                        </a:spcAft>
                        <a:buNone/>
                      </a:pPr>
                      <a:r>
                        <a:rPr lang="en-US" sz="800" dirty="0">
                          <a:solidFill>
                            <a:srgbClr val="FF0000"/>
                          </a:solidFill>
                        </a:rPr>
                        <a:t>DCL -15분</a:t>
                      </a:r>
                      <a:endParaRPr sz="8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AOS </a:t>
                      </a:r>
                      <a:r>
                        <a:rPr lang="en-US" sz="900" dirty="0" err="1"/>
                        <a:t>Oper</a:t>
                      </a:r>
                      <a:r>
                        <a:rPr lang="en-US" sz="900" dirty="0"/>
                        <a:t> 132.0</a:t>
                      </a:r>
                    </a:p>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srgbClr val="FF0000"/>
                          </a:solidFill>
                          <a:effectLst/>
                          <a:uLnTx/>
                          <a:uFillTx/>
                          <a:latin typeface="Calibri"/>
                          <a:cs typeface="Calibri"/>
                        </a:rPr>
                        <a:t>No D-ATIS </a:t>
                      </a:r>
                      <a:r>
                        <a:rPr kumimoji="0" lang="en-US" altLang="ko-Kore-KR" sz="900" b="1" i="0" u="none" strike="noStrike" kern="1200" cap="none" spc="0" normalizeH="0" baseline="0" noProof="0" dirty="0">
                          <a:ln>
                            <a:noFill/>
                          </a:ln>
                          <a:solidFill>
                            <a:srgbClr val="7030A0"/>
                          </a:solidFill>
                          <a:effectLst/>
                          <a:uLnTx/>
                          <a:uFillTx/>
                          <a:latin typeface="Calibri"/>
                          <a:cs typeface="Calibri"/>
                        </a:rPr>
                        <a:t>Gate C4-9</a:t>
                      </a:r>
                      <a:endParaRPr kumimoji="0" lang="ko-KR" altLang="en-US" sz="800" b="1" i="0" u="none" strike="noStrike" kern="1200" cap="none" spc="0" normalizeH="0" baseline="0" noProof="0" dirty="0">
                        <a:ln>
                          <a:noFill/>
                        </a:ln>
                        <a:solidFill>
                          <a:srgbClr val="7030A0"/>
                        </a:solidFill>
                        <a:effectLst/>
                        <a:uLnTx/>
                        <a:uFillTx/>
                        <a:latin typeface="Calibri"/>
                        <a:cs typeface="Calibri"/>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EE9595D1-5121-1905-35D4-595D5B17754E}"/>
              </a:ext>
            </a:extLst>
          </p:cNvPr>
          <p:cNvSpPr txBox="1"/>
          <p:nvPr/>
        </p:nvSpPr>
        <p:spPr>
          <a:xfrm>
            <a:off x="-20938" y="1992335"/>
            <a:ext cx="1205779" cy="413309"/>
          </a:xfrm>
          <a:prstGeom prst="rect">
            <a:avLst/>
          </a:prstGeom>
          <a:noFill/>
        </p:spPr>
        <p:txBody>
          <a:bodyPr wrap="none" tIns="36000" bIns="36000" rtlCol="0" anchor="ctr">
            <a:spAutoFit/>
          </a:bodyPr>
          <a:lstStyle/>
          <a:p>
            <a:pPr>
              <a:lnSpc>
                <a:spcPct val="150000"/>
              </a:lnSpc>
            </a:pPr>
            <a:r>
              <a:rPr kumimoji="1" lang="en-US" altLang="ko-Kore-KR" sz="800" b="1" u="sng" dirty="0">
                <a:solidFill>
                  <a:srgbClr val="0070C0"/>
                </a:solidFill>
                <a:latin typeface="Gulim" panose="020B0600000101010101" pitchFamily="34" charset="-127"/>
                <a:ea typeface="Gulim" panose="020B0600000101010101" pitchFamily="34" charset="-127"/>
              </a:rPr>
              <a:t>DEP 124.2</a:t>
            </a:r>
          </a:p>
          <a:p>
            <a:pPr>
              <a:lnSpc>
                <a:spcPct val="150000"/>
              </a:lnSpc>
            </a:pPr>
            <a:r>
              <a:rPr kumimoji="1" lang="en-US" altLang="ko-KR" sz="800" b="1" u="sng" dirty="0">
                <a:solidFill>
                  <a:srgbClr val="0070C0"/>
                </a:solidFill>
                <a:latin typeface="Gulim" panose="020B0600000101010101" pitchFamily="34" charset="-127"/>
                <a:ea typeface="Gulim" panose="020B0600000101010101" pitchFamily="34" charset="-127"/>
              </a:rPr>
              <a:t>TKO 120.5 – 133.45 </a:t>
            </a:r>
            <a:endParaRPr kumimoji="1" lang="en-US" altLang="ko-Kore-KR" sz="8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6F7B3BC7-1196-4453-2B8A-7E7D9C90A2E4}"/>
              </a:ext>
            </a:extLst>
          </p:cNvPr>
          <p:cNvSpPr/>
          <p:nvPr/>
        </p:nvSpPr>
        <p:spPr>
          <a:xfrm>
            <a:off x="836204" y="287594"/>
            <a:ext cx="644531" cy="276999"/>
          </a:xfrm>
          <a:prstGeom prst="rect">
            <a:avLst/>
          </a:prstGeom>
          <a:noFill/>
        </p:spPr>
        <p:txBody>
          <a:bodyPr wrap="square" lIns="0" tIns="0" rIns="0" bIns="0">
            <a:spAutoFit/>
          </a:bodyPr>
          <a:lstStyle/>
          <a:p>
            <a:pPr algn="ctr"/>
            <a:r>
              <a:rPr lang="en-US" altLang="ko-KR" sz="1800" b="1" cap="none" spc="0" dirty="0">
                <a:ln w="0"/>
                <a:solidFill>
                  <a:srgbClr val="FFC00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FFC00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83;p17">
            <a:extLst>
              <a:ext uri="{FF2B5EF4-FFF2-40B4-BE49-F238E27FC236}">
                <a16:creationId xmlns:a16="http://schemas.microsoft.com/office/drawing/2014/main" id="{73CE2D43-69BC-48DD-7B5B-597CEBC66B57}"/>
              </a:ext>
            </a:extLst>
          </p:cNvPr>
          <p:cNvGraphicFramePr/>
          <p:nvPr>
            <p:extLst>
              <p:ext uri="{D42A27DB-BD31-4B8C-83A1-F6EECF244321}">
                <p14:modId xmlns:p14="http://schemas.microsoft.com/office/powerpoint/2010/main" val="2083197152"/>
              </p:ext>
            </p:extLst>
          </p:nvPr>
        </p:nvGraphicFramePr>
        <p:xfrm>
          <a:off x="11589" y="3618695"/>
          <a:ext cx="2314761" cy="1936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1110594">
                  <a:extLst>
                    <a:ext uri="{9D8B030D-6E8A-4147-A177-3AD203B41FA5}">
                      <a16:colId xmlns:a16="http://schemas.microsoft.com/office/drawing/2014/main" val="20001"/>
                    </a:ext>
                  </a:extLst>
                </a:gridCol>
                <a:gridCol w="868611">
                  <a:extLst>
                    <a:ext uri="{9D8B030D-6E8A-4147-A177-3AD203B41FA5}">
                      <a16:colId xmlns:a16="http://schemas.microsoft.com/office/drawing/2014/main" val="20003"/>
                    </a:ext>
                  </a:extLst>
                </a:gridCol>
              </a:tblGrid>
              <a:tr h="0">
                <a:tc gridSpan="3">
                  <a:txBody>
                    <a:bodyPr/>
                    <a:lstStyle/>
                    <a:p>
                      <a:pPr marL="0" marR="0" lvl="0" indent="0" algn="ctr" rtl="0">
                        <a:spcBef>
                          <a:spcPts val="0"/>
                        </a:spcBef>
                        <a:spcAft>
                          <a:spcPts val="0"/>
                        </a:spcAft>
                        <a:buNone/>
                      </a:pPr>
                      <a:r>
                        <a:rPr lang="en-US" sz="800" dirty="0"/>
                        <a:t>HNL </a:t>
                      </a:r>
                      <a:r>
                        <a:rPr lang="en-US" sz="800" dirty="0">
                          <a:solidFill>
                            <a:srgbClr val="00B0F0"/>
                          </a:solidFill>
                        </a:rPr>
                        <a:t>[042/079/259]</a:t>
                      </a:r>
                      <a:r>
                        <a:rPr lang="en-US" sz="800" dirty="0"/>
                        <a:t> UTC-10 TL180 </a:t>
                      </a:r>
                      <a:r>
                        <a:rPr lang="en-US" sz="800" dirty="0">
                          <a:solidFill>
                            <a:srgbClr val="00B050"/>
                          </a:solidFill>
                        </a:rPr>
                        <a:t>CPDLC RJJJ-KZAK</a:t>
                      </a:r>
                    </a:p>
                    <a:p>
                      <a:pPr marL="0" marR="0" lvl="0" indent="0" algn="ctr" rtl="0">
                        <a:spcBef>
                          <a:spcPts val="0"/>
                        </a:spcBef>
                        <a:spcAft>
                          <a:spcPts val="0"/>
                        </a:spcAft>
                        <a:buNone/>
                      </a:pPr>
                      <a:r>
                        <a:rPr lang="en-US" sz="800" b="0" dirty="0">
                          <a:solidFill>
                            <a:srgbClr val="FFC000"/>
                          </a:solidFill>
                        </a:rPr>
                        <a:t>Before SYVAD/DANNO/CANON/THOMA CTC HNL</a:t>
                      </a:r>
                      <a:r>
                        <a:rPr lang="en-US" sz="800" b="0" dirty="0"/>
                        <a:t> </a:t>
                      </a:r>
                      <a:endParaRPr sz="800" b="0" dirty="0"/>
                    </a:p>
                  </a:txBody>
                  <a:tcPr marL="91450" marR="91450" marT="45725" marB="45725"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08L</a:t>
                      </a:r>
                      <a:endParaRPr sz="800" b="1" dirty="0"/>
                    </a:p>
                  </a:txBody>
                  <a:tcPr marL="36000" marR="36000" marT="36000" marB="36000" anchor="ctr"/>
                </a:tc>
                <a:tc rowSpan="3">
                  <a:txBody>
                    <a:bodyPr/>
                    <a:lstStyle/>
                    <a:p>
                      <a:pPr marL="0" marR="0" lvl="0" indent="0" algn="ctr" rtl="0">
                        <a:spcBef>
                          <a:spcPts val="0"/>
                        </a:spcBef>
                        <a:spcAft>
                          <a:spcPts val="0"/>
                        </a:spcAft>
                        <a:buNone/>
                      </a:pPr>
                      <a:r>
                        <a:rPr lang="en-US" sz="800" b="1" dirty="0"/>
                        <a:t>KLANI/BOOKE/OPACA</a:t>
                      </a:r>
                    </a:p>
                    <a:p>
                      <a:pPr marL="0" marR="0" lvl="0" indent="0" algn="ctr" rtl="0">
                        <a:spcBef>
                          <a:spcPts val="0"/>
                        </a:spcBef>
                        <a:spcAft>
                          <a:spcPts val="0"/>
                        </a:spcAft>
                        <a:buNone/>
                      </a:pPr>
                      <a:r>
                        <a:rPr lang="en-US" sz="800" b="0" dirty="0">
                          <a:solidFill>
                            <a:srgbClr val="0070C0"/>
                          </a:solidFill>
                        </a:rPr>
                        <a:t>Tx Modify/RDR Vector</a:t>
                      </a:r>
                      <a:endParaRPr sz="800" b="0"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t>ILS 08L</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04R</a:t>
                      </a:r>
                      <a:endParaRPr sz="800" b="1" dirty="0"/>
                    </a:p>
                  </a:txBody>
                  <a:tcPr marL="36000" marR="36000" marT="36000" marB="36000" anchor="ctr"/>
                </a:tc>
                <a:tc vMerge="1">
                  <a:txBody>
                    <a:bodyPr/>
                    <a:lstStyle/>
                    <a:p>
                      <a:endParaRPr dirty="0"/>
                    </a:p>
                  </a:txBody>
                  <a:tcPr marL="36000" marR="36000" marT="36000" marB="36000" anchor="ctr"/>
                </a:tc>
                <a:tc>
                  <a:txBody>
                    <a:bodyPr/>
                    <a:lstStyle/>
                    <a:p>
                      <a:pPr marL="0" marR="0" lvl="0" indent="0" algn="ctr" rtl="0">
                        <a:spcBef>
                          <a:spcPts val="0"/>
                        </a:spcBef>
                        <a:spcAft>
                          <a:spcPts val="0"/>
                        </a:spcAft>
                        <a:buNone/>
                      </a:pPr>
                      <a:r>
                        <a:rPr lang="en-US" sz="800" b="1" dirty="0"/>
                        <a:t>ILS Y 04R</a:t>
                      </a:r>
                      <a:endParaRPr sz="458" b="1" dirty="0"/>
                    </a:p>
                  </a:txBody>
                  <a:tcPr marL="36000" marR="36000" marT="36000" marB="36000" anchor="ctr"/>
                </a:tc>
                <a:extLst>
                  <a:ext uri="{0D108BD9-81ED-4DB2-BD59-A6C34878D82A}">
                    <a16:rowId xmlns:a16="http://schemas.microsoft.com/office/drawing/2014/main" val="10002"/>
                  </a:ext>
                </a:extLst>
              </a:tr>
              <a:tr h="101600">
                <a:tc>
                  <a:txBody>
                    <a:bodyPr/>
                    <a:lstStyle/>
                    <a:p>
                      <a:pPr marL="0" marR="0" lvl="0" indent="0" algn="ctr" rtl="0">
                        <a:spcBef>
                          <a:spcPts val="0"/>
                        </a:spcBef>
                        <a:spcAft>
                          <a:spcPts val="0"/>
                        </a:spcAft>
                        <a:buNone/>
                      </a:pPr>
                      <a:r>
                        <a:rPr lang="en-US" sz="800" b="1" dirty="0"/>
                        <a:t>26L</a:t>
                      </a:r>
                      <a:endParaRPr sz="800" b="1" dirty="0"/>
                    </a:p>
                  </a:txBody>
                  <a:tcPr marL="36000" marR="36000" marT="36000" marB="36000" anchor="ctr"/>
                </a:tc>
                <a:tc vMerge="1">
                  <a:txBody>
                    <a:bodyPr/>
                    <a:lstStyle/>
                    <a:p>
                      <a:pPr marL="0" marR="0" lvl="0" indent="0" algn="ctr" rtl="0">
                        <a:spcBef>
                          <a:spcPts val="0"/>
                        </a:spcBef>
                        <a:spcAft>
                          <a:spcPts val="0"/>
                        </a:spcAft>
                        <a:buNone/>
                      </a:pPr>
                      <a:endParaRPr sz="800" b="1" dirty="0"/>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 RNP AR/LDA 26L</a:t>
                      </a:r>
                      <a:endParaRPr sz="458" b="1" dirty="0"/>
                    </a:p>
                  </a:txBody>
                  <a:tcPr marL="36000" marR="36000" marT="36000" marB="36000" anchor="ctr"/>
                </a:tc>
                <a:extLst>
                  <a:ext uri="{0D108BD9-81ED-4DB2-BD59-A6C34878D82A}">
                    <a16:rowId xmlns:a16="http://schemas.microsoft.com/office/drawing/2014/main" val="318075372"/>
                  </a:ext>
                </a:extLst>
              </a:tr>
              <a:tr h="156400">
                <a:tc>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2">
                  <a:txBody>
                    <a:bodyPr/>
                    <a:lstStyle/>
                    <a:p>
                      <a:pPr marL="0" marR="0" lvl="0" indent="0" algn="l" rtl="0">
                        <a:spcBef>
                          <a:spcPts val="0"/>
                        </a:spcBef>
                        <a:spcAft>
                          <a:spcPts val="0"/>
                        </a:spcAft>
                        <a:buNone/>
                      </a:pPr>
                      <a:r>
                        <a:rPr lang="en-US" altLang="ko-Kore-KR" sz="800" b="1" dirty="0">
                          <a:solidFill>
                            <a:srgbClr val="0070C0"/>
                          </a:solidFill>
                        </a:rPr>
                        <a:t>HNL, </a:t>
                      </a:r>
                      <a:r>
                        <a:rPr lang="en-US" altLang="ko-Kore-KR" sz="800" b="1" dirty="0">
                          <a:solidFill>
                            <a:srgbClr val="C00000"/>
                          </a:solidFill>
                        </a:rPr>
                        <a:t>08L IHNL, 04R IIUM, (26L IEPC offset)</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615974087"/>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2">
                  <a:txBody>
                    <a:bodyPr/>
                    <a:lstStyle/>
                    <a:p>
                      <a:pPr marL="0" marR="0" lvl="0" indent="0" algn="l" rtl="0">
                        <a:spcBef>
                          <a:spcPts val="0"/>
                        </a:spcBef>
                        <a:spcAft>
                          <a:spcPts val="0"/>
                        </a:spcAft>
                        <a:buNone/>
                      </a:pPr>
                      <a:r>
                        <a:rPr lang="en-US" altLang="ko-Kore-KR" sz="800" dirty="0"/>
                        <a:t>RWY /8</a:t>
                      </a:r>
                      <a:endParaRPr lang="en-US" altLang="ko-Kore-KR" sz="458"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7"/>
                  </a:ext>
                </a:extLst>
              </a:tr>
              <a:tr h="218875">
                <a:tc gridSpan="3">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08L : Y(6837’), H(7887’), 26L : R</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(7759‘)</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04R : </a:t>
                      </a:r>
                      <a:r>
                        <a:rPr lang="en-US" sz="800" b="1" dirty="0">
                          <a:solidFill>
                            <a:srgbClr val="0070C0"/>
                          </a:solidFill>
                          <a:latin typeface="Calibri"/>
                          <a:ea typeface="Calibri"/>
                          <a:cs typeface="Calibri"/>
                          <a:sym typeface="Calibri"/>
                        </a:rPr>
                        <a:t>END of RWY Except ATC</a:t>
                      </a:r>
                      <a:r>
                        <a:rPr lang="en-US" sz="800" b="1" dirty="0">
                          <a:solidFill>
                            <a:schemeClr val="dk1"/>
                          </a:solidFill>
                          <a:latin typeface="Calibri"/>
                          <a:ea typeface="Calibri"/>
                          <a:cs typeface="Calibri"/>
                          <a:sym typeface="Calibri"/>
                        </a:rPr>
                        <a:t>, </a:t>
                      </a:r>
                      <a:r>
                        <a:rPr lang="en-US" sz="800" b="1" dirty="0">
                          <a:solidFill>
                            <a:srgbClr val="C00000"/>
                          </a:solidFill>
                          <a:latin typeface="Calibri"/>
                          <a:ea typeface="Calibri"/>
                          <a:cs typeface="Calibri"/>
                          <a:sym typeface="Calibri"/>
                        </a:rPr>
                        <a:t>NO LAHSO to ATC</a:t>
                      </a: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01600">
                <a:tc gridSpan="3">
                  <a:txBody>
                    <a:bodyPr/>
                    <a:lstStyle/>
                    <a:p>
                      <a:pPr marL="0" marR="0" lvl="0" indent="0" algn="ctr" rtl="0">
                        <a:spcBef>
                          <a:spcPts val="0"/>
                        </a:spcBef>
                        <a:spcAft>
                          <a:spcPts val="0"/>
                        </a:spcAft>
                        <a:buNone/>
                      </a:pPr>
                      <a:r>
                        <a:rPr lang="en-US" sz="800" dirty="0">
                          <a:solidFill>
                            <a:srgbClr val="0070C0"/>
                          </a:solidFill>
                          <a:latin typeface="Calibri"/>
                          <a:ea typeface="Calibri"/>
                          <a:cs typeface="Calibri"/>
                          <a:sym typeface="Calibri"/>
                        </a:rPr>
                        <a:t>AFT RWY 08L L/D : TWY H to A Caution</a:t>
                      </a:r>
                    </a:p>
                    <a:p>
                      <a:pPr marL="0" marR="0" lvl="0" indent="0" algn="ctr" rtl="0">
                        <a:spcBef>
                          <a:spcPts val="0"/>
                        </a:spcBef>
                        <a:spcAft>
                          <a:spcPts val="0"/>
                        </a:spcAft>
                        <a:buNone/>
                      </a:pPr>
                      <a:r>
                        <a:rPr lang="en-US" sz="800" dirty="0">
                          <a:solidFill>
                            <a:srgbClr val="0070C0"/>
                          </a:solidFill>
                          <a:latin typeface="Calibri"/>
                          <a:ea typeface="Calibri"/>
                          <a:cs typeface="Calibri"/>
                          <a:sym typeface="Calibri"/>
                        </a:rPr>
                        <a:t>RAMP IN West/East Guide Line by ATC</a:t>
                      </a:r>
                      <a:endParaRPr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B2122D84-F1F0-7924-D5B2-E7AD4B8CC41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947464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graphicFrame>
        <p:nvGraphicFramePr>
          <p:cNvPr id="402" name="Google Shape;402;p31"/>
          <p:cNvGraphicFramePr/>
          <p:nvPr>
            <p:extLst>
              <p:ext uri="{D42A27DB-BD31-4B8C-83A1-F6EECF244321}">
                <p14:modId xmlns:p14="http://schemas.microsoft.com/office/powerpoint/2010/main" val="1321870725"/>
              </p:ext>
            </p:extLst>
          </p:nvPr>
        </p:nvGraphicFramePr>
        <p:xfrm>
          <a:off x="0" y="1"/>
          <a:ext cx="2328875" cy="5236700"/>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02915">
                <a:tc>
                  <a:txBody>
                    <a:bodyPr/>
                    <a:lstStyle/>
                    <a:p>
                      <a:pPr marL="0" marR="0" lvl="0" indent="0" algn="l" rtl="0">
                        <a:spcBef>
                          <a:spcPts val="0"/>
                        </a:spcBef>
                        <a:spcAft>
                          <a:spcPts val="0"/>
                        </a:spcAft>
                        <a:buNone/>
                      </a:pPr>
                      <a:r>
                        <a:rPr lang="en-US" sz="1000" dirty="0">
                          <a:latin typeface="+mn-lt"/>
                        </a:rPr>
                        <a:t>EDTO Procedure</a:t>
                      </a:r>
                      <a:endParaRPr sz="1000" dirty="0">
                        <a:solidFill>
                          <a:srgbClr val="C00000"/>
                        </a:solidFill>
                        <a:latin typeface="+mn-lt"/>
                      </a:endParaRPr>
                    </a:p>
                  </a:txBody>
                  <a:tcPr marL="36000" marR="36000" marT="36000" marB="36000"/>
                </a:tc>
                <a:extLst>
                  <a:ext uri="{0D108BD9-81ED-4DB2-BD59-A6C34878D82A}">
                    <a16:rowId xmlns:a16="http://schemas.microsoft.com/office/drawing/2014/main" val="10000"/>
                  </a:ext>
                </a:extLst>
              </a:tr>
              <a:tr h="957683">
                <a:tc>
                  <a:txBody>
                    <a:bodyPr/>
                    <a:lstStyle/>
                    <a:p>
                      <a:pPr marL="0" marR="0" lvl="0" indent="0" algn="l" rtl="0">
                        <a:lnSpc>
                          <a:spcPct val="100000"/>
                        </a:lnSpc>
                        <a:spcBef>
                          <a:spcPts val="0"/>
                        </a:spcBef>
                        <a:spcAft>
                          <a:spcPts val="0"/>
                        </a:spcAft>
                        <a:buNone/>
                      </a:pPr>
                      <a:r>
                        <a:rPr lang="en-US" sz="1000" b="1" dirty="0">
                          <a:solidFill>
                            <a:srgbClr val="0070C0"/>
                          </a:solidFill>
                          <a:latin typeface="+mn-lt"/>
                        </a:rPr>
                        <a:t>PREFLIGHT</a:t>
                      </a:r>
                    </a:p>
                    <a:p>
                      <a:pPr algn="l"/>
                      <a:r>
                        <a:rPr kumimoji="0" lang="en-US" altLang="ko-Kore-KR" sz="700" b="1" i="0" u="none" strike="noStrike" kern="0" cap="none" spc="0" normalizeH="0" baseline="0" noProof="0" dirty="0">
                          <a:ln>
                            <a:noFill/>
                          </a:ln>
                          <a:solidFill>
                            <a:srgbClr val="00B050"/>
                          </a:solidFill>
                          <a:effectLst/>
                          <a:uLnTx/>
                          <a:uFillTx/>
                          <a:latin typeface="Arial"/>
                          <a:cs typeface="Calibri"/>
                          <a:sym typeface="Arial"/>
                        </a:rPr>
                        <a:t>Apply </a:t>
                      </a:r>
                      <a:r>
                        <a:rPr lang="en-US" altLang="ko-Kore-KR" sz="700" b="1" i="0" u="none" strike="noStrike" dirty="0">
                          <a:solidFill>
                            <a:srgbClr val="00B050"/>
                          </a:solidFill>
                          <a:effectLst/>
                          <a:latin typeface="Lato" panose="020F0502020204030203" pitchFamily="34" charset="0"/>
                        </a:rPr>
                        <a:t>Alternate Airport IFR </a:t>
                      </a:r>
                      <a:r>
                        <a:rPr lang="en-US" altLang="ko-Kore-KR" sz="700" b="1" i="0" u="none" strike="noStrike" dirty="0" err="1">
                          <a:solidFill>
                            <a:srgbClr val="00B050"/>
                          </a:solidFill>
                          <a:effectLst/>
                          <a:latin typeface="Lato" panose="020F0502020204030203" pitchFamily="34" charset="0"/>
                        </a:rPr>
                        <a:t>Wx</a:t>
                      </a:r>
                      <a:r>
                        <a:rPr lang="en-US" altLang="ko-Kore-KR" sz="700" b="1" i="0" u="none" strike="noStrike" dirty="0">
                          <a:solidFill>
                            <a:srgbClr val="00B050"/>
                          </a:solidFill>
                          <a:effectLst/>
                          <a:latin typeface="Lato" panose="020F0502020204030203" pitchFamily="34" charset="0"/>
                        </a:rPr>
                        <a:t> Minima for Planning (Ops Pecs C055)</a:t>
                      </a:r>
                      <a:r>
                        <a:rPr lang="ko-KR" altLang="en-US" sz="700" b="1" i="0" u="none" strike="noStrike" dirty="0">
                          <a:solidFill>
                            <a:srgbClr val="00B050"/>
                          </a:solidFill>
                          <a:effectLst/>
                          <a:latin typeface="Lato" panose="020F0502020204030203" pitchFamily="34" charset="0"/>
                        </a:rPr>
                        <a:t> </a:t>
                      </a:r>
                      <a:r>
                        <a:rPr lang="en-US" altLang="ko-KR" sz="700" b="1" i="0" u="none" strike="noStrike" dirty="0">
                          <a:solidFill>
                            <a:srgbClr val="AA47F5"/>
                          </a:solidFill>
                          <a:effectLst/>
                          <a:latin typeface="Lato" panose="020F0502020204030203" pitchFamily="34" charset="0"/>
                        </a:rPr>
                        <a:t>-&gt;</a:t>
                      </a:r>
                      <a:r>
                        <a:rPr lang="ko-KR" altLang="en-US" sz="700" b="1" i="0" u="none" strike="noStrike" dirty="0">
                          <a:solidFill>
                            <a:srgbClr val="AA47F5"/>
                          </a:solidFill>
                          <a:effectLst/>
                          <a:latin typeface="Lato" panose="020F0502020204030203" pitchFamily="34" charset="0"/>
                        </a:rPr>
                        <a:t> </a:t>
                      </a:r>
                      <a:r>
                        <a:rPr lang="en-US" altLang="ko-KR" sz="700" b="1" i="0" u="none" strike="noStrike" dirty="0">
                          <a:solidFill>
                            <a:srgbClr val="AA47F5"/>
                          </a:solidFill>
                          <a:effectLst/>
                          <a:latin typeface="Lato" panose="020F0502020204030203" pitchFamily="34" charset="0"/>
                        </a:rPr>
                        <a:t>EDTO ERA Only(ERA no </a:t>
                      </a:r>
                      <a:r>
                        <a:rPr lang="en-US" altLang="ko-KR" sz="700" b="1" i="0" u="none" strike="noStrike" dirty="0" err="1">
                          <a:solidFill>
                            <a:srgbClr val="AA47F5"/>
                          </a:solidFill>
                          <a:effectLst/>
                          <a:latin typeface="Lato" panose="020F0502020204030203" pitchFamily="34" charset="0"/>
                        </a:rPr>
                        <a:t>Wx</a:t>
                      </a:r>
                      <a:r>
                        <a:rPr lang="en-US" altLang="ko-KR" sz="700" b="1" i="0" u="none" strike="noStrike" dirty="0">
                          <a:solidFill>
                            <a:srgbClr val="AA47F5"/>
                          </a:solidFill>
                          <a:effectLst/>
                          <a:latin typeface="Lato" panose="020F0502020204030203" pitchFamily="34" charset="0"/>
                        </a:rPr>
                        <a:t>)</a:t>
                      </a:r>
                      <a:endParaRPr lang="en-US" sz="700" b="1" dirty="0">
                        <a:solidFill>
                          <a:srgbClr val="AA47F5"/>
                        </a:solidFill>
                        <a:latin typeface="+mn-lt"/>
                      </a:endParaRPr>
                    </a:p>
                    <a:p>
                      <a:pPr marL="0" marR="0" lvl="0" indent="0" algn="l" rtl="0">
                        <a:spcBef>
                          <a:spcPts val="0"/>
                        </a:spcBef>
                        <a:spcAft>
                          <a:spcPts val="0"/>
                        </a:spcAft>
                        <a:buNone/>
                      </a:pPr>
                      <a:r>
                        <a:rPr lang="en-US" altLang="ko-KR" sz="800" b="0" dirty="0">
                          <a:solidFill>
                            <a:schemeClr val="bg1"/>
                          </a:solidFill>
                          <a:latin typeface="+mn-lt"/>
                        </a:rPr>
                        <a:t>RVSM CHK : </a:t>
                      </a:r>
                      <a:r>
                        <a:rPr lang="en-US" altLang="ko-KR" sz="800" b="1" dirty="0">
                          <a:solidFill>
                            <a:srgbClr val="0070C0"/>
                          </a:solidFill>
                          <a:latin typeface="+mn-lt"/>
                        </a:rPr>
                        <a:t>CAPT/FO 20ft, PILOT/FE 75ft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rgbClr val="0070C0"/>
                          </a:solidFill>
                          <a:effectLst/>
                          <a:uLnTx/>
                          <a:uFillTx/>
                          <a:latin typeface="Century Gothic" panose="020B0502020202020204"/>
                          <a:cs typeface="Calibri"/>
                        </a:rPr>
                        <a:t>(PFD/ISIS 60ft, ST-BY 300ft)</a:t>
                      </a:r>
                      <a:endParaRPr lang="en-US" altLang="ko-KR" sz="800" b="1" dirty="0">
                        <a:solidFill>
                          <a:srgbClr val="0070C0"/>
                        </a:solidFill>
                        <a:latin typeface="+mn-lt"/>
                      </a:endParaRPr>
                    </a:p>
                    <a:p>
                      <a:pPr marL="0" marR="0" lvl="0" indent="0" algn="l" rtl="0">
                        <a:spcBef>
                          <a:spcPts val="0"/>
                        </a:spcBef>
                        <a:spcAft>
                          <a:spcPts val="0"/>
                        </a:spcAft>
                        <a:buNone/>
                      </a:pPr>
                      <a:r>
                        <a:rPr lang="en-US" altLang="ko-KR" sz="800" dirty="0">
                          <a:solidFill>
                            <a:schemeClr val="bg1"/>
                          </a:solidFill>
                          <a:latin typeface="+mn-lt"/>
                        </a:rPr>
                        <a:t>NAV DATA Input : </a:t>
                      </a:r>
                      <a:r>
                        <a:rPr lang="en-US" altLang="ko-KR" sz="800" b="1" dirty="0">
                          <a:solidFill>
                            <a:srgbClr val="0070C0"/>
                          </a:solidFill>
                          <a:latin typeface="+mn-lt"/>
                        </a:rPr>
                        <a:t>EEP, ETP1, ETP2, EXP</a:t>
                      </a:r>
                      <a:endParaRPr lang="en-US" sz="800" b="1" dirty="0">
                        <a:solidFill>
                          <a:srgbClr val="0070C0"/>
                        </a:solidFill>
                        <a:latin typeface="+mn-lt"/>
                      </a:endParaRPr>
                    </a:p>
                    <a:p>
                      <a:pPr marL="0" marR="0">
                        <a:spcBef>
                          <a:spcPts val="0"/>
                        </a:spcBef>
                        <a:spcAft>
                          <a:spcPts val="0"/>
                        </a:spcAft>
                      </a:pPr>
                      <a:r>
                        <a:rPr lang="en-US" altLang="ko-KR" sz="800" dirty="0">
                          <a:solidFill>
                            <a:schemeClr val="bg1"/>
                          </a:solidFill>
                          <a:latin typeface="+mn-lt"/>
                        </a:rPr>
                        <a:t>HF SELCAL CHK : Jeppesen - ENT DATA Pacific</a:t>
                      </a:r>
                    </a:p>
                    <a:p>
                      <a:pPr marL="0" marR="0">
                        <a:spcBef>
                          <a:spcPts val="0"/>
                        </a:spcBef>
                        <a:spcAft>
                          <a:spcPts val="0"/>
                        </a:spcAft>
                      </a:pPr>
                      <a:r>
                        <a:rPr lang="en-US" altLang="ko-Kore-KR" sz="800" b="1" dirty="0">
                          <a:solidFill>
                            <a:srgbClr val="0070C0"/>
                          </a:solidFill>
                          <a:effectLst/>
                          <a:latin typeface="Calibri" panose="020F0502020204030204" pitchFamily="34" charset="0"/>
                          <a:ea typeface="Malgun Gothic" panose="020B0503020000020004" pitchFamily="34" charset="-127"/>
                          <a:cs typeface="Calibri" panose="020F0502020204030204" pitchFamily="34" charset="0"/>
                        </a:rPr>
                        <a:t>SEOUL RADIO : 8903(3004,6532,13300,13303,17904)</a:t>
                      </a:r>
                    </a:p>
                  </a:txBody>
                  <a:tcPr marL="36000" marR="36000" marT="36000" marB="36000"/>
                </a:tc>
                <a:extLst>
                  <a:ext uri="{0D108BD9-81ED-4DB2-BD59-A6C34878D82A}">
                    <a16:rowId xmlns:a16="http://schemas.microsoft.com/office/drawing/2014/main" val="2985261219"/>
                  </a:ext>
                </a:extLst>
              </a:tr>
              <a:tr h="354379">
                <a:tc>
                  <a:txBody>
                    <a:bodyPr/>
                    <a:lstStyle/>
                    <a:p>
                      <a:pPr marL="0" marR="0" lvl="0" indent="0" algn="l" rtl="0">
                        <a:lnSpc>
                          <a:spcPct val="100000"/>
                        </a:lnSpc>
                        <a:spcBef>
                          <a:spcPts val="0"/>
                        </a:spcBef>
                        <a:spcAft>
                          <a:spcPts val="0"/>
                        </a:spcAft>
                        <a:buNone/>
                      </a:pPr>
                      <a:r>
                        <a:rPr lang="en-US" sz="1000" b="1" dirty="0">
                          <a:solidFill>
                            <a:srgbClr val="0070C0"/>
                          </a:solidFill>
                          <a:latin typeface="+mn-lt"/>
                          <a:ea typeface="Helvetica Neue"/>
                          <a:cs typeface="Helvetica Neue"/>
                          <a:sym typeface="Helvetica Neue"/>
                        </a:rPr>
                        <a:t>AFTER LEVEL OFF (CRZ CHK)</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Arial"/>
                          <a:cs typeface="Calibri"/>
                          <a:sym typeface="Arial"/>
                        </a:rPr>
                        <a:t>RVSM CHK :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CAPT/FO 200ft </a:t>
                      </a:r>
                    </a:p>
                  </a:txBody>
                  <a:tcPr marL="36000" marR="36000" marT="36000" marB="36000"/>
                </a:tc>
                <a:extLst>
                  <a:ext uri="{0D108BD9-81ED-4DB2-BD59-A6C34878D82A}">
                    <a16:rowId xmlns:a16="http://schemas.microsoft.com/office/drawing/2014/main" val="10003"/>
                  </a:ext>
                </a:extLst>
              </a:tr>
              <a:tr h="107110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 </a:t>
                      </a: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BEFORE EEP (Entry Point, </a:t>
                      </a:r>
                      <a:r>
                        <a:rPr kumimoji="0" lang="en-US" altLang="ko-Kore-KR" sz="8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ERA </a:t>
                      </a:r>
                      <a:r>
                        <a:rPr kumimoji="0" lang="ko-Kore-KR" altLang="en-US" sz="8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기준</a:t>
                      </a: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tx1"/>
                          </a:solidFill>
                          <a:effectLst/>
                          <a:uLnTx/>
                          <a:uFillTx/>
                          <a:latin typeface="Arial"/>
                          <a:ea typeface="Helvetica Neue"/>
                          <a:cs typeface="Helvetica Neue"/>
                          <a:sym typeface="Helvetica Neue"/>
                        </a:rPr>
                        <a:t> </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60min(</a:t>
                      </a:r>
                      <a:r>
                        <a:rPr kumimoji="0" lang="en-US" altLang="ko-Kore-KR" sz="800" b="0" i="0" u="none" strike="noStrike" kern="0" cap="none" spc="0" normalizeH="0" baseline="0" noProof="0" dirty="0" err="1">
                          <a:ln>
                            <a:noFill/>
                          </a:ln>
                          <a:solidFill>
                            <a:schemeClr val="bg1"/>
                          </a:solidFill>
                          <a:effectLst/>
                          <a:uLnTx/>
                          <a:uFillTx/>
                          <a:latin typeface="Arial"/>
                          <a:ea typeface="Helvetica Neue"/>
                          <a:cs typeface="Helvetica Neue"/>
                          <a:sym typeface="Helvetica Neue"/>
                        </a:rPr>
                        <a:t>Theshold</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a:t>
                      </a:r>
                      <a:r>
                        <a:rPr kumimoji="0" lang="ko-KR" altLang="en-US"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a:t>
                      </a:r>
                      <a:r>
                        <a:rPr kumimoji="0" lang="ko-KR" altLang="en-US"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a:t>
                      </a:r>
                      <a:r>
                        <a:rPr kumimoji="0" lang="en-US" altLang="ko-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A330</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420NM</a:t>
                      </a:r>
                      <a:r>
                        <a:rPr kumimoji="0" lang="en-US" altLang="ko-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a:t>
                      </a:r>
                      <a:endPar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One Eng : CRZ SPD 310kts, 180min 1235NM</a:t>
                      </a:r>
                      <a:endParaRPr kumimoji="0" lang="en-US" altLang="ko-Kore-KR" sz="800" b="0" i="0" u="none" strike="noStrike" kern="0" cap="none" spc="0" normalizeH="0" baseline="0" noProof="0" dirty="0">
                        <a:ln>
                          <a:noFill/>
                        </a:ln>
                        <a:solidFill>
                          <a:srgbClr val="0070C0"/>
                        </a:solidFill>
                        <a:effectLst/>
                        <a:uLnTx/>
                        <a:uFillTx/>
                        <a:latin typeface="+mn-lt"/>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FIX 1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EEP</a:t>
                      </a: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FIX 2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ETP1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FMS ALT A/P SET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DATA – ETP Page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EDTO C/L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Fuel, A/C, MSA, ALT </a:t>
                      </a:r>
                      <a:r>
                        <a:rPr kumimoji="0" lang="en-US" altLang="ko-Kore-KR" sz="800" b="1" i="0" u="none" strike="noStrike" kern="0" cap="none" spc="0" normalizeH="0" baseline="0" noProof="0" dirty="0" err="1">
                          <a:ln>
                            <a:noFill/>
                          </a:ln>
                          <a:solidFill>
                            <a:srgbClr val="0070C0"/>
                          </a:solidFill>
                          <a:effectLst/>
                          <a:uLnTx/>
                          <a:uFillTx/>
                          <a:latin typeface="+mn-lt"/>
                          <a:cs typeface="Calibri"/>
                          <a:sym typeface="Arial"/>
                        </a:rPr>
                        <a:t>Wx</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 &amp; NOTAM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 </a:t>
                      </a:r>
                      <a:r>
                        <a:rPr kumimoji="0" lang="en-US" altLang="ko-Kore-KR" sz="900" b="1" i="0" u="none" strike="noStrike" kern="0" cap="none" spc="0" normalizeH="0" baseline="0" noProof="0" dirty="0">
                          <a:ln>
                            <a:noFill/>
                          </a:ln>
                          <a:solidFill>
                            <a:srgbClr val="00B050"/>
                          </a:solidFill>
                          <a:effectLst/>
                          <a:uLnTx/>
                          <a:uFillTx/>
                          <a:latin typeface="+mn-lt"/>
                          <a:cs typeface="Calibri"/>
                          <a:sym typeface="Arial"/>
                        </a:rPr>
                        <a:t>Review Contingency Procedure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 Drift Down 30</a:t>
                      </a:r>
                      <a:r>
                        <a:rPr kumimoji="0" lang="ko-Kore-KR" altLang="en-US" sz="700" b="1" i="0" u="none" strike="noStrike" kern="0" cap="none" spc="0" normalizeH="0" baseline="0" noProof="0" dirty="0">
                          <a:ln>
                            <a:noFill/>
                          </a:ln>
                          <a:solidFill>
                            <a:srgbClr val="AA47F5"/>
                          </a:solidFill>
                          <a:effectLst/>
                          <a:uLnTx/>
                          <a:uFillTx/>
                          <a:latin typeface="+mn-lt"/>
                          <a:cs typeface="Calibri"/>
                          <a:sym typeface="Arial"/>
                        </a:rPr>
                        <a:t>도이상</a:t>
                      </a: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 </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5NM, FL290</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이하</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 +-500ft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 </a:t>
                      </a:r>
                      <a:r>
                        <a:rPr kumimoji="0" lang="en-US" altLang="ko-Kore-KR" sz="700" b="1" i="0" u="none" strike="noStrike" kern="0" cap="none" spc="0" normalizeH="0" baseline="0" noProof="0" dirty="0" err="1">
                          <a:ln>
                            <a:noFill/>
                          </a:ln>
                          <a:solidFill>
                            <a:srgbClr val="AA47F5"/>
                          </a:solidFill>
                          <a:effectLst/>
                          <a:uLnTx/>
                          <a:uFillTx/>
                          <a:latin typeface="+mn-lt"/>
                          <a:cs typeface="Calibri"/>
                          <a:sym typeface="Arial"/>
                        </a:rPr>
                        <a:t>Wx</a:t>
                      </a: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Dev 5NM </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이상</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 </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+-300ft</a:t>
                      </a:r>
                      <a:endParaRPr kumimoji="0" lang="en-US" altLang="ko-Kore-KR" sz="600" b="1" i="0" u="none" strike="noStrike" kern="0" cap="none" spc="0" normalizeH="0" baseline="0" noProof="0" dirty="0">
                        <a:ln>
                          <a:noFill/>
                        </a:ln>
                        <a:solidFill>
                          <a:srgbClr val="AA47F5"/>
                        </a:solidFill>
                        <a:effectLst/>
                        <a:uLnTx/>
                        <a:uFillTx/>
                        <a:latin typeface="+mn-lt"/>
                        <a:cs typeface="Calibri"/>
                        <a:sym typeface="Arial"/>
                      </a:endParaRPr>
                    </a:p>
                  </a:txBody>
                  <a:tcPr marL="0" marR="0" marT="36000" marB="36000"/>
                </a:tc>
                <a:extLst>
                  <a:ext uri="{0D108BD9-81ED-4DB2-BD59-A6C34878D82A}">
                    <a16:rowId xmlns:a16="http://schemas.microsoft.com/office/drawing/2014/main" val="3740928111"/>
                  </a:ext>
                </a:extLst>
              </a:tr>
              <a:tr h="41863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EDTO Segment</a:t>
                      </a:r>
                      <a:endParaRPr kumimoji="0" lang="en-US" altLang="ko-Kore-KR" sz="800" b="1" i="0" u="none" strike="noStrike" kern="0" cap="none" spc="0" normalizeH="0" baseline="0" noProof="0" dirty="0">
                        <a:ln>
                          <a:noFill/>
                        </a:ln>
                        <a:solidFill>
                          <a:srgbClr val="0070C0"/>
                        </a:solidFill>
                        <a:effectLst/>
                        <a:uLnTx/>
                        <a:uFillTx/>
                        <a:latin typeface="Arial"/>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B050"/>
                          </a:solidFill>
                          <a:effectLst/>
                          <a:uLnTx/>
                          <a:uFillTx/>
                          <a:latin typeface="Arial"/>
                          <a:cs typeface="Calibri"/>
                          <a:sym typeface="Arial"/>
                        </a:rPr>
                        <a:t>Apply Actual </a:t>
                      </a:r>
                      <a:r>
                        <a:rPr kumimoji="0" lang="en-US" altLang="ko-Kore-KR" sz="800" b="1" i="0" u="none" strike="noStrike" kern="0" cap="none" spc="0" normalizeH="0" baseline="0" noProof="0" dirty="0" err="1">
                          <a:ln>
                            <a:noFill/>
                          </a:ln>
                          <a:solidFill>
                            <a:srgbClr val="00B050"/>
                          </a:solidFill>
                          <a:effectLst/>
                          <a:uLnTx/>
                          <a:uFillTx/>
                          <a:latin typeface="Arial"/>
                          <a:cs typeface="Calibri"/>
                          <a:sym typeface="Arial"/>
                        </a:rPr>
                        <a:t>Wx</a:t>
                      </a:r>
                      <a:r>
                        <a:rPr kumimoji="0" lang="en-US" altLang="ko-Kore-KR" sz="800" b="1" i="0" u="none" strike="noStrike" kern="0" cap="none" spc="0" normalizeH="0" baseline="0" noProof="0" dirty="0">
                          <a:ln>
                            <a:noFill/>
                          </a:ln>
                          <a:solidFill>
                            <a:srgbClr val="00B050"/>
                          </a:solidFill>
                          <a:effectLst/>
                          <a:uLnTx/>
                          <a:uFillTx/>
                          <a:latin typeface="Arial"/>
                          <a:cs typeface="Calibri"/>
                          <a:sym typeface="Arial"/>
                        </a:rPr>
                        <a:t> for Actual Divert</a:t>
                      </a:r>
                    </a:p>
                  </a:txBody>
                  <a:tcPr marL="36000" marR="36000" marT="36000" marB="36000"/>
                </a:tc>
                <a:extLst>
                  <a:ext uri="{0D108BD9-81ED-4DB2-BD59-A6C34878D82A}">
                    <a16:rowId xmlns:a16="http://schemas.microsoft.com/office/drawing/2014/main" val="1799958746"/>
                  </a:ext>
                </a:extLst>
              </a:tr>
              <a:tr h="58877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Diversion</a:t>
                      </a:r>
                      <a:endParaRPr kumimoji="0" lang="en-US" altLang="ko-Kore-KR" sz="700" b="1" i="0" u="none" strike="noStrike" kern="0" cap="none" spc="0" normalizeH="0" baseline="0" noProof="0" dirty="0">
                        <a:ln>
                          <a:noFill/>
                        </a:ln>
                        <a:solidFill>
                          <a:srgbClr val="0070C0"/>
                        </a:solidFill>
                        <a:effectLst/>
                        <a:uLnTx/>
                        <a:uFillTx/>
                        <a:latin typeface="Arial"/>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Enroute RNP downgrade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Weather min ERA AP</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LAND ASAP by ECAM, QRH</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Only 1 GEN(IDG, APU, EMER) + Multi Fail</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Only 1 Main GEN(IDG, APU) + G HYD(low LVL, PRESS, Overheat)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Increased Fuel Consumption </a:t>
                      </a:r>
                    </a:p>
                  </a:txBody>
                  <a:tcPr marL="36000" marR="36000" marT="36000" marB="36000"/>
                </a:tc>
                <a:extLst>
                  <a:ext uri="{0D108BD9-81ED-4DB2-BD59-A6C34878D82A}">
                    <a16:rowId xmlns:a16="http://schemas.microsoft.com/office/drawing/2014/main" val="758072219"/>
                  </a:ext>
                </a:extLst>
              </a:tr>
              <a:tr h="6439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ETP (Equal Time Point</a:t>
                      </a:r>
                      <a:r>
                        <a:rPr kumimoji="0" lang="en-US" altLang="ko-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r>
                        <a:rPr kumimoji="0" lang="ko-KR" altLang="en-US"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 </a:t>
                      </a:r>
                      <a:r>
                        <a:rPr kumimoji="0" lang="en-US" altLang="ko-KR" sz="8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EDTO ERA</a:t>
                      </a:r>
                      <a:r>
                        <a:rPr kumimoji="0" lang="ko-KR" altLang="en-US" sz="8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기준</a:t>
                      </a: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R" sz="800" b="0" i="0" u="none" strike="noStrike" kern="0" cap="none" spc="0" normalizeH="0" baseline="0" noProof="0" dirty="0">
                          <a:ln>
                            <a:noFill/>
                          </a:ln>
                          <a:solidFill>
                            <a:srgbClr val="000000"/>
                          </a:solidFill>
                          <a:effectLst/>
                          <a:uLnTx/>
                          <a:uFillTx/>
                          <a:latin typeface="Arial"/>
                          <a:cs typeface="Calibri"/>
                          <a:sym typeface="Arial"/>
                        </a:rPr>
                        <a:t>FIX Change, ETP Page SET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R" sz="800" b="0" i="0" u="none" strike="noStrike" kern="0" cap="none" spc="0" normalizeH="0" baseline="0" noProof="0" dirty="0">
                          <a:ln>
                            <a:noFill/>
                          </a:ln>
                          <a:solidFill>
                            <a:srgbClr val="000000"/>
                          </a:solidFill>
                          <a:effectLst/>
                          <a:uLnTx/>
                          <a:uFillTx/>
                          <a:latin typeface="Arial"/>
                          <a:cs typeface="Calibri"/>
                          <a:sym typeface="Arial"/>
                        </a:rPr>
                        <a:t>EDTO C/L :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Fuel, A/C, MSA, ALT </a:t>
                      </a:r>
                      <a:r>
                        <a:rPr kumimoji="0" lang="en-US" altLang="ko-Kore-KR" sz="800" b="1" i="0" u="none" strike="noStrike" kern="0" cap="none" spc="0" normalizeH="0" baseline="0" noProof="0" dirty="0" err="1">
                          <a:ln>
                            <a:noFill/>
                          </a:ln>
                          <a:solidFill>
                            <a:srgbClr val="0070C0"/>
                          </a:solidFill>
                          <a:effectLst/>
                          <a:uLnTx/>
                          <a:uFillTx/>
                          <a:latin typeface="Arial"/>
                          <a:cs typeface="Calibri"/>
                          <a:sym typeface="Arial"/>
                        </a:rPr>
                        <a:t>Wx</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 &amp; NOTAM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bg1"/>
                          </a:solidFill>
                          <a:effectLst/>
                          <a:uLnTx/>
                          <a:uFillTx/>
                          <a:latin typeface="Arial"/>
                          <a:cs typeface="Calibri"/>
                          <a:sym typeface="Arial"/>
                        </a:rPr>
                        <a:t>Last ETP(Critical Point) Fuel less then PLAN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 Continue by PIC</a:t>
                      </a:r>
                    </a:p>
                  </a:txBody>
                  <a:tcPr marL="36000" marR="36000" marT="36000" marB="36000"/>
                </a:tc>
                <a:extLst>
                  <a:ext uri="{0D108BD9-81ED-4DB2-BD59-A6C34878D82A}">
                    <a16:rowId xmlns:a16="http://schemas.microsoft.com/office/drawing/2014/main" val="1646462774"/>
                  </a:ext>
                </a:extLst>
              </a:tr>
              <a:tr h="30911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EXP (Exit Point)</a:t>
                      </a:r>
                    </a:p>
                  </a:txBody>
                  <a:tcPr marL="36000" marR="36000" marT="36000" marB="36000"/>
                </a:tc>
                <a:extLst>
                  <a:ext uri="{0D108BD9-81ED-4DB2-BD59-A6C34878D82A}">
                    <a16:rowId xmlns:a16="http://schemas.microsoft.com/office/drawing/2014/main" val="3122030425"/>
                  </a:ext>
                </a:extLst>
              </a:tr>
            </a:tbl>
          </a:graphicData>
        </a:graphic>
      </p:graphicFrame>
    </p:spTree>
    <p:extLst>
      <p:ext uri="{BB962C8B-B14F-4D97-AF65-F5344CB8AC3E}">
        <p14:creationId xmlns:p14="http://schemas.microsoft.com/office/powerpoint/2010/main" val="84842402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307">
          <a:extLst>
            <a:ext uri="{FF2B5EF4-FFF2-40B4-BE49-F238E27FC236}">
              <a16:creationId xmlns:a16="http://schemas.microsoft.com/office/drawing/2014/main" id="{7CCA33CD-72E4-1EA2-50AC-86CEC5083099}"/>
            </a:ext>
          </a:extLst>
        </p:cNvPr>
        <p:cNvGrpSpPr/>
        <p:nvPr/>
      </p:nvGrpSpPr>
      <p:grpSpPr>
        <a:xfrm>
          <a:off x="0" y="0"/>
          <a:ext cx="0" cy="0"/>
          <a:chOff x="0" y="0"/>
          <a:chExt cx="0" cy="0"/>
        </a:xfrm>
      </p:grpSpPr>
      <p:graphicFrame>
        <p:nvGraphicFramePr>
          <p:cNvPr id="310" name="Google Shape;310;p20">
            <a:extLst>
              <a:ext uri="{FF2B5EF4-FFF2-40B4-BE49-F238E27FC236}">
                <a16:creationId xmlns:a16="http://schemas.microsoft.com/office/drawing/2014/main" id="{779AE2DE-91EF-E4E8-7F10-75FF83492A04}"/>
              </a:ext>
            </a:extLst>
          </p:cNvPr>
          <p:cNvGraphicFramePr/>
          <p:nvPr>
            <p:extLst>
              <p:ext uri="{D42A27DB-BD31-4B8C-83A1-F6EECF244321}">
                <p14:modId xmlns:p14="http://schemas.microsoft.com/office/powerpoint/2010/main" val="102399440"/>
              </p:ext>
            </p:extLst>
          </p:nvPr>
        </p:nvGraphicFramePr>
        <p:xfrm>
          <a:off x="1596" y="3578512"/>
          <a:ext cx="2331400" cy="1986490"/>
        </p:xfrm>
        <a:graphic>
          <a:graphicData uri="http://schemas.openxmlformats.org/drawingml/2006/table">
            <a:tbl>
              <a:tblPr firstRow="1" bandRow="1">
                <a:noFill/>
                <a:tableStyleId>{A521BE36-7E6F-4EC9-8D66-1CF97A6895EC}</a:tableStyleId>
              </a:tblPr>
              <a:tblGrid>
                <a:gridCol w="582850">
                  <a:extLst>
                    <a:ext uri="{9D8B030D-6E8A-4147-A177-3AD203B41FA5}">
                      <a16:colId xmlns:a16="http://schemas.microsoft.com/office/drawing/2014/main" val="20000"/>
                    </a:ext>
                  </a:extLst>
                </a:gridCol>
                <a:gridCol w="582850">
                  <a:extLst>
                    <a:ext uri="{9D8B030D-6E8A-4147-A177-3AD203B41FA5}">
                      <a16:colId xmlns:a16="http://schemas.microsoft.com/office/drawing/2014/main" val="20001"/>
                    </a:ext>
                  </a:extLst>
                </a:gridCol>
                <a:gridCol w="582850">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136775">
                <a:tc gridSpan="4">
                  <a:txBody>
                    <a:bodyPr/>
                    <a:lstStyle/>
                    <a:p>
                      <a:pPr marL="0" marR="0" lvl="0" indent="0" algn="ctr" rtl="0">
                        <a:spcBef>
                          <a:spcPts val="0"/>
                        </a:spcBef>
                        <a:spcAft>
                          <a:spcPts val="0"/>
                        </a:spcAft>
                        <a:buNone/>
                      </a:pPr>
                      <a:r>
                        <a:rPr lang="en-US" sz="800" dirty="0"/>
                        <a:t>NRT </a:t>
                      </a:r>
                      <a:r>
                        <a:rPr lang="en-US" sz="800" dirty="0">
                          <a:solidFill>
                            <a:srgbClr val="00B0F0"/>
                          </a:solidFill>
                        </a:rPr>
                        <a:t>[337/157]</a:t>
                      </a:r>
                      <a:r>
                        <a:rPr lang="en-US" sz="800" dirty="0"/>
                        <a:t>  : LESPO 150</a:t>
                      </a:r>
                      <a:endParaRPr sz="800" dirty="0"/>
                    </a:p>
                  </a:txBody>
                  <a:tcPr marL="36000" marR="36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024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a:txBody>
                    <a:bodyPr/>
                    <a:lstStyle/>
                    <a:p>
                      <a:pPr marL="0" marR="0" lvl="0" indent="0" algn="ctr" rtl="0">
                        <a:spcBef>
                          <a:spcPts val="0"/>
                        </a:spcBef>
                        <a:spcAft>
                          <a:spcPts val="0"/>
                        </a:spcAft>
                        <a:buNone/>
                      </a:pPr>
                      <a:r>
                        <a:rPr lang="en-US" sz="800" b="1" dirty="0"/>
                        <a:t>SUPOK E</a:t>
                      </a:r>
                      <a:endParaRPr dirty="0"/>
                    </a:p>
                    <a:p>
                      <a:pPr marL="0" marR="0" lvl="0" indent="0" algn="ctr" rtl="0">
                        <a:spcBef>
                          <a:spcPts val="0"/>
                        </a:spcBef>
                        <a:spcAft>
                          <a:spcPts val="0"/>
                        </a:spcAft>
                        <a:buNone/>
                      </a:pPr>
                      <a:r>
                        <a:rPr lang="en-US" sz="800" b="1" dirty="0"/>
                        <a:t>(SUPOK T)</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ELGAR</a:t>
                      </a:r>
                      <a:endParaRPr/>
                    </a:p>
                    <a:p>
                      <a:pPr marL="0" marR="0" lvl="0" indent="0" algn="ctr" rtl="0">
                        <a:spcBef>
                          <a:spcPts val="0"/>
                        </a:spcBef>
                        <a:spcAft>
                          <a:spcPts val="0"/>
                        </a:spcAft>
                        <a:buNone/>
                      </a:pPr>
                      <a:r>
                        <a:rPr lang="en-US" sz="800" b="1"/>
                        <a:t>(TYLER)</a:t>
                      </a:r>
                      <a:endParaRPr sz="800" b="1"/>
                    </a:p>
                  </a:txBody>
                  <a:tcPr marL="36000" marR="36000" marT="36000" marB="36000" anchor="ctr"/>
                </a:tc>
                <a:tc>
                  <a:txBody>
                    <a:bodyPr/>
                    <a:lstStyle/>
                    <a:p>
                      <a:pPr marL="0" marR="0" lvl="0" indent="0" algn="ctr" rtl="0">
                        <a:spcBef>
                          <a:spcPts val="0"/>
                        </a:spcBef>
                        <a:spcAft>
                          <a:spcPts val="0"/>
                        </a:spcAft>
                        <a:buNone/>
                      </a:pPr>
                      <a:r>
                        <a:rPr lang="en-US" sz="800" b="1"/>
                        <a:t>ILS 34L/R(Z)</a:t>
                      </a:r>
                      <a:endParaRPr sz="800" b="1"/>
                    </a:p>
                  </a:txBody>
                  <a:tcPr marL="36000" marR="36000" marT="36000" marB="36000" anchor="ctr"/>
                </a:tc>
                <a:extLst>
                  <a:ext uri="{0D108BD9-81ED-4DB2-BD59-A6C34878D82A}">
                    <a16:rowId xmlns:a16="http://schemas.microsoft.com/office/drawing/2014/main" val="10001"/>
                  </a:ext>
                </a:extLst>
              </a:tr>
              <a:tr h="2024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a:txBody>
                    <a:bodyPr/>
                    <a:lstStyle/>
                    <a:p>
                      <a:pPr marL="0" marR="0" lvl="0" indent="0" algn="ctr" rtl="0">
                        <a:spcBef>
                          <a:spcPts val="0"/>
                        </a:spcBef>
                        <a:spcAft>
                          <a:spcPts val="0"/>
                        </a:spcAft>
                        <a:buNone/>
                      </a:pPr>
                      <a:r>
                        <a:rPr lang="en-US" sz="800" b="1" dirty="0"/>
                        <a:t>SUPOK G</a:t>
                      </a:r>
                      <a:endParaRPr dirty="0"/>
                    </a:p>
                    <a:p>
                      <a:pPr marL="0" marR="0" lvl="0" indent="0" algn="ctr" rtl="0">
                        <a:spcBef>
                          <a:spcPts val="0"/>
                        </a:spcBef>
                        <a:spcAft>
                          <a:spcPts val="0"/>
                        </a:spcAft>
                        <a:buNone/>
                      </a:pPr>
                      <a:r>
                        <a:rPr lang="en-US" sz="800" b="1" dirty="0"/>
                        <a:t>(SUPOK N)</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GEMIN</a:t>
                      </a:r>
                      <a:endParaRPr/>
                    </a:p>
                    <a:p>
                      <a:pPr marL="0" marR="0" lvl="0" indent="0" algn="ctr" rtl="0">
                        <a:spcBef>
                          <a:spcPts val="0"/>
                        </a:spcBef>
                        <a:spcAft>
                          <a:spcPts val="0"/>
                        </a:spcAft>
                        <a:buNone/>
                      </a:pPr>
                      <a:r>
                        <a:rPr lang="en-US" sz="800" b="1"/>
                        <a:t>(NORMA)</a:t>
                      </a:r>
                      <a:endParaRPr sz="800" b="1"/>
                    </a:p>
                  </a:txBody>
                  <a:tcPr marL="36000" marR="36000" marT="36000" marB="36000" anchor="ctr"/>
                </a:tc>
                <a:tc>
                  <a:txBody>
                    <a:bodyPr/>
                    <a:lstStyle/>
                    <a:p>
                      <a:pPr marL="0" marR="0" lvl="0" indent="0" algn="ctr" rtl="0">
                        <a:spcBef>
                          <a:spcPts val="0"/>
                        </a:spcBef>
                        <a:spcAft>
                          <a:spcPts val="0"/>
                        </a:spcAft>
                        <a:buNone/>
                      </a:pPr>
                      <a:r>
                        <a:rPr lang="en-US" sz="800" b="1"/>
                        <a:t>ILS Z 16L/R</a:t>
                      </a:r>
                      <a:endParaRPr sz="800" b="1"/>
                    </a:p>
                  </a:txBody>
                  <a:tcPr marL="36000" marR="36000" marT="36000" marB="36000" anchor="ctr"/>
                </a:tc>
                <a:extLst>
                  <a:ext uri="{0D108BD9-81ED-4DB2-BD59-A6C34878D82A}">
                    <a16:rowId xmlns:a16="http://schemas.microsoft.com/office/drawing/2014/main" val="10002"/>
                  </a:ext>
                </a:extLst>
              </a:tr>
              <a:tr h="12432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l" rtl="0">
                        <a:lnSpc>
                          <a:spcPct val="100000"/>
                        </a:lnSpc>
                        <a:spcBef>
                          <a:spcPts val="0"/>
                        </a:spcBef>
                        <a:spcAft>
                          <a:spcPts val="0"/>
                        </a:spcAft>
                        <a:buClr>
                          <a:schemeClr val="accent1"/>
                        </a:buClr>
                        <a:buSzPts val="800"/>
                        <a:buFont typeface="Calibri"/>
                        <a:buNone/>
                      </a:pPr>
                      <a:r>
                        <a:rPr lang="en-US" sz="800" b="1" dirty="0">
                          <a:solidFill>
                            <a:srgbClr val="0070C0"/>
                          </a:solidFill>
                        </a:rPr>
                        <a:t>NRE, </a:t>
                      </a:r>
                      <a:r>
                        <a:rPr lang="en-US" sz="800" b="1" dirty="0">
                          <a:solidFill>
                            <a:srgbClr val="C00000"/>
                          </a:solidFill>
                        </a:rPr>
                        <a:t>16L ITM, 16R IKF, 34L IYQ, 34R ITJ</a:t>
                      </a:r>
                      <a:endParaRPr sz="800" b="1"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355527618"/>
                  </a:ext>
                </a:extLst>
              </a:tr>
              <a:tr h="12432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chemeClr val="accent1"/>
                        </a:buClr>
                        <a:buSzPts val="800"/>
                        <a:buFont typeface="Calibri"/>
                        <a:buNone/>
                      </a:pPr>
                      <a:r>
                        <a:rPr lang="en-US" sz="800" b="0" dirty="0">
                          <a:solidFill>
                            <a:schemeClr val="bg1"/>
                          </a:solidFill>
                        </a:rPr>
                        <a:t>16L : ITM 4 / 34R : ITJ 14, 4 (DME)</a:t>
                      </a:r>
                      <a:endParaRPr dirty="0">
                        <a:solidFill>
                          <a:schemeClr val="bg1"/>
                        </a:solidFill>
                      </a:endParaRPr>
                    </a:p>
                    <a:p>
                      <a:pPr marL="0" marR="0" lvl="0" indent="0" algn="ctr" rtl="0">
                        <a:lnSpc>
                          <a:spcPct val="100000"/>
                        </a:lnSpc>
                        <a:spcBef>
                          <a:spcPts val="0"/>
                        </a:spcBef>
                        <a:spcAft>
                          <a:spcPts val="0"/>
                        </a:spcAft>
                        <a:buClr>
                          <a:schemeClr val="accent1"/>
                        </a:buClr>
                        <a:buSzPts val="800"/>
                        <a:buFont typeface="Calibri"/>
                        <a:buNone/>
                      </a:pPr>
                      <a:r>
                        <a:rPr lang="en-US" sz="800" b="0" dirty="0">
                          <a:solidFill>
                            <a:schemeClr val="bg1"/>
                          </a:solidFill>
                        </a:rPr>
                        <a:t>16R : IKF 4 / 34L : IYQ 12, 4 (DME)</a:t>
                      </a:r>
                      <a:endParaRPr sz="800" b="0" dirty="0">
                        <a:solidFill>
                          <a:schemeClr val="bg1"/>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202475">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16L : B6(6433’), B7(7017’), 34R : B4(5849’), B2(6778’)</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16R : A6(6076’), A7(7624’), 34L : A5(6167’), A4(7641’)</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2432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L/D DOWN before 14/12 DME, L/D FLAP 4 DME</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Arrival Taxi RTE in Jeppesen (No Numbering)</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311" name="Google Shape;311;p20">
            <a:extLst>
              <a:ext uri="{FF2B5EF4-FFF2-40B4-BE49-F238E27FC236}">
                <a16:creationId xmlns:a16="http://schemas.microsoft.com/office/drawing/2014/main" id="{C50C0D5A-13BC-145D-403C-E5067FC74BAE}"/>
              </a:ext>
            </a:extLst>
          </p:cNvPr>
          <p:cNvGraphicFramePr/>
          <p:nvPr>
            <p:extLst>
              <p:ext uri="{D42A27DB-BD31-4B8C-83A1-F6EECF244321}">
                <p14:modId xmlns:p14="http://schemas.microsoft.com/office/powerpoint/2010/main" val="2794870617"/>
              </p:ext>
            </p:extLst>
          </p:nvPr>
        </p:nvGraphicFramePr>
        <p:xfrm>
          <a:off x="-2501" y="16504"/>
          <a:ext cx="2328850" cy="639323"/>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73553">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PHNL(HNL) 13ft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RJAA(NRT) 135ft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334852">
                <a:tc>
                  <a:txBody>
                    <a:bodyPr/>
                    <a:lstStyle/>
                    <a:p>
                      <a:pPr marL="0" marR="0" lvl="0" indent="0" algn="ctr" rtl="0">
                        <a:spcBef>
                          <a:spcPts val="0"/>
                        </a:spcBef>
                        <a:spcAft>
                          <a:spcPts val="0"/>
                        </a:spcAft>
                        <a:buNone/>
                      </a:pPr>
                      <a:r>
                        <a:rPr lang="en-US" sz="900" dirty="0"/>
                        <a:t>AOS </a:t>
                      </a:r>
                      <a:r>
                        <a:rPr lang="en-US" sz="900" dirty="0" err="1"/>
                        <a:t>Oper</a:t>
                      </a:r>
                      <a:r>
                        <a:rPr lang="en-US" sz="900" dirty="0"/>
                        <a:t> 132.0</a:t>
                      </a:r>
                      <a:endParaRPr dirty="0"/>
                    </a:p>
                    <a:p>
                      <a:pPr marL="0" marR="0" lvl="0" indent="0" algn="ctr" rtl="0">
                        <a:spcBef>
                          <a:spcPts val="0"/>
                        </a:spcBef>
                        <a:spcAft>
                          <a:spcPts val="0"/>
                        </a:spcAft>
                        <a:buNone/>
                      </a:pPr>
                      <a:r>
                        <a:rPr lang="en-US" sz="800" dirty="0">
                          <a:solidFill>
                            <a:srgbClr val="FF0000"/>
                          </a:solidFill>
                          <a:latin typeface="Calibri"/>
                          <a:ea typeface="Calibri"/>
                          <a:cs typeface="Calibri"/>
                          <a:sym typeface="Calibri"/>
                        </a:rPr>
                        <a:t>By Voice, No D-ATIS</a:t>
                      </a:r>
                      <a:endParaRPr sz="1050" dirty="0"/>
                    </a:p>
                  </a:txBody>
                  <a:tcPr marL="91450" marR="91450" marT="0" marB="0" anchor="ctr"/>
                </a:tc>
                <a:tc>
                  <a:txBody>
                    <a:bodyPr/>
                    <a:lstStyle/>
                    <a:p>
                      <a:pPr marL="0" marR="0" lvl="0" indent="0" algn="ctr" rtl="0">
                        <a:spcBef>
                          <a:spcPts val="0"/>
                        </a:spcBef>
                        <a:spcAft>
                          <a:spcPts val="0"/>
                        </a:spcAft>
                        <a:buNone/>
                      </a:pPr>
                      <a:r>
                        <a:rPr lang="en-US" sz="900" dirty="0"/>
                        <a:t>KE Tokyo 131.70</a:t>
                      </a:r>
                    </a:p>
                    <a:p>
                      <a:pPr marL="0" marR="0" lvl="0" indent="0" algn="ctr" rtl="0">
                        <a:spcBef>
                          <a:spcPts val="0"/>
                        </a:spcBef>
                        <a:spcAft>
                          <a:spcPts val="0"/>
                        </a:spcAft>
                        <a:buNone/>
                      </a:pPr>
                      <a:r>
                        <a:rPr lang="en-US" sz="900" b="1" dirty="0">
                          <a:solidFill>
                            <a:srgbClr val="7030A0"/>
                          </a:solidFill>
                        </a:rPr>
                        <a:t>Gate 21-27</a:t>
                      </a:r>
                      <a:endParaRPr sz="9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450776FE-5E1A-6F13-D147-610A9D0A227C}"/>
              </a:ext>
            </a:extLst>
          </p:cNvPr>
          <p:cNvSpPr txBox="1"/>
          <p:nvPr/>
        </p:nvSpPr>
        <p:spPr>
          <a:xfrm>
            <a:off x="-2501" y="2823262"/>
            <a:ext cx="747320" cy="228643"/>
          </a:xfrm>
          <a:prstGeom prst="rect">
            <a:avLst/>
          </a:prstGeom>
          <a:noFill/>
        </p:spPr>
        <p:txBody>
          <a:bodyPr wrap="none" tIns="36000" bIns="36000" rtlCol="0" anchor="ctr">
            <a:spAutoFit/>
          </a:bodyPr>
          <a:lstStyle/>
          <a:p>
            <a:pPr>
              <a:lnSpc>
                <a:spcPct val="150000"/>
              </a:lnSpc>
            </a:pPr>
            <a:r>
              <a:rPr kumimoji="1" lang="en-US" altLang="ko-KR" sz="800" b="1" u="sng" dirty="0">
                <a:solidFill>
                  <a:srgbClr val="0070C0"/>
                </a:solidFill>
                <a:latin typeface="Gulim" panose="020B0600000101010101" pitchFamily="34" charset="-127"/>
                <a:ea typeface="Gulim" panose="020B0600000101010101" pitchFamily="34" charset="-127"/>
              </a:rPr>
              <a:t>HCF 118.3 </a:t>
            </a:r>
            <a:endParaRPr kumimoji="1" lang="ko-Kore-KR" altLang="en-US" sz="8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0B1816D6-225A-9F84-1B8C-9AF07D8E2C3E}"/>
              </a:ext>
            </a:extLst>
          </p:cNvPr>
          <p:cNvSpPr/>
          <p:nvPr/>
        </p:nvSpPr>
        <p:spPr>
          <a:xfrm>
            <a:off x="838331" y="293592"/>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A85B1CF1-4A0F-D14D-79EA-BDB67D15BD7A}"/>
              </a:ext>
            </a:extLst>
          </p:cNvPr>
          <p:cNvGraphicFramePr/>
          <p:nvPr>
            <p:extLst>
              <p:ext uri="{D42A27DB-BD31-4B8C-83A1-F6EECF244321}">
                <p14:modId xmlns:p14="http://schemas.microsoft.com/office/powerpoint/2010/main" val="333575172"/>
              </p:ext>
            </p:extLst>
          </p:nvPr>
        </p:nvGraphicFramePr>
        <p:xfrm>
          <a:off x="1" y="624909"/>
          <a:ext cx="2332995" cy="1510570"/>
        </p:xfrm>
        <a:graphic>
          <a:graphicData uri="http://schemas.openxmlformats.org/drawingml/2006/table">
            <a:tbl>
              <a:tblPr firstRow="1" bandRow="1">
                <a:noFill/>
                <a:tableStyleId>{A521BE36-7E6F-4EC9-8D66-1CF97A6895EC}</a:tableStyleId>
              </a:tblPr>
              <a:tblGrid>
                <a:gridCol w="322264">
                  <a:extLst>
                    <a:ext uri="{9D8B030D-6E8A-4147-A177-3AD203B41FA5}">
                      <a16:colId xmlns:a16="http://schemas.microsoft.com/office/drawing/2014/main" val="20000"/>
                    </a:ext>
                  </a:extLst>
                </a:gridCol>
                <a:gridCol w="437417">
                  <a:extLst>
                    <a:ext uri="{9D8B030D-6E8A-4147-A177-3AD203B41FA5}">
                      <a16:colId xmlns:a16="http://schemas.microsoft.com/office/drawing/2014/main" val="20001"/>
                    </a:ext>
                  </a:extLst>
                </a:gridCol>
                <a:gridCol w="216630">
                  <a:extLst>
                    <a:ext uri="{9D8B030D-6E8A-4147-A177-3AD203B41FA5}">
                      <a16:colId xmlns:a16="http://schemas.microsoft.com/office/drawing/2014/main" val="3108217663"/>
                    </a:ext>
                  </a:extLst>
                </a:gridCol>
                <a:gridCol w="597004">
                  <a:extLst>
                    <a:ext uri="{9D8B030D-6E8A-4147-A177-3AD203B41FA5}">
                      <a16:colId xmlns:a16="http://schemas.microsoft.com/office/drawing/2014/main" val="20003"/>
                    </a:ext>
                  </a:extLst>
                </a:gridCol>
                <a:gridCol w="759680">
                  <a:extLst>
                    <a:ext uri="{9D8B030D-6E8A-4147-A177-3AD203B41FA5}">
                      <a16:colId xmlns:a16="http://schemas.microsoft.com/office/drawing/2014/main" val="78134517"/>
                    </a:ext>
                  </a:extLst>
                </a:gridCol>
              </a:tblGrid>
              <a:tr h="159300">
                <a:tc gridSpan="5">
                  <a:txBody>
                    <a:bodyPr/>
                    <a:lstStyle/>
                    <a:p>
                      <a:pPr marL="0" marR="0" lvl="0" indent="0" algn="ctr" rtl="0">
                        <a:spcBef>
                          <a:spcPts val="0"/>
                        </a:spcBef>
                        <a:spcAft>
                          <a:spcPts val="0"/>
                        </a:spcAft>
                        <a:buNone/>
                      </a:pPr>
                      <a:r>
                        <a:rPr lang="en-US" sz="800" dirty="0"/>
                        <a:t>HNL : UTC-10, TA 18000, </a:t>
                      </a:r>
                      <a:r>
                        <a:rPr lang="en-US" sz="800" dirty="0">
                          <a:solidFill>
                            <a:srgbClr val="00B050"/>
                          </a:solidFill>
                        </a:rPr>
                        <a:t>CPDLC KZAK</a:t>
                      </a:r>
                      <a:endParaRPr sz="800" dirty="0">
                        <a:solidFill>
                          <a:srgbClr val="00B050"/>
                        </a:solidFill>
                      </a:endParaRPr>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dirty="0"/>
                        <a:t>08R/L</a:t>
                      </a:r>
                      <a:endParaRPr sz="800" b="1" dirty="0"/>
                    </a:p>
                  </a:txBody>
                  <a:tcPr marL="36000" marR="36000" marT="36000" marB="36000" anchor="ctr"/>
                </a:tc>
                <a:tc rowSpan="2" gridSpan="2">
                  <a:txBody>
                    <a:bodyPr/>
                    <a:lstStyle/>
                    <a:p>
                      <a:pPr marL="0" marR="0" lvl="0" indent="0" algn="ctr" rtl="0">
                        <a:spcBef>
                          <a:spcPts val="0"/>
                        </a:spcBef>
                        <a:spcAft>
                          <a:spcPts val="0"/>
                        </a:spcAft>
                        <a:buNone/>
                      </a:pPr>
                      <a:r>
                        <a:rPr lang="en-US" sz="800" b="1" dirty="0">
                          <a:solidFill>
                            <a:srgbClr val="0070C0"/>
                          </a:solidFill>
                        </a:rPr>
                        <a:t>KEOLA x</a:t>
                      </a:r>
                    </a:p>
                    <a:p>
                      <a:pPr marL="0" marR="0" lvl="0" indent="0" algn="ctr" rtl="0">
                        <a:spcBef>
                          <a:spcPts val="0"/>
                        </a:spcBef>
                        <a:spcAft>
                          <a:spcPts val="0"/>
                        </a:spcAft>
                        <a:buNone/>
                      </a:pPr>
                      <a:r>
                        <a:rPr lang="en-US" sz="800" b="1" dirty="0">
                          <a:solidFill>
                            <a:srgbClr val="0070C0"/>
                          </a:solidFill>
                        </a:rPr>
                        <a:t>Tx By Plan</a:t>
                      </a:r>
                      <a:endParaRPr sz="800" b="1" dirty="0">
                        <a:solidFill>
                          <a:srgbClr val="0070C0"/>
                        </a:solidFill>
                      </a:endParaRPr>
                    </a:p>
                  </a:txBody>
                  <a:tcPr marL="36000" marR="36000" marT="36000" marB="36000" anchor="ctr"/>
                </a:tc>
                <a:tc rowSpan="2" hMerge="1">
                  <a:txBody>
                    <a:bodyPr/>
                    <a:lstStyle/>
                    <a:p>
                      <a:endParaRPr lang="ko-Kore-KR" altLang="en-US"/>
                    </a:p>
                  </a:txBody>
                  <a:tcPr/>
                </a:tc>
                <a:tc gridSpan="2">
                  <a:txBody>
                    <a:bodyPr/>
                    <a:lstStyle/>
                    <a:p>
                      <a:pPr marL="0" marR="0" lvl="0" indent="0" algn="ctr" rtl="0">
                        <a:spcBef>
                          <a:spcPts val="0"/>
                        </a:spcBef>
                        <a:spcAft>
                          <a:spcPts val="0"/>
                        </a:spcAft>
                        <a:buNone/>
                      </a:pPr>
                      <a:r>
                        <a:rPr lang="en-US" sz="800" b="1" dirty="0"/>
                        <a:t>HD 079 </a:t>
                      </a:r>
                      <a:r>
                        <a:rPr lang="en-US" sz="800" b="1" dirty="0">
                          <a:solidFill>
                            <a:srgbClr val="0070C0"/>
                          </a:solidFill>
                        </a:rPr>
                        <a:t>ALT 5000 </a:t>
                      </a:r>
                      <a:r>
                        <a:rPr lang="en-US" sz="800" b="1" dirty="0">
                          <a:solidFill>
                            <a:srgbClr val="F28943"/>
                          </a:solidFill>
                        </a:rPr>
                        <a:t>TA18000</a:t>
                      </a:r>
                      <a:endParaRPr lang="ko-Kore-KR" altLang="en-US" dirty="0">
                        <a:solidFill>
                          <a:srgbClr val="F28943"/>
                        </a:solidFill>
                      </a:endParaRPr>
                    </a:p>
                  </a:txBody>
                  <a:tcPr marL="0" marR="0" marT="36000" marB="36000" anchor="ctr"/>
                </a:tc>
                <a:tc hMerge="1">
                  <a:txBody>
                    <a:bodyPr/>
                    <a:lstStyle/>
                    <a:p>
                      <a:endParaRPr lang="ko-Kore-KR" altLang="en-US"/>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dirty="0"/>
                        <a:t>26L/R</a:t>
                      </a:r>
                      <a:endParaRPr sz="800" b="1" dirty="0"/>
                    </a:p>
                  </a:txBody>
                  <a:tcPr marL="36000" marR="36000" marT="36000" marB="36000" anchor="ctr"/>
                </a:tc>
                <a:tc gridSpan="2" vMerge="1">
                  <a:txBody>
                    <a:bodyPr/>
                    <a:lstStyle/>
                    <a:p>
                      <a:pPr marL="0" marR="0" lvl="0" indent="0" algn="ctr" rtl="0">
                        <a:spcBef>
                          <a:spcPts val="0"/>
                        </a:spcBef>
                        <a:spcAft>
                          <a:spcPts val="0"/>
                        </a:spcAft>
                        <a:buNone/>
                      </a:pPr>
                      <a:endParaRPr sz="800" dirty="0"/>
                    </a:p>
                  </a:txBody>
                  <a:tcPr marL="36000" marR="36000" marT="36000" marB="36000" anchor="ctr"/>
                </a:tc>
                <a:tc hMerge="1" vMerge="1">
                  <a:txBody>
                    <a:bodyPr/>
                    <a:lstStyle/>
                    <a:p>
                      <a:endParaRPr lang="ko-Kore-KR" altLang="en-US"/>
                    </a:p>
                  </a:txBody>
                  <a:tcPr/>
                </a:tc>
                <a:tc gridSpan="2">
                  <a:txBody>
                    <a:bodyPr/>
                    <a:lstStyle/>
                    <a:p>
                      <a:pPr marL="0" marR="0" lvl="0" indent="0" algn="ctr" rtl="0">
                        <a:spcBef>
                          <a:spcPts val="0"/>
                        </a:spcBef>
                        <a:spcAft>
                          <a:spcPts val="0"/>
                        </a:spcAft>
                        <a:buNone/>
                      </a:pPr>
                      <a:r>
                        <a:rPr lang="en-US" sz="800" dirty="0"/>
                        <a:t>HD 259 </a:t>
                      </a:r>
                      <a:r>
                        <a:rPr lang="en-US" sz="800" dirty="0">
                          <a:solidFill>
                            <a:srgbClr val="0070C0"/>
                          </a:solidFill>
                        </a:rPr>
                        <a:t>ALT 5000 </a:t>
                      </a:r>
                      <a:r>
                        <a:rPr lang="en-US" sz="800" dirty="0">
                          <a:solidFill>
                            <a:srgbClr val="F28943"/>
                          </a:solidFill>
                        </a:rPr>
                        <a:t>TA18000</a:t>
                      </a:r>
                      <a:endParaRPr lang="ko-Kore-KR" altLang="en-US" dirty="0">
                        <a:solidFill>
                          <a:srgbClr val="F28943"/>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2"/>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altLang="ko-Kore-KR" sz="800" b="1" dirty="0">
                          <a:solidFill>
                            <a:srgbClr val="0070C0"/>
                          </a:solidFill>
                        </a:rPr>
                        <a:t>HNL</a:t>
                      </a:r>
                      <a:r>
                        <a:rPr lang="en-US" altLang="ko-Kore-KR" sz="600" b="0" dirty="0">
                          <a:solidFill>
                            <a:schemeClr val="dk1"/>
                          </a:solidFill>
                        </a:rPr>
                        <a:t> </a:t>
                      </a:r>
                      <a:r>
                        <a:rPr lang="en-US" altLang="ko-Kore-KR" sz="800" b="1" dirty="0">
                          <a:solidFill>
                            <a:srgbClr val="0070C0"/>
                          </a:solidFill>
                        </a:rPr>
                        <a:t>114.8</a:t>
                      </a:r>
                      <a:endParaRPr lang="en-US" altLang="ko-Kore-KR" sz="600" dirty="0"/>
                    </a:p>
                  </a:txBody>
                  <a:tcPr marL="36000" marR="36000" marT="36000" marB="36000" anchor="ctr"/>
                </a:tc>
                <a:tc hMerge="1">
                  <a:txBody>
                    <a:bodyPr/>
                    <a:lstStyle/>
                    <a:p>
                      <a:pPr marL="0" marR="0" lvl="0" indent="0" algn="ctr" rtl="0">
                        <a:spcBef>
                          <a:spcPts val="0"/>
                        </a:spcBef>
                        <a:spcAft>
                          <a:spcPts val="0"/>
                        </a:spcAft>
                        <a:buNone/>
                      </a:pPr>
                      <a:endParaRPr lang="ko-Kore-KR" dirty="0"/>
                    </a:p>
                  </a:txBody>
                  <a:tcPr marL="36000" marR="36000" marT="36000" marB="36000" anchor="ctr"/>
                </a:tc>
                <a:tc gridSpan="2">
                  <a:txBody>
                    <a:bodyPr/>
                    <a:lstStyle/>
                    <a:p>
                      <a:pPr marL="0" marR="0" lvl="0" indent="0" algn="ctr" rtl="0">
                        <a:spcBef>
                          <a:spcPts val="0"/>
                        </a:spcBef>
                        <a:spcAft>
                          <a:spcPts val="0"/>
                        </a:spcAft>
                        <a:buNone/>
                      </a:pPr>
                      <a:r>
                        <a:rPr lang="en-US" altLang="ko-Kore-KR" sz="800" b="1" dirty="0">
                          <a:solidFill>
                            <a:srgbClr val="C00000"/>
                          </a:solidFill>
                        </a:rPr>
                        <a:t>08L IHNL</a:t>
                      </a:r>
                      <a:r>
                        <a:rPr lang="en-US" altLang="ko-Kore-KR" sz="600" b="0" dirty="0">
                          <a:solidFill>
                            <a:schemeClr val="dk1"/>
                          </a:solidFill>
                        </a:rPr>
                        <a:t> </a:t>
                      </a:r>
                      <a:r>
                        <a:rPr lang="en-US" altLang="ko-Kore-KR" sz="800" b="1" dirty="0">
                          <a:solidFill>
                            <a:srgbClr val="C00000"/>
                          </a:solidFill>
                        </a:rPr>
                        <a:t>111.7</a:t>
                      </a:r>
                      <a:endParaRPr lang="ko-Kore-KR" altLang="ko-Kore-KR" sz="600"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altLang="ko-Kore-KR" sz="800" b="1" dirty="0">
                          <a:solidFill>
                            <a:srgbClr val="C00000"/>
                          </a:solidFill>
                        </a:rPr>
                        <a:t>04R IIUM</a:t>
                      </a:r>
                      <a:r>
                        <a:rPr lang="en-US" altLang="ko-Kore-KR" sz="600" b="0" dirty="0">
                          <a:solidFill>
                            <a:schemeClr val="dk1"/>
                          </a:solidFill>
                        </a:rPr>
                        <a:t> </a:t>
                      </a:r>
                      <a:r>
                        <a:rPr lang="en-US" altLang="ko-Kore-KR" sz="800" b="1" dirty="0">
                          <a:solidFill>
                            <a:srgbClr val="C00000"/>
                          </a:solidFill>
                        </a:rPr>
                        <a:t>110.5</a:t>
                      </a:r>
                      <a:endParaRPr lang="ko-Kore-KR" altLang="en-US" sz="600" dirty="0"/>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4">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08R : HNL 079/1.3, 08L : HNL R045</a:t>
                      </a: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04L/R : HNL /2 then CRS 160</a:t>
                      </a:r>
                    </a:p>
                  </a:txBody>
                  <a:tcPr marL="36000" marR="36000" marT="36000" marB="36000" anchor="ct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8"/>
                  </a:ext>
                </a:extLst>
              </a:tr>
              <a:tr h="144775">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Gate Hold Proc JEPP</a:t>
                      </a:r>
                    </a:p>
                    <a:p>
                      <a:pPr marL="0" marR="0" lvl="0" indent="0" algn="ctr" rtl="0">
                        <a:lnSpc>
                          <a:spcPct val="100000"/>
                        </a:lnSpc>
                        <a:spcBef>
                          <a:spcPts val="0"/>
                        </a:spcBef>
                        <a:spcAft>
                          <a:spcPts val="0"/>
                        </a:spcAft>
                        <a:buClr>
                          <a:schemeClr val="dk1"/>
                        </a:buClr>
                        <a:buSzPts val="800"/>
                        <a:buFont typeface="Calibri"/>
                        <a:buNone/>
                      </a:pPr>
                      <a:r>
                        <a:rPr lang="en-US" sz="800" dirty="0" err="1"/>
                        <a:t>PushBack</a:t>
                      </a:r>
                      <a:r>
                        <a:rPr lang="en-US" sz="800" dirty="0"/>
                        <a:t> &amp; Start to GND, Gate Start to RAMP</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10"/>
                  </a:ext>
                </a:extLst>
              </a:tr>
            </a:tbl>
          </a:graphicData>
        </a:graphic>
      </p:graphicFrame>
      <p:pic>
        <p:nvPicPr>
          <p:cNvPr id="7" name="그림 6" descr="텍스트, 지도, 폰트이(가) 표시된 사진&#10;&#10;자동 생성된 설명">
            <a:extLst>
              <a:ext uri="{FF2B5EF4-FFF2-40B4-BE49-F238E27FC236}">
                <a16:creationId xmlns:a16="http://schemas.microsoft.com/office/drawing/2014/main" id="{3E47CE53-4BFE-4BE3-6288-6433649AAFC3}"/>
              </a:ext>
            </a:extLst>
          </p:cNvPr>
          <p:cNvPicPr>
            <a:picLocks noChangeAspect="1"/>
          </p:cNvPicPr>
          <p:nvPr/>
        </p:nvPicPr>
        <p:blipFill>
          <a:blip r:embed="rId6"/>
          <a:stretch>
            <a:fillRect/>
          </a:stretch>
        </p:blipFill>
        <p:spPr>
          <a:xfrm>
            <a:off x="-2501" y="2155966"/>
            <a:ext cx="841413" cy="597975"/>
          </a:xfrm>
          <a:prstGeom prst="rect">
            <a:avLst/>
          </a:prstGeom>
        </p:spPr>
      </p:pic>
      <p:pic>
        <p:nvPicPr>
          <p:cNvPr id="4" name="그래픽 3" descr="집 Wi-Fi에서 작업 단색으로 채워진">
            <a:hlinkClick r:id="" action="ppaction://hlinkshowjump?jump=firstslide"/>
            <a:extLst>
              <a:ext uri="{FF2B5EF4-FFF2-40B4-BE49-F238E27FC236}">
                <a16:creationId xmlns:a16="http://schemas.microsoft.com/office/drawing/2014/main" id="{640B8F90-F592-DDAB-EFF4-9602FEA2D1F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8887" y="311665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3421023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2F1D7D5E-6221-E103-B7D5-91EF33BDE36F}"/>
            </a:ext>
          </a:extLst>
        </p:cNvPr>
        <p:cNvGrpSpPr/>
        <p:nvPr/>
      </p:nvGrpSpPr>
      <p:grpSpPr>
        <a:xfrm>
          <a:off x="0" y="0"/>
          <a:ext cx="0" cy="0"/>
          <a:chOff x="0" y="0"/>
          <a:chExt cx="0" cy="0"/>
        </a:xfrm>
      </p:grpSpPr>
      <p:graphicFrame>
        <p:nvGraphicFramePr>
          <p:cNvPr id="273" name="Google Shape;273;p16">
            <a:extLst>
              <a:ext uri="{FF2B5EF4-FFF2-40B4-BE49-F238E27FC236}">
                <a16:creationId xmlns:a16="http://schemas.microsoft.com/office/drawing/2014/main" id="{D470155E-A2DD-E239-7334-ED0723C54C96}"/>
              </a:ext>
            </a:extLst>
          </p:cNvPr>
          <p:cNvGraphicFramePr/>
          <p:nvPr>
            <p:extLst>
              <p:ext uri="{D42A27DB-BD31-4B8C-83A1-F6EECF244321}">
                <p14:modId xmlns:p14="http://schemas.microsoft.com/office/powerpoint/2010/main" val="1998580047"/>
              </p:ext>
            </p:extLst>
          </p:nvPr>
        </p:nvGraphicFramePr>
        <p:xfrm>
          <a:off x="4410" y="3514148"/>
          <a:ext cx="2305886" cy="2057103"/>
        </p:xfrm>
        <a:graphic>
          <a:graphicData uri="http://schemas.openxmlformats.org/drawingml/2006/table">
            <a:tbl>
              <a:tblPr firstRow="1" bandRow="1">
                <a:noFill/>
                <a:tableStyleId>{A521BE36-7E6F-4EC9-8D66-1CF97A6895EC}</a:tableStyleId>
              </a:tblPr>
              <a:tblGrid>
                <a:gridCol w="419660">
                  <a:extLst>
                    <a:ext uri="{9D8B030D-6E8A-4147-A177-3AD203B41FA5}">
                      <a16:colId xmlns:a16="http://schemas.microsoft.com/office/drawing/2014/main" val="20000"/>
                    </a:ext>
                  </a:extLst>
                </a:gridCol>
                <a:gridCol w="618434">
                  <a:extLst>
                    <a:ext uri="{9D8B030D-6E8A-4147-A177-3AD203B41FA5}">
                      <a16:colId xmlns:a16="http://schemas.microsoft.com/office/drawing/2014/main" val="20001"/>
                    </a:ext>
                  </a:extLst>
                </a:gridCol>
                <a:gridCol w="362226">
                  <a:extLst>
                    <a:ext uri="{9D8B030D-6E8A-4147-A177-3AD203B41FA5}">
                      <a16:colId xmlns:a16="http://schemas.microsoft.com/office/drawing/2014/main" val="1384067485"/>
                    </a:ext>
                  </a:extLst>
                </a:gridCol>
                <a:gridCol w="905566">
                  <a:extLst>
                    <a:ext uri="{9D8B030D-6E8A-4147-A177-3AD203B41FA5}">
                      <a16:colId xmlns:a16="http://schemas.microsoft.com/office/drawing/2014/main" val="20005"/>
                    </a:ext>
                  </a:extLst>
                </a:gridCol>
              </a:tblGrid>
              <a:tr h="346592">
                <a:tc gridSpan="4">
                  <a:txBody>
                    <a:bodyPr/>
                    <a:lstStyle/>
                    <a:p>
                      <a:pPr marL="0" marR="0" lvl="0" indent="0" algn="ctr" rtl="0">
                        <a:spcBef>
                          <a:spcPts val="0"/>
                        </a:spcBef>
                        <a:spcAft>
                          <a:spcPts val="0"/>
                        </a:spcAft>
                        <a:buNone/>
                      </a:pPr>
                      <a:r>
                        <a:rPr lang="en-US" sz="800" dirty="0"/>
                        <a:t>SYD </a:t>
                      </a:r>
                      <a:r>
                        <a:rPr lang="en-US" sz="800" dirty="0">
                          <a:solidFill>
                            <a:srgbClr val="00B0F0"/>
                          </a:solidFill>
                        </a:rPr>
                        <a:t>[335/155]</a:t>
                      </a:r>
                      <a:r>
                        <a:rPr lang="en-US" sz="800" dirty="0"/>
                        <a:t> UTC+10/11 TL110 </a:t>
                      </a:r>
                      <a:r>
                        <a:rPr lang="en-US" sz="700" b="0" dirty="0"/>
                        <a:t>RW34L/16R on Req</a:t>
                      </a:r>
                      <a:endParaRPr lang="en-US" sz="800" b="0" dirty="0"/>
                    </a:p>
                    <a:p>
                      <a:pPr marL="0" marR="0" lvl="0" indent="0" algn="ctr" rtl="0">
                        <a:spcBef>
                          <a:spcPts val="0"/>
                        </a:spcBef>
                        <a:spcAft>
                          <a:spcPts val="0"/>
                        </a:spcAft>
                        <a:buNone/>
                      </a:pPr>
                      <a:r>
                        <a:rPr lang="en-US" sz="800" dirty="0">
                          <a:solidFill>
                            <a:srgbClr val="FFC000"/>
                          </a:solidFill>
                        </a:rPr>
                        <a:t>CHK SEMAP, Curfew 2300-0600LT, CPDLC PSN rep</a:t>
                      </a:r>
                    </a:p>
                    <a:p>
                      <a:pPr marL="0" marR="0" lvl="0" indent="0" algn="ctr" rtl="0">
                        <a:spcBef>
                          <a:spcPts val="0"/>
                        </a:spcBef>
                        <a:spcAft>
                          <a:spcPts val="0"/>
                        </a:spcAft>
                        <a:buNone/>
                      </a:pPr>
                      <a:r>
                        <a:rPr lang="en-US" sz="800" dirty="0">
                          <a:solidFill>
                            <a:srgbClr val="FFC000"/>
                          </a:solidFill>
                        </a:rPr>
                        <a:t>ILS PRM, Noise Abate Proc Review</a:t>
                      </a:r>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47003">
                <a:tc>
                  <a:txBody>
                    <a:bodyPr/>
                    <a:lstStyle/>
                    <a:p>
                      <a:pPr marL="0" marR="0" lvl="0" indent="0" algn="ctr" rtl="0">
                        <a:spcBef>
                          <a:spcPts val="0"/>
                        </a:spcBef>
                        <a:spcAft>
                          <a:spcPts val="0"/>
                        </a:spcAft>
                        <a:buNone/>
                      </a:pPr>
                      <a:r>
                        <a:rPr lang="en-US" sz="800" b="1" dirty="0"/>
                        <a:t>16L</a:t>
                      </a:r>
                      <a:r>
                        <a:rPr lang="en-US" sz="800" b="0" dirty="0"/>
                        <a:t>/R</a:t>
                      </a:r>
                      <a:endParaRPr sz="800" b="0" dirty="0"/>
                    </a:p>
                  </a:txBody>
                  <a:tcPr marL="0" marR="0" marT="36000" marB="36000" anchor="ctr"/>
                </a:tc>
                <a:tc rowSpan="2">
                  <a:txBody>
                    <a:bodyPr/>
                    <a:lstStyle/>
                    <a:p>
                      <a:pPr marL="0" marR="0" lvl="0" indent="0" algn="ctr" rtl="0">
                        <a:spcBef>
                          <a:spcPts val="0"/>
                        </a:spcBef>
                        <a:spcAft>
                          <a:spcPts val="0"/>
                        </a:spcAft>
                        <a:buNone/>
                      </a:pPr>
                      <a:r>
                        <a:rPr lang="en-US" sz="800" b="1" dirty="0"/>
                        <a:t>BOREE x A</a:t>
                      </a:r>
                    </a:p>
                    <a:p>
                      <a:pPr marL="0" marR="0" lvl="0" indent="0" algn="ctr" rtl="0">
                        <a:spcBef>
                          <a:spcPts val="0"/>
                        </a:spcBef>
                        <a:spcAft>
                          <a:spcPts val="0"/>
                        </a:spcAft>
                        <a:buNone/>
                      </a:pPr>
                      <a:r>
                        <a:rPr lang="en-US" sz="800" b="1" dirty="0"/>
                        <a:t>(x P for 16R)</a:t>
                      </a:r>
                      <a:endParaRPr lang="en-US" sz="800" b="0" dirty="0"/>
                    </a:p>
                  </a:txBody>
                  <a:tcPr marL="0" marR="0" marT="36000" marB="36000" anchor="ctr"/>
                </a:tc>
                <a:tc>
                  <a:txBody>
                    <a:bodyPr/>
                    <a:lstStyle/>
                    <a:p>
                      <a:pPr marL="0" marR="0" lvl="0" indent="0" algn="ctr" rtl="0">
                        <a:spcBef>
                          <a:spcPts val="0"/>
                        </a:spcBef>
                        <a:spcAft>
                          <a:spcPts val="0"/>
                        </a:spcAft>
                        <a:buNone/>
                      </a:pPr>
                      <a:r>
                        <a:rPr lang="en-US" altLang="ko-Kore-KR" sz="800" b="0" dirty="0"/>
                        <a:t>URDEN </a:t>
                      </a:r>
                      <a:endParaRPr lang="en-US" sz="800" b="0" dirty="0"/>
                    </a:p>
                  </a:txBody>
                  <a:tcPr marL="0" marR="0" marT="36000" marB="36000" anchor="ctr"/>
                </a:tc>
                <a:tc>
                  <a:txBody>
                    <a:bodyPr/>
                    <a:lstStyle/>
                    <a:p>
                      <a:pPr marL="0" marR="0" lvl="0" indent="0" algn="ctr" rtl="0">
                        <a:spcBef>
                          <a:spcPts val="0"/>
                        </a:spcBef>
                        <a:spcAft>
                          <a:spcPts val="0"/>
                        </a:spcAft>
                        <a:buNone/>
                      </a:pPr>
                      <a:r>
                        <a:rPr lang="en-US" sz="800" b="0" dirty="0">
                          <a:solidFill>
                            <a:schemeClr val="dk1"/>
                          </a:solidFill>
                        </a:rPr>
                        <a:t>ILS 16L/R</a:t>
                      </a:r>
                      <a:endParaRPr sz="800" b="0" dirty="0">
                        <a:solidFill>
                          <a:srgbClr val="0070C0"/>
                        </a:solidFill>
                      </a:endParaRPr>
                    </a:p>
                  </a:txBody>
                  <a:tcPr marL="0" marR="0" marT="36000" marB="36000" anchor="ctr"/>
                </a:tc>
                <a:extLst>
                  <a:ext uri="{0D108BD9-81ED-4DB2-BD59-A6C34878D82A}">
                    <a16:rowId xmlns:a16="http://schemas.microsoft.com/office/drawing/2014/main" val="10001"/>
                  </a:ext>
                </a:extLst>
              </a:tr>
              <a:tr h="147003">
                <a:tc>
                  <a:txBody>
                    <a:bodyPr/>
                    <a:lstStyle/>
                    <a:p>
                      <a:pPr marL="0" marR="0" lvl="0" indent="0" algn="ctr" rtl="0">
                        <a:spcBef>
                          <a:spcPts val="0"/>
                        </a:spcBef>
                        <a:spcAft>
                          <a:spcPts val="0"/>
                        </a:spcAft>
                        <a:buNone/>
                      </a:pPr>
                      <a:r>
                        <a:rPr lang="en-US" sz="800" b="1" dirty="0"/>
                        <a:t>34R/L</a:t>
                      </a:r>
                      <a:endParaRPr sz="800" b="1" dirty="0"/>
                    </a:p>
                  </a:txBody>
                  <a:tcPr marL="0" marR="0" marT="36000" marB="36000" anchor="ctr"/>
                </a:tc>
                <a:tc vMerge="1">
                  <a:txBody>
                    <a:bodyPr/>
                    <a:lstStyle/>
                    <a:p>
                      <a:endParaRPr dirty="0"/>
                    </a:p>
                  </a:txBody>
                  <a:tcPr marL="0" marR="0" marT="36000" marB="36000" anchor="ctr"/>
                </a:tc>
                <a:tc>
                  <a:txBody>
                    <a:bodyPr/>
                    <a:lstStyle/>
                    <a:p>
                      <a:pPr marL="0" marR="0" lvl="0" indent="0" algn="ctr" rtl="0">
                        <a:spcBef>
                          <a:spcPts val="0"/>
                        </a:spcBef>
                        <a:spcAft>
                          <a:spcPts val="0"/>
                        </a:spcAft>
                        <a:buNone/>
                      </a:pPr>
                      <a:r>
                        <a:rPr lang="en-US" altLang="ko-Kore-KR" sz="800" b="0" dirty="0"/>
                        <a:t>SOSIJ</a:t>
                      </a:r>
                    </a:p>
                  </a:txBody>
                  <a:tcPr marL="0" marR="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ILS 34L/R</a:t>
                      </a:r>
                    </a:p>
                  </a:txBody>
                  <a:tcPr marL="0" marR="0" marT="36000" marB="36000" anchor="ctr"/>
                </a:tc>
                <a:extLst>
                  <a:ext uri="{0D108BD9-81ED-4DB2-BD59-A6C34878D82A}">
                    <a16:rowId xmlns:a16="http://schemas.microsoft.com/office/drawing/2014/main" val="10002"/>
                  </a:ext>
                </a:extLst>
              </a:tr>
              <a:tr h="151942">
                <a:tc>
                  <a:txBody>
                    <a:bodyPr/>
                    <a:lstStyle/>
                    <a:p>
                      <a:pPr marL="0" marR="0" lvl="0" indent="0" algn="ctr" rtl="0">
                        <a:spcBef>
                          <a:spcPts val="0"/>
                        </a:spcBef>
                        <a:spcAft>
                          <a:spcPts val="0"/>
                        </a:spcAft>
                        <a:buNone/>
                      </a:pPr>
                      <a:r>
                        <a:rPr lang="en-US" sz="800" b="1" dirty="0">
                          <a:solidFill>
                            <a:schemeClr val="tx1"/>
                          </a:solidFill>
                        </a:rPr>
                        <a:t>NAV</a:t>
                      </a:r>
                      <a:endParaRPr sz="800" b="1" dirty="0">
                        <a:solidFill>
                          <a:schemeClr val="tx1"/>
                        </a:solidFill>
                      </a:endParaRPr>
                    </a:p>
                  </a:txBody>
                  <a:tcPr marL="0" marR="0" marT="36000" marB="36000" anchor="ctr">
                    <a:solidFill>
                      <a:schemeClr val="accent1"/>
                    </a:solidFill>
                  </a:tcPr>
                </a:tc>
                <a:tc gridSpan="3">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800" b="0" dirty="0">
                          <a:solidFill>
                            <a:srgbClr val="0070C0"/>
                          </a:solidFill>
                        </a:rPr>
                        <a:t> SY, </a:t>
                      </a:r>
                      <a:r>
                        <a:rPr lang="en-US" sz="800" b="1" dirty="0">
                          <a:solidFill>
                            <a:srgbClr val="C00000"/>
                          </a:solidFill>
                        </a:rPr>
                        <a:t>34L ISN, 34R IKN, 16L ISS, 16R IKS</a:t>
                      </a:r>
                      <a:endParaRPr lang="en-US" altLang="ko-Kore-KR" sz="800" b="0" dirty="0">
                        <a:solidFill>
                          <a:srgbClr val="7030A0"/>
                        </a:solidFill>
                      </a:endParaRPr>
                    </a:p>
                  </a:txBody>
                  <a:tcPr marL="0" marR="0" marT="36000" marB="36000" anchor="ctr"/>
                </a:tc>
                <a:tc hMerge="1">
                  <a:txBody>
                    <a:bodyPr/>
                    <a:lstStyle/>
                    <a:p>
                      <a:pPr marL="0" marR="0" lvl="0" indent="0" algn="ctr" rtl="0">
                        <a:spcBef>
                          <a:spcPts val="0"/>
                        </a:spcBef>
                        <a:spcAft>
                          <a:spcPts val="0"/>
                        </a:spcAft>
                        <a:buNone/>
                      </a:pPr>
                      <a:endParaRPr lang="en-US" sz="800" b="0" dirty="0"/>
                    </a:p>
                  </a:txBody>
                  <a:tcPr marL="0" marR="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ko-Kore-KR" sz="800" b="0" i="0" u="none" strike="noStrike" kern="0" cap="none" spc="0" normalizeH="0" baseline="0" noProof="0" dirty="0">
                        <a:ln>
                          <a:noFill/>
                        </a:ln>
                        <a:solidFill>
                          <a:srgbClr val="0070C0"/>
                        </a:solidFill>
                        <a:effectLst/>
                        <a:uLnTx/>
                        <a:uFillTx/>
                        <a:latin typeface="Calibri"/>
                        <a:cs typeface="Calibri"/>
                        <a:sym typeface="Arial"/>
                      </a:endParaRPr>
                    </a:p>
                  </a:txBody>
                  <a:tcPr marL="0" marR="0" marT="36000" marB="36000" anchor="ctr"/>
                </a:tc>
                <a:extLst>
                  <a:ext uri="{0D108BD9-81ED-4DB2-BD59-A6C34878D82A}">
                    <a16:rowId xmlns:a16="http://schemas.microsoft.com/office/drawing/2014/main" val="3028911343"/>
                  </a:ext>
                </a:extLst>
              </a:tr>
              <a:tr h="151942">
                <a:tc>
                  <a:txBody>
                    <a:bodyPr/>
                    <a:lstStyle/>
                    <a:p>
                      <a:pPr marL="0" marR="0" lvl="0" indent="0" algn="ctr" rtl="0">
                        <a:spcBef>
                          <a:spcPts val="0"/>
                        </a:spcBef>
                        <a:spcAft>
                          <a:spcPts val="0"/>
                        </a:spcAft>
                        <a:buNone/>
                      </a:pPr>
                      <a:r>
                        <a:rPr lang="en-US" sz="800" b="1" dirty="0">
                          <a:solidFill>
                            <a:schemeClr val="tx1"/>
                          </a:solidFill>
                        </a:rPr>
                        <a:t>FIX</a:t>
                      </a:r>
                      <a:endParaRPr sz="800" b="1" dirty="0">
                        <a:solidFill>
                          <a:schemeClr val="tx1"/>
                        </a:solidFill>
                      </a:endParaRPr>
                    </a:p>
                  </a:txBody>
                  <a:tcPr marL="0" marR="0" marT="36000" marB="36000" anchor="ctr">
                    <a:solidFill>
                      <a:schemeClr val="accent1"/>
                    </a:solidFill>
                  </a:tcPr>
                </a:tc>
                <a:tc gridSpan="3">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altLang="ko-Kore-KR" sz="800" b="0" dirty="0">
                          <a:solidFill>
                            <a:schemeClr val="bg1"/>
                          </a:solidFill>
                        </a:rPr>
                        <a:t>RW /10(185-160kt), /5(160-150kts)</a:t>
                      </a:r>
                    </a:p>
                  </a:txBody>
                  <a:tcPr marL="0" marR="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2522701649"/>
                  </a:ext>
                </a:extLst>
              </a:tr>
              <a:tr h="331848">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R" sz="800" b="1" dirty="0">
                          <a:solidFill>
                            <a:schemeClr val="dk1"/>
                          </a:solidFill>
                        </a:rPr>
                        <a:t>34R : </a:t>
                      </a:r>
                      <a:r>
                        <a:rPr lang="en-US" altLang="ko-KR" sz="800" b="1" dirty="0">
                          <a:solidFill>
                            <a:srgbClr val="0070C0"/>
                          </a:solidFill>
                        </a:rPr>
                        <a:t>U1</a:t>
                      </a:r>
                      <a:r>
                        <a:rPr lang="en-US" sz="800" b="1" dirty="0">
                          <a:solidFill>
                            <a:srgbClr val="0070C0"/>
                          </a:solidFill>
                        </a:rPr>
                        <a:t>(5515’), </a:t>
                      </a:r>
                      <a:r>
                        <a:rPr lang="en-US" sz="800" b="1" dirty="0">
                          <a:solidFill>
                            <a:schemeClr val="dk1"/>
                          </a:solidFill>
                        </a:rPr>
                        <a:t>L(7378’),  34L : </a:t>
                      </a:r>
                      <a:r>
                        <a:rPr lang="en-US" sz="800" b="1" dirty="0">
                          <a:solidFill>
                            <a:srgbClr val="C00000"/>
                          </a:solidFill>
                        </a:rPr>
                        <a:t>A3(6207’)</a:t>
                      </a:r>
                      <a:r>
                        <a:rPr lang="en-US" sz="800" b="1" dirty="0">
                          <a:solidFill>
                            <a:schemeClr val="dk1"/>
                          </a:solidFill>
                        </a:rPr>
                        <a:t>, </a:t>
                      </a:r>
                      <a:r>
                        <a:rPr lang="en-US" sz="800" b="1" dirty="0">
                          <a:solidFill>
                            <a:srgbClr val="0070C0"/>
                          </a:solidFill>
                        </a:rPr>
                        <a:t>A2(6620’)</a:t>
                      </a:r>
                    </a:p>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16L</a:t>
                      </a:r>
                      <a:r>
                        <a:rPr lang="en-US" sz="700" b="1" dirty="0">
                          <a:solidFill>
                            <a:srgbClr val="C00000"/>
                          </a:solidFill>
                        </a:rPr>
                        <a:t>DIS</a:t>
                      </a:r>
                      <a:r>
                        <a:rPr lang="en-US" sz="800" b="1" dirty="0">
                          <a:solidFill>
                            <a:schemeClr val="bg1"/>
                          </a:solidFill>
                        </a:rPr>
                        <a:t>:</a:t>
                      </a:r>
                      <a:r>
                        <a:rPr lang="en-US" sz="800" b="1" dirty="0">
                          <a:solidFill>
                            <a:srgbClr val="0070C0"/>
                          </a:solidFill>
                        </a:rPr>
                        <a:t>T4(5718’),</a:t>
                      </a:r>
                      <a:r>
                        <a:rPr lang="en-US" sz="800" b="1" dirty="0">
                          <a:solidFill>
                            <a:schemeClr val="bg1"/>
                          </a:solidFill>
                        </a:rPr>
                        <a:t>T6(6971’), 16R : </a:t>
                      </a:r>
                      <a:r>
                        <a:rPr lang="en-US" sz="800" b="1" dirty="0">
                          <a:solidFill>
                            <a:srgbClr val="C00000"/>
                          </a:solidFill>
                        </a:rPr>
                        <a:t>A3(6210’)</a:t>
                      </a:r>
                      <a:r>
                        <a:rPr lang="en-US" sz="800" b="1" dirty="0">
                          <a:solidFill>
                            <a:schemeClr val="bg1"/>
                          </a:solidFill>
                        </a:rPr>
                        <a:t>,</a:t>
                      </a:r>
                      <a:r>
                        <a:rPr lang="en-US" sz="800" b="1" dirty="0">
                          <a:solidFill>
                            <a:srgbClr val="0070C0"/>
                          </a:solidFill>
                        </a:rPr>
                        <a:t>A4(6561’)</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Prefer Exit </a:t>
                      </a:r>
                      <a:r>
                        <a:rPr lang="en-US" sz="800" b="1" dirty="0" err="1">
                          <a:solidFill>
                            <a:srgbClr val="0070C0"/>
                          </a:solidFill>
                        </a:rPr>
                        <a:t>Unble</a:t>
                      </a:r>
                      <a:r>
                        <a:rPr lang="en-US" sz="800" b="1" dirty="0">
                          <a:solidFill>
                            <a:srgbClr val="0070C0"/>
                          </a:solidFill>
                        </a:rPr>
                        <a:t> ATC, </a:t>
                      </a:r>
                      <a:r>
                        <a:rPr lang="en-US" sz="800" b="1" dirty="0">
                          <a:solidFill>
                            <a:srgbClr val="00B050"/>
                          </a:solidFill>
                        </a:rPr>
                        <a:t>min REV TH, </a:t>
                      </a:r>
                      <a:r>
                        <a:rPr lang="en-US" sz="800" b="1" dirty="0">
                          <a:solidFill>
                            <a:srgbClr val="C00000"/>
                          </a:solidFill>
                        </a:rPr>
                        <a:t>NO LASHO</a:t>
                      </a:r>
                      <a:endParaRPr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6"/>
                  </a:ext>
                </a:extLst>
              </a:tr>
              <a:tr h="386453">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bg1"/>
                          </a:solidFill>
                        </a:rPr>
                        <a:t>SY 20NM Below 9000ft, Intl x, Dom x - TWY</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Same Spot no. International/Domestic</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74" name="Google Shape;274;p16">
            <a:extLst>
              <a:ext uri="{FF2B5EF4-FFF2-40B4-BE49-F238E27FC236}">
                <a16:creationId xmlns:a16="http://schemas.microsoft.com/office/drawing/2014/main" id="{D63D20E5-1294-C9A5-D4A5-769AF90E770C}"/>
              </a:ext>
            </a:extLst>
          </p:cNvPr>
          <p:cNvGraphicFramePr/>
          <p:nvPr>
            <p:extLst>
              <p:ext uri="{D42A27DB-BD31-4B8C-83A1-F6EECF244321}">
                <p14:modId xmlns:p14="http://schemas.microsoft.com/office/powerpoint/2010/main" val="3319652529"/>
              </p:ext>
            </p:extLst>
          </p:nvPr>
        </p:nvGraphicFramePr>
        <p:xfrm>
          <a:off x="-2501" y="16504"/>
          <a:ext cx="2328850" cy="690598"/>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18148">
                <a:tc>
                  <a:txBody>
                    <a:bodyPr/>
                    <a:lstStyle/>
                    <a:p>
                      <a:pPr marL="0" marR="0" lvl="0" indent="0" algn="ctr" rtl="0">
                        <a:spcBef>
                          <a:spcPts val="0"/>
                        </a:spcBef>
                        <a:spcAft>
                          <a:spcPts val="0"/>
                        </a:spcAft>
                        <a:buNone/>
                      </a:pPr>
                      <a:r>
                        <a:rPr lang="en-US" sz="1400" dirty="0">
                          <a:solidFill>
                            <a:schemeClr val="tx1"/>
                          </a:solidFill>
                          <a:hlinkClick r:id="rId3">
                            <a:extLst>
                              <a:ext uri="{A12FA001-AC4F-418D-AE19-62706E023703}">
                                <ahyp:hlinkClr xmlns:ahyp="http://schemas.microsoft.com/office/drawing/2018/hyperlinkcolor" val="tx"/>
                              </a:ext>
                            </a:extLst>
                          </a:hlinkClick>
                        </a:rPr>
                        <a:t>RKSI(ICN) 23ft</a:t>
                      </a:r>
                      <a:endParaRPr sz="14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400" dirty="0">
                          <a:solidFill>
                            <a:schemeClr val="tx1"/>
                          </a:solidFill>
                          <a:hlinkClick r:id="rId4">
                            <a:extLst>
                              <a:ext uri="{A12FA001-AC4F-418D-AE19-62706E023703}">
                                <ahyp:hlinkClr xmlns:ahyp="http://schemas.microsoft.com/office/drawing/2018/hyperlinkcolor" val="tx"/>
                              </a:ext>
                            </a:extLst>
                          </a:hlinkClick>
                        </a:rPr>
                        <a:t>YSSY(SYD) 21ft</a:t>
                      </a:r>
                      <a:endParaRPr lang="en-US" altLang="ko-Kore-KR" sz="1400" dirty="0">
                        <a:solidFill>
                          <a:schemeClr val="tx1"/>
                        </a:solidFill>
                      </a:endParaRPr>
                    </a:p>
                  </a:txBody>
                  <a:tcPr marL="0" marR="0" marT="0" marB="0" anchor="ctr"/>
                </a:tc>
                <a:extLst>
                  <a:ext uri="{0D108BD9-81ED-4DB2-BD59-A6C34878D82A}">
                    <a16:rowId xmlns:a16="http://schemas.microsoft.com/office/drawing/2014/main" val="10000"/>
                  </a:ext>
                </a:extLst>
              </a:tr>
              <a:tr h="372583">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Menzies SYD 129.6</a:t>
                      </a:r>
                    </a:p>
                    <a:p>
                      <a:pPr marL="0" marR="0" lvl="0" indent="0" algn="ctr" rtl="0">
                        <a:spcBef>
                          <a:spcPts val="0"/>
                        </a:spcBef>
                        <a:spcAft>
                          <a:spcPts val="0"/>
                        </a:spcAft>
                        <a:buNone/>
                      </a:pPr>
                      <a:r>
                        <a:rPr lang="en-US" sz="700" dirty="0">
                          <a:solidFill>
                            <a:srgbClr val="C00000"/>
                          </a:solidFill>
                        </a:rPr>
                        <a:t>No D-ATIS </a:t>
                      </a:r>
                    </a:p>
                    <a:p>
                      <a:pPr marL="0" marR="0" lvl="0" indent="0" algn="ctr" rtl="0">
                        <a:spcBef>
                          <a:spcPts val="0"/>
                        </a:spcBef>
                        <a:spcAft>
                          <a:spcPts val="0"/>
                        </a:spcAft>
                        <a:buNone/>
                      </a:pPr>
                      <a:r>
                        <a:rPr lang="en-US" sz="900" b="1" dirty="0">
                          <a:solidFill>
                            <a:srgbClr val="7030A0"/>
                          </a:solidFill>
                        </a:rPr>
                        <a:t>Bay International</a:t>
                      </a:r>
                      <a:endParaRPr sz="9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11DCF193-22BF-78D8-F963-AFCFFEFDE78C}"/>
              </a:ext>
            </a:extLst>
          </p:cNvPr>
          <p:cNvSpPr txBox="1"/>
          <p:nvPr/>
        </p:nvSpPr>
        <p:spPr>
          <a:xfrm>
            <a:off x="-69798" y="2806228"/>
            <a:ext cx="1516762"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125.37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Kobe 118.9 - FUK APP 119.65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FUK RDR – 121.125</a:t>
            </a:r>
          </a:p>
        </p:txBody>
      </p:sp>
      <p:sp>
        <p:nvSpPr>
          <p:cNvPr id="2" name="직사각형 1">
            <a:hlinkClick r:id="" action="ppaction://hlinkshowjump?jump=firstslide"/>
            <a:extLst>
              <a:ext uri="{FF2B5EF4-FFF2-40B4-BE49-F238E27FC236}">
                <a16:creationId xmlns:a16="http://schemas.microsoft.com/office/drawing/2014/main" id="{E08AB1EE-7ED8-152A-7E53-D53903BE0011}"/>
              </a:ext>
            </a:extLst>
          </p:cNvPr>
          <p:cNvSpPr/>
          <p:nvPr/>
        </p:nvSpPr>
        <p:spPr>
          <a:xfrm>
            <a:off x="833912" y="231754"/>
            <a:ext cx="644531" cy="276999"/>
          </a:xfrm>
          <a:prstGeom prst="rect">
            <a:avLst/>
          </a:prstGeom>
          <a:noFill/>
        </p:spPr>
        <p:txBody>
          <a:bodyPr wrap="square" lIns="0" tIns="0" rIns="0" bIns="0">
            <a:spAutoFit/>
          </a:bodyPr>
          <a:lstStyle/>
          <a:p>
            <a:pPr algn="ctr"/>
            <a:r>
              <a:rPr lang="en-US" altLang="ko-KR" sz="1800" b="1" cap="none" spc="0" dirty="0">
                <a:ln w="0"/>
                <a:solidFill>
                  <a:srgbClr val="FFC00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FFC00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CF5C01C5-10C1-0542-9498-09979F835AF4}"/>
              </a:ext>
            </a:extLst>
          </p:cNvPr>
          <p:cNvGraphicFramePr/>
          <p:nvPr>
            <p:extLst>
              <p:ext uri="{D42A27DB-BD31-4B8C-83A1-F6EECF244321}">
                <p14:modId xmlns:p14="http://schemas.microsoft.com/office/powerpoint/2010/main" val="4008410117"/>
              </p:ext>
            </p:extLst>
          </p:nvPr>
        </p:nvGraphicFramePr>
        <p:xfrm>
          <a:off x="1" y="667751"/>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xE/A</a:t>
                      </a:r>
                      <a:endParaRPr sz="800" b="1">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5500/ATC </a:t>
                      </a:r>
                      <a:r>
                        <a:rPr lang="en-US" sz="800" b="1" dirty="0">
                          <a:solidFill>
                            <a:srgbClr val="7030A0"/>
                          </a:solidFill>
                        </a:rPr>
                        <a:t>SPD 230/x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OSPOT xY</a:t>
                      </a:r>
                      <a:endParaRPr sz="80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 </a:t>
                      </a:r>
                      <a:r>
                        <a:rPr lang="en-US" sz="800" dirty="0">
                          <a:solidFill>
                            <a:srgbClr val="7030A0"/>
                          </a:solidFill>
                        </a:rPr>
                        <a:t>SPD 230</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OSPOT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OSPOT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4" name="그래픽 3" descr="집 Wi-Fi에서 작업 단색으로 채워진">
            <a:hlinkClick r:id="" action="ppaction://hlinkshowjump?jump=firstslide"/>
            <a:extLst>
              <a:ext uri="{FF2B5EF4-FFF2-40B4-BE49-F238E27FC236}">
                <a16:creationId xmlns:a16="http://schemas.microsoft.com/office/drawing/2014/main" id="{B5FA85F4-F279-9339-2887-30099F425A2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5702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75853213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0ACAB036-A860-7F06-9027-467DE1149EF0}"/>
            </a:ext>
          </a:extLst>
        </p:cNvPr>
        <p:cNvGrpSpPr/>
        <p:nvPr/>
      </p:nvGrpSpPr>
      <p:grpSpPr>
        <a:xfrm>
          <a:off x="0" y="0"/>
          <a:ext cx="0" cy="0"/>
          <a:chOff x="0" y="0"/>
          <a:chExt cx="0" cy="0"/>
        </a:xfrm>
      </p:grpSpPr>
      <p:graphicFrame>
        <p:nvGraphicFramePr>
          <p:cNvPr id="402" name="Google Shape;402;p31">
            <a:extLst>
              <a:ext uri="{FF2B5EF4-FFF2-40B4-BE49-F238E27FC236}">
                <a16:creationId xmlns:a16="http://schemas.microsoft.com/office/drawing/2014/main" id="{2E48452D-16D9-7FF8-10AC-818B0A46AC04}"/>
              </a:ext>
            </a:extLst>
          </p:cNvPr>
          <p:cNvGraphicFramePr/>
          <p:nvPr>
            <p:extLst>
              <p:ext uri="{D42A27DB-BD31-4B8C-83A1-F6EECF244321}">
                <p14:modId xmlns:p14="http://schemas.microsoft.com/office/powerpoint/2010/main" val="3767034991"/>
              </p:ext>
            </p:extLst>
          </p:nvPr>
        </p:nvGraphicFramePr>
        <p:xfrm>
          <a:off x="0" y="1"/>
          <a:ext cx="2328875" cy="5286306"/>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02915">
                <a:tc>
                  <a:txBody>
                    <a:bodyPr/>
                    <a:lstStyle/>
                    <a:p>
                      <a:pPr marL="0" marR="0" lvl="0" indent="0" algn="l" rtl="0">
                        <a:spcBef>
                          <a:spcPts val="0"/>
                        </a:spcBef>
                        <a:spcAft>
                          <a:spcPts val="0"/>
                        </a:spcAft>
                        <a:buNone/>
                      </a:pPr>
                      <a:r>
                        <a:rPr lang="en-US" sz="1000" dirty="0">
                          <a:latin typeface="+mn-lt"/>
                        </a:rPr>
                        <a:t>EDTO Procedure</a:t>
                      </a:r>
                      <a:endParaRPr sz="1000" dirty="0">
                        <a:solidFill>
                          <a:srgbClr val="C00000"/>
                        </a:solidFill>
                        <a:latin typeface="+mn-lt"/>
                      </a:endParaRPr>
                    </a:p>
                  </a:txBody>
                  <a:tcPr marL="36000" marR="36000" marT="36000" marB="36000"/>
                </a:tc>
                <a:extLst>
                  <a:ext uri="{0D108BD9-81ED-4DB2-BD59-A6C34878D82A}">
                    <a16:rowId xmlns:a16="http://schemas.microsoft.com/office/drawing/2014/main" val="10000"/>
                  </a:ext>
                </a:extLst>
              </a:tr>
              <a:tr h="957683">
                <a:tc>
                  <a:txBody>
                    <a:bodyPr/>
                    <a:lstStyle/>
                    <a:p>
                      <a:pPr marL="0" marR="0" lvl="0" indent="0" algn="l" rtl="0">
                        <a:lnSpc>
                          <a:spcPct val="100000"/>
                        </a:lnSpc>
                        <a:spcBef>
                          <a:spcPts val="0"/>
                        </a:spcBef>
                        <a:spcAft>
                          <a:spcPts val="0"/>
                        </a:spcAft>
                        <a:buNone/>
                      </a:pPr>
                      <a:r>
                        <a:rPr lang="en-US" sz="1000" b="1" dirty="0">
                          <a:solidFill>
                            <a:srgbClr val="0070C0"/>
                          </a:solidFill>
                          <a:latin typeface="+mn-lt"/>
                        </a:rPr>
                        <a:t>PREFLIGHT</a:t>
                      </a:r>
                    </a:p>
                    <a:p>
                      <a:pPr algn="l"/>
                      <a:r>
                        <a:rPr kumimoji="0" lang="en-US" altLang="ko-Kore-KR" sz="700" b="1" i="0" u="none" strike="noStrike" kern="0" cap="none" spc="0" normalizeH="0" baseline="0" noProof="0" dirty="0">
                          <a:ln>
                            <a:noFill/>
                          </a:ln>
                          <a:solidFill>
                            <a:srgbClr val="00B050"/>
                          </a:solidFill>
                          <a:effectLst/>
                          <a:uLnTx/>
                          <a:uFillTx/>
                          <a:latin typeface="Arial"/>
                          <a:cs typeface="Calibri"/>
                          <a:sym typeface="Arial"/>
                        </a:rPr>
                        <a:t>Apply </a:t>
                      </a:r>
                      <a:r>
                        <a:rPr lang="en-US" altLang="ko-Kore-KR" sz="700" b="1" i="0" u="none" strike="noStrike" dirty="0">
                          <a:solidFill>
                            <a:srgbClr val="00B050"/>
                          </a:solidFill>
                          <a:effectLst/>
                          <a:latin typeface="Lato" panose="020F0502020204030203" pitchFamily="34" charset="0"/>
                        </a:rPr>
                        <a:t>Alternate Airport IFR </a:t>
                      </a:r>
                      <a:r>
                        <a:rPr lang="en-US" altLang="ko-Kore-KR" sz="700" b="1" i="0" u="none" strike="noStrike" dirty="0" err="1">
                          <a:solidFill>
                            <a:srgbClr val="00B050"/>
                          </a:solidFill>
                          <a:effectLst/>
                          <a:latin typeface="Lato" panose="020F0502020204030203" pitchFamily="34" charset="0"/>
                        </a:rPr>
                        <a:t>Wx</a:t>
                      </a:r>
                      <a:r>
                        <a:rPr lang="en-US" altLang="ko-Kore-KR" sz="700" b="1" i="0" u="none" strike="noStrike" dirty="0">
                          <a:solidFill>
                            <a:srgbClr val="00B050"/>
                          </a:solidFill>
                          <a:effectLst/>
                          <a:latin typeface="Lato" panose="020F0502020204030203" pitchFamily="34" charset="0"/>
                        </a:rPr>
                        <a:t> Minima for Planning (Ops Pecs C055)</a:t>
                      </a:r>
                      <a:r>
                        <a:rPr lang="ko-KR" altLang="en-US" sz="700" b="1" i="0" u="none" strike="noStrike" dirty="0">
                          <a:solidFill>
                            <a:srgbClr val="00B050"/>
                          </a:solidFill>
                          <a:effectLst/>
                          <a:latin typeface="Lato" panose="020F0502020204030203" pitchFamily="34" charset="0"/>
                        </a:rPr>
                        <a:t> </a:t>
                      </a:r>
                      <a:r>
                        <a:rPr lang="en-US" altLang="ko-KR" sz="700" b="1" i="0" u="none" strike="noStrike" dirty="0">
                          <a:solidFill>
                            <a:srgbClr val="AA47F5"/>
                          </a:solidFill>
                          <a:effectLst/>
                          <a:latin typeface="Lato" panose="020F0502020204030203" pitchFamily="34" charset="0"/>
                        </a:rPr>
                        <a:t>-&gt;</a:t>
                      </a:r>
                      <a:r>
                        <a:rPr lang="ko-KR" altLang="en-US" sz="700" b="1" i="0" u="none" strike="noStrike" dirty="0">
                          <a:solidFill>
                            <a:srgbClr val="AA47F5"/>
                          </a:solidFill>
                          <a:effectLst/>
                          <a:latin typeface="Lato" panose="020F0502020204030203" pitchFamily="34" charset="0"/>
                        </a:rPr>
                        <a:t> </a:t>
                      </a:r>
                      <a:r>
                        <a:rPr lang="en-US" altLang="ko-KR" sz="700" b="1" i="0" u="none" strike="noStrike" dirty="0">
                          <a:solidFill>
                            <a:srgbClr val="AA47F5"/>
                          </a:solidFill>
                          <a:effectLst/>
                          <a:latin typeface="Lato" panose="020F0502020204030203" pitchFamily="34" charset="0"/>
                        </a:rPr>
                        <a:t>EDTO ERA Only(ERA no </a:t>
                      </a:r>
                      <a:r>
                        <a:rPr lang="en-US" altLang="ko-KR" sz="700" b="1" i="0" u="none" strike="noStrike" dirty="0" err="1">
                          <a:solidFill>
                            <a:srgbClr val="AA47F5"/>
                          </a:solidFill>
                          <a:effectLst/>
                          <a:latin typeface="Lato" panose="020F0502020204030203" pitchFamily="34" charset="0"/>
                        </a:rPr>
                        <a:t>Wx</a:t>
                      </a:r>
                      <a:r>
                        <a:rPr lang="en-US" altLang="ko-KR" sz="700" b="1" i="0" u="none" strike="noStrike" dirty="0">
                          <a:solidFill>
                            <a:srgbClr val="AA47F5"/>
                          </a:solidFill>
                          <a:effectLst/>
                          <a:latin typeface="Lato" panose="020F0502020204030203" pitchFamily="34" charset="0"/>
                        </a:rPr>
                        <a:t>)</a:t>
                      </a:r>
                      <a:endParaRPr lang="en-US" sz="700" b="1" dirty="0">
                        <a:solidFill>
                          <a:srgbClr val="AA47F5"/>
                        </a:solidFill>
                        <a:latin typeface="+mn-lt"/>
                      </a:endParaRPr>
                    </a:p>
                    <a:p>
                      <a:pPr marL="0" marR="0" lvl="0" indent="0" algn="l" rtl="0">
                        <a:spcBef>
                          <a:spcPts val="0"/>
                        </a:spcBef>
                        <a:spcAft>
                          <a:spcPts val="0"/>
                        </a:spcAft>
                        <a:buNone/>
                      </a:pPr>
                      <a:r>
                        <a:rPr lang="en-US" altLang="ko-KR" sz="800" b="0" dirty="0">
                          <a:solidFill>
                            <a:schemeClr val="bg1"/>
                          </a:solidFill>
                          <a:latin typeface="+mn-lt"/>
                        </a:rPr>
                        <a:t>RVSM CHK : </a:t>
                      </a:r>
                      <a:r>
                        <a:rPr lang="en-US" altLang="ko-KR" sz="800" b="1" dirty="0">
                          <a:solidFill>
                            <a:srgbClr val="0070C0"/>
                          </a:solidFill>
                          <a:latin typeface="+mn-lt"/>
                        </a:rPr>
                        <a:t>CAPT/FO 20ft, PILOT/FE 75ft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rgbClr val="0070C0"/>
                          </a:solidFill>
                          <a:effectLst/>
                          <a:uLnTx/>
                          <a:uFillTx/>
                          <a:latin typeface="Century Gothic" panose="020B0502020202020204"/>
                          <a:cs typeface="Calibri"/>
                        </a:rPr>
                        <a:t>(PFD/ISIS 60ft, ST-BY 300ft)</a:t>
                      </a:r>
                      <a:endParaRPr lang="en-US" altLang="ko-KR" sz="800" b="1" dirty="0">
                        <a:solidFill>
                          <a:srgbClr val="0070C0"/>
                        </a:solidFill>
                        <a:latin typeface="+mn-lt"/>
                      </a:endParaRPr>
                    </a:p>
                    <a:p>
                      <a:pPr marL="0" marR="0" lvl="0" indent="0" algn="l" rtl="0">
                        <a:spcBef>
                          <a:spcPts val="0"/>
                        </a:spcBef>
                        <a:spcAft>
                          <a:spcPts val="0"/>
                        </a:spcAft>
                        <a:buNone/>
                      </a:pPr>
                      <a:r>
                        <a:rPr lang="en-US" altLang="ko-KR" sz="800" dirty="0">
                          <a:solidFill>
                            <a:schemeClr val="bg1"/>
                          </a:solidFill>
                          <a:latin typeface="+mn-lt"/>
                        </a:rPr>
                        <a:t>NAV DATA Input : </a:t>
                      </a:r>
                      <a:r>
                        <a:rPr lang="en-US" altLang="ko-KR" sz="800" b="1" dirty="0">
                          <a:solidFill>
                            <a:srgbClr val="0070C0"/>
                          </a:solidFill>
                          <a:latin typeface="+mn-lt"/>
                        </a:rPr>
                        <a:t>EEP, ETP1, ETP2, EXP</a:t>
                      </a:r>
                      <a:endParaRPr lang="en-US" sz="800" b="1" dirty="0">
                        <a:solidFill>
                          <a:srgbClr val="0070C0"/>
                        </a:solidFill>
                        <a:latin typeface="+mn-lt"/>
                      </a:endParaRPr>
                    </a:p>
                    <a:p>
                      <a:pPr marL="0" marR="0">
                        <a:spcBef>
                          <a:spcPts val="0"/>
                        </a:spcBef>
                        <a:spcAft>
                          <a:spcPts val="0"/>
                        </a:spcAft>
                      </a:pPr>
                      <a:r>
                        <a:rPr lang="en-US" altLang="ko-KR" sz="800" dirty="0">
                          <a:solidFill>
                            <a:schemeClr val="bg1"/>
                          </a:solidFill>
                          <a:latin typeface="+mn-lt"/>
                        </a:rPr>
                        <a:t>HF SELCAL CHK : Jeppesen - ENT DATA Pacific</a:t>
                      </a:r>
                    </a:p>
                    <a:p>
                      <a:pPr marL="0" marR="0">
                        <a:spcBef>
                          <a:spcPts val="0"/>
                        </a:spcBef>
                        <a:spcAft>
                          <a:spcPts val="0"/>
                        </a:spcAft>
                      </a:pPr>
                      <a:r>
                        <a:rPr lang="en-US" altLang="ko-Kore-KR" sz="800" b="1" dirty="0">
                          <a:solidFill>
                            <a:srgbClr val="0070C0"/>
                          </a:solidFill>
                          <a:effectLst/>
                          <a:latin typeface="Calibri" panose="020F0502020204030204" pitchFamily="34" charset="0"/>
                          <a:ea typeface="Malgun Gothic" panose="020B0503020000020004" pitchFamily="34" charset="-127"/>
                          <a:cs typeface="Calibri" panose="020F0502020204030204" pitchFamily="34" charset="0"/>
                        </a:rPr>
                        <a:t>SEOUL RADIO : 8903(3004,6532,13300,13303,17904)</a:t>
                      </a:r>
                    </a:p>
                  </a:txBody>
                  <a:tcPr marL="36000" marR="36000" marT="36000" marB="36000"/>
                </a:tc>
                <a:extLst>
                  <a:ext uri="{0D108BD9-81ED-4DB2-BD59-A6C34878D82A}">
                    <a16:rowId xmlns:a16="http://schemas.microsoft.com/office/drawing/2014/main" val="2985261219"/>
                  </a:ext>
                </a:extLst>
              </a:tr>
              <a:tr h="354379">
                <a:tc>
                  <a:txBody>
                    <a:bodyPr/>
                    <a:lstStyle/>
                    <a:p>
                      <a:pPr marL="0" marR="0" lvl="0" indent="0" algn="l" rtl="0">
                        <a:lnSpc>
                          <a:spcPct val="100000"/>
                        </a:lnSpc>
                        <a:spcBef>
                          <a:spcPts val="0"/>
                        </a:spcBef>
                        <a:spcAft>
                          <a:spcPts val="0"/>
                        </a:spcAft>
                        <a:buNone/>
                      </a:pPr>
                      <a:r>
                        <a:rPr lang="en-US" sz="1000" b="1" dirty="0">
                          <a:solidFill>
                            <a:srgbClr val="0070C0"/>
                          </a:solidFill>
                          <a:latin typeface="+mn-lt"/>
                          <a:ea typeface="Helvetica Neue"/>
                          <a:cs typeface="Helvetica Neue"/>
                          <a:sym typeface="Helvetica Neue"/>
                        </a:rPr>
                        <a:t>AFTER LEVEL OFF (CRZ CHK)</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Arial"/>
                          <a:cs typeface="Calibri"/>
                          <a:sym typeface="Arial"/>
                        </a:rPr>
                        <a:t>RVSM CHK :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CAPT/FO 200ft </a:t>
                      </a:r>
                    </a:p>
                  </a:txBody>
                  <a:tcPr marL="36000" marR="36000" marT="36000" marB="36000"/>
                </a:tc>
                <a:extLst>
                  <a:ext uri="{0D108BD9-81ED-4DB2-BD59-A6C34878D82A}">
                    <a16:rowId xmlns:a16="http://schemas.microsoft.com/office/drawing/2014/main" val="10003"/>
                  </a:ext>
                </a:extLst>
              </a:tr>
              <a:tr h="107110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 </a:t>
                      </a: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BEFORE EEP (Entry Point, </a:t>
                      </a:r>
                      <a:r>
                        <a:rPr kumimoji="0" lang="en-US" altLang="ko-Kore-KR" sz="8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ERA </a:t>
                      </a:r>
                      <a:r>
                        <a:rPr kumimoji="0" lang="ko-Kore-KR" altLang="en-US" sz="8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기준</a:t>
                      </a: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tx1"/>
                          </a:solidFill>
                          <a:effectLst/>
                          <a:uLnTx/>
                          <a:uFillTx/>
                          <a:latin typeface="Arial"/>
                          <a:ea typeface="Helvetica Neue"/>
                          <a:cs typeface="Helvetica Neue"/>
                          <a:sym typeface="Helvetica Neue"/>
                        </a:rPr>
                        <a:t> </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60min(</a:t>
                      </a:r>
                      <a:r>
                        <a:rPr kumimoji="0" lang="en-US" altLang="ko-Kore-KR" sz="800" b="0" i="0" u="none" strike="noStrike" kern="0" cap="none" spc="0" normalizeH="0" baseline="0" noProof="0" dirty="0" err="1">
                          <a:ln>
                            <a:noFill/>
                          </a:ln>
                          <a:solidFill>
                            <a:schemeClr val="bg1"/>
                          </a:solidFill>
                          <a:effectLst/>
                          <a:uLnTx/>
                          <a:uFillTx/>
                          <a:latin typeface="Arial"/>
                          <a:ea typeface="Helvetica Neue"/>
                          <a:cs typeface="Helvetica Neue"/>
                          <a:sym typeface="Helvetica Neue"/>
                        </a:rPr>
                        <a:t>Theshold</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a:t>
                      </a:r>
                      <a:r>
                        <a:rPr kumimoji="0" lang="ko-KR" altLang="en-US"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a:t>
                      </a:r>
                      <a:r>
                        <a:rPr kumimoji="0" lang="ko-KR" altLang="en-US"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a:t>
                      </a:r>
                      <a:r>
                        <a:rPr kumimoji="0" lang="en-US" altLang="ko-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A330</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420NM</a:t>
                      </a:r>
                      <a:r>
                        <a:rPr kumimoji="0" lang="en-US" altLang="ko-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a:t>
                      </a:r>
                      <a:endPar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One Eng : CRZ SPD 310kts, 180min 1235NM</a:t>
                      </a:r>
                      <a:endParaRPr kumimoji="0" lang="en-US" altLang="ko-Kore-KR" sz="800" b="0" i="0" u="none" strike="noStrike" kern="0" cap="none" spc="0" normalizeH="0" baseline="0" noProof="0" dirty="0">
                        <a:ln>
                          <a:noFill/>
                        </a:ln>
                        <a:solidFill>
                          <a:srgbClr val="0070C0"/>
                        </a:solidFill>
                        <a:effectLst/>
                        <a:uLnTx/>
                        <a:uFillTx/>
                        <a:latin typeface="+mn-lt"/>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FIX 1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EEP</a:t>
                      </a: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FIX 2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ETP1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FMS ALT A/P SET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DATA – ETP Page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EDTO C/L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Fuel, A/C, MSA, ALT </a:t>
                      </a:r>
                      <a:r>
                        <a:rPr kumimoji="0" lang="en-US" altLang="ko-Kore-KR" sz="800" b="1" i="0" u="none" strike="noStrike" kern="0" cap="none" spc="0" normalizeH="0" baseline="0" noProof="0" dirty="0" err="1">
                          <a:ln>
                            <a:noFill/>
                          </a:ln>
                          <a:solidFill>
                            <a:srgbClr val="0070C0"/>
                          </a:solidFill>
                          <a:effectLst/>
                          <a:uLnTx/>
                          <a:uFillTx/>
                          <a:latin typeface="+mn-lt"/>
                          <a:cs typeface="Calibri"/>
                          <a:sym typeface="Arial"/>
                        </a:rPr>
                        <a:t>Wx</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 &amp; NOTAM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 </a:t>
                      </a:r>
                      <a:r>
                        <a:rPr kumimoji="0" lang="en-US" altLang="ko-Kore-KR" sz="900" b="1" i="0" u="none" strike="noStrike" kern="0" cap="none" spc="0" normalizeH="0" baseline="0" noProof="0" dirty="0">
                          <a:ln>
                            <a:noFill/>
                          </a:ln>
                          <a:solidFill>
                            <a:srgbClr val="00B050"/>
                          </a:solidFill>
                          <a:effectLst/>
                          <a:uLnTx/>
                          <a:uFillTx/>
                          <a:latin typeface="+mn-lt"/>
                          <a:cs typeface="Calibri"/>
                          <a:sym typeface="Arial"/>
                        </a:rPr>
                        <a:t>Review Contingency Procedure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 Drift Down 30</a:t>
                      </a:r>
                      <a:r>
                        <a:rPr kumimoji="0" lang="ko-Kore-KR" altLang="en-US" sz="700" b="1" i="0" u="none" strike="noStrike" kern="0" cap="none" spc="0" normalizeH="0" baseline="0" noProof="0" dirty="0">
                          <a:ln>
                            <a:noFill/>
                          </a:ln>
                          <a:solidFill>
                            <a:srgbClr val="AA47F5"/>
                          </a:solidFill>
                          <a:effectLst/>
                          <a:uLnTx/>
                          <a:uFillTx/>
                          <a:latin typeface="+mn-lt"/>
                          <a:cs typeface="Calibri"/>
                          <a:sym typeface="Arial"/>
                        </a:rPr>
                        <a:t>도이상</a:t>
                      </a: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 </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5NM, FL290</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이하</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 +-500ft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 </a:t>
                      </a:r>
                      <a:r>
                        <a:rPr kumimoji="0" lang="en-US" altLang="ko-Kore-KR" sz="700" b="1" i="0" u="none" strike="noStrike" kern="0" cap="none" spc="0" normalizeH="0" baseline="0" noProof="0" dirty="0" err="1">
                          <a:ln>
                            <a:noFill/>
                          </a:ln>
                          <a:solidFill>
                            <a:srgbClr val="AA47F5"/>
                          </a:solidFill>
                          <a:effectLst/>
                          <a:uLnTx/>
                          <a:uFillTx/>
                          <a:latin typeface="+mn-lt"/>
                          <a:cs typeface="Calibri"/>
                          <a:sym typeface="Arial"/>
                        </a:rPr>
                        <a:t>Wx</a:t>
                      </a: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Dev 5NM </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이상</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 </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+-300ft</a:t>
                      </a:r>
                      <a:endParaRPr kumimoji="0" lang="en-US" altLang="ko-Kore-KR" sz="600" b="1" i="0" u="none" strike="noStrike" kern="0" cap="none" spc="0" normalizeH="0" baseline="0" noProof="0" dirty="0">
                        <a:ln>
                          <a:noFill/>
                        </a:ln>
                        <a:solidFill>
                          <a:srgbClr val="AA47F5"/>
                        </a:solidFill>
                        <a:effectLst/>
                        <a:uLnTx/>
                        <a:uFillTx/>
                        <a:latin typeface="+mn-lt"/>
                        <a:cs typeface="Calibri"/>
                        <a:sym typeface="Arial"/>
                      </a:endParaRPr>
                    </a:p>
                  </a:txBody>
                  <a:tcPr marL="0" marR="0" marT="36000" marB="36000"/>
                </a:tc>
                <a:extLst>
                  <a:ext uri="{0D108BD9-81ED-4DB2-BD59-A6C34878D82A}">
                    <a16:rowId xmlns:a16="http://schemas.microsoft.com/office/drawing/2014/main" val="3740928111"/>
                  </a:ext>
                </a:extLst>
              </a:tr>
              <a:tr h="41863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EDTO Segment</a:t>
                      </a:r>
                      <a:endParaRPr kumimoji="0" lang="en-US" altLang="ko-Kore-KR" sz="800" b="1" i="0" u="none" strike="noStrike" kern="0" cap="none" spc="0" normalizeH="0" baseline="0" noProof="0" dirty="0">
                        <a:ln>
                          <a:noFill/>
                        </a:ln>
                        <a:solidFill>
                          <a:srgbClr val="0070C0"/>
                        </a:solidFill>
                        <a:effectLst/>
                        <a:uLnTx/>
                        <a:uFillTx/>
                        <a:latin typeface="Arial"/>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B050"/>
                          </a:solidFill>
                          <a:effectLst/>
                          <a:uLnTx/>
                          <a:uFillTx/>
                          <a:latin typeface="Arial"/>
                          <a:cs typeface="Calibri"/>
                          <a:sym typeface="Arial"/>
                        </a:rPr>
                        <a:t>Apply Actual </a:t>
                      </a:r>
                      <a:r>
                        <a:rPr kumimoji="0" lang="en-US" altLang="ko-Kore-KR" sz="800" b="1" i="0" u="none" strike="noStrike" kern="0" cap="none" spc="0" normalizeH="0" baseline="0" noProof="0" dirty="0" err="1">
                          <a:ln>
                            <a:noFill/>
                          </a:ln>
                          <a:solidFill>
                            <a:srgbClr val="00B050"/>
                          </a:solidFill>
                          <a:effectLst/>
                          <a:uLnTx/>
                          <a:uFillTx/>
                          <a:latin typeface="Arial"/>
                          <a:cs typeface="Calibri"/>
                          <a:sym typeface="Arial"/>
                        </a:rPr>
                        <a:t>Wx</a:t>
                      </a:r>
                      <a:r>
                        <a:rPr kumimoji="0" lang="en-US" altLang="ko-Kore-KR" sz="800" b="1" i="0" u="none" strike="noStrike" kern="0" cap="none" spc="0" normalizeH="0" baseline="0" noProof="0" dirty="0">
                          <a:ln>
                            <a:noFill/>
                          </a:ln>
                          <a:solidFill>
                            <a:srgbClr val="00B050"/>
                          </a:solidFill>
                          <a:effectLst/>
                          <a:uLnTx/>
                          <a:uFillTx/>
                          <a:latin typeface="Arial"/>
                          <a:cs typeface="Calibri"/>
                          <a:sym typeface="Arial"/>
                        </a:rPr>
                        <a:t> for Actual Divert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FFC000"/>
                          </a:solidFill>
                          <a:effectLst/>
                          <a:uLnTx/>
                          <a:uFillTx/>
                          <a:latin typeface="Arial"/>
                          <a:cs typeface="Calibri"/>
                          <a:sym typeface="Arial"/>
                        </a:rPr>
                        <a:t>TERR Escape RTE Papua New Guinea</a:t>
                      </a:r>
                    </a:p>
                  </a:txBody>
                  <a:tcPr marL="36000" marR="36000" marT="36000" marB="36000"/>
                </a:tc>
                <a:extLst>
                  <a:ext uri="{0D108BD9-81ED-4DB2-BD59-A6C34878D82A}">
                    <a16:rowId xmlns:a16="http://schemas.microsoft.com/office/drawing/2014/main" val="1799958746"/>
                  </a:ext>
                </a:extLst>
              </a:tr>
              <a:tr h="58877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Diversion</a:t>
                      </a:r>
                      <a:endParaRPr kumimoji="0" lang="en-US" altLang="ko-Kore-KR" sz="700" b="1" i="0" u="none" strike="noStrike" kern="0" cap="none" spc="0" normalizeH="0" baseline="0" noProof="0" dirty="0">
                        <a:ln>
                          <a:noFill/>
                        </a:ln>
                        <a:solidFill>
                          <a:srgbClr val="0070C0"/>
                        </a:solidFill>
                        <a:effectLst/>
                        <a:uLnTx/>
                        <a:uFillTx/>
                        <a:latin typeface="Arial"/>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Enroute RNP downgrade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Weather min ERA AP</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LAND ASAP by ECAM, QRH</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Only 1 GEN(IDG, APU, EMER) + Multi Fail</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Only 1 Main GEN(IDG, APU) + G HYD(low LVL, PRESS, Overheat)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Increased Fuel Consumption </a:t>
                      </a:r>
                    </a:p>
                  </a:txBody>
                  <a:tcPr marL="36000" marR="36000" marT="36000" marB="36000"/>
                </a:tc>
                <a:extLst>
                  <a:ext uri="{0D108BD9-81ED-4DB2-BD59-A6C34878D82A}">
                    <a16:rowId xmlns:a16="http://schemas.microsoft.com/office/drawing/2014/main" val="758072219"/>
                  </a:ext>
                </a:extLst>
              </a:tr>
              <a:tr h="6439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ETP (Equal Time Point</a:t>
                      </a:r>
                      <a:r>
                        <a:rPr kumimoji="0" lang="en-US" altLang="ko-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r>
                        <a:rPr kumimoji="0" lang="ko-KR" altLang="en-US"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 </a:t>
                      </a:r>
                      <a:r>
                        <a:rPr kumimoji="0" lang="en-US" altLang="ko-KR" sz="8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EDTO ERA</a:t>
                      </a:r>
                      <a:r>
                        <a:rPr kumimoji="0" lang="ko-KR" altLang="en-US" sz="8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기준</a:t>
                      </a: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R" sz="800" b="0" i="0" u="none" strike="noStrike" kern="0" cap="none" spc="0" normalizeH="0" baseline="0" noProof="0" dirty="0">
                          <a:ln>
                            <a:noFill/>
                          </a:ln>
                          <a:solidFill>
                            <a:srgbClr val="000000"/>
                          </a:solidFill>
                          <a:effectLst/>
                          <a:uLnTx/>
                          <a:uFillTx/>
                          <a:latin typeface="Arial"/>
                          <a:cs typeface="Calibri"/>
                          <a:sym typeface="Arial"/>
                        </a:rPr>
                        <a:t>FIX Change, ETP Page SET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R" sz="800" b="0" i="0" u="none" strike="noStrike" kern="0" cap="none" spc="0" normalizeH="0" baseline="0" noProof="0" dirty="0">
                          <a:ln>
                            <a:noFill/>
                          </a:ln>
                          <a:solidFill>
                            <a:srgbClr val="000000"/>
                          </a:solidFill>
                          <a:effectLst/>
                          <a:uLnTx/>
                          <a:uFillTx/>
                          <a:latin typeface="Arial"/>
                          <a:cs typeface="Calibri"/>
                          <a:sym typeface="Arial"/>
                        </a:rPr>
                        <a:t>EDTO C/L :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Fuel, A/C, MSA, ALT </a:t>
                      </a:r>
                      <a:r>
                        <a:rPr kumimoji="0" lang="en-US" altLang="ko-Kore-KR" sz="800" b="1" i="0" u="none" strike="noStrike" kern="0" cap="none" spc="0" normalizeH="0" baseline="0" noProof="0" dirty="0" err="1">
                          <a:ln>
                            <a:noFill/>
                          </a:ln>
                          <a:solidFill>
                            <a:srgbClr val="0070C0"/>
                          </a:solidFill>
                          <a:effectLst/>
                          <a:uLnTx/>
                          <a:uFillTx/>
                          <a:latin typeface="Arial"/>
                          <a:cs typeface="Calibri"/>
                          <a:sym typeface="Arial"/>
                        </a:rPr>
                        <a:t>Wx</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 &amp; NOTAM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bg1"/>
                          </a:solidFill>
                          <a:effectLst/>
                          <a:uLnTx/>
                          <a:uFillTx/>
                          <a:latin typeface="Arial"/>
                          <a:cs typeface="Calibri"/>
                          <a:sym typeface="Arial"/>
                        </a:rPr>
                        <a:t>Last ETP(Critical Point) Fuel less then PLAN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 Continue by PIC</a:t>
                      </a:r>
                    </a:p>
                  </a:txBody>
                  <a:tcPr marL="36000" marR="36000" marT="36000" marB="36000"/>
                </a:tc>
                <a:extLst>
                  <a:ext uri="{0D108BD9-81ED-4DB2-BD59-A6C34878D82A}">
                    <a16:rowId xmlns:a16="http://schemas.microsoft.com/office/drawing/2014/main" val="1646462774"/>
                  </a:ext>
                </a:extLst>
              </a:tr>
              <a:tr h="30911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EXP (Exit Point)</a:t>
                      </a:r>
                    </a:p>
                  </a:txBody>
                  <a:tcPr marL="36000" marR="36000" marT="36000" marB="36000"/>
                </a:tc>
                <a:extLst>
                  <a:ext uri="{0D108BD9-81ED-4DB2-BD59-A6C34878D82A}">
                    <a16:rowId xmlns:a16="http://schemas.microsoft.com/office/drawing/2014/main" val="3122030425"/>
                  </a:ext>
                </a:extLst>
              </a:tr>
            </a:tbl>
          </a:graphicData>
        </a:graphic>
      </p:graphicFrame>
    </p:spTree>
    <p:extLst>
      <p:ext uri="{BB962C8B-B14F-4D97-AF65-F5344CB8AC3E}">
        <p14:creationId xmlns:p14="http://schemas.microsoft.com/office/powerpoint/2010/main" val="272778872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80">
          <a:extLst>
            <a:ext uri="{FF2B5EF4-FFF2-40B4-BE49-F238E27FC236}">
              <a16:creationId xmlns:a16="http://schemas.microsoft.com/office/drawing/2014/main" id="{E349AFE4-C898-4DE6-24BD-47FF9A103449}"/>
            </a:ext>
          </a:extLst>
        </p:cNvPr>
        <p:cNvGrpSpPr/>
        <p:nvPr/>
      </p:nvGrpSpPr>
      <p:grpSpPr>
        <a:xfrm>
          <a:off x="0" y="0"/>
          <a:ext cx="0" cy="0"/>
          <a:chOff x="0" y="0"/>
          <a:chExt cx="0" cy="0"/>
        </a:xfrm>
      </p:grpSpPr>
      <p:graphicFrame>
        <p:nvGraphicFramePr>
          <p:cNvPr id="282" name="Google Shape;282;p17">
            <a:extLst>
              <a:ext uri="{FF2B5EF4-FFF2-40B4-BE49-F238E27FC236}">
                <a16:creationId xmlns:a16="http://schemas.microsoft.com/office/drawing/2014/main" id="{742C0323-9722-4605-ADA2-A0F7A74A8DF6}"/>
              </a:ext>
            </a:extLst>
          </p:cNvPr>
          <p:cNvGraphicFramePr/>
          <p:nvPr>
            <p:extLst>
              <p:ext uri="{D42A27DB-BD31-4B8C-83A1-F6EECF244321}">
                <p14:modId xmlns:p14="http://schemas.microsoft.com/office/powerpoint/2010/main" val="2206193314"/>
              </p:ext>
            </p:extLst>
          </p:nvPr>
        </p:nvGraphicFramePr>
        <p:xfrm>
          <a:off x="6596" y="725409"/>
          <a:ext cx="2328850" cy="1598650"/>
        </p:xfrm>
        <a:graphic>
          <a:graphicData uri="http://schemas.openxmlformats.org/drawingml/2006/table">
            <a:tbl>
              <a:tblPr firstRow="1" bandRow="1">
                <a:noFill/>
                <a:tableStyleId>{A521BE36-7E6F-4EC9-8D66-1CF97A6895EC}</a:tableStyleId>
              </a:tblPr>
              <a:tblGrid>
                <a:gridCol w="351162">
                  <a:extLst>
                    <a:ext uri="{9D8B030D-6E8A-4147-A177-3AD203B41FA5}">
                      <a16:colId xmlns:a16="http://schemas.microsoft.com/office/drawing/2014/main" val="20000"/>
                    </a:ext>
                  </a:extLst>
                </a:gridCol>
                <a:gridCol w="100816">
                  <a:extLst>
                    <a:ext uri="{9D8B030D-6E8A-4147-A177-3AD203B41FA5}">
                      <a16:colId xmlns:a16="http://schemas.microsoft.com/office/drawing/2014/main" val="20001"/>
                    </a:ext>
                  </a:extLst>
                </a:gridCol>
                <a:gridCol w="493266">
                  <a:extLst>
                    <a:ext uri="{9D8B030D-6E8A-4147-A177-3AD203B41FA5}">
                      <a16:colId xmlns:a16="http://schemas.microsoft.com/office/drawing/2014/main" val="4194794502"/>
                    </a:ext>
                  </a:extLst>
                </a:gridCol>
                <a:gridCol w="268953">
                  <a:extLst>
                    <a:ext uri="{9D8B030D-6E8A-4147-A177-3AD203B41FA5}">
                      <a16:colId xmlns:a16="http://schemas.microsoft.com/office/drawing/2014/main" val="4196093327"/>
                    </a:ext>
                  </a:extLst>
                </a:gridCol>
                <a:gridCol w="210695">
                  <a:extLst>
                    <a:ext uri="{9D8B030D-6E8A-4147-A177-3AD203B41FA5}">
                      <a16:colId xmlns:a16="http://schemas.microsoft.com/office/drawing/2014/main" val="20004"/>
                    </a:ext>
                  </a:extLst>
                </a:gridCol>
                <a:gridCol w="451979">
                  <a:extLst>
                    <a:ext uri="{9D8B030D-6E8A-4147-A177-3AD203B41FA5}">
                      <a16:colId xmlns:a16="http://schemas.microsoft.com/office/drawing/2014/main" val="557470243"/>
                    </a:ext>
                  </a:extLst>
                </a:gridCol>
                <a:gridCol w="451979">
                  <a:extLst>
                    <a:ext uri="{9D8B030D-6E8A-4147-A177-3AD203B41FA5}">
                      <a16:colId xmlns:a16="http://schemas.microsoft.com/office/drawing/2014/main" val="55619248"/>
                    </a:ext>
                  </a:extLst>
                </a:gridCol>
              </a:tblGrid>
              <a:tr h="0">
                <a:tc gridSpan="7">
                  <a:txBody>
                    <a:bodyPr/>
                    <a:lstStyle/>
                    <a:p>
                      <a:pPr marL="0" marR="0" lvl="0" indent="0" algn="ctr" rtl="0">
                        <a:spcBef>
                          <a:spcPts val="0"/>
                        </a:spcBef>
                        <a:spcAft>
                          <a:spcPts val="0"/>
                        </a:spcAft>
                        <a:buNone/>
                      </a:pPr>
                      <a:r>
                        <a:rPr lang="en-US" sz="800" dirty="0"/>
                        <a:t>SYD : UTC+10/11, TA 10000, </a:t>
                      </a:r>
                    </a:p>
                    <a:p>
                      <a:pPr marL="0" marR="0" lvl="0" indent="0" algn="ctr" rtl="0">
                        <a:spcBef>
                          <a:spcPts val="0"/>
                        </a:spcBef>
                        <a:spcAft>
                          <a:spcPts val="0"/>
                        </a:spcAft>
                        <a:buNone/>
                      </a:pPr>
                      <a:r>
                        <a:rPr lang="en-US" sz="800" dirty="0">
                          <a:solidFill>
                            <a:srgbClr val="FFC000"/>
                          </a:solidFill>
                        </a:rPr>
                        <a:t>CPDLC YMMM on GND 45min/Passing 10M’</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16R</a:t>
                      </a:r>
                      <a:endParaRPr sz="800" b="1" dirty="0"/>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GROOK x RIC </a:t>
                      </a:r>
                      <a:r>
                        <a:rPr lang="en-US" sz="800" b="1" dirty="0" err="1">
                          <a:solidFill>
                            <a:srgbClr val="0070C0"/>
                          </a:solidFill>
                        </a:rPr>
                        <a:t>tx</a:t>
                      </a:r>
                      <a:endParaRPr lang="en-US" sz="800" b="1" dirty="0">
                        <a:solidFill>
                          <a:srgbClr val="0070C0"/>
                        </a:solidFill>
                      </a:endParaRPr>
                    </a:p>
                    <a:p>
                      <a:pPr marL="0" marR="0" lvl="0" indent="0" algn="ctr" rtl="0">
                        <a:spcBef>
                          <a:spcPts val="0"/>
                        </a:spcBef>
                        <a:spcAft>
                          <a:spcPts val="0"/>
                        </a:spcAft>
                        <a:buNone/>
                      </a:pPr>
                      <a:r>
                        <a:rPr lang="en-US" sz="800" b="1" dirty="0">
                          <a:solidFill>
                            <a:srgbClr val="0070C0"/>
                          </a:solidFill>
                        </a:rPr>
                        <a:t>(SYD x RDR)</a:t>
                      </a:r>
                      <a:endParaRPr sz="800" b="1"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pPr marL="0" marR="0" lvl="0" indent="0" algn="ctr" rtl="0">
                        <a:spcBef>
                          <a:spcPts val="0"/>
                        </a:spcBef>
                        <a:spcAft>
                          <a:spcPts val="0"/>
                        </a:spcAft>
                        <a:buNone/>
                      </a:pPr>
                      <a:r>
                        <a:rPr lang="en-US" altLang="ko-Kore-KR" sz="800" b="1" dirty="0"/>
                        <a:t>HD 155 </a:t>
                      </a:r>
                      <a:r>
                        <a:rPr lang="en-US" sz="800" b="1" dirty="0">
                          <a:solidFill>
                            <a:srgbClr val="0070C0"/>
                          </a:solidFill>
                        </a:rPr>
                        <a:t>ALT ATC </a:t>
                      </a:r>
                      <a:r>
                        <a:rPr lang="en-US" sz="800" b="1" dirty="0">
                          <a:solidFill>
                            <a:srgbClr val="AA47F5"/>
                          </a:solidFill>
                        </a:rPr>
                        <a:t>SPD 270</a:t>
                      </a:r>
                    </a:p>
                    <a:p>
                      <a:pPr marL="0" marR="0" lvl="0" indent="0" algn="ctr" rtl="0">
                        <a:spcBef>
                          <a:spcPts val="0"/>
                        </a:spcBef>
                        <a:spcAft>
                          <a:spcPts val="0"/>
                        </a:spcAft>
                        <a:buNone/>
                      </a:pPr>
                      <a:r>
                        <a:rPr lang="en-US" sz="800" b="1" dirty="0">
                          <a:solidFill>
                            <a:srgbClr val="F28943"/>
                          </a:solidFill>
                        </a:rPr>
                        <a:t>TA 10000</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34L</a:t>
                      </a:r>
                      <a:endParaRPr sz="800" b="1" dirty="0"/>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RIC x</a:t>
                      </a:r>
                    </a:p>
                    <a:p>
                      <a:pPr marL="0" marR="0" lvl="0" indent="0" algn="ctr" rtl="0">
                        <a:spcBef>
                          <a:spcPts val="0"/>
                        </a:spcBef>
                        <a:spcAft>
                          <a:spcPts val="0"/>
                        </a:spcAft>
                        <a:buNone/>
                      </a:pPr>
                      <a:r>
                        <a:rPr lang="en-US" sz="800" b="1" dirty="0">
                          <a:solidFill>
                            <a:srgbClr val="0070C0"/>
                          </a:solidFill>
                        </a:rPr>
                        <a:t>(SYD x RDR) </a:t>
                      </a:r>
                      <a:endParaRPr sz="800" b="1"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pPr marL="0" marR="0" lvl="0" indent="0" algn="ctr" rtl="0">
                        <a:spcBef>
                          <a:spcPts val="0"/>
                        </a:spcBef>
                        <a:spcAft>
                          <a:spcPts val="0"/>
                        </a:spcAft>
                        <a:buNone/>
                      </a:pPr>
                      <a:r>
                        <a:rPr lang="en-US" altLang="ko-Kore-KR" sz="800" b="1" dirty="0"/>
                        <a:t>HD 335 </a:t>
                      </a:r>
                      <a:r>
                        <a:rPr lang="en-US" sz="800" b="1" dirty="0">
                          <a:solidFill>
                            <a:srgbClr val="0070C0"/>
                          </a:solidFill>
                        </a:rPr>
                        <a:t>ALT ATC</a:t>
                      </a:r>
                    </a:p>
                    <a:p>
                      <a:pPr marL="0" marR="0" lvl="0" indent="0" algn="ctr" rtl="0">
                        <a:spcBef>
                          <a:spcPts val="0"/>
                        </a:spcBef>
                        <a:spcAft>
                          <a:spcPts val="0"/>
                        </a:spcAft>
                        <a:buNone/>
                      </a:pPr>
                      <a:r>
                        <a:rPr lang="en-US" sz="800" b="1" dirty="0">
                          <a:solidFill>
                            <a:srgbClr val="F28943"/>
                          </a:solidFill>
                        </a:rPr>
                        <a:t>TA 10000</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SY 112.1</a:t>
                      </a:r>
                      <a:endParaRPr sz="800" b="1" dirty="0">
                        <a:solidFill>
                          <a:srgbClr val="0070C0"/>
                        </a:solidFill>
                      </a:endParaRPr>
                    </a:p>
                  </a:txBody>
                  <a:tcPr marL="36000" marR="36000" marT="36000" marB="36000" anchor="ctr"/>
                </a:tc>
                <a:tc hMerge="1">
                  <a:txBody>
                    <a:bodyPr/>
                    <a:lstStyle/>
                    <a:p>
                      <a:endParaRPr lang="ko-Kore-KR" altLang="en-US"/>
                    </a:p>
                  </a:txBody>
                  <a:tcPr/>
                </a:tc>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34L ISN 110.1</a:t>
                      </a:r>
                      <a:endParaRPr sz="800" b="1" dirty="0">
                        <a:solidFill>
                          <a:srgbClr val="C00000"/>
                        </a:solidFill>
                      </a:endParaRPr>
                    </a:p>
                  </a:txBody>
                  <a:tcPr marL="36000" marR="36000" marT="36000" marB="36000" anchor="ctr"/>
                </a:tc>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16R IKS</a:t>
                      </a:r>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109.5</a:t>
                      </a:r>
                      <a:endParaRPr sz="800" b="1" dirty="0">
                        <a:solidFill>
                          <a:srgbClr val="C00000"/>
                        </a:solidFill>
                      </a:endParaRPr>
                    </a:p>
                  </a:txBody>
                  <a:tcPr marL="36000" marR="36000" marT="36000" marB="36000" anchor="ctr"/>
                </a:tc>
                <a:tc hMerge="1">
                  <a:txBody>
                    <a:bodyPr/>
                    <a:lstStyle/>
                    <a:p>
                      <a:pPr algn="ctr"/>
                      <a:endParaRPr lang="ko-Kore-KR" dirty="0"/>
                    </a:p>
                  </a:txBody>
                  <a:tcPr marL="36000" marR="36000" marT="36000" marB="36000" anchor="ctr"/>
                </a:tc>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34R IKN</a:t>
                      </a:r>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109.3</a:t>
                      </a:r>
                      <a:endParaRPr sz="800" b="1" dirty="0">
                        <a:solidFill>
                          <a:srgbClr val="C0000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16L ISS</a:t>
                      </a:r>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110.9</a:t>
                      </a:r>
                      <a:endParaRPr sz="800" b="1" dirty="0">
                        <a:solidFill>
                          <a:srgbClr val="C00000"/>
                        </a:solidFill>
                      </a:endParaRPr>
                    </a:p>
                  </a:txBody>
                  <a:tcPr marL="36000" marR="36000" marT="36000" marB="36000" anchor="ctr"/>
                </a:tc>
                <a:extLst>
                  <a:ext uri="{0D108BD9-81ED-4DB2-BD59-A6C34878D82A}">
                    <a16:rowId xmlns:a16="http://schemas.microsoft.com/office/drawing/2014/main" val="3374941266"/>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CASA no approval KAL (for T/O min) </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CHK Special Requirement SID Chart</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284" name="Google Shape;284;p17">
            <a:extLst>
              <a:ext uri="{FF2B5EF4-FFF2-40B4-BE49-F238E27FC236}">
                <a16:creationId xmlns:a16="http://schemas.microsoft.com/office/drawing/2014/main" id="{5FADBEB2-0A9C-E57E-7861-05AA62ECDF4D}"/>
              </a:ext>
            </a:extLst>
          </p:cNvPr>
          <p:cNvGraphicFramePr/>
          <p:nvPr>
            <p:extLst>
              <p:ext uri="{D42A27DB-BD31-4B8C-83A1-F6EECF244321}">
                <p14:modId xmlns:p14="http://schemas.microsoft.com/office/powerpoint/2010/main" val="1795334261"/>
              </p:ext>
            </p:extLst>
          </p:nvPr>
        </p:nvGraphicFramePr>
        <p:xfrm>
          <a:off x="-2501" y="16504"/>
          <a:ext cx="2328850" cy="7007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400" dirty="0">
                          <a:solidFill>
                            <a:schemeClr val="tx1"/>
                          </a:solidFill>
                          <a:hlinkClick r:id="rId3">
                            <a:extLst>
                              <a:ext uri="{A12FA001-AC4F-418D-AE19-62706E023703}">
                                <ahyp:hlinkClr xmlns:ahyp="http://schemas.microsoft.com/office/drawing/2018/hyperlinkcolor" val="tx"/>
                              </a:ext>
                            </a:extLst>
                          </a:hlinkClick>
                        </a:rPr>
                        <a:t>YSSY(SYD) 21ft</a:t>
                      </a:r>
                      <a:endParaRPr lang="en-US" altLang="ko-Kore-KR" sz="14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4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altLang="ko-Kore-KR" sz="900" dirty="0"/>
                        <a:t>Menzies SYD 129.6</a:t>
                      </a:r>
                    </a:p>
                    <a:p>
                      <a:pPr marL="0" marR="0" lvl="0" indent="0" algn="ctr" rtl="0">
                        <a:spcBef>
                          <a:spcPts val="0"/>
                        </a:spcBef>
                        <a:spcAft>
                          <a:spcPts val="0"/>
                        </a:spcAft>
                        <a:buNone/>
                      </a:pPr>
                      <a:r>
                        <a:rPr lang="en-US" sz="700" dirty="0">
                          <a:solidFill>
                            <a:srgbClr val="FF0000"/>
                          </a:solidFill>
                        </a:rPr>
                        <a:t>No ATIS, Voice by CLR133.8/GND121.7</a:t>
                      </a:r>
                      <a:endParaRPr sz="7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5" name="TextBox 4">
            <a:extLst>
              <a:ext uri="{FF2B5EF4-FFF2-40B4-BE49-F238E27FC236}">
                <a16:creationId xmlns:a16="http://schemas.microsoft.com/office/drawing/2014/main" id="{4C973F17-0C26-6859-0BE4-E5784B7C0CAA}"/>
              </a:ext>
            </a:extLst>
          </p:cNvPr>
          <p:cNvSpPr txBox="1"/>
          <p:nvPr/>
        </p:nvSpPr>
        <p:spPr>
          <a:xfrm>
            <a:off x="6596" y="2420438"/>
            <a:ext cx="1764127" cy="209151"/>
          </a:xfrm>
          <a:prstGeom prst="rect">
            <a:avLst/>
          </a:prstGeom>
          <a:noFill/>
        </p:spPr>
        <p:txBody>
          <a:bodyPr wrap="squar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123.0</a:t>
            </a: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5B200F4D-B1FF-4F0A-39BF-22BDA1A1CE64}"/>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3" name="그래픽 2" descr="집 Wi-Fi에서 작업 단색으로 채워진">
            <a:hlinkClick r:id="" action="ppaction://hlinkshowjump?jump=firstslide"/>
            <a:extLst>
              <a:ext uri="{FF2B5EF4-FFF2-40B4-BE49-F238E27FC236}">
                <a16:creationId xmlns:a16="http://schemas.microsoft.com/office/drawing/2014/main" id="{EA7A4F61-E791-AE7A-2251-38C033672DC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894022"/>
            <a:ext cx="457200" cy="457200"/>
          </a:xfrm>
          <a:prstGeom prst="rect">
            <a:avLst/>
          </a:prstGeom>
          <a:effectLst>
            <a:outerShdw blurRad="50800" dist="50800" dir="3660000" algn="ctr" rotWithShape="0">
              <a:schemeClr val="bg1">
                <a:alpha val="82714"/>
              </a:schemeClr>
            </a:outerShdw>
          </a:effectLst>
        </p:spPr>
      </p:pic>
      <p:graphicFrame>
        <p:nvGraphicFramePr>
          <p:cNvPr id="6" name="Google Shape;283;p17">
            <a:extLst>
              <a:ext uri="{FF2B5EF4-FFF2-40B4-BE49-F238E27FC236}">
                <a16:creationId xmlns:a16="http://schemas.microsoft.com/office/drawing/2014/main" id="{0763C149-D220-A6F2-4D0A-49E610144998}"/>
              </a:ext>
            </a:extLst>
          </p:cNvPr>
          <p:cNvGraphicFramePr/>
          <p:nvPr>
            <p:extLst>
              <p:ext uri="{D42A27DB-BD31-4B8C-83A1-F6EECF244321}">
                <p14:modId xmlns:p14="http://schemas.microsoft.com/office/powerpoint/2010/main" val="2636973324"/>
              </p:ext>
            </p:extLst>
          </p:nvPr>
        </p:nvGraphicFramePr>
        <p:xfrm>
          <a:off x="11588" y="3418356"/>
          <a:ext cx="2314761" cy="213049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GUKDO x 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p>
                  </a:txBody>
                  <a:tcPr marL="36000" marR="36000" marT="36000" marB="36000" anchor="ctr"/>
                </a:tc>
                <a:tc>
                  <a:txBody>
                    <a:bodyPr/>
                    <a:lstStyle/>
                    <a:p>
                      <a:pPr marL="0" marR="0" lvl="0" indent="0" algn="ctr" rtl="0">
                        <a:spcBef>
                          <a:spcPts val="0"/>
                        </a:spcBef>
                        <a:spcAft>
                          <a:spcPts val="0"/>
                        </a:spcAft>
                        <a:buNone/>
                      </a:pPr>
                      <a:r>
                        <a:rPr lang="en-US" sz="800" b="1" dirty="0"/>
                        <a:t>GUKDO x H</a:t>
                      </a:r>
                    </a:p>
                    <a:p>
                      <a:pPr marL="0" marR="0" lvl="0" indent="0" algn="ctr" rtl="0">
                        <a:spcBef>
                          <a:spcPts val="0"/>
                        </a:spcBef>
                        <a:spcAft>
                          <a:spcPts val="0"/>
                        </a:spcAft>
                        <a:buNone/>
                      </a:pPr>
                      <a:r>
                        <a:rPr lang="en-US" sz="800" b="1" dirty="0"/>
                        <a:t>GUKDO x C</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p>
                  </a:txBody>
                  <a:tcPr marL="36000" marR="36000" marT="36000" marB="36000" anchor="ctr"/>
                </a:tc>
                <a:tc>
                  <a:txBody>
                    <a:bodyPr/>
                    <a:lstStyle/>
                    <a:p>
                      <a:pPr marL="0" marR="0" lvl="0" indent="0" algn="ctr" rtl="0">
                        <a:spcBef>
                          <a:spcPts val="0"/>
                        </a:spcBef>
                        <a:spcAft>
                          <a:spcPts val="0"/>
                        </a:spcAft>
                        <a:buNone/>
                      </a:pPr>
                      <a:r>
                        <a:rPr lang="en-US" sz="800" b="1" dirty="0"/>
                        <a:t>GUKDO 180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99185289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7DFC2490-6BDE-7BCC-9F74-980E2C791849}"/>
            </a:ext>
          </a:extLst>
        </p:cNvPr>
        <p:cNvGrpSpPr/>
        <p:nvPr/>
      </p:nvGrpSpPr>
      <p:grpSpPr>
        <a:xfrm>
          <a:off x="0" y="0"/>
          <a:ext cx="0" cy="0"/>
          <a:chOff x="0" y="0"/>
          <a:chExt cx="0" cy="0"/>
        </a:xfrm>
      </p:grpSpPr>
      <p:graphicFrame>
        <p:nvGraphicFramePr>
          <p:cNvPr id="273" name="Google Shape;273;p16">
            <a:extLst>
              <a:ext uri="{FF2B5EF4-FFF2-40B4-BE49-F238E27FC236}">
                <a16:creationId xmlns:a16="http://schemas.microsoft.com/office/drawing/2014/main" id="{20050819-98C3-72D8-0141-1B62F5BE81D6}"/>
              </a:ext>
            </a:extLst>
          </p:cNvPr>
          <p:cNvGraphicFramePr/>
          <p:nvPr>
            <p:extLst>
              <p:ext uri="{D42A27DB-BD31-4B8C-83A1-F6EECF244321}">
                <p14:modId xmlns:p14="http://schemas.microsoft.com/office/powerpoint/2010/main" val="3664685500"/>
              </p:ext>
            </p:extLst>
          </p:nvPr>
        </p:nvGraphicFramePr>
        <p:xfrm>
          <a:off x="4410" y="3600286"/>
          <a:ext cx="2305886" cy="1946485"/>
        </p:xfrm>
        <a:graphic>
          <a:graphicData uri="http://schemas.openxmlformats.org/drawingml/2006/table">
            <a:tbl>
              <a:tblPr firstRow="1" bandRow="1">
                <a:noFill/>
                <a:tableStyleId>{A521BE36-7E6F-4EC9-8D66-1CF97A6895EC}</a:tableStyleId>
              </a:tblPr>
              <a:tblGrid>
                <a:gridCol w="419660">
                  <a:extLst>
                    <a:ext uri="{9D8B030D-6E8A-4147-A177-3AD203B41FA5}">
                      <a16:colId xmlns:a16="http://schemas.microsoft.com/office/drawing/2014/main" val="20000"/>
                    </a:ext>
                  </a:extLst>
                </a:gridCol>
                <a:gridCol w="618434">
                  <a:extLst>
                    <a:ext uri="{9D8B030D-6E8A-4147-A177-3AD203B41FA5}">
                      <a16:colId xmlns:a16="http://schemas.microsoft.com/office/drawing/2014/main" val="20001"/>
                    </a:ext>
                  </a:extLst>
                </a:gridCol>
                <a:gridCol w="733287">
                  <a:extLst>
                    <a:ext uri="{9D8B030D-6E8A-4147-A177-3AD203B41FA5}">
                      <a16:colId xmlns:a16="http://schemas.microsoft.com/office/drawing/2014/main" val="1384067485"/>
                    </a:ext>
                  </a:extLst>
                </a:gridCol>
                <a:gridCol w="534505">
                  <a:extLst>
                    <a:ext uri="{9D8B030D-6E8A-4147-A177-3AD203B41FA5}">
                      <a16:colId xmlns:a16="http://schemas.microsoft.com/office/drawing/2014/main" val="20005"/>
                    </a:ext>
                  </a:extLst>
                </a:gridCol>
              </a:tblGrid>
              <a:tr h="346592">
                <a:tc gridSpan="4">
                  <a:txBody>
                    <a:bodyPr/>
                    <a:lstStyle/>
                    <a:p>
                      <a:pPr marL="0" marR="0" lvl="0" indent="0" algn="ctr" rtl="0">
                        <a:spcBef>
                          <a:spcPts val="0"/>
                        </a:spcBef>
                        <a:spcAft>
                          <a:spcPts val="0"/>
                        </a:spcAft>
                        <a:buNone/>
                      </a:pPr>
                      <a:r>
                        <a:rPr lang="en-US" sz="800" dirty="0"/>
                        <a:t>BNE </a:t>
                      </a:r>
                      <a:r>
                        <a:rPr lang="en-US" sz="800" dirty="0">
                          <a:solidFill>
                            <a:srgbClr val="00B0F0"/>
                          </a:solidFill>
                        </a:rPr>
                        <a:t>[016/196]</a:t>
                      </a:r>
                      <a:r>
                        <a:rPr lang="en-US" sz="800" dirty="0"/>
                        <a:t> UTC+10 TL110 </a:t>
                      </a:r>
                      <a:r>
                        <a:rPr lang="en-US" sz="600" b="1" dirty="0">
                          <a:solidFill>
                            <a:srgbClr val="92D050"/>
                          </a:solidFill>
                        </a:rPr>
                        <a:t>Ref ALT A/P VBCG LD WT</a:t>
                      </a:r>
                      <a:endParaRPr lang="en-US" sz="800" b="1" dirty="0">
                        <a:solidFill>
                          <a:srgbClr val="92D050"/>
                        </a:solidFill>
                      </a:endParaRPr>
                    </a:p>
                    <a:p>
                      <a:pPr marL="0" marR="0" lvl="0" indent="0" algn="ctr" rtl="0">
                        <a:spcBef>
                          <a:spcPts val="0"/>
                        </a:spcBef>
                        <a:spcAft>
                          <a:spcPts val="0"/>
                        </a:spcAft>
                        <a:buNone/>
                      </a:pPr>
                      <a:r>
                        <a:rPr lang="en-US" sz="800" dirty="0">
                          <a:solidFill>
                            <a:srgbClr val="FFC000"/>
                          </a:solidFill>
                        </a:rPr>
                        <a:t>REF SPD REST in CHART, CHK PRM Procedure</a:t>
                      </a:r>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47003">
                <a:tc>
                  <a:txBody>
                    <a:bodyPr/>
                    <a:lstStyle/>
                    <a:p>
                      <a:pPr marL="0" marR="0" lvl="0" indent="0" algn="ctr" rtl="0">
                        <a:spcBef>
                          <a:spcPts val="0"/>
                        </a:spcBef>
                        <a:spcAft>
                          <a:spcPts val="0"/>
                        </a:spcAft>
                        <a:buNone/>
                      </a:pPr>
                      <a:r>
                        <a:rPr lang="en-US" sz="800" b="1" dirty="0"/>
                        <a:t>01L</a:t>
                      </a:r>
                      <a:r>
                        <a:rPr lang="en-US" sz="800" b="0" dirty="0"/>
                        <a:t>/R</a:t>
                      </a:r>
                      <a:endParaRPr sz="800" b="0" dirty="0"/>
                    </a:p>
                  </a:txBody>
                  <a:tcPr marL="0" marR="0" marT="36000" marB="36000" anchor="ctr"/>
                </a:tc>
                <a:tc rowSpan="2">
                  <a:txBody>
                    <a:bodyPr/>
                    <a:lstStyle/>
                    <a:p>
                      <a:pPr marL="0" marR="0" lvl="0" indent="0" algn="ctr" rtl="0">
                        <a:spcBef>
                          <a:spcPts val="0"/>
                        </a:spcBef>
                        <a:spcAft>
                          <a:spcPts val="0"/>
                        </a:spcAft>
                        <a:buNone/>
                      </a:pPr>
                      <a:r>
                        <a:rPr lang="en-US" sz="800" b="1" dirty="0"/>
                        <a:t>SMOKA x A</a:t>
                      </a:r>
                      <a:endParaRPr lang="en-US" sz="800" b="0" dirty="0"/>
                    </a:p>
                  </a:txBody>
                  <a:tcPr marL="0" marR="0" marT="36000" marB="36000" anchor="ctr"/>
                </a:tc>
                <a:tc>
                  <a:txBody>
                    <a:bodyPr/>
                    <a:lstStyle/>
                    <a:p>
                      <a:pPr marL="0" marR="0" lvl="0" indent="0" algn="ctr" rtl="0">
                        <a:spcBef>
                          <a:spcPts val="0"/>
                        </a:spcBef>
                        <a:spcAft>
                          <a:spcPts val="0"/>
                        </a:spcAft>
                        <a:buNone/>
                      </a:pPr>
                      <a:r>
                        <a:rPr lang="en-US" altLang="ko-Kore-KR" sz="800" b="1" dirty="0"/>
                        <a:t>TANIK</a:t>
                      </a:r>
                      <a:r>
                        <a:rPr lang="en-US" altLang="ko-Kore-KR" sz="800" b="0" dirty="0"/>
                        <a:t>/GLENN</a:t>
                      </a:r>
                      <a:endParaRPr lang="en-US" sz="800" b="0" dirty="0"/>
                    </a:p>
                  </a:txBody>
                  <a:tcPr marL="0" marR="0" marT="36000" marB="36000" anchor="ctr"/>
                </a:tc>
                <a:tc>
                  <a:txBody>
                    <a:bodyPr/>
                    <a:lstStyle/>
                    <a:p>
                      <a:pPr marL="0" marR="0" lvl="0" indent="0" algn="ctr" rtl="0">
                        <a:spcBef>
                          <a:spcPts val="0"/>
                        </a:spcBef>
                        <a:spcAft>
                          <a:spcPts val="0"/>
                        </a:spcAft>
                        <a:buNone/>
                      </a:pPr>
                      <a:r>
                        <a:rPr lang="en-US" sz="800" b="0" dirty="0">
                          <a:solidFill>
                            <a:schemeClr val="dk1"/>
                          </a:solidFill>
                        </a:rPr>
                        <a:t>ILS </a:t>
                      </a:r>
                      <a:r>
                        <a:rPr lang="en-US" sz="800" b="1" dirty="0">
                          <a:solidFill>
                            <a:schemeClr val="dk1"/>
                          </a:solidFill>
                        </a:rPr>
                        <a:t>01L</a:t>
                      </a:r>
                      <a:r>
                        <a:rPr lang="en-US" sz="800" b="0" dirty="0">
                          <a:solidFill>
                            <a:schemeClr val="dk1"/>
                          </a:solidFill>
                        </a:rPr>
                        <a:t>/R</a:t>
                      </a:r>
                      <a:endParaRPr sz="800" b="0" dirty="0">
                        <a:solidFill>
                          <a:srgbClr val="0070C0"/>
                        </a:solidFill>
                      </a:endParaRPr>
                    </a:p>
                  </a:txBody>
                  <a:tcPr marL="0" marR="0" marT="36000" marB="36000" anchor="ctr"/>
                </a:tc>
                <a:extLst>
                  <a:ext uri="{0D108BD9-81ED-4DB2-BD59-A6C34878D82A}">
                    <a16:rowId xmlns:a16="http://schemas.microsoft.com/office/drawing/2014/main" val="10001"/>
                  </a:ext>
                </a:extLst>
              </a:tr>
              <a:tr h="147003">
                <a:tc>
                  <a:txBody>
                    <a:bodyPr/>
                    <a:lstStyle/>
                    <a:p>
                      <a:pPr marL="0" marR="0" lvl="0" indent="0" algn="ctr" rtl="0">
                        <a:spcBef>
                          <a:spcPts val="0"/>
                        </a:spcBef>
                        <a:spcAft>
                          <a:spcPts val="0"/>
                        </a:spcAft>
                        <a:buNone/>
                      </a:pPr>
                      <a:r>
                        <a:rPr lang="en-US" sz="800" b="1" dirty="0"/>
                        <a:t>19R</a:t>
                      </a:r>
                      <a:r>
                        <a:rPr lang="en-US" sz="800" b="0" dirty="0">
                          <a:solidFill>
                            <a:srgbClr val="0070C0"/>
                          </a:solidFill>
                        </a:rPr>
                        <a:t>/L</a:t>
                      </a:r>
                      <a:endParaRPr sz="800" b="0" dirty="0">
                        <a:solidFill>
                          <a:srgbClr val="0070C0"/>
                        </a:solidFill>
                      </a:endParaRPr>
                    </a:p>
                  </a:txBody>
                  <a:tcPr marL="0" marR="0" marT="36000" marB="36000" anchor="ctr"/>
                </a:tc>
                <a:tc vMerge="1">
                  <a:txBody>
                    <a:bodyPr/>
                    <a:lstStyle/>
                    <a:p>
                      <a:endParaRPr dirty="0"/>
                    </a:p>
                  </a:txBody>
                  <a:tcPr marL="0" marR="0" marT="36000" marB="36000" anchor="ctr"/>
                </a:tc>
                <a:tc>
                  <a:txBody>
                    <a:bodyPr/>
                    <a:lstStyle/>
                    <a:p>
                      <a:pPr marL="0" marR="0" lvl="0" indent="0" algn="ctr" rtl="0">
                        <a:spcBef>
                          <a:spcPts val="0"/>
                        </a:spcBef>
                        <a:spcAft>
                          <a:spcPts val="0"/>
                        </a:spcAft>
                        <a:buNone/>
                      </a:pPr>
                      <a:r>
                        <a:rPr lang="en-US" altLang="ko-Kore-KR" sz="800" b="1" dirty="0"/>
                        <a:t>OSOKO</a:t>
                      </a:r>
                      <a:r>
                        <a:rPr lang="en-US" altLang="ko-Kore-KR" sz="800" b="0" dirty="0"/>
                        <a:t>/BETSO</a:t>
                      </a:r>
                    </a:p>
                  </a:txBody>
                  <a:tcPr marL="0" marR="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ILS </a:t>
                      </a: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19R</a:t>
                      </a: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/L</a:t>
                      </a:r>
                    </a:p>
                  </a:txBody>
                  <a:tcPr marL="0" marR="0" marT="36000" marB="36000" anchor="ctr"/>
                </a:tc>
                <a:extLst>
                  <a:ext uri="{0D108BD9-81ED-4DB2-BD59-A6C34878D82A}">
                    <a16:rowId xmlns:a16="http://schemas.microsoft.com/office/drawing/2014/main" val="10002"/>
                  </a:ext>
                </a:extLst>
              </a:tr>
              <a:tr h="151942">
                <a:tc>
                  <a:txBody>
                    <a:bodyPr/>
                    <a:lstStyle/>
                    <a:p>
                      <a:pPr marL="0" marR="0" lvl="0" indent="0" algn="ctr" rtl="0">
                        <a:spcBef>
                          <a:spcPts val="0"/>
                        </a:spcBef>
                        <a:spcAft>
                          <a:spcPts val="0"/>
                        </a:spcAft>
                        <a:buNone/>
                      </a:pPr>
                      <a:r>
                        <a:rPr lang="en-US" sz="800" b="1" dirty="0">
                          <a:solidFill>
                            <a:schemeClr val="tx1"/>
                          </a:solidFill>
                        </a:rPr>
                        <a:t>NAV</a:t>
                      </a:r>
                      <a:endParaRPr sz="800" b="1" dirty="0">
                        <a:solidFill>
                          <a:schemeClr val="tx1"/>
                        </a:solidFill>
                      </a:endParaRPr>
                    </a:p>
                  </a:txBody>
                  <a:tcPr marL="0" marR="0" marT="36000" marB="36000" anchor="ctr">
                    <a:solidFill>
                      <a:schemeClr val="accent1"/>
                    </a:solidFill>
                  </a:tcPr>
                </a:tc>
                <a:tc gridSpan="3">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800" b="0" dirty="0">
                          <a:solidFill>
                            <a:srgbClr val="0070C0"/>
                          </a:solidFill>
                        </a:rPr>
                        <a:t> BN, </a:t>
                      </a:r>
                      <a:r>
                        <a:rPr lang="en-US" sz="800" b="1" dirty="0">
                          <a:solidFill>
                            <a:srgbClr val="C00000"/>
                          </a:solidFill>
                        </a:rPr>
                        <a:t>01L IBN, 19R IBE, 01R IBA, 19L IBS</a:t>
                      </a:r>
                      <a:endParaRPr lang="en-US" altLang="ko-Kore-KR" sz="800" b="0" dirty="0">
                        <a:solidFill>
                          <a:srgbClr val="7030A0"/>
                        </a:solidFill>
                      </a:endParaRPr>
                    </a:p>
                  </a:txBody>
                  <a:tcPr marL="0" marR="0" marT="36000" marB="36000" anchor="ctr"/>
                </a:tc>
                <a:tc hMerge="1">
                  <a:txBody>
                    <a:bodyPr/>
                    <a:lstStyle/>
                    <a:p>
                      <a:pPr marL="0" marR="0" lvl="0" indent="0" algn="ctr" rtl="0">
                        <a:spcBef>
                          <a:spcPts val="0"/>
                        </a:spcBef>
                        <a:spcAft>
                          <a:spcPts val="0"/>
                        </a:spcAft>
                        <a:buNone/>
                      </a:pPr>
                      <a:endParaRPr lang="en-US" sz="800" b="0" dirty="0"/>
                    </a:p>
                  </a:txBody>
                  <a:tcPr marL="0" marR="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ko-Kore-KR" sz="800" b="0" i="0" u="none" strike="noStrike" kern="0" cap="none" spc="0" normalizeH="0" baseline="0" noProof="0" dirty="0">
                        <a:ln>
                          <a:noFill/>
                        </a:ln>
                        <a:solidFill>
                          <a:srgbClr val="0070C0"/>
                        </a:solidFill>
                        <a:effectLst/>
                        <a:uLnTx/>
                        <a:uFillTx/>
                        <a:latin typeface="Calibri"/>
                        <a:cs typeface="Calibri"/>
                        <a:sym typeface="Arial"/>
                      </a:endParaRPr>
                    </a:p>
                  </a:txBody>
                  <a:tcPr marL="0" marR="0" marT="36000" marB="36000" anchor="ctr"/>
                </a:tc>
                <a:extLst>
                  <a:ext uri="{0D108BD9-81ED-4DB2-BD59-A6C34878D82A}">
                    <a16:rowId xmlns:a16="http://schemas.microsoft.com/office/drawing/2014/main" val="3028911343"/>
                  </a:ext>
                </a:extLst>
              </a:tr>
              <a:tr h="151942">
                <a:tc>
                  <a:txBody>
                    <a:bodyPr/>
                    <a:lstStyle/>
                    <a:p>
                      <a:pPr marL="0" marR="0" lvl="0" indent="0" algn="ctr" rtl="0">
                        <a:spcBef>
                          <a:spcPts val="0"/>
                        </a:spcBef>
                        <a:spcAft>
                          <a:spcPts val="0"/>
                        </a:spcAft>
                        <a:buNone/>
                      </a:pPr>
                      <a:r>
                        <a:rPr lang="en-US" sz="800" b="1" dirty="0">
                          <a:solidFill>
                            <a:schemeClr val="tx1"/>
                          </a:solidFill>
                        </a:rPr>
                        <a:t>FIX</a:t>
                      </a:r>
                      <a:endParaRPr sz="800" b="1" dirty="0">
                        <a:solidFill>
                          <a:schemeClr val="tx1"/>
                        </a:solidFill>
                      </a:endParaRPr>
                    </a:p>
                  </a:txBody>
                  <a:tcPr marL="0" marR="0" marT="36000" marB="36000" anchor="ctr">
                    <a:solidFill>
                      <a:schemeClr val="accent1"/>
                    </a:solidFill>
                  </a:tcPr>
                </a:tc>
                <a:tc gridSpan="3">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altLang="ko-Kore-KR" sz="800" b="0" dirty="0">
                          <a:solidFill>
                            <a:schemeClr val="bg1"/>
                          </a:solidFill>
                        </a:rPr>
                        <a:t> RW xx : /5(160-150kts) </a:t>
                      </a:r>
                      <a:r>
                        <a:rPr lang="en-US" altLang="ko-Kore-KR" sz="800" b="0" dirty="0">
                          <a:solidFill>
                            <a:srgbClr val="0070C0"/>
                          </a:solidFill>
                        </a:rPr>
                        <a:t>into FIX Avail</a:t>
                      </a:r>
                    </a:p>
                  </a:txBody>
                  <a:tcPr marL="0" marR="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2522701649"/>
                  </a:ext>
                </a:extLst>
              </a:tr>
              <a:tr h="331848">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R" sz="800" b="1" dirty="0">
                          <a:solidFill>
                            <a:schemeClr val="dk1"/>
                          </a:solidFill>
                        </a:rPr>
                        <a:t>01L : </a:t>
                      </a:r>
                      <a:r>
                        <a:rPr lang="en-US" altLang="ko-Kore-KR" sz="800" b="1" dirty="0">
                          <a:solidFill>
                            <a:schemeClr val="dk1"/>
                          </a:solidFill>
                        </a:rPr>
                        <a:t>T6(6243’), </a:t>
                      </a:r>
                      <a:r>
                        <a:rPr lang="en-US" altLang="ko-KR" sz="800" b="1" dirty="0">
                          <a:solidFill>
                            <a:srgbClr val="0070C0"/>
                          </a:solidFill>
                        </a:rPr>
                        <a:t>T4</a:t>
                      </a:r>
                      <a:r>
                        <a:rPr lang="en-US" sz="800" b="1" dirty="0">
                          <a:solidFill>
                            <a:srgbClr val="0070C0"/>
                          </a:solidFill>
                        </a:rPr>
                        <a:t>(7598’)</a:t>
                      </a:r>
                      <a:r>
                        <a:rPr lang="en-US" sz="800" b="1" dirty="0">
                          <a:solidFill>
                            <a:schemeClr val="dk1"/>
                          </a:solidFill>
                        </a:rPr>
                        <a:t>, 19R : T9(6246’), </a:t>
                      </a:r>
                      <a:r>
                        <a:rPr lang="en-US" sz="800" b="1" dirty="0">
                          <a:solidFill>
                            <a:srgbClr val="0070C0"/>
                          </a:solidFill>
                        </a:rPr>
                        <a:t>T11(7595’)</a:t>
                      </a:r>
                    </a:p>
                    <a:p>
                      <a:pPr marL="0" marR="0" lvl="0" indent="0" algn="ctr" defTabSz="116449" rtl="0" eaLnBrk="1" fontAlgn="auto" latinLnBrk="0" hangingPunct="1">
                        <a:lnSpc>
                          <a:spcPct val="100000"/>
                        </a:lnSpc>
                        <a:spcBef>
                          <a:spcPts val="0"/>
                        </a:spcBef>
                        <a:spcAft>
                          <a:spcPts val="0"/>
                        </a:spcAft>
                        <a:buClr>
                          <a:schemeClr val="dk1"/>
                        </a:buClr>
                        <a:buSzPts val="800"/>
                        <a:buFont typeface="Calibri"/>
                        <a:buNone/>
                        <a:tabLst/>
                        <a:defRPr/>
                      </a:pPr>
                      <a:r>
                        <a:rPr lang="en-US" altLang="ko-KR" sz="800" b="1" dirty="0">
                          <a:solidFill>
                            <a:schemeClr val="dk1"/>
                          </a:solidFill>
                        </a:rPr>
                        <a:t>01R : </a:t>
                      </a:r>
                      <a:r>
                        <a:rPr lang="en-US" altLang="ko-KR" sz="800" b="1" dirty="0">
                          <a:solidFill>
                            <a:srgbClr val="0070C0"/>
                          </a:solidFill>
                        </a:rPr>
                        <a:t>A4(7043’), A3(8579’)</a:t>
                      </a:r>
                      <a:r>
                        <a:rPr lang="en-US" altLang="ko-KR" sz="800" b="1" dirty="0">
                          <a:solidFill>
                            <a:schemeClr val="dk1"/>
                          </a:solidFill>
                        </a:rPr>
                        <a:t>,</a:t>
                      </a:r>
                      <a:r>
                        <a:rPr lang="en-US" altLang="ko-Kore-KR" sz="800" b="1" dirty="0">
                          <a:solidFill>
                            <a:schemeClr val="dk1"/>
                          </a:solidFill>
                        </a:rPr>
                        <a:t> 19L : A6(5620’), </a:t>
                      </a:r>
                      <a:r>
                        <a:rPr lang="en-US" altLang="ko-Kore-KR" sz="800" b="1" dirty="0">
                          <a:solidFill>
                            <a:srgbClr val="0070C0"/>
                          </a:solidFill>
                        </a:rPr>
                        <a:t>A7(8477’) </a:t>
                      </a:r>
                      <a:endParaRPr lang="en-US" altLang="ko-Kore-KR" sz="800" b="1" dirty="0">
                        <a:solidFill>
                          <a:srgbClr val="7030A0"/>
                        </a:solidFill>
                      </a:endParaRP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Prefer Exit Unable ATC, </a:t>
                      </a:r>
                      <a:r>
                        <a:rPr lang="en-US" sz="800" b="1" dirty="0">
                          <a:solidFill>
                            <a:srgbClr val="00B050"/>
                          </a:solidFill>
                        </a:rPr>
                        <a:t>min REV TH, </a:t>
                      </a:r>
                      <a:r>
                        <a:rPr lang="en-US" sz="800" b="1" dirty="0">
                          <a:solidFill>
                            <a:srgbClr val="C00000"/>
                          </a:solidFill>
                        </a:rPr>
                        <a:t>T5, T10 No Exit</a:t>
                      </a:r>
                      <a:endParaRPr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6"/>
                  </a:ext>
                </a:extLst>
              </a:tr>
              <a:tr h="386453">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b="1" dirty="0">
                          <a:solidFill>
                            <a:srgbClr val="0070C0"/>
                          </a:solidFill>
                        </a:rPr>
                        <a:t>TWY B for L/D, TAXI with IDLE(Min PWR)</a:t>
                      </a:r>
                      <a:endParaRPr lang="en-US" sz="800" b="1" dirty="0">
                        <a:solidFill>
                          <a:schemeClr val="bg1"/>
                        </a:solidFill>
                      </a:endParaRPr>
                    </a:p>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bg1"/>
                          </a:solidFill>
                        </a:rPr>
                        <a:t>Short Ramp-In Lead Line, Slow Down before Turning</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74" name="Google Shape;274;p16">
            <a:extLst>
              <a:ext uri="{FF2B5EF4-FFF2-40B4-BE49-F238E27FC236}">
                <a16:creationId xmlns:a16="http://schemas.microsoft.com/office/drawing/2014/main" id="{9C385F34-1593-B545-C9F1-C685A06BFB89}"/>
              </a:ext>
            </a:extLst>
          </p:cNvPr>
          <p:cNvGraphicFramePr/>
          <p:nvPr>
            <p:extLst>
              <p:ext uri="{D42A27DB-BD31-4B8C-83A1-F6EECF244321}">
                <p14:modId xmlns:p14="http://schemas.microsoft.com/office/powerpoint/2010/main" val="2835958381"/>
              </p:ext>
            </p:extLst>
          </p:nvPr>
        </p:nvGraphicFramePr>
        <p:xfrm>
          <a:off x="-2501" y="16505"/>
          <a:ext cx="2328850" cy="601619"/>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02471">
                <a:tc>
                  <a:txBody>
                    <a:bodyPr/>
                    <a:lstStyle/>
                    <a:p>
                      <a:pPr marL="0" marR="0" lvl="0" indent="0" algn="ctr" rtl="0">
                        <a:spcBef>
                          <a:spcPts val="0"/>
                        </a:spcBef>
                        <a:spcAft>
                          <a:spcPts val="0"/>
                        </a:spcAft>
                        <a:buNone/>
                      </a:pPr>
                      <a:r>
                        <a:rPr lang="en-US" sz="1400" dirty="0">
                          <a:solidFill>
                            <a:schemeClr val="tx1"/>
                          </a:solidFill>
                          <a:hlinkClick r:id="rId3">
                            <a:extLst>
                              <a:ext uri="{A12FA001-AC4F-418D-AE19-62706E023703}">
                                <ahyp:hlinkClr xmlns:ahyp="http://schemas.microsoft.com/office/drawing/2018/hyperlinkcolor" val="tx"/>
                              </a:ext>
                            </a:extLst>
                          </a:hlinkClick>
                        </a:rPr>
                        <a:t>RKSI(ICN) 23ft</a:t>
                      </a:r>
                      <a:endParaRPr sz="14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400" dirty="0">
                          <a:solidFill>
                            <a:schemeClr val="tx1"/>
                          </a:solidFill>
                          <a:hlinkClick r:id="rId4">
                            <a:extLst>
                              <a:ext uri="{A12FA001-AC4F-418D-AE19-62706E023703}">
                                <ahyp:hlinkClr xmlns:ahyp="http://schemas.microsoft.com/office/drawing/2018/hyperlinkcolor" val="tx"/>
                              </a:ext>
                            </a:extLst>
                          </a:hlinkClick>
                        </a:rPr>
                        <a:t>YBBN(BNE) 15ft</a:t>
                      </a:r>
                      <a:endParaRPr lang="en-US" altLang="ko-Kore-KR" sz="1400" dirty="0">
                        <a:solidFill>
                          <a:schemeClr val="tx1"/>
                        </a:solidFill>
                      </a:endParaRPr>
                    </a:p>
                  </a:txBody>
                  <a:tcPr marL="0" marR="0" marT="0" marB="0" anchor="ctr"/>
                </a:tc>
                <a:extLst>
                  <a:ext uri="{0D108BD9-81ED-4DB2-BD59-A6C34878D82A}">
                    <a16:rowId xmlns:a16="http://schemas.microsoft.com/office/drawing/2014/main" val="10000"/>
                  </a:ext>
                </a:extLst>
              </a:tr>
              <a:tr h="388259">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Menzies BNE 132.55</a:t>
                      </a:r>
                    </a:p>
                    <a:p>
                      <a:pPr marL="0" marR="0" lvl="0" indent="0" algn="ctr" rtl="0">
                        <a:spcBef>
                          <a:spcPts val="0"/>
                        </a:spcBef>
                        <a:spcAft>
                          <a:spcPts val="0"/>
                        </a:spcAft>
                        <a:buNone/>
                      </a:pPr>
                      <a:r>
                        <a:rPr lang="en-US" sz="900" b="1" dirty="0">
                          <a:solidFill>
                            <a:srgbClr val="7030A0"/>
                          </a:solidFill>
                        </a:rPr>
                        <a:t>Stand 78-85</a:t>
                      </a:r>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E00CDA83-42B9-165E-A7D4-76C395587F79}"/>
              </a:ext>
            </a:extLst>
          </p:cNvPr>
          <p:cNvSpPr txBox="1"/>
          <p:nvPr/>
        </p:nvSpPr>
        <p:spPr>
          <a:xfrm>
            <a:off x="-68271" y="2747513"/>
            <a:ext cx="2161169" cy="855482"/>
          </a:xfrm>
          <a:prstGeom prst="rect">
            <a:avLst/>
          </a:prstGeom>
          <a:noFill/>
        </p:spPr>
        <p:txBody>
          <a:bodyPr wrap="none" tIns="36000" bIns="36000" rtlCol="0" anchor="ctr">
            <a:spAutoFit/>
          </a:bodyPr>
          <a:lstStyle/>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CPDLC &amp; PSN Report </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RJJJ – KZAK(FIR) – AYPM(FIR) – YBBB(FIR)</a:t>
            </a:r>
          </a:p>
          <a:p>
            <a:pPr lvl="0">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(Cross GUM airspace 250NM 118.7, SQ2100)</a:t>
            </a:r>
          </a:p>
          <a:p>
            <a:pPr lvl="0">
              <a:lnSpc>
                <a:spcPct val="150000"/>
              </a:lnSpc>
            </a:pPr>
            <a:r>
              <a:rPr kumimoji="1" lang="en-US" altLang="ko-KR" sz="700" b="1" u="sng" dirty="0">
                <a:latin typeface="Gulim" panose="020B0600000101010101" pitchFamily="34" charset="-127"/>
                <a:ea typeface="Gulim" panose="020B0600000101010101" pitchFamily="34" charset="-127"/>
              </a:rPr>
              <a:t>FIR PSN Report Caution </a:t>
            </a:r>
            <a:r>
              <a:rPr kumimoji="1" lang="en-US" altLang="ko-KR" sz="700" b="1" u="sng" dirty="0" err="1">
                <a:latin typeface="Gulim" panose="020B0600000101010101" pitchFamily="34" charset="-127"/>
                <a:ea typeface="Gulim" panose="020B0600000101010101" pitchFamily="34" charset="-127"/>
              </a:rPr>
              <a:t>Wx</a:t>
            </a:r>
            <a:r>
              <a:rPr kumimoji="1" lang="en-US" altLang="ko-KR" sz="700" b="1" u="sng" dirty="0">
                <a:latin typeface="Gulim" panose="020B0600000101010101" pitchFamily="34" charset="-127"/>
                <a:ea typeface="Gulim" panose="020B0600000101010101" pitchFamily="34" charset="-127"/>
              </a:rPr>
              <a:t> DEV Sequence</a:t>
            </a:r>
          </a:p>
          <a:p>
            <a:pPr lvl="0">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EC4CB507-B522-8A02-EAE3-1089BCCA8648}"/>
              </a:ext>
            </a:extLst>
          </p:cNvPr>
          <p:cNvSpPr/>
          <p:nvPr/>
        </p:nvSpPr>
        <p:spPr>
          <a:xfrm>
            <a:off x="827286" y="264884"/>
            <a:ext cx="644531" cy="276999"/>
          </a:xfrm>
          <a:prstGeom prst="rect">
            <a:avLst/>
          </a:prstGeom>
          <a:noFill/>
        </p:spPr>
        <p:txBody>
          <a:bodyPr wrap="square" lIns="0" tIns="0" rIns="0" bIns="0">
            <a:spAutoFit/>
          </a:bodyPr>
          <a:lstStyle/>
          <a:p>
            <a:pPr algn="ctr"/>
            <a:r>
              <a:rPr lang="en-US" altLang="ko-KR" sz="1800" b="1" cap="none" spc="0" dirty="0">
                <a:ln w="0"/>
                <a:solidFill>
                  <a:srgbClr val="FFC00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FFC00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00E2F9D4-DB61-192A-25B1-F550F4993067}"/>
              </a:ext>
            </a:extLst>
          </p:cNvPr>
          <p:cNvGraphicFramePr/>
          <p:nvPr/>
        </p:nvGraphicFramePr>
        <p:xfrm>
          <a:off x="1" y="60723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xE/A</a:t>
                      </a:r>
                      <a:endParaRPr sz="800" b="1">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5500/ATC </a:t>
                      </a:r>
                      <a:r>
                        <a:rPr lang="en-US" sz="800" b="1" dirty="0">
                          <a:solidFill>
                            <a:srgbClr val="7030A0"/>
                          </a:solidFill>
                        </a:rPr>
                        <a:t>SPD 230/x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OSPOT xY</a:t>
                      </a:r>
                      <a:endParaRPr sz="80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 </a:t>
                      </a:r>
                      <a:r>
                        <a:rPr lang="en-US" sz="800" dirty="0">
                          <a:solidFill>
                            <a:srgbClr val="7030A0"/>
                          </a:solidFill>
                        </a:rPr>
                        <a:t>SPD 230</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OSPOT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OSPOT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4" name="그래픽 3" descr="집 Wi-Fi에서 작업 단색으로 채워진">
            <a:hlinkClick r:id="" action="ppaction://hlinkshowjump?jump=firstslide"/>
            <a:extLst>
              <a:ext uri="{FF2B5EF4-FFF2-40B4-BE49-F238E27FC236}">
                <a16:creationId xmlns:a16="http://schemas.microsoft.com/office/drawing/2014/main" id="{6EDB8CF7-4F7D-9EA3-71B0-31F64BCD33D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49787"/>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30358816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0B89C848-5E49-47F1-1E84-75A3E9238A4C}"/>
            </a:ext>
          </a:extLst>
        </p:cNvPr>
        <p:cNvGrpSpPr/>
        <p:nvPr/>
      </p:nvGrpSpPr>
      <p:grpSpPr>
        <a:xfrm>
          <a:off x="0" y="0"/>
          <a:ext cx="0" cy="0"/>
          <a:chOff x="0" y="0"/>
          <a:chExt cx="0" cy="0"/>
        </a:xfrm>
      </p:grpSpPr>
      <p:graphicFrame>
        <p:nvGraphicFramePr>
          <p:cNvPr id="402" name="Google Shape;402;p31">
            <a:extLst>
              <a:ext uri="{FF2B5EF4-FFF2-40B4-BE49-F238E27FC236}">
                <a16:creationId xmlns:a16="http://schemas.microsoft.com/office/drawing/2014/main" id="{26EE1A28-C89F-1A78-E663-E19650C6F6AD}"/>
              </a:ext>
            </a:extLst>
          </p:cNvPr>
          <p:cNvGraphicFramePr/>
          <p:nvPr>
            <p:extLst>
              <p:ext uri="{D42A27DB-BD31-4B8C-83A1-F6EECF244321}">
                <p14:modId xmlns:p14="http://schemas.microsoft.com/office/powerpoint/2010/main" val="3259944243"/>
              </p:ext>
            </p:extLst>
          </p:nvPr>
        </p:nvGraphicFramePr>
        <p:xfrm>
          <a:off x="0" y="3"/>
          <a:ext cx="2328875" cy="5524800"/>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191614">
                <a:tc>
                  <a:txBody>
                    <a:bodyPr/>
                    <a:lstStyle/>
                    <a:p>
                      <a:pPr marL="0" marR="0" lvl="0" indent="0" algn="l" rtl="0">
                        <a:spcBef>
                          <a:spcPts val="0"/>
                        </a:spcBef>
                        <a:spcAft>
                          <a:spcPts val="0"/>
                        </a:spcAft>
                        <a:buNone/>
                      </a:pPr>
                      <a:r>
                        <a:rPr lang="en-US" sz="1000" dirty="0">
                          <a:latin typeface="+mn-lt"/>
                        </a:rPr>
                        <a:t>EDTO Procedure</a:t>
                      </a:r>
                      <a:endParaRPr sz="1000" dirty="0">
                        <a:solidFill>
                          <a:srgbClr val="C00000"/>
                        </a:solidFill>
                        <a:latin typeface="+mn-lt"/>
                      </a:endParaRPr>
                    </a:p>
                  </a:txBody>
                  <a:tcPr marL="36000" marR="36000" marT="36000" marB="36000"/>
                </a:tc>
                <a:extLst>
                  <a:ext uri="{0D108BD9-81ED-4DB2-BD59-A6C34878D82A}">
                    <a16:rowId xmlns:a16="http://schemas.microsoft.com/office/drawing/2014/main" val="10000"/>
                  </a:ext>
                </a:extLst>
              </a:tr>
              <a:tr h="881322">
                <a:tc>
                  <a:txBody>
                    <a:bodyPr/>
                    <a:lstStyle/>
                    <a:p>
                      <a:pPr marL="0" marR="0" lvl="0" indent="0" algn="l" rtl="0">
                        <a:lnSpc>
                          <a:spcPct val="100000"/>
                        </a:lnSpc>
                        <a:spcBef>
                          <a:spcPts val="0"/>
                        </a:spcBef>
                        <a:spcAft>
                          <a:spcPts val="0"/>
                        </a:spcAft>
                        <a:buNone/>
                      </a:pPr>
                      <a:r>
                        <a:rPr lang="en-US" sz="900" b="1" dirty="0">
                          <a:solidFill>
                            <a:srgbClr val="0070C0"/>
                          </a:solidFill>
                          <a:latin typeface="+mn-lt"/>
                        </a:rPr>
                        <a:t>PREFLIGHT</a:t>
                      </a:r>
                    </a:p>
                    <a:p>
                      <a:pPr algn="l"/>
                      <a:r>
                        <a:rPr kumimoji="0" lang="en-US" altLang="ko-Kore-KR" sz="700" b="1" i="0" u="none" strike="noStrike" kern="0" cap="none" spc="0" normalizeH="0" baseline="0" noProof="0" dirty="0">
                          <a:ln>
                            <a:noFill/>
                          </a:ln>
                          <a:solidFill>
                            <a:srgbClr val="00B050"/>
                          </a:solidFill>
                          <a:effectLst/>
                          <a:uLnTx/>
                          <a:uFillTx/>
                          <a:latin typeface="Arial"/>
                          <a:cs typeface="Calibri"/>
                          <a:sym typeface="Arial"/>
                        </a:rPr>
                        <a:t>Apply </a:t>
                      </a:r>
                      <a:r>
                        <a:rPr lang="en-US" altLang="ko-Kore-KR" sz="700" b="1" i="0" u="none" strike="noStrike" dirty="0">
                          <a:solidFill>
                            <a:srgbClr val="00B050"/>
                          </a:solidFill>
                          <a:effectLst/>
                          <a:latin typeface="Lato" panose="020F0502020204030203" pitchFamily="34" charset="0"/>
                        </a:rPr>
                        <a:t>Alternate Airport IFR </a:t>
                      </a:r>
                      <a:r>
                        <a:rPr lang="en-US" altLang="ko-Kore-KR" sz="700" b="1" i="0" u="none" strike="noStrike" dirty="0" err="1">
                          <a:solidFill>
                            <a:srgbClr val="00B050"/>
                          </a:solidFill>
                          <a:effectLst/>
                          <a:latin typeface="Lato" panose="020F0502020204030203" pitchFamily="34" charset="0"/>
                        </a:rPr>
                        <a:t>Wx</a:t>
                      </a:r>
                      <a:r>
                        <a:rPr lang="en-US" altLang="ko-Kore-KR" sz="700" b="1" i="0" u="none" strike="noStrike" dirty="0">
                          <a:solidFill>
                            <a:srgbClr val="00B050"/>
                          </a:solidFill>
                          <a:effectLst/>
                          <a:latin typeface="Lato" panose="020F0502020204030203" pitchFamily="34" charset="0"/>
                        </a:rPr>
                        <a:t> Minima for Planning (Ops Pecs C055)</a:t>
                      </a:r>
                      <a:r>
                        <a:rPr lang="ko-KR" altLang="en-US" sz="700" b="1" i="0" u="none" strike="noStrike" dirty="0">
                          <a:solidFill>
                            <a:srgbClr val="00B050"/>
                          </a:solidFill>
                          <a:effectLst/>
                          <a:latin typeface="Lato" panose="020F0502020204030203" pitchFamily="34" charset="0"/>
                        </a:rPr>
                        <a:t> </a:t>
                      </a:r>
                      <a:r>
                        <a:rPr lang="en-US" altLang="ko-KR" sz="700" b="1" i="0" u="none" strike="noStrike" dirty="0">
                          <a:solidFill>
                            <a:srgbClr val="AA47F5"/>
                          </a:solidFill>
                          <a:effectLst/>
                          <a:latin typeface="Lato" panose="020F0502020204030203" pitchFamily="34" charset="0"/>
                        </a:rPr>
                        <a:t>-&gt;</a:t>
                      </a:r>
                      <a:r>
                        <a:rPr lang="ko-KR" altLang="en-US" sz="700" b="1" i="0" u="none" strike="noStrike" dirty="0">
                          <a:solidFill>
                            <a:srgbClr val="AA47F5"/>
                          </a:solidFill>
                          <a:effectLst/>
                          <a:latin typeface="Lato" panose="020F0502020204030203" pitchFamily="34" charset="0"/>
                        </a:rPr>
                        <a:t> </a:t>
                      </a:r>
                      <a:r>
                        <a:rPr lang="en-US" altLang="ko-KR" sz="700" b="1" i="0" u="none" strike="noStrike" dirty="0">
                          <a:solidFill>
                            <a:srgbClr val="AA47F5"/>
                          </a:solidFill>
                          <a:effectLst/>
                          <a:latin typeface="Lato" panose="020F0502020204030203" pitchFamily="34" charset="0"/>
                        </a:rPr>
                        <a:t>EDTO ERA Only(ERA no </a:t>
                      </a:r>
                      <a:r>
                        <a:rPr lang="en-US" altLang="ko-KR" sz="700" b="1" i="0" u="none" strike="noStrike" dirty="0" err="1">
                          <a:solidFill>
                            <a:srgbClr val="AA47F5"/>
                          </a:solidFill>
                          <a:effectLst/>
                          <a:latin typeface="Lato" panose="020F0502020204030203" pitchFamily="34" charset="0"/>
                        </a:rPr>
                        <a:t>Wx</a:t>
                      </a:r>
                      <a:r>
                        <a:rPr lang="en-US" altLang="ko-KR" sz="700" b="1" i="0" u="none" strike="noStrike" dirty="0">
                          <a:solidFill>
                            <a:srgbClr val="AA47F5"/>
                          </a:solidFill>
                          <a:effectLst/>
                          <a:latin typeface="Lato" panose="020F0502020204030203" pitchFamily="34" charset="0"/>
                        </a:rPr>
                        <a:t>)</a:t>
                      </a:r>
                      <a:endParaRPr lang="en-US" sz="700" b="1" dirty="0">
                        <a:solidFill>
                          <a:srgbClr val="AA47F5"/>
                        </a:solidFill>
                        <a:latin typeface="+mn-lt"/>
                      </a:endParaRPr>
                    </a:p>
                    <a:p>
                      <a:pPr marL="0" marR="0" lvl="0" indent="0" algn="l" rtl="0">
                        <a:spcBef>
                          <a:spcPts val="0"/>
                        </a:spcBef>
                        <a:spcAft>
                          <a:spcPts val="0"/>
                        </a:spcAft>
                        <a:buNone/>
                      </a:pPr>
                      <a:r>
                        <a:rPr lang="en-US" altLang="ko-KR" sz="800" b="0" dirty="0">
                          <a:solidFill>
                            <a:schemeClr val="bg1"/>
                          </a:solidFill>
                          <a:latin typeface="+mn-lt"/>
                        </a:rPr>
                        <a:t>RVSM CHK : </a:t>
                      </a:r>
                      <a:r>
                        <a:rPr lang="en-US" altLang="ko-KR" sz="800" b="1" dirty="0">
                          <a:solidFill>
                            <a:srgbClr val="0070C0"/>
                          </a:solidFill>
                          <a:latin typeface="+mn-lt"/>
                        </a:rPr>
                        <a:t>CAPT/FO 20ft, PILOT/FE 75ft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rgbClr val="0070C0"/>
                          </a:solidFill>
                          <a:effectLst/>
                          <a:uLnTx/>
                          <a:uFillTx/>
                          <a:latin typeface="Century Gothic" panose="020B0502020202020204"/>
                          <a:cs typeface="Calibri"/>
                        </a:rPr>
                        <a:t>(PFD/ISIS 60ft, ST-BY 300ft)</a:t>
                      </a:r>
                      <a:endParaRPr lang="en-US" altLang="ko-KR" sz="800" b="1" dirty="0">
                        <a:solidFill>
                          <a:srgbClr val="0070C0"/>
                        </a:solidFill>
                        <a:latin typeface="+mn-lt"/>
                      </a:endParaRPr>
                    </a:p>
                    <a:p>
                      <a:pPr marL="0" marR="0" lvl="0" indent="0" algn="l" rtl="0">
                        <a:spcBef>
                          <a:spcPts val="0"/>
                        </a:spcBef>
                        <a:spcAft>
                          <a:spcPts val="0"/>
                        </a:spcAft>
                        <a:buNone/>
                      </a:pPr>
                      <a:r>
                        <a:rPr lang="en-US" altLang="ko-KR" sz="800" dirty="0">
                          <a:solidFill>
                            <a:schemeClr val="bg1"/>
                          </a:solidFill>
                          <a:latin typeface="+mn-lt"/>
                        </a:rPr>
                        <a:t>NAV DATA Input : </a:t>
                      </a:r>
                      <a:r>
                        <a:rPr lang="en-US" altLang="ko-KR" sz="800" b="1" dirty="0">
                          <a:solidFill>
                            <a:srgbClr val="0070C0"/>
                          </a:solidFill>
                          <a:latin typeface="+mn-lt"/>
                        </a:rPr>
                        <a:t>EEP, ETP1, ETP2, EXP</a:t>
                      </a:r>
                      <a:endParaRPr lang="en-US" sz="800" b="1" dirty="0">
                        <a:solidFill>
                          <a:srgbClr val="0070C0"/>
                        </a:solidFill>
                        <a:latin typeface="+mn-lt"/>
                      </a:endParaRPr>
                    </a:p>
                    <a:p>
                      <a:pPr marL="0" marR="0">
                        <a:spcBef>
                          <a:spcPts val="0"/>
                        </a:spcBef>
                        <a:spcAft>
                          <a:spcPts val="0"/>
                        </a:spcAft>
                      </a:pPr>
                      <a:r>
                        <a:rPr lang="en-US" altLang="ko-KR" sz="800" dirty="0">
                          <a:solidFill>
                            <a:schemeClr val="bg1"/>
                          </a:solidFill>
                          <a:latin typeface="+mn-lt"/>
                        </a:rPr>
                        <a:t>HF SELCAL CHK : Jeppesen - ENT DATA Pacific</a:t>
                      </a:r>
                    </a:p>
                    <a:p>
                      <a:pPr marL="0" marR="0">
                        <a:spcBef>
                          <a:spcPts val="0"/>
                        </a:spcBef>
                        <a:spcAft>
                          <a:spcPts val="0"/>
                        </a:spcAft>
                      </a:pPr>
                      <a:r>
                        <a:rPr lang="en-US" altLang="ko-Kore-KR" sz="800" b="1" dirty="0">
                          <a:solidFill>
                            <a:srgbClr val="0070C0"/>
                          </a:solidFill>
                          <a:effectLst/>
                          <a:latin typeface="Calibri" panose="020F0502020204030204" pitchFamily="34" charset="0"/>
                          <a:ea typeface="Malgun Gothic" panose="020B0503020000020004" pitchFamily="34" charset="-127"/>
                          <a:cs typeface="Calibri" panose="020F0502020204030204" pitchFamily="34" charset="0"/>
                        </a:rPr>
                        <a:t>SEOUL RADIO : 8903(3004,6532,13300,13303,17904)</a:t>
                      </a:r>
                    </a:p>
                  </a:txBody>
                  <a:tcPr marL="36000" marR="36000" marT="36000" marB="36000"/>
                </a:tc>
                <a:extLst>
                  <a:ext uri="{0D108BD9-81ED-4DB2-BD59-A6C34878D82A}">
                    <a16:rowId xmlns:a16="http://schemas.microsoft.com/office/drawing/2014/main" val="2985261219"/>
                  </a:ext>
                </a:extLst>
              </a:tr>
              <a:tr h="285185">
                <a:tc>
                  <a:txBody>
                    <a:bodyPr/>
                    <a:lstStyle/>
                    <a:p>
                      <a:pPr marL="0" marR="0" lvl="0" indent="0" algn="l" rtl="0">
                        <a:lnSpc>
                          <a:spcPct val="100000"/>
                        </a:lnSpc>
                        <a:spcBef>
                          <a:spcPts val="0"/>
                        </a:spcBef>
                        <a:spcAft>
                          <a:spcPts val="0"/>
                        </a:spcAft>
                        <a:buNone/>
                      </a:pPr>
                      <a:r>
                        <a:rPr lang="en-US" sz="900" b="1" dirty="0">
                          <a:solidFill>
                            <a:srgbClr val="0070C0"/>
                          </a:solidFill>
                          <a:latin typeface="+mn-lt"/>
                          <a:ea typeface="Helvetica Neue"/>
                          <a:cs typeface="Helvetica Neue"/>
                          <a:sym typeface="Helvetica Neue"/>
                        </a:rPr>
                        <a:t>AFTER LEVEL OFF (CRZ CHK)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Arial"/>
                          <a:cs typeface="Calibri"/>
                          <a:sym typeface="Arial"/>
                        </a:rPr>
                        <a:t>RVSM CHK :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CAPT/FO 200ft </a:t>
                      </a:r>
                    </a:p>
                  </a:txBody>
                  <a:tcPr marL="36000" marR="36000" marT="36000" marB="36000"/>
                </a:tc>
                <a:extLst>
                  <a:ext uri="{0D108BD9-81ED-4DB2-BD59-A6C34878D82A}">
                    <a16:rowId xmlns:a16="http://schemas.microsoft.com/office/drawing/2014/main" val="10003"/>
                  </a:ext>
                </a:extLst>
              </a:tr>
              <a:tr h="99844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 BEFORE EEP (Entry Point, </a:t>
                      </a:r>
                      <a:r>
                        <a:rPr kumimoji="0" lang="en-US" altLang="ko-Kore-KR" sz="7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ERA </a:t>
                      </a:r>
                      <a:r>
                        <a:rPr kumimoji="0" lang="ko-Kore-KR" altLang="en-US" sz="7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기준</a:t>
                      </a: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tx1"/>
                          </a:solidFill>
                          <a:effectLst/>
                          <a:uLnTx/>
                          <a:uFillTx/>
                          <a:latin typeface="Arial"/>
                          <a:ea typeface="Helvetica Neue"/>
                          <a:cs typeface="Helvetica Neue"/>
                          <a:sym typeface="Helvetica Neue"/>
                        </a:rPr>
                        <a:t> </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60min(</a:t>
                      </a:r>
                      <a:r>
                        <a:rPr kumimoji="0" lang="en-US" altLang="ko-Kore-KR" sz="800" b="0" i="0" u="none" strike="noStrike" kern="0" cap="none" spc="0" normalizeH="0" baseline="0" noProof="0" dirty="0" err="1">
                          <a:ln>
                            <a:noFill/>
                          </a:ln>
                          <a:solidFill>
                            <a:schemeClr val="bg1"/>
                          </a:solidFill>
                          <a:effectLst/>
                          <a:uLnTx/>
                          <a:uFillTx/>
                          <a:latin typeface="Arial"/>
                          <a:ea typeface="Helvetica Neue"/>
                          <a:cs typeface="Helvetica Neue"/>
                          <a:sym typeface="Helvetica Neue"/>
                        </a:rPr>
                        <a:t>Theshold</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a:t>
                      </a:r>
                      <a:r>
                        <a:rPr kumimoji="0" lang="ko-KR" altLang="en-US"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a:t>
                      </a:r>
                      <a:r>
                        <a:rPr kumimoji="0" lang="ko-KR" altLang="en-US"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a:t>
                      </a:r>
                      <a:r>
                        <a:rPr kumimoji="0" lang="en-US" altLang="ko-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A330</a:t>
                      </a: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420NM</a:t>
                      </a:r>
                      <a:r>
                        <a:rPr kumimoji="0" lang="en-US" altLang="ko-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a:t>
                      </a:r>
                      <a:endPar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bg1"/>
                          </a:solidFill>
                          <a:effectLst/>
                          <a:uLnTx/>
                          <a:uFillTx/>
                          <a:latin typeface="Arial"/>
                          <a:ea typeface="Helvetica Neue"/>
                          <a:cs typeface="Helvetica Neue"/>
                          <a:sym typeface="Helvetica Neue"/>
                        </a:rPr>
                        <a:t> One Eng : CRZ SPD 310kts, 180min 1235NM</a:t>
                      </a:r>
                      <a:endParaRPr kumimoji="0" lang="en-US" altLang="ko-Kore-KR" sz="800" b="0" i="0" u="none" strike="noStrike" kern="0" cap="none" spc="0" normalizeH="0" baseline="0" noProof="0" dirty="0">
                        <a:ln>
                          <a:noFill/>
                        </a:ln>
                        <a:solidFill>
                          <a:srgbClr val="0070C0"/>
                        </a:solidFill>
                        <a:effectLst/>
                        <a:uLnTx/>
                        <a:uFillTx/>
                        <a:latin typeface="+mn-lt"/>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FIX 1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EEP</a:t>
                      </a: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FIX 2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ETP1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FMS ALT A/P SET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DATA – ETP Page(Nearest AP)</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EDTO C/L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Fuel, A/C, MSA, ALT </a:t>
                      </a:r>
                      <a:r>
                        <a:rPr kumimoji="0" lang="en-US" altLang="ko-Kore-KR" sz="800" b="1" i="0" u="none" strike="noStrike" kern="0" cap="none" spc="0" normalizeH="0" baseline="0" noProof="0" dirty="0" err="1">
                          <a:ln>
                            <a:noFill/>
                          </a:ln>
                          <a:solidFill>
                            <a:srgbClr val="0070C0"/>
                          </a:solidFill>
                          <a:effectLst/>
                          <a:uLnTx/>
                          <a:uFillTx/>
                          <a:latin typeface="+mn-lt"/>
                          <a:cs typeface="Calibri"/>
                          <a:sym typeface="Arial"/>
                        </a:rPr>
                        <a:t>Wx</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 &amp; NOTAM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 </a:t>
                      </a:r>
                      <a:r>
                        <a:rPr kumimoji="0" lang="en-US" altLang="ko-Kore-KR" sz="900" b="1" i="0" u="none" strike="noStrike" kern="0" cap="none" spc="0" normalizeH="0" baseline="0" noProof="0" dirty="0">
                          <a:ln>
                            <a:noFill/>
                          </a:ln>
                          <a:solidFill>
                            <a:srgbClr val="00B050"/>
                          </a:solidFill>
                          <a:effectLst/>
                          <a:uLnTx/>
                          <a:uFillTx/>
                          <a:latin typeface="+mn-lt"/>
                          <a:cs typeface="Calibri"/>
                          <a:sym typeface="Arial"/>
                        </a:rPr>
                        <a:t>Review Contingency Procedure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 Drift Down 30</a:t>
                      </a:r>
                      <a:r>
                        <a:rPr kumimoji="0" lang="ko-Kore-KR" altLang="en-US" sz="700" b="1" i="0" u="none" strike="noStrike" kern="0" cap="none" spc="0" normalizeH="0" baseline="0" noProof="0" dirty="0">
                          <a:ln>
                            <a:noFill/>
                          </a:ln>
                          <a:solidFill>
                            <a:srgbClr val="AA47F5"/>
                          </a:solidFill>
                          <a:effectLst/>
                          <a:uLnTx/>
                          <a:uFillTx/>
                          <a:latin typeface="+mn-lt"/>
                          <a:cs typeface="Calibri"/>
                          <a:sym typeface="Arial"/>
                        </a:rPr>
                        <a:t>도이상</a:t>
                      </a: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 </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5NM, FL290</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이하</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 +-500ft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 </a:t>
                      </a:r>
                      <a:r>
                        <a:rPr kumimoji="0" lang="en-US" altLang="ko-Kore-KR" sz="700" b="1" i="0" u="none" strike="noStrike" kern="0" cap="none" spc="0" normalizeH="0" baseline="0" noProof="0" dirty="0" err="1">
                          <a:ln>
                            <a:noFill/>
                          </a:ln>
                          <a:solidFill>
                            <a:srgbClr val="AA47F5"/>
                          </a:solidFill>
                          <a:effectLst/>
                          <a:uLnTx/>
                          <a:uFillTx/>
                          <a:latin typeface="+mn-lt"/>
                          <a:cs typeface="Calibri"/>
                          <a:sym typeface="Arial"/>
                        </a:rPr>
                        <a:t>Wx</a:t>
                      </a: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Dev 5NM </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이상</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 </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+-300ft</a:t>
                      </a:r>
                      <a:endParaRPr kumimoji="0" lang="en-US" altLang="ko-Kore-KR" sz="600" b="1" i="0" u="none" strike="noStrike" kern="0" cap="none" spc="0" normalizeH="0" baseline="0" noProof="0" dirty="0">
                        <a:ln>
                          <a:noFill/>
                        </a:ln>
                        <a:solidFill>
                          <a:srgbClr val="AA47F5"/>
                        </a:solidFill>
                        <a:effectLst/>
                        <a:uLnTx/>
                        <a:uFillTx/>
                        <a:latin typeface="+mn-lt"/>
                        <a:cs typeface="Calibri"/>
                        <a:sym typeface="Arial"/>
                      </a:endParaRPr>
                    </a:p>
                  </a:txBody>
                  <a:tcPr marL="0" marR="0" marT="36000" marB="36000"/>
                </a:tc>
                <a:extLst>
                  <a:ext uri="{0D108BD9-81ED-4DB2-BD59-A6C34878D82A}">
                    <a16:rowId xmlns:a16="http://schemas.microsoft.com/office/drawing/2014/main" val="3740928111"/>
                  </a:ext>
                </a:extLst>
              </a:tr>
              <a:tr h="38681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EDTO Segment</a:t>
                      </a:r>
                      <a:endParaRPr kumimoji="0" lang="en-US" altLang="ko-Kore-KR" sz="700" b="1" i="0" u="none" strike="noStrike" kern="0" cap="none" spc="0" normalizeH="0" baseline="0" noProof="0" dirty="0">
                        <a:ln>
                          <a:noFill/>
                        </a:ln>
                        <a:solidFill>
                          <a:srgbClr val="0070C0"/>
                        </a:solidFill>
                        <a:effectLst/>
                        <a:uLnTx/>
                        <a:uFillTx/>
                        <a:latin typeface="Arial"/>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B050"/>
                          </a:solidFill>
                          <a:effectLst/>
                          <a:uLnTx/>
                          <a:uFillTx/>
                          <a:latin typeface="Arial"/>
                          <a:cs typeface="Calibri"/>
                          <a:sym typeface="Arial"/>
                        </a:rPr>
                        <a:t>Apply Actual </a:t>
                      </a:r>
                      <a:r>
                        <a:rPr kumimoji="0" lang="en-US" altLang="ko-Kore-KR" sz="800" b="1" i="0" u="none" strike="noStrike" kern="0" cap="none" spc="0" normalizeH="0" baseline="0" noProof="0" dirty="0" err="1">
                          <a:ln>
                            <a:noFill/>
                          </a:ln>
                          <a:solidFill>
                            <a:srgbClr val="00B050"/>
                          </a:solidFill>
                          <a:effectLst/>
                          <a:uLnTx/>
                          <a:uFillTx/>
                          <a:latin typeface="Arial"/>
                          <a:cs typeface="Calibri"/>
                          <a:sym typeface="Arial"/>
                        </a:rPr>
                        <a:t>Wx</a:t>
                      </a:r>
                      <a:r>
                        <a:rPr kumimoji="0" lang="en-US" altLang="ko-Kore-KR" sz="800" b="1" i="0" u="none" strike="noStrike" kern="0" cap="none" spc="0" normalizeH="0" baseline="0" noProof="0" dirty="0">
                          <a:ln>
                            <a:noFill/>
                          </a:ln>
                          <a:solidFill>
                            <a:srgbClr val="00B050"/>
                          </a:solidFill>
                          <a:effectLst/>
                          <a:uLnTx/>
                          <a:uFillTx/>
                          <a:latin typeface="Arial"/>
                          <a:cs typeface="Calibri"/>
                          <a:sym typeface="Arial"/>
                        </a:rPr>
                        <a:t> for Actual Divert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FFC000"/>
                          </a:solidFill>
                          <a:effectLst/>
                          <a:uLnTx/>
                          <a:uFillTx/>
                          <a:latin typeface="Arial"/>
                          <a:cs typeface="Calibri"/>
                          <a:sym typeface="Arial"/>
                        </a:rPr>
                        <a:t>TERR Escape RTE Papua New Guinea</a:t>
                      </a:r>
                    </a:p>
                  </a:txBody>
                  <a:tcPr marL="36000" marR="36000" marT="36000" marB="36000"/>
                </a:tc>
                <a:extLst>
                  <a:ext uri="{0D108BD9-81ED-4DB2-BD59-A6C34878D82A}">
                    <a16:rowId xmlns:a16="http://schemas.microsoft.com/office/drawing/2014/main" val="1799958746"/>
                  </a:ext>
                </a:extLst>
              </a:tr>
              <a:tr h="386814">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Century Gothic" panose="020B0502020202020204"/>
                          <a:ea typeface="Helvetica Neue"/>
                          <a:cs typeface="Helvetica Neue"/>
                          <a:sym typeface="Helvetica Neue"/>
                        </a:rPr>
                        <a:t>COMM (CPDLC)</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B050"/>
                          </a:solidFill>
                          <a:effectLst/>
                          <a:uLnTx/>
                          <a:uFillTx/>
                          <a:latin typeface="Arial"/>
                          <a:cs typeface="Calibri"/>
                          <a:sym typeface="Arial"/>
                        </a:rPr>
                        <a:t>RJJJ – KZAK(FIR) – AYPM(FIR) – YBBB(FIR)</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Arial"/>
                          <a:cs typeface="Calibri"/>
                          <a:sym typeface="Arial"/>
                        </a:rPr>
                        <a:t>(Cross GUM airspace 250NM 118.7, SQ2100)</a:t>
                      </a:r>
                    </a:p>
                  </a:txBody>
                  <a:tcPr marL="36000" marR="36000" marT="36000" marB="36000"/>
                </a:tc>
                <a:extLst>
                  <a:ext uri="{0D108BD9-81ED-4DB2-BD59-A6C34878D82A}">
                    <a16:rowId xmlns:a16="http://schemas.microsoft.com/office/drawing/2014/main" val="2301160211"/>
                  </a:ext>
                </a:extLst>
              </a:tr>
              <a:tr h="81625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Diversion</a:t>
                      </a:r>
                      <a:endParaRPr kumimoji="0" lang="en-US" altLang="ko-Kore-KR" sz="700" b="1" i="0" u="none" strike="noStrike" kern="0" cap="none" spc="0" normalizeH="0" baseline="0" noProof="0" dirty="0">
                        <a:ln>
                          <a:noFill/>
                        </a:ln>
                        <a:solidFill>
                          <a:srgbClr val="0070C0"/>
                        </a:solidFill>
                        <a:effectLst/>
                        <a:uLnTx/>
                        <a:uFillTx/>
                        <a:latin typeface="Arial"/>
                        <a:cs typeface="Calibri"/>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Enroute RNP downgrade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Weather min ERA AP</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LAND ASAP by ECAM, QRH</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Only 1 GEN(IDG, APU, EMER) + Multi Fail</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Only 1 Main GEN(IDG, APU) + G HYD(low LVL, PRESS, Overheat)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Arial"/>
                          <a:cs typeface="Calibri"/>
                          <a:sym typeface="Arial"/>
                        </a:rPr>
                        <a:t>- Increased Fuel Consumption </a:t>
                      </a:r>
                    </a:p>
                  </a:txBody>
                  <a:tcPr marL="36000" marR="36000" marT="36000" marB="36000"/>
                </a:tc>
                <a:extLst>
                  <a:ext uri="{0D108BD9-81ED-4DB2-BD59-A6C34878D82A}">
                    <a16:rowId xmlns:a16="http://schemas.microsoft.com/office/drawing/2014/main" val="758072219"/>
                  </a:ext>
                </a:extLst>
              </a:tr>
              <a:tr h="59502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ETP (Equal Time Point</a:t>
                      </a:r>
                      <a:r>
                        <a:rPr kumimoji="0" lang="en-US" altLang="ko-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r>
                        <a:rPr kumimoji="0" lang="ko-KR" altLang="en-US"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 </a:t>
                      </a:r>
                      <a:r>
                        <a:rPr kumimoji="0" lang="en-US" altLang="ko-KR" sz="7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EDTO ERA</a:t>
                      </a:r>
                      <a:r>
                        <a:rPr kumimoji="0" lang="ko-KR" altLang="en-US" sz="700" b="1" i="0" u="none" strike="noStrike" kern="0" cap="none" spc="0" normalizeH="0" baseline="0" noProof="0" dirty="0">
                          <a:ln>
                            <a:noFill/>
                          </a:ln>
                          <a:solidFill>
                            <a:schemeClr val="bg1"/>
                          </a:solidFill>
                          <a:effectLst/>
                          <a:uLnTx/>
                          <a:uFillTx/>
                          <a:latin typeface="Arial"/>
                          <a:ea typeface="Helvetica Neue"/>
                          <a:cs typeface="Helvetica Neue"/>
                          <a:sym typeface="Helvetica Neue"/>
                        </a:rPr>
                        <a:t>기준</a:t>
                      </a: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R" sz="800" b="0" i="0" u="none" strike="noStrike" kern="0" cap="none" spc="0" normalizeH="0" baseline="0" noProof="0" dirty="0">
                          <a:ln>
                            <a:noFill/>
                          </a:ln>
                          <a:solidFill>
                            <a:srgbClr val="000000"/>
                          </a:solidFill>
                          <a:effectLst/>
                          <a:uLnTx/>
                          <a:uFillTx/>
                          <a:latin typeface="Arial"/>
                          <a:cs typeface="Calibri"/>
                          <a:sym typeface="Arial"/>
                        </a:rPr>
                        <a:t>FIX Change, ETP Page SET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R" sz="800" b="0" i="0" u="none" strike="noStrike" kern="0" cap="none" spc="0" normalizeH="0" baseline="0" noProof="0" dirty="0">
                          <a:ln>
                            <a:noFill/>
                          </a:ln>
                          <a:solidFill>
                            <a:srgbClr val="000000"/>
                          </a:solidFill>
                          <a:effectLst/>
                          <a:uLnTx/>
                          <a:uFillTx/>
                          <a:latin typeface="Arial"/>
                          <a:cs typeface="Calibri"/>
                          <a:sym typeface="Arial"/>
                        </a:rPr>
                        <a:t>EDTO C/L :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Fuel, A/C, MSA, ALT </a:t>
                      </a:r>
                      <a:r>
                        <a:rPr kumimoji="0" lang="en-US" altLang="ko-Kore-KR" sz="800" b="1" i="0" u="none" strike="noStrike" kern="0" cap="none" spc="0" normalizeH="0" baseline="0" noProof="0" dirty="0" err="1">
                          <a:ln>
                            <a:noFill/>
                          </a:ln>
                          <a:solidFill>
                            <a:srgbClr val="0070C0"/>
                          </a:solidFill>
                          <a:effectLst/>
                          <a:uLnTx/>
                          <a:uFillTx/>
                          <a:latin typeface="Arial"/>
                          <a:cs typeface="Calibri"/>
                          <a:sym typeface="Arial"/>
                        </a:rPr>
                        <a:t>Wx</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 &amp; NOTAM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bg1"/>
                          </a:solidFill>
                          <a:effectLst/>
                          <a:uLnTx/>
                          <a:uFillTx/>
                          <a:latin typeface="Arial"/>
                          <a:cs typeface="Calibri"/>
                          <a:sym typeface="Arial"/>
                        </a:rPr>
                        <a:t>Last ETP(Critical Point) Fuel less then PLAN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 Continue by PIC</a:t>
                      </a:r>
                    </a:p>
                  </a:txBody>
                  <a:tcPr marL="36000" marR="36000" marT="36000" marB="36000"/>
                </a:tc>
                <a:extLst>
                  <a:ext uri="{0D108BD9-81ED-4DB2-BD59-A6C34878D82A}">
                    <a16:rowId xmlns:a16="http://schemas.microsoft.com/office/drawing/2014/main" val="1646462774"/>
                  </a:ext>
                </a:extLst>
              </a:tr>
              <a:tr h="19464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EXP (Exit Point)</a:t>
                      </a:r>
                    </a:p>
                  </a:txBody>
                  <a:tcPr marL="36000" marR="36000" marT="36000" marB="36000"/>
                </a:tc>
                <a:extLst>
                  <a:ext uri="{0D108BD9-81ED-4DB2-BD59-A6C34878D82A}">
                    <a16:rowId xmlns:a16="http://schemas.microsoft.com/office/drawing/2014/main" val="3122030425"/>
                  </a:ext>
                </a:extLst>
              </a:tr>
            </a:tbl>
          </a:graphicData>
        </a:graphic>
      </p:graphicFrame>
    </p:spTree>
    <p:extLst>
      <p:ext uri="{BB962C8B-B14F-4D97-AF65-F5344CB8AC3E}">
        <p14:creationId xmlns:p14="http://schemas.microsoft.com/office/powerpoint/2010/main" val="296322610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280">
          <a:extLst>
            <a:ext uri="{FF2B5EF4-FFF2-40B4-BE49-F238E27FC236}">
              <a16:creationId xmlns:a16="http://schemas.microsoft.com/office/drawing/2014/main" id="{EEC98CDB-1BE4-9FE9-3D37-8BAF4FDD6C5B}"/>
            </a:ext>
          </a:extLst>
        </p:cNvPr>
        <p:cNvGrpSpPr/>
        <p:nvPr/>
      </p:nvGrpSpPr>
      <p:grpSpPr>
        <a:xfrm>
          <a:off x="0" y="0"/>
          <a:ext cx="0" cy="0"/>
          <a:chOff x="0" y="0"/>
          <a:chExt cx="0" cy="0"/>
        </a:xfrm>
      </p:grpSpPr>
      <p:graphicFrame>
        <p:nvGraphicFramePr>
          <p:cNvPr id="282" name="Google Shape;282;p17">
            <a:extLst>
              <a:ext uri="{FF2B5EF4-FFF2-40B4-BE49-F238E27FC236}">
                <a16:creationId xmlns:a16="http://schemas.microsoft.com/office/drawing/2014/main" id="{3EE6065A-6904-82D9-9A7F-D270EBD37530}"/>
              </a:ext>
            </a:extLst>
          </p:cNvPr>
          <p:cNvGraphicFramePr/>
          <p:nvPr>
            <p:extLst>
              <p:ext uri="{D42A27DB-BD31-4B8C-83A1-F6EECF244321}">
                <p14:modId xmlns:p14="http://schemas.microsoft.com/office/powerpoint/2010/main" val="3351564994"/>
              </p:ext>
            </p:extLst>
          </p:nvPr>
        </p:nvGraphicFramePr>
        <p:xfrm>
          <a:off x="6596" y="725409"/>
          <a:ext cx="2328850" cy="1720570"/>
        </p:xfrm>
        <a:graphic>
          <a:graphicData uri="http://schemas.openxmlformats.org/drawingml/2006/table">
            <a:tbl>
              <a:tblPr firstRow="1" bandRow="1">
                <a:noFill/>
                <a:tableStyleId>{A521BE36-7E6F-4EC9-8D66-1CF97A6895EC}</a:tableStyleId>
              </a:tblPr>
              <a:tblGrid>
                <a:gridCol w="351162">
                  <a:extLst>
                    <a:ext uri="{9D8B030D-6E8A-4147-A177-3AD203B41FA5}">
                      <a16:colId xmlns:a16="http://schemas.microsoft.com/office/drawing/2014/main" val="20000"/>
                    </a:ext>
                  </a:extLst>
                </a:gridCol>
                <a:gridCol w="100816">
                  <a:extLst>
                    <a:ext uri="{9D8B030D-6E8A-4147-A177-3AD203B41FA5}">
                      <a16:colId xmlns:a16="http://schemas.microsoft.com/office/drawing/2014/main" val="20001"/>
                    </a:ext>
                  </a:extLst>
                </a:gridCol>
                <a:gridCol w="493266">
                  <a:extLst>
                    <a:ext uri="{9D8B030D-6E8A-4147-A177-3AD203B41FA5}">
                      <a16:colId xmlns:a16="http://schemas.microsoft.com/office/drawing/2014/main" val="4194794502"/>
                    </a:ext>
                  </a:extLst>
                </a:gridCol>
                <a:gridCol w="154717">
                  <a:extLst>
                    <a:ext uri="{9D8B030D-6E8A-4147-A177-3AD203B41FA5}">
                      <a16:colId xmlns:a16="http://schemas.microsoft.com/office/drawing/2014/main" val="4196093327"/>
                    </a:ext>
                  </a:extLst>
                </a:gridCol>
                <a:gridCol w="324931">
                  <a:extLst>
                    <a:ext uri="{9D8B030D-6E8A-4147-A177-3AD203B41FA5}">
                      <a16:colId xmlns:a16="http://schemas.microsoft.com/office/drawing/2014/main" val="20004"/>
                    </a:ext>
                  </a:extLst>
                </a:gridCol>
                <a:gridCol w="451979">
                  <a:extLst>
                    <a:ext uri="{9D8B030D-6E8A-4147-A177-3AD203B41FA5}">
                      <a16:colId xmlns:a16="http://schemas.microsoft.com/office/drawing/2014/main" val="557470243"/>
                    </a:ext>
                  </a:extLst>
                </a:gridCol>
                <a:gridCol w="451979">
                  <a:extLst>
                    <a:ext uri="{9D8B030D-6E8A-4147-A177-3AD203B41FA5}">
                      <a16:colId xmlns:a16="http://schemas.microsoft.com/office/drawing/2014/main" val="55619248"/>
                    </a:ext>
                  </a:extLst>
                </a:gridCol>
              </a:tblGrid>
              <a:tr h="266518">
                <a:tc gridSpan="7">
                  <a:txBody>
                    <a:bodyPr/>
                    <a:lstStyle/>
                    <a:p>
                      <a:pPr marL="0" marR="0" lvl="0" indent="0" algn="ctr" rtl="0">
                        <a:spcBef>
                          <a:spcPts val="0"/>
                        </a:spcBef>
                        <a:spcAft>
                          <a:spcPts val="0"/>
                        </a:spcAft>
                        <a:buNone/>
                      </a:pPr>
                      <a:r>
                        <a:rPr lang="en-US" sz="800" dirty="0"/>
                        <a:t>BNE : UTC+10, TA 10000, </a:t>
                      </a:r>
                    </a:p>
                    <a:p>
                      <a:pPr marL="0" marR="0" lvl="0" indent="0" algn="ctr" rtl="0">
                        <a:spcBef>
                          <a:spcPts val="0"/>
                        </a:spcBef>
                        <a:spcAft>
                          <a:spcPts val="0"/>
                        </a:spcAft>
                        <a:buNone/>
                      </a:pPr>
                      <a:r>
                        <a:rPr lang="en-US" sz="800" dirty="0">
                          <a:solidFill>
                            <a:srgbClr val="FFC000"/>
                          </a:solidFill>
                        </a:rPr>
                        <a:t>CPDLC YBBB on GND 45min/Passing 10M’</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51058">
                <a:tc>
                  <a:txBody>
                    <a:bodyPr/>
                    <a:lstStyle/>
                    <a:p>
                      <a:pPr marL="0" marR="0" lvl="0" indent="0" algn="ctr" rtl="0">
                        <a:spcBef>
                          <a:spcPts val="0"/>
                        </a:spcBef>
                        <a:spcAft>
                          <a:spcPts val="0"/>
                        </a:spcAft>
                        <a:buNone/>
                      </a:pPr>
                      <a:r>
                        <a:rPr lang="en-US" sz="800" b="1" dirty="0"/>
                        <a:t>01L</a:t>
                      </a:r>
                      <a:r>
                        <a:rPr lang="en-US" sz="800" b="0" dirty="0"/>
                        <a:t>/R</a:t>
                      </a:r>
                      <a:endParaRPr sz="800" b="0" dirty="0"/>
                    </a:p>
                  </a:txBody>
                  <a:tcPr marL="36000" marR="36000" marT="36000" marB="36000" anchor="ctr"/>
                </a:tc>
                <a:tc rowSpan="2" gridSpan="3">
                  <a:txBody>
                    <a:bodyPr/>
                    <a:lstStyle/>
                    <a:p>
                      <a:pPr marL="0" marR="0" lvl="0" indent="0" algn="ctr" rtl="0">
                        <a:spcBef>
                          <a:spcPts val="0"/>
                        </a:spcBef>
                        <a:spcAft>
                          <a:spcPts val="0"/>
                        </a:spcAft>
                        <a:buNone/>
                      </a:pPr>
                      <a:r>
                        <a:rPr lang="en-US" sz="800" b="1" dirty="0">
                          <a:solidFill>
                            <a:srgbClr val="0070C0"/>
                          </a:solidFill>
                        </a:rPr>
                        <a:t>BIXAD x</a:t>
                      </a:r>
                    </a:p>
                    <a:p>
                      <a:pPr marL="0" marR="0" lvl="0" indent="0" algn="ctr" rtl="0">
                        <a:spcBef>
                          <a:spcPts val="0"/>
                        </a:spcBef>
                        <a:spcAft>
                          <a:spcPts val="0"/>
                        </a:spcAft>
                        <a:buNone/>
                      </a:pPr>
                      <a:r>
                        <a:rPr lang="en-US" sz="700" b="1" dirty="0">
                          <a:solidFill>
                            <a:schemeClr val="bg1"/>
                          </a:solidFill>
                        </a:rPr>
                        <a:t>(01R Diff Chart)</a:t>
                      </a:r>
                      <a:endParaRPr lang="en-US" sz="800" b="1" dirty="0">
                        <a:solidFill>
                          <a:schemeClr val="bg1"/>
                        </a:solidFill>
                      </a:endParaRPr>
                    </a:p>
                    <a:p>
                      <a:pPr marL="0" marR="0" lvl="0" indent="0" algn="ctr" rtl="0">
                        <a:spcBef>
                          <a:spcPts val="0"/>
                        </a:spcBef>
                        <a:spcAft>
                          <a:spcPts val="0"/>
                        </a:spcAft>
                        <a:buNone/>
                      </a:pPr>
                      <a:r>
                        <a:rPr lang="en-US" sz="800" b="1" dirty="0">
                          <a:solidFill>
                            <a:srgbClr val="0070C0"/>
                          </a:solidFill>
                        </a:rPr>
                        <a:t>BNE x </a:t>
                      </a:r>
                    </a:p>
                    <a:p>
                      <a:pPr marL="0" marR="0" lvl="0" indent="0" algn="ctr" rtl="0">
                        <a:spcBef>
                          <a:spcPts val="0"/>
                        </a:spcBef>
                        <a:spcAft>
                          <a:spcPts val="0"/>
                        </a:spcAft>
                        <a:buNone/>
                      </a:pPr>
                      <a:r>
                        <a:rPr lang="en-US" sz="700" b="1" dirty="0">
                          <a:solidFill>
                            <a:srgbClr val="AA47F5"/>
                          </a:solidFill>
                        </a:rPr>
                        <a:t>RDR SID with H/D</a:t>
                      </a:r>
                    </a:p>
                  </a:txBody>
                  <a:tcPr marL="36000" marR="36000" marT="36000" marB="36000" anchor="ctr"/>
                </a:tc>
                <a:tc rowSpan="2" hMerge="1">
                  <a:txBody>
                    <a:bodyPr/>
                    <a:lstStyle/>
                    <a:p>
                      <a:endParaRPr lang="ko-Kore-KR" altLang="en-US"/>
                    </a:p>
                  </a:txBody>
                  <a:tcPr/>
                </a:tc>
                <a:tc rowSpan="2" hMerge="1">
                  <a:txBody>
                    <a:bodyPr/>
                    <a:lstStyle/>
                    <a:p>
                      <a:endParaRPr lang="ko-Kore-KR" altLang="en-US"/>
                    </a:p>
                  </a:txBody>
                  <a:tcPr/>
                </a:tc>
                <a:tc gridSpan="3">
                  <a:txBody>
                    <a:bodyPr/>
                    <a:lstStyle/>
                    <a:p>
                      <a:pPr marL="0" marR="0" lvl="0" indent="0" algn="ctr" rtl="0">
                        <a:spcBef>
                          <a:spcPts val="0"/>
                        </a:spcBef>
                        <a:spcAft>
                          <a:spcPts val="0"/>
                        </a:spcAft>
                        <a:buNone/>
                      </a:pPr>
                      <a:r>
                        <a:rPr lang="en-US" altLang="ko-Kore-KR" sz="800" b="1" dirty="0"/>
                        <a:t>HD 016 </a:t>
                      </a:r>
                      <a:r>
                        <a:rPr lang="en-US" sz="800" b="1" dirty="0">
                          <a:solidFill>
                            <a:srgbClr val="0070C0"/>
                          </a:solidFill>
                        </a:rPr>
                        <a:t>ALT ATC(6000) </a:t>
                      </a:r>
                    </a:p>
                    <a:p>
                      <a:pPr marL="0" marR="0" lvl="0" indent="0" algn="ctr" rtl="0">
                        <a:spcBef>
                          <a:spcPts val="0"/>
                        </a:spcBef>
                        <a:spcAft>
                          <a:spcPts val="0"/>
                        </a:spcAft>
                        <a:buNone/>
                      </a:pPr>
                      <a:r>
                        <a:rPr lang="en-US" sz="800" b="1" dirty="0">
                          <a:solidFill>
                            <a:srgbClr val="0070C0"/>
                          </a:solidFill>
                        </a:rPr>
                        <a:t> </a:t>
                      </a:r>
                      <a:r>
                        <a:rPr lang="en-US" sz="800" b="1" dirty="0">
                          <a:solidFill>
                            <a:srgbClr val="AA47F5"/>
                          </a:solidFill>
                        </a:rPr>
                        <a:t>SPD x/240 </a:t>
                      </a:r>
                      <a:r>
                        <a:rPr lang="en-US" sz="800" b="1" dirty="0">
                          <a:solidFill>
                            <a:srgbClr val="F28943"/>
                          </a:solidFill>
                        </a:rPr>
                        <a:t>TA 10000</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251058">
                <a:tc>
                  <a:txBody>
                    <a:bodyPr/>
                    <a:lstStyle/>
                    <a:p>
                      <a:pPr marL="0" marR="0" lvl="0" indent="0" algn="ctr" rtl="0">
                        <a:spcBef>
                          <a:spcPts val="0"/>
                        </a:spcBef>
                        <a:spcAft>
                          <a:spcPts val="0"/>
                        </a:spcAft>
                        <a:buNone/>
                      </a:pPr>
                      <a:r>
                        <a:rPr lang="en-US" sz="800" b="1" dirty="0"/>
                        <a:t>19R</a:t>
                      </a:r>
                      <a:r>
                        <a:rPr lang="en-US" sz="800" b="0" dirty="0"/>
                        <a:t>/L</a:t>
                      </a:r>
                      <a:endParaRPr sz="800" b="0" dirty="0"/>
                    </a:p>
                  </a:txBody>
                  <a:tcPr marL="36000" marR="36000" marT="36000" marB="36000" anchor="ctr"/>
                </a:tc>
                <a:tc gridSpan="3" vMerge="1">
                  <a:txBody>
                    <a:bodyPr/>
                    <a:lstStyle/>
                    <a:p>
                      <a:endParaRPr dirty="0"/>
                    </a:p>
                  </a:txBody>
                  <a:tcPr marL="36000" marR="36000" marT="36000" marB="36000" anchor="ctr"/>
                </a:tc>
                <a:tc hMerge="1" vMerge="1">
                  <a:txBody>
                    <a:bodyPr/>
                    <a:lstStyle/>
                    <a:p>
                      <a:endParaRPr lang="ko-Kore-KR" altLang="en-US"/>
                    </a:p>
                  </a:txBody>
                  <a:tcPr/>
                </a:tc>
                <a:tc hMerge="1" vMerge="1">
                  <a:txBody>
                    <a:bodyPr/>
                    <a:lstStyle/>
                    <a:p>
                      <a:endParaRPr lang="ko-Kore-KR" altLang="en-US"/>
                    </a:p>
                  </a:txBody>
                  <a:tcPr/>
                </a:tc>
                <a:tc gridSpan="3">
                  <a:txBody>
                    <a:bodyPr/>
                    <a:lstStyle/>
                    <a:p>
                      <a:pPr marL="0" marR="0" lvl="0" indent="0" algn="ctr" rtl="0">
                        <a:spcBef>
                          <a:spcPts val="0"/>
                        </a:spcBef>
                        <a:spcAft>
                          <a:spcPts val="0"/>
                        </a:spcAft>
                        <a:buNone/>
                      </a:pPr>
                      <a:r>
                        <a:rPr lang="en-US" altLang="ko-Kore-KR" sz="800" b="1" dirty="0"/>
                        <a:t>HD 196 </a:t>
                      </a:r>
                      <a:r>
                        <a:rPr lang="en-US" sz="800" b="1" dirty="0">
                          <a:solidFill>
                            <a:srgbClr val="0070C0"/>
                          </a:solidFill>
                        </a:rPr>
                        <a:t>ALT ATC(6000)</a:t>
                      </a:r>
                    </a:p>
                    <a:p>
                      <a:pPr marL="0" marR="0" lvl="0" indent="0" algn="ctr" rtl="0">
                        <a:spcBef>
                          <a:spcPts val="0"/>
                        </a:spcBef>
                        <a:spcAft>
                          <a:spcPts val="0"/>
                        </a:spcAft>
                        <a:buNone/>
                      </a:pPr>
                      <a:r>
                        <a:rPr lang="en-US" sz="800" b="1" dirty="0">
                          <a:solidFill>
                            <a:srgbClr val="0070C0"/>
                          </a:solidFill>
                        </a:rPr>
                        <a:t> </a:t>
                      </a:r>
                      <a:r>
                        <a:rPr lang="en-US" altLang="ko-Kore-KR" sz="800" b="1" dirty="0">
                          <a:solidFill>
                            <a:srgbClr val="AA47F5"/>
                          </a:solidFill>
                        </a:rPr>
                        <a:t>SPD 240 </a:t>
                      </a:r>
                      <a:r>
                        <a:rPr lang="en-US" altLang="ko-Kore-KR" sz="800" b="1" dirty="0">
                          <a:solidFill>
                            <a:srgbClr val="F28943"/>
                          </a:solidFill>
                        </a:rPr>
                        <a:t>TA 10000</a:t>
                      </a:r>
                      <a:endParaRPr lang="en-US" sz="800" b="1" dirty="0">
                        <a:solidFill>
                          <a:srgbClr val="F28943"/>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251058">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BN 113.2</a:t>
                      </a:r>
                      <a:endParaRPr sz="800" b="1" dirty="0">
                        <a:solidFill>
                          <a:srgbClr val="0070C0"/>
                        </a:solidFill>
                      </a:endParaRPr>
                    </a:p>
                  </a:txBody>
                  <a:tcPr marL="36000" marR="36000" marT="36000" marB="36000" anchor="ctr"/>
                </a:tc>
                <a:tc hMerge="1">
                  <a:txBody>
                    <a:bodyPr/>
                    <a:lstStyle/>
                    <a:p>
                      <a:endParaRPr lang="ko-Kore-KR" altLang="en-US"/>
                    </a:p>
                  </a:txBody>
                  <a:tcPr/>
                </a:tc>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01L IBN 111.5</a:t>
                      </a:r>
                      <a:endParaRPr sz="800" b="1" dirty="0">
                        <a:solidFill>
                          <a:srgbClr val="C00000"/>
                        </a:solidFill>
                      </a:endParaRPr>
                    </a:p>
                  </a:txBody>
                  <a:tcPr marL="36000" marR="36000" marT="36000" marB="36000" anchor="ctr"/>
                </a:tc>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19R IBE</a:t>
                      </a:r>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109.3</a:t>
                      </a:r>
                      <a:endParaRPr sz="800" b="1" dirty="0">
                        <a:solidFill>
                          <a:srgbClr val="C00000"/>
                        </a:solidFill>
                      </a:endParaRPr>
                    </a:p>
                  </a:txBody>
                  <a:tcPr marL="36000" marR="36000" marT="36000" marB="36000" anchor="ctr"/>
                </a:tc>
                <a:tc hMerge="1">
                  <a:txBody>
                    <a:bodyPr/>
                    <a:lstStyle/>
                    <a:p>
                      <a:pPr algn="ctr"/>
                      <a:endParaRPr lang="ko-Kore-KR" dirty="0"/>
                    </a:p>
                  </a:txBody>
                  <a:tcPr marL="36000" marR="36000" marT="36000" marB="36000" anchor="ctr"/>
                </a:tc>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01R IBA</a:t>
                      </a:r>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109.5</a:t>
                      </a:r>
                      <a:endParaRPr sz="800" b="1" dirty="0">
                        <a:solidFill>
                          <a:srgbClr val="C0000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19L IBS</a:t>
                      </a:r>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C00000"/>
                          </a:solidFill>
                        </a:rPr>
                        <a:t>110.1</a:t>
                      </a:r>
                      <a:endParaRPr sz="800" b="1" dirty="0">
                        <a:solidFill>
                          <a:srgbClr val="C00000"/>
                        </a:solidFill>
                      </a:endParaRPr>
                    </a:p>
                  </a:txBody>
                  <a:tcPr marL="36000" marR="36000" marT="36000" marB="36000" anchor="ctr"/>
                </a:tc>
                <a:extLst>
                  <a:ext uri="{0D108BD9-81ED-4DB2-BD59-A6C34878D82A}">
                    <a16:rowId xmlns:a16="http://schemas.microsoft.com/office/drawing/2014/main" val="3374941266"/>
                  </a:ext>
                </a:extLst>
              </a:tr>
              <a:tr h="39901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err="1">
                          <a:solidFill>
                            <a:schemeClr val="bg1"/>
                          </a:solidFill>
                        </a:rPr>
                        <a:t>PushBack</a:t>
                      </a:r>
                      <a:r>
                        <a:rPr lang="en-US" sz="800" dirty="0">
                          <a:solidFill>
                            <a:schemeClr val="bg1"/>
                          </a:solidFill>
                        </a:rPr>
                        <a:t> Point C,D,E , TWY A for T/O</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Do Not PASS B1 for 19L</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“CNL SID, TRK EXT CL, xx Degree” -&gt; Main RWY TRK </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284" name="Google Shape;284;p17">
            <a:extLst>
              <a:ext uri="{FF2B5EF4-FFF2-40B4-BE49-F238E27FC236}">
                <a16:creationId xmlns:a16="http://schemas.microsoft.com/office/drawing/2014/main" id="{5557BD40-BD88-EC90-E7FB-0158F165869C}"/>
              </a:ext>
            </a:extLst>
          </p:cNvPr>
          <p:cNvGraphicFramePr/>
          <p:nvPr>
            <p:extLst>
              <p:ext uri="{D42A27DB-BD31-4B8C-83A1-F6EECF244321}">
                <p14:modId xmlns:p14="http://schemas.microsoft.com/office/powerpoint/2010/main" val="1517613127"/>
              </p:ext>
            </p:extLst>
          </p:nvPr>
        </p:nvGraphicFramePr>
        <p:xfrm>
          <a:off x="-2501" y="16504"/>
          <a:ext cx="2328850" cy="686080"/>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98857">
                <a:tc>
                  <a:txBody>
                    <a:bodyPr/>
                    <a:lstStyle/>
                    <a:p>
                      <a:pPr marL="0" marR="0" lvl="0" indent="0" algn="ctr" rtl="0">
                        <a:spcBef>
                          <a:spcPts val="0"/>
                        </a:spcBef>
                        <a:spcAft>
                          <a:spcPts val="0"/>
                        </a:spcAft>
                        <a:buNone/>
                      </a:pPr>
                      <a:r>
                        <a:rPr lang="en-US" altLang="ko-Kore-KR" sz="1400" dirty="0">
                          <a:solidFill>
                            <a:schemeClr val="tx1"/>
                          </a:solidFill>
                          <a:hlinkClick r:id="rId3">
                            <a:extLst>
                              <a:ext uri="{A12FA001-AC4F-418D-AE19-62706E023703}">
                                <ahyp:hlinkClr xmlns:ahyp="http://schemas.microsoft.com/office/drawing/2018/hyperlinkcolor" val="tx"/>
                              </a:ext>
                            </a:extLst>
                          </a:hlinkClick>
                        </a:rPr>
                        <a:t>YBBN(BNE)15ft</a:t>
                      </a:r>
                      <a:endParaRPr lang="en-US" altLang="ko-Kore-KR" sz="14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4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387223">
                <a:tc>
                  <a:txBody>
                    <a:bodyPr/>
                    <a:lstStyle/>
                    <a:p>
                      <a:pPr marL="0" marR="0" lvl="0" indent="0" algn="ctr" rtl="0">
                        <a:spcBef>
                          <a:spcPts val="0"/>
                        </a:spcBef>
                        <a:spcAft>
                          <a:spcPts val="0"/>
                        </a:spcAft>
                        <a:buNone/>
                      </a:pPr>
                      <a:r>
                        <a:rPr lang="en-US" altLang="ko-Kore-KR" sz="900" dirty="0"/>
                        <a:t>Menzies BNE 132.55</a:t>
                      </a:r>
                    </a:p>
                    <a:p>
                      <a:pPr marL="0" marR="0" lvl="0" indent="0" algn="ctr" rtl="0">
                        <a:spcBef>
                          <a:spcPts val="0"/>
                        </a:spcBef>
                        <a:spcAft>
                          <a:spcPts val="0"/>
                        </a:spcAft>
                        <a:buNone/>
                      </a:pPr>
                      <a:r>
                        <a:rPr lang="en-US" sz="700" dirty="0">
                          <a:solidFill>
                            <a:srgbClr val="FF0000"/>
                          </a:solidFill>
                        </a:rPr>
                        <a:t>Voice by -5min</a:t>
                      </a:r>
                      <a:endParaRPr sz="7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5" name="TextBox 4">
            <a:extLst>
              <a:ext uri="{FF2B5EF4-FFF2-40B4-BE49-F238E27FC236}">
                <a16:creationId xmlns:a16="http://schemas.microsoft.com/office/drawing/2014/main" id="{8ACFBFAD-654E-DC15-26FC-FFDA399A493C}"/>
              </a:ext>
            </a:extLst>
          </p:cNvPr>
          <p:cNvSpPr txBox="1"/>
          <p:nvPr/>
        </p:nvSpPr>
        <p:spPr>
          <a:xfrm>
            <a:off x="6596" y="2453568"/>
            <a:ext cx="1764127" cy="209151"/>
          </a:xfrm>
          <a:prstGeom prst="rect">
            <a:avLst/>
          </a:prstGeom>
          <a:noFill/>
        </p:spPr>
        <p:txBody>
          <a:bodyPr wrap="squar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133.45 - </a:t>
            </a: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BB3EE5C2-ED39-3C88-BE49-90D10BEEBD45}"/>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3" name="그래픽 2" descr="집 Wi-Fi에서 작업 단색으로 채워진">
            <a:hlinkClick r:id="" action="ppaction://hlinkshowjump?jump=firstslide"/>
            <a:extLst>
              <a:ext uri="{FF2B5EF4-FFF2-40B4-BE49-F238E27FC236}">
                <a16:creationId xmlns:a16="http://schemas.microsoft.com/office/drawing/2014/main" id="{079DEC8B-8F7C-717B-62B8-9329A921994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2975156"/>
            <a:ext cx="457200" cy="457200"/>
          </a:xfrm>
          <a:prstGeom prst="rect">
            <a:avLst/>
          </a:prstGeom>
          <a:effectLst>
            <a:outerShdw blurRad="50800" dist="50800" dir="3660000" algn="ctr" rotWithShape="0">
              <a:schemeClr val="bg1">
                <a:alpha val="82714"/>
              </a:schemeClr>
            </a:outerShdw>
          </a:effectLst>
        </p:spPr>
      </p:pic>
      <p:graphicFrame>
        <p:nvGraphicFramePr>
          <p:cNvPr id="6" name="Google Shape;283;p17">
            <a:extLst>
              <a:ext uri="{FF2B5EF4-FFF2-40B4-BE49-F238E27FC236}">
                <a16:creationId xmlns:a16="http://schemas.microsoft.com/office/drawing/2014/main" id="{1B3E68C1-DEAE-46A5-D089-98534D121C33}"/>
              </a:ext>
            </a:extLst>
          </p:cNvPr>
          <p:cNvGraphicFramePr/>
          <p:nvPr>
            <p:extLst>
              <p:ext uri="{D42A27DB-BD31-4B8C-83A1-F6EECF244321}">
                <p14:modId xmlns:p14="http://schemas.microsoft.com/office/powerpoint/2010/main" val="2636973324"/>
              </p:ext>
            </p:extLst>
          </p:nvPr>
        </p:nvGraphicFramePr>
        <p:xfrm>
          <a:off x="11588" y="3418356"/>
          <a:ext cx="2314761" cy="213049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GUKDO x 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16</a:t>
                      </a:r>
                    </a:p>
                    <a:p>
                      <a:pPr marL="0" marR="0" lvl="0" indent="0" algn="ctr" rtl="0">
                        <a:spcBef>
                          <a:spcPts val="0"/>
                        </a:spcBef>
                        <a:spcAft>
                          <a:spcPts val="0"/>
                        </a:spcAft>
                        <a:buNone/>
                      </a:pPr>
                      <a:r>
                        <a:rPr lang="en-US" sz="800" b="1" dirty="0"/>
                        <a:t>15</a:t>
                      </a:r>
                    </a:p>
                  </a:txBody>
                  <a:tcPr marL="36000" marR="36000" marT="36000" marB="36000" anchor="ctr"/>
                </a:tc>
                <a:tc>
                  <a:txBody>
                    <a:bodyPr/>
                    <a:lstStyle/>
                    <a:p>
                      <a:pPr marL="0" marR="0" lvl="0" indent="0" algn="ctr" rtl="0">
                        <a:spcBef>
                          <a:spcPts val="0"/>
                        </a:spcBef>
                        <a:spcAft>
                          <a:spcPts val="0"/>
                        </a:spcAft>
                        <a:buNone/>
                      </a:pPr>
                      <a:r>
                        <a:rPr lang="en-US" sz="800" b="1" dirty="0"/>
                        <a:t>GUKDO x H</a:t>
                      </a:r>
                    </a:p>
                    <a:p>
                      <a:pPr marL="0" marR="0" lvl="0" indent="0" algn="ctr" rtl="0">
                        <a:spcBef>
                          <a:spcPts val="0"/>
                        </a:spcBef>
                        <a:spcAft>
                          <a:spcPts val="0"/>
                        </a:spcAft>
                        <a:buNone/>
                      </a:pPr>
                      <a:r>
                        <a:rPr lang="en-US" sz="800" b="1" dirty="0"/>
                        <a:t>GUKDO x C</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p>
                    <a:p>
                      <a:pPr marL="0" marR="0" lvl="0" indent="0" algn="ctr" rtl="0">
                        <a:spcBef>
                          <a:spcPts val="0"/>
                        </a:spcBef>
                        <a:spcAft>
                          <a:spcPts val="0"/>
                        </a:spcAft>
                        <a:buNone/>
                      </a:pPr>
                      <a:r>
                        <a:rPr lang="en-US" sz="800" b="1" dirty="0"/>
                        <a:t>BITIM</a:t>
                      </a:r>
                    </a:p>
                  </a:txBody>
                  <a:tcPr marL="36000" marR="36000" marT="36000" marB="36000" anchor="ctr"/>
                </a:tc>
                <a:tc>
                  <a:txBody>
                    <a:bodyPr/>
                    <a:lstStyle/>
                    <a:p>
                      <a:pPr marL="0" marR="0" lvl="0" indent="0" algn="ctr" rtl="0">
                        <a:spcBef>
                          <a:spcPts val="0"/>
                        </a:spcBef>
                        <a:spcAft>
                          <a:spcPts val="0"/>
                        </a:spcAft>
                        <a:buNone/>
                      </a:pPr>
                      <a:r>
                        <a:rPr lang="en-US" sz="800" b="1" dirty="0"/>
                        <a:t>GUKDO 180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71955187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4B7C0E99-F4ED-0D96-0D56-3E79B45D0E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67FF0D5-064A-09CB-C6F2-F143ACAD2A1F}"/>
              </a:ext>
            </a:extLst>
          </p:cNvPr>
          <p:cNvSpPr txBox="1"/>
          <p:nvPr/>
        </p:nvSpPr>
        <p:spPr>
          <a:xfrm>
            <a:off x="-22708" y="2888697"/>
            <a:ext cx="1531188" cy="370733"/>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FFC000"/>
                </a:solidFill>
                <a:latin typeface="Gulim" panose="020B0600000101010101" pitchFamily="34" charset="-127"/>
                <a:ea typeface="Gulim" panose="020B0600000101010101" pitchFamily="34" charset="-127"/>
              </a:rPr>
              <a:t>5min Before POLHO </a:t>
            </a:r>
          </a:p>
          <a:p>
            <a:pPr>
              <a:lnSpc>
                <a:spcPct val="150000"/>
              </a:lnSpc>
            </a:pPr>
            <a:r>
              <a:rPr kumimoji="1" lang="en-US" altLang="ko-Kore-KR" sz="700" b="1" u="sng" dirty="0">
                <a:solidFill>
                  <a:srgbClr val="FFC000"/>
                </a:solidFill>
                <a:latin typeface="Gulim" panose="020B0600000101010101" pitchFamily="34" charset="-127"/>
                <a:ea typeface="Gulim" panose="020B0600000101010101" pitchFamily="34" charset="-127"/>
              </a:rPr>
              <a:t>Boundary Report to UBN 126.5</a:t>
            </a:r>
          </a:p>
        </p:txBody>
      </p:sp>
      <p:graphicFrame>
        <p:nvGraphicFramePr>
          <p:cNvPr id="292" name="Google Shape;292;p18">
            <a:extLst>
              <a:ext uri="{FF2B5EF4-FFF2-40B4-BE49-F238E27FC236}">
                <a16:creationId xmlns:a16="http://schemas.microsoft.com/office/drawing/2014/main" id="{8C5E93A8-6B6E-2C1C-8472-3D0B62508795}"/>
              </a:ext>
            </a:extLst>
          </p:cNvPr>
          <p:cNvGraphicFramePr/>
          <p:nvPr>
            <p:extLst>
              <p:ext uri="{D42A27DB-BD31-4B8C-83A1-F6EECF244321}">
                <p14:modId xmlns:p14="http://schemas.microsoft.com/office/powerpoint/2010/main" val="221406458"/>
              </p:ext>
            </p:extLst>
          </p:nvPr>
        </p:nvGraphicFramePr>
        <p:xfrm>
          <a:off x="-6571" y="4008267"/>
          <a:ext cx="2333879" cy="1538482"/>
        </p:xfrm>
        <a:graphic>
          <a:graphicData uri="http://schemas.openxmlformats.org/drawingml/2006/table">
            <a:tbl>
              <a:tblPr firstRow="1" bandRow="1">
                <a:noFill/>
                <a:tableStyleId>{A521BE36-7E6F-4EC9-8D66-1CF97A6895EC}</a:tableStyleId>
              </a:tblPr>
              <a:tblGrid>
                <a:gridCol w="371006">
                  <a:extLst>
                    <a:ext uri="{9D8B030D-6E8A-4147-A177-3AD203B41FA5}">
                      <a16:colId xmlns:a16="http://schemas.microsoft.com/office/drawing/2014/main" val="20000"/>
                    </a:ext>
                  </a:extLst>
                </a:gridCol>
                <a:gridCol w="735496">
                  <a:extLst>
                    <a:ext uri="{9D8B030D-6E8A-4147-A177-3AD203B41FA5}">
                      <a16:colId xmlns:a16="http://schemas.microsoft.com/office/drawing/2014/main" val="20001"/>
                    </a:ext>
                  </a:extLst>
                </a:gridCol>
                <a:gridCol w="530536">
                  <a:extLst>
                    <a:ext uri="{9D8B030D-6E8A-4147-A177-3AD203B41FA5}">
                      <a16:colId xmlns:a16="http://schemas.microsoft.com/office/drawing/2014/main" val="20002"/>
                    </a:ext>
                  </a:extLst>
                </a:gridCol>
                <a:gridCol w="696841">
                  <a:extLst>
                    <a:ext uri="{9D8B030D-6E8A-4147-A177-3AD203B41FA5}">
                      <a16:colId xmlns:a16="http://schemas.microsoft.com/office/drawing/2014/main" val="20003"/>
                    </a:ext>
                  </a:extLst>
                </a:gridCol>
              </a:tblGrid>
              <a:tr h="203508">
                <a:tc gridSpan="4">
                  <a:txBody>
                    <a:bodyPr/>
                    <a:lstStyle/>
                    <a:p>
                      <a:pPr marL="0" marR="0" lvl="0" indent="0" algn="ctr" rtl="0">
                        <a:spcBef>
                          <a:spcPts val="0"/>
                        </a:spcBef>
                        <a:spcAft>
                          <a:spcPts val="0"/>
                        </a:spcAft>
                        <a:buNone/>
                      </a:pPr>
                      <a:r>
                        <a:rPr lang="en-US" sz="800" dirty="0"/>
                        <a:t>UBN </a:t>
                      </a:r>
                      <a:r>
                        <a:rPr lang="en-US" sz="800" dirty="0">
                          <a:solidFill>
                            <a:srgbClr val="00B0F0"/>
                          </a:solidFill>
                        </a:rPr>
                        <a:t>[110/290]</a:t>
                      </a:r>
                      <a:r>
                        <a:rPr lang="en-US" sz="800" dirty="0"/>
                        <a:t> TL 148 :</a:t>
                      </a:r>
                      <a:r>
                        <a:rPr lang="en-US" sz="800" dirty="0">
                          <a:solidFill>
                            <a:srgbClr val="FFC000"/>
                          </a:solidFill>
                        </a:rPr>
                        <a:t> Hi FE,TERR/Restrict Area</a:t>
                      </a:r>
                    </a:p>
                    <a:p>
                      <a:pPr marL="0" marR="0" lvl="0" indent="0" algn="ctr" rtl="0">
                        <a:spcBef>
                          <a:spcPts val="0"/>
                        </a:spcBef>
                        <a:spcAft>
                          <a:spcPts val="0"/>
                        </a:spcAft>
                        <a:buNone/>
                      </a:pPr>
                      <a:r>
                        <a:rPr lang="en-US" sz="800" b="0" dirty="0">
                          <a:solidFill>
                            <a:srgbClr val="FCFCFC"/>
                          </a:solidFill>
                        </a:rPr>
                        <a:t>CTC UBT CTL 5min Before FIR(POLHO, INTIK)</a:t>
                      </a:r>
                    </a:p>
                    <a:p>
                      <a:pPr marL="0" marR="0" lvl="0" indent="0" algn="ctr" rtl="0">
                        <a:spcBef>
                          <a:spcPts val="0"/>
                        </a:spcBef>
                        <a:spcAft>
                          <a:spcPts val="0"/>
                        </a:spcAft>
                        <a:buNone/>
                      </a:pPr>
                      <a:r>
                        <a:rPr lang="en-US" sz="800" b="0" dirty="0">
                          <a:solidFill>
                            <a:srgbClr val="FCFCFC"/>
                          </a:solidFill>
                        </a:rPr>
                        <a:t>UBT CTL ask L/D Time, </a:t>
                      </a:r>
                      <a:r>
                        <a:rPr lang="en-US" sz="800" b="1" dirty="0">
                          <a:solidFill>
                            <a:srgbClr val="C00000"/>
                          </a:solidFill>
                        </a:rPr>
                        <a:t>Hi FE &amp; Sink Rate due TAS</a:t>
                      </a:r>
                      <a:endParaRPr sz="800" b="1" dirty="0">
                        <a:solidFill>
                          <a:srgbClr val="C00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98270">
                <a:tc>
                  <a:txBody>
                    <a:bodyPr/>
                    <a:lstStyle/>
                    <a:p>
                      <a:pPr marL="0" marR="0" lvl="0" indent="0" algn="ctr" rtl="0">
                        <a:spcBef>
                          <a:spcPts val="0"/>
                        </a:spcBef>
                        <a:spcAft>
                          <a:spcPts val="0"/>
                        </a:spcAft>
                        <a:buNone/>
                      </a:pPr>
                      <a:r>
                        <a:rPr lang="en-US" sz="800" b="1" dirty="0">
                          <a:solidFill>
                            <a:srgbClr val="0070C0"/>
                          </a:solidFill>
                        </a:rPr>
                        <a:t>29</a:t>
                      </a:r>
                      <a:endParaRPr sz="800" b="0"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MENUG xx W</a:t>
                      </a:r>
                      <a:endParaRPr lang="en-US" sz="800" b="1" dirty="0"/>
                    </a:p>
                  </a:txBody>
                  <a:tcPr marL="36000" marR="36000" marT="36000" marB="36000" anchor="ctr"/>
                </a:tc>
                <a:tc>
                  <a:txBody>
                    <a:bodyPr/>
                    <a:lstStyle/>
                    <a:p>
                      <a:pPr marL="0" marR="0" lvl="0" indent="0" algn="ctr" rtl="0">
                        <a:spcBef>
                          <a:spcPts val="0"/>
                        </a:spcBef>
                        <a:spcAft>
                          <a:spcPts val="0"/>
                        </a:spcAft>
                        <a:buNone/>
                      </a:pPr>
                      <a:r>
                        <a:rPr lang="en-US" sz="800" b="1" dirty="0"/>
                        <a:t>ZONAM</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X 29</a:t>
                      </a:r>
                      <a:endParaRPr lang="en-US" sz="800" b="1" dirty="0">
                        <a:solidFill>
                          <a:srgbClr val="0070C0"/>
                        </a:solidFill>
                      </a:endParaRPr>
                    </a:p>
                  </a:txBody>
                  <a:tcPr marL="36000" marR="36000" marT="36000" marB="36000" anchor="ctr"/>
                </a:tc>
                <a:extLst>
                  <a:ext uri="{0D108BD9-81ED-4DB2-BD59-A6C34878D82A}">
                    <a16:rowId xmlns:a16="http://schemas.microsoft.com/office/drawing/2014/main" val="10001"/>
                  </a:ext>
                </a:extLst>
              </a:tr>
              <a:tr h="181870">
                <a:tc>
                  <a:txBody>
                    <a:bodyPr/>
                    <a:lstStyle/>
                    <a:p>
                      <a:pPr marL="0" marR="0" lvl="0" indent="0" algn="ctr" rtl="0">
                        <a:spcBef>
                          <a:spcPts val="0"/>
                        </a:spcBef>
                        <a:spcAft>
                          <a:spcPts val="0"/>
                        </a:spcAft>
                        <a:buNone/>
                      </a:pPr>
                      <a:r>
                        <a:rPr lang="en-US" sz="800" b="1" dirty="0"/>
                        <a:t>11</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solidFill>
                            <a:srgbClr val="0070C0"/>
                          </a:solidFill>
                        </a:rPr>
                        <a:t>MENUG xx V</a:t>
                      </a:r>
                      <a:endParaRPr lang="en-US" altLang="ko-Kore-KR" sz="800" b="0" dirty="0"/>
                    </a:p>
                  </a:txBody>
                  <a:tcPr marL="36000" marR="36000" marT="36000" marB="36000" anchor="ctr"/>
                </a:tc>
                <a:tc>
                  <a:txBody>
                    <a:bodyPr/>
                    <a:lstStyle/>
                    <a:p>
                      <a:pPr marL="0" marR="0" lvl="0" indent="0" algn="ctr" rtl="0">
                        <a:spcBef>
                          <a:spcPts val="0"/>
                        </a:spcBef>
                        <a:spcAft>
                          <a:spcPts val="0"/>
                        </a:spcAft>
                        <a:buNone/>
                      </a:pPr>
                      <a:r>
                        <a:rPr lang="en-US" sz="800" b="1" dirty="0"/>
                        <a:t>CK113</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RNP 11 </a:t>
                      </a:r>
                      <a:r>
                        <a:rPr lang="en-US" altLang="ko-Kore-KR" sz="800" b="1" dirty="0">
                          <a:solidFill>
                            <a:srgbClr val="0070C0"/>
                          </a:solidFill>
                        </a:rPr>
                        <a:t>(Req)</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8495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SER, </a:t>
                      </a:r>
                      <a:r>
                        <a:rPr lang="en-US" sz="800" b="1" dirty="0">
                          <a:solidFill>
                            <a:srgbClr val="C00000"/>
                          </a:solidFill>
                        </a:rPr>
                        <a:t>29 CDA</a:t>
                      </a:r>
                      <a:endParaRPr sz="800" b="0"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8964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29 :C(5761’), </a:t>
                      </a:r>
                      <a:r>
                        <a:rPr lang="en-US" sz="800" b="1" dirty="0">
                          <a:solidFill>
                            <a:srgbClr val="FF0000"/>
                          </a:solidFill>
                        </a:rPr>
                        <a:t>B(8241’),</a:t>
                      </a:r>
                      <a:r>
                        <a:rPr lang="en-US" sz="800" b="1" dirty="0">
                          <a:solidFill>
                            <a:srgbClr val="0070C0"/>
                          </a:solidFill>
                        </a:rPr>
                        <a:t>END RWY, </a:t>
                      </a:r>
                      <a:r>
                        <a:rPr lang="en-US" sz="800" b="1" dirty="0">
                          <a:solidFill>
                            <a:srgbClr val="FF0000"/>
                          </a:solidFill>
                        </a:rPr>
                        <a:t> </a:t>
                      </a:r>
                      <a:r>
                        <a:rPr lang="en-US" sz="800" b="1" dirty="0">
                          <a:solidFill>
                            <a:schemeClr val="dk1"/>
                          </a:solidFill>
                        </a:rPr>
                        <a:t>11 : C(5761’),D(8231’)</a:t>
                      </a:r>
                      <a:r>
                        <a:rPr lang="en-US" sz="800" dirty="0">
                          <a:solidFill>
                            <a:schemeClr val="dk1"/>
                          </a:solidFill>
                        </a:rPr>
                        <a:t> </a:t>
                      </a:r>
                      <a:endParaRPr dirty="0"/>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Gate 2 A330 Must Follow Dashed Line</a:t>
                      </a:r>
                      <a:endParaRPr lang="en-US" altLang="ko-K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24A1E274-C74B-8377-4D89-C9950BBBA6DF}"/>
              </a:ext>
            </a:extLst>
          </p:cNvPr>
          <p:cNvGraphicFramePr/>
          <p:nvPr>
            <p:extLst>
              <p:ext uri="{D42A27DB-BD31-4B8C-83A1-F6EECF244321}">
                <p14:modId xmlns:p14="http://schemas.microsoft.com/office/powerpoint/2010/main" val="4260214010"/>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200" dirty="0">
                          <a:solidFill>
                            <a:schemeClr val="tx1"/>
                          </a:solidFill>
                          <a:hlinkClick r:id="rId4">
                            <a:extLst>
                              <a:ext uri="{A12FA001-AC4F-418D-AE19-62706E023703}">
                                <ahyp:hlinkClr xmlns:ahyp="http://schemas.microsoft.com/office/drawing/2018/hyperlinkcolor" val="tx"/>
                              </a:ext>
                            </a:extLst>
                          </a:hlinkClick>
                        </a:rPr>
                        <a:t>ZMCK(UBN)</a:t>
                      </a:r>
                      <a:r>
                        <a:rPr lang="en-US" sz="1100" dirty="0">
                          <a:solidFill>
                            <a:srgbClr val="C00000"/>
                          </a:solidFill>
                          <a:hlinkClick r:id="rId4">
                            <a:extLst>
                              <a:ext uri="{A12FA001-AC4F-418D-AE19-62706E023703}">
                                <ahyp:hlinkClr xmlns:ahyp="http://schemas.microsoft.com/office/drawing/2018/hyperlinkcolor" val="tx"/>
                              </a:ext>
                            </a:extLst>
                          </a:hlinkClick>
                        </a:rPr>
                        <a:t>4485ft</a:t>
                      </a:r>
                      <a:endParaRP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 </a:t>
                      </a:r>
                      <a:r>
                        <a:rPr lang="en-US" sz="900" dirty="0">
                          <a:solidFill>
                            <a:srgbClr val="C00000"/>
                          </a:solidFill>
                        </a:rPr>
                        <a:t>No D-ATIS</a:t>
                      </a:r>
                    </a:p>
                    <a:p>
                      <a:pPr marL="0" marR="0" lvl="0" indent="0" algn="ctr" rtl="0">
                        <a:spcBef>
                          <a:spcPts val="0"/>
                        </a:spcBef>
                        <a:spcAft>
                          <a:spcPts val="0"/>
                        </a:spcAft>
                        <a:buNone/>
                      </a:pPr>
                      <a:r>
                        <a:rPr lang="en-US" sz="900" b="1" dirty="0">
                          <a:solidFill>
                            <a:srgbClr val="7030A0"/>
                          </a:solidFill>
                        </a:rPr>
                        <a:t>Stand 2, 4, 6</a:t>
                      </a:r>
                      <a:endParaRPr sz="900" b="1" dirty="0">
                        <a:solidFill>
                          <a:srgbClr val="7030A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8C3817D0-25C7-46CF-B3FF-984C5520644C}"/>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206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206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56D6F5FF-E7B4-AD02-4852-10514DAA0400}"/>
              </a:ext>
            </a:extLst>
          </p:cNvPr>
          <p:cNvGraphicFramePr/>
          <p:nvPr>
            <p:extLst>
              <p:ext uri="{D42A27DB-BD31-4B8C-83A1-F6EECF244321}">
                <p14:modId xmlns:p14="http://schemas.microsoft.com/office/powerpoint/2010/main" val="2238132683"/>
              </p:ext>
            </p:extLst>
          </p:nvPr>
        </p:nvGraphicFramePr>
        <p:xfrm>
          <a:off x="1" y="643197"/>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8E50BE71-2FC0-F0B3-E7D2-729DA77C0BD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28893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24051147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022B1-085A-75F9-1CF1-572381D6DDB3}"/>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F12F796F-1AAA-4ED2-0ECA-9A89CE11B500}"/>
              </a:ext>
            </a:extLst>
          </p:cNvPr>
          <p:cNvGraphicFramePr>
            <a:graphicFrameLocks noGrp="1"/>
          </p:cNvGraphicFramePr>
          <p:nvPr>
            <p:ph idx="1"/>
            <p:extLst>
              <p:ext uri="{D42A27DB-BD31-4B8C-83A1-F6EECF244321}">
                <p14:modId xmlns:p14="http://schemas.microsoft.com/office/powerpoint/2010/main" val="2397723122"/>
              </p:ext>
            </p:extLst>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4,500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14,800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3,900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12,800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chemeClr val="bg1"/>
                          </a:solidFill>
                          <a:effectLst/>
                          <a:latin typeface="Arial" panose="020B0604020202020204" pitchFamily="34" charset="0"/>
                          <a:cs typeface="Arial" panose="020B0604020202020204" pitchFamily="34" charset="0"/>
                        </a:rPr>
                        <a:t>3,600 m</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chemeClr val="bg1"/>
                          </a:solidFill>
                          <a:effectLst/>
                          <a:latin typeface="Arial" panose="020B0604020202020204" pitchFamily="34" charset="0"/>
                          <a:cs typeface="Arial" panose="020B0604020202020204" pitchFamily="34" charset="0"/>
                        </a:rPr>
                        <a:t>11,800 ft</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chemeClr val="bg1"/>
                          </a:solidFill>
                          <a:effectLst/>
                          <a:latin typeface="Arial" panose="020B0604020202020204" pitchFamily="34" charset="0"/>
                          <a:cs typeface="Arial" panose="020B0604020202020204" pitchFamily="34" charset="0"/>
                        </a:rPr>
                        <a:t>3,000</a:t>
                      </a:r>
                      <a:r>
                        <a:rPr lang="en-US" sz="800" b="0" i="0">
                          <a:solidFill>
                            <a:schemeClr val="bg1"/>
                          </a:solidFill>
                          <a:effectLst/>
                          <a:latin typeface="Arial" panose="020B0604020202020204" pitchFamily="34" charset="0"/>
                          <a:cs typeface="Arial" panose="020B0604020202020204" pitchFamily="34" charset="0"/>
                        </a:rPr>
                        <a:t> </a:t>
                      </a:r>
                      <a:r>
                        <a:rPr lang="en-US" sz="800" b="1" i="0">
                          <a:solidFill>
                            <a:schemeClr val="bg1"/>
                          </a:solidFill>
                          <a:effectLst/>
                          <a:latin typeface="Arial" panose="020B0604020202020204" pitchFamily="34" charset="0"/>
                          <a:cs typeface="Arial" panose="020B0604020202020204" pitchFamily="34" charset="0"/>
                        </a:rPr>
                        <a:t>m</a:t>
                      </a:r>
                      <a:endParaRPr lang="en-US" sz="800">
                        <a:solidFill>
                          <a:schemeClr val="bg1"/>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chemeClr val="bg1"/>
                          </a:solidFill>
                          <a:effectLst/>
                          <a:latin typeface="Arial" panose="020B0604020202020204" pitchFamily="34" charset="0"/>
                          <a:cs typeface="Arial" panose="020B0604020202020204" pitchFamily="34" charset="0"/>
                        </a:rPr>
                        <a:t>9,800</a:t>
                      </a:r>
                      <a:r>
                        <a:rPr lang="en-US" sz="800" b="0" i="0" dirty="0">
                          <a:solidFill>
                            <a:schemeClr val="bg1"/>
                          </a:solidFill>
                          <a:effectLst/>
                          <a:latin typeface="Arial" panose="020B0604020202020204" pitchFamily="34" charset="0"/>
                          <a:cs typeface="Arial" panose="020B0604020202020204" pitchFamily="34" charset="0"/>
                        </a:rPr>
                        <a:t> </a:t>
                      </a:r>
                      <a:r>
                        <a:rPr lang="en-US" sz="800" b="1" i="0" dirty="0">
                          <a:solidFill>
                            <a:schemeClr val="bg1"/>
                          </a:solidFill>
                          <a:effectLst/>
                          <a:latin typeface="Arial" panose="020B0604020202020204" pitchFamily="34" charset="0"/>
                          <a:cs typeface="Arial" panose="020B0604020202020204" pitchFamily="34" charset="0"/>
                        </a:rPr>
                        <a:t>ft</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C352CADC-4005-A80E-FF0C-566D0533D6DB}"/>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FC493C74-7CBF-197B-27DF-D12D34FFDAFC}"/>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7953B317-20B9-A185-E378-C8CCB8D2925D}"/>
              </a:ext>
            </a:extLst>
          </p:cNvPr>
          <p:cNvGraphicFramePr>
            <a:graphicFrameLocks noGrp="1"/>
          </p:cNvGraphicFramePr>
          <p:nvPr/>
        </p:nvGraphicFramePr>
        <p:xfrm>
          <a:off x="39455" y="410023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Tree>
    <p:extLst>
      <p:ext uri="{BB962C8B-B14F-4D97-AF65-F5344CB8AC3E}">
        <p14:creationId xmlns:p14="http://schemas.microsoft.com/office/powerpoint/2010/main" val="7205993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6C94FA3D-C21B-28DC-ADF8-800E7F3FE6CF}"/>
            </a:ext>
          </a:extLst>
        </p:cNvPr>
        <p:cNvGrpSpPr/>
        <p:nvPr/>
      </p:nvGrpSpPr>
      <p:grpSpPr>
        <a:xfrm>
          <a:off x="0" y="0"/>
          <a:ext cx="0" cy="0"/>
          <a:chOff x="0" y="0"/>
          <a:chExt cx="0" cy="0"/>
        </a:xfrm>
      </p:grpSpPr>
      <p:graphicFrame>
        <p:nvGraphicFramePr>
          <p:cNvPr id="117" name="Google Shape;117;p3">
            <a:extLst>
              <a:ext uri="{FF2B5EF4-FFF2-40B4-BE49-F238E27FC236}">
                <a16:creationId xmlns:a16="http://schemas.microsoft.com/office/drawing/2014/main" id="{BE83C2B6-7783-7E58-83A6-2415DA236912}"/>
              </a:ext>
            </a:extLst>
          </p:cNvPr>
          <p:cNvGraphicFramePr/>
          <p:nvPr>
            <p:extLst>
              <p:ext uri="{D42A27DB-BD31-4B8C-83A1-F6EECF244321}">
                <p14:modId xmlns:p14="http://schemas.microsoft.com/office/powerpoint/2010/main" val="7598730"/>
              </p:ext>
            </p:extLst>
          </p:nvPr>
        </p:nvGraphicFramePr>
        <p:xfrm>
          <a:off x="-4046" y="704196"/>
          <a:ext cx="2332909" cy="1304890"/>
        </p:xfrm>
        <a:graphic>
          <a:graphicData uri="http://schemas.openxmlformats.org/drawingml/2006/table">
            <a:tbl>
              <a:tblPr firstRow="1" bandRow="1">
                <a:noFill/>
                <a:tableStyleId>{A521BE36-7E6F-4EC9-8D66-1CF97A6895EC}</a:tableStyleId>
              </a:tblPr>
              <a:tblGrid>
                <a:gridCol w="227615">
                  <a:extLst>
                    <a:ext uri="{9D8B030D-6E8A-4147-A177-3AD203B41FA5}">
                      <a16:colId xmlns:a16="http://schemas.microsoft.com/office/drawing/2014/main" val="20000"/>
                    </a:ext>
                  </a:extLst>
                </a:gridCol>
                <a:gridCol w="896908">
                  <a:extLst>
                    <a:ext uri="{9D8B030D-6E8A-4147-A177-3AD203B41FA5}">
                      <a16:colId xmlns:a16="http://schemas.microsoft.com/office/drawing/2014/main" val="20001"/>
                    </a:ext>
                  </a:extLst>
                </a:gridCol>
                <a:gridCol w="1208386">
                  <a:extLst>
                    <a:ext uri="{9D8B030D-6E8A-4147-A177-3AD203B41FA5}">
                      <a16:colId xmlns:a16="http://schemas.microsoft.com/office/drawing/2014/main" val="20005"/>
                    </a:ext>
                  </a:extLst>
                </a:gridCol>
              </a:tblGrid>
              <a:tr h="0">
                <a:tc gridSpan="3">
                  <a:txBody>
                    <a:bodyPr/>
                    <a:lstStyle/>
                    <a:p>
                      <a:pPr marL="0" marR="0" lvl="0" indent="0" algn="ctr" rtl="0">
                        <a:spcBef>
                          <a:spcPts val="0"/>
                        </a:spcBef>
                        <a:spcAft>
                          <a:spcPts val="0"/>
                        </a:spcAft>
                        <a:buNone/>
                      </a:pPr>
                      <a:r>
                        <a:rPr lang="en-US" sz="800" u="none" strike="noStrike" cap="none" dirty="0"/>
                        <a:t>UBN : SID (NADP 1) TA 128 </a:t>
                      </a:r>
                    </a:p>
                  </a:txBody>
                  <a:tcPr marL="36000" marR="72000" marT="45725" marB="45725"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altLang="ko-KR" sz="800" b="1" u="none" strike="noStrike" cap="none" dirty="0"/>
                        <a:t>29</a:t>
                      </a:r>
                      <a:endParaRPr lang="en-US" sz="800" b="1" u="none" strike="noStrike" cap="none"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MENUG x A</a:t>
                      </a:r>
                      <a:r>
                        <a:rPr lang="en-US" sz="800" b="0" u="none" strike="noStrike" cap="none" dirty="0">
                          <a:solidFill>
                            <a:schemeClr val="bg1"/>
                          </a:solidFill>
                        </a:rPr>
                        <a:t>/C</a:t>
                      </a:r>
                    </a:p>
                  </a:txBody>
                  <a:tcPr marL="36000" marR="36000" marT="36000" marB="36000" anchor="ctr"/>
                </a:tc>
                <a:tc>
                  <a:txBody>
                    <a:bodyPr/>
                    <a:lstStyle/>
                    <a:p>
                      <a:pPr algn="ctr"/>
                      <a:r>
                        <a:rPr lang="en-US" sz="800" b="1" u="none" strike="noStrike" cap="none" dirty="0"/>
                        <a:t>HD 290 </a:t>
                      </a:r>
                      <a:r>
                        <a:rPr lang="en-US" sz="800" b="1" u="none" strike="noStrike" cap="none" dirty="0">
                          <a:solidFill>
                            <a:srgbClr val="0070C0"/>
                          </a:solidFill>
                        </a:rPr>
                        <a:t>ALT ATC </a:t>
                      </a:r>
                      <a:r>
                        <a:rPr lang="en-US" altLang="ko-Kore-KR" sz="800" b="1" u="none" strike="noStrike" cap="none" dirty="0">
                          <a:solidFill>
                            <a:srgbClr val="F28943"/>
                          </a:solidFill>
                        </a:rPr>
                        <a:t>TA 12800</a:t>
                      </a:r>
                      <a:endParaRPr lang="ko-Kore-KR" dirty="0">
                        <a:solidFill>
                          <a:srgbClr val="F28943"/>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0" u="none" strike="noStrike" cap="none" dirty="0"/>
                        <a:t>11</a:t>
                      </a:r>
                      <a:endParaRPr sz="800" b="0" u="none" strike="noStrike" cap="none" dirty="0"/>
                    </a:p>
                  </a:txBody>
                  <a:tcPr marL="36000" marR="36000" marT="36000" marB="36000" anchor="ctr"/>
                </a:tc>
                <a:tc>
                  <a:txBody>
                    <a:bodyPr/>
                    <a:lstStyle/>
                    <a:p>
                      <a:pPr marL="0" marR="0" lvl="0" indent="0" algn="ctr" rtl="0">
                        <a:spcBef>
                          <a:spcPts val="0"/>
                        </a:spcBef>
                        <a:spcAft>
                          <a:spcPts val="0"/>
                        </a:spcAft>
                        <a:buNone/>
                      </a:pPr>
                      <a:r>
                        <a:rPr lang="en-US" altLang="ko-Kore-KR" sz="800" b="1" u="none" strike="noStrike" cap="none" dirty="0">
                          <a:solidFill>
                            <a:srgbClr val="0070C0"/>
                          </a:solidFill>
                        </a:rPr>
                        <a:t>MENUG x B</a:t>
                      </a:r>
                      <a:r>
                        <a:rPr lang="en-US" altLang="ko-Kore-KR" sz="800" b="0" u="none" strike="noStrike" cap="none" dirty="0">
                          <a:solidFill>
                            <a:schemeClr val="bg1"/>
                          </a:solidFill>
                        </a:rPr>
                        <a:t>/D</a:t>
                      </a:r>
                    </a:p>
                  </a:txBody>
                  <a:tcPr marL="36000" marR="36000" marT="36000" marB="36000" anchor="ctr"/>
                </a:tc>
                <a:tc>
                  <a:txBody>
                    <a:bodyPr/>
                    <a:lstStyle/>
                    <a:p>
                      <a:pPr algn="ctr"/>
                      <a:r>
                        <a:rPr lang="en-US" sz="800" b="1" u="none" strike="noStrike" cap="none" dirty="0"/>
                        <a:t>HD 110 </a:t>
                      </a:r>
                      <a:r>
                        <a:rPr lang="en-US" sz="800" b="1" u="none" strike="noStrike" cap="none" dirty="0">
                          <a:solidFill>
                            <a:srgbClr val="0070C0"/>
                          </a:solidFill>
                        </a:rPr>
                        <a:t>ALT ATC </a:t>
                      </a:r>
                      <a:r>
                        <a:rPr lang="en-US" altLang="ko-Kore-KR" sz="800" b="1" u="none" strike="noStrike" cap="none" dirty="0">
                          <a:solidFill>
                            <a:srgbClr val="F28943"/>
                          </a:solidFill>
                        </a:rPr>
                        <a:t>TA 12800</a:t>
                      </a:r>
                      <a:endParaRPr lang="ko-Kore-KR" dirty="0">
                        <a:solidFill>
                          <a:srgbClr val="F28943"/>
                        </a:solidFill>
                      </a:endParaRPr>
                    </a:p>
                  </a:txBody>
                  <a:tcPr marL="36000" marR="36000" marT="36000" marB="36000" anchor="ctr"/>
                </a:tc>
                <a:extLst>
                  <a:ext uri="{0D108BD9-81ED-4DB2-BD59-A6C34878D82A}">
                    <a16:rowId xmlns:a16="http://schemas.microsoft.com/office/drawing/2014/main" val="10002"/>
                  </a:ext>
                </a:extLst>
              </a:tr>
              <a:tr h="115700">
                <a:tc gridSpan="2">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800" b="1" u="none" strike="noStrike" cap="none" dirty="0">
                          <a:solidFill>
                            <a:srgbClr val="0070C0"/>
                          </a:solidFill>
                        </a:rPr>
                        <a:t>SER 116.9</a:t>
                      </a:r>
                    </a:p>
                  </a:txBody>
                  <a:tcPr marL="36000" marR="36000" marT="36000" marB="36000" anchor="ctr"/>
                </a:tc>
                <a:tc hMerge="1">
                  <a:txBody>
                    <a:bodyPr/>
                    <a:lstStyle/>
                    <a:p>
                      <a:endParaRPr lang="ko-Kore-KR" altLang="en-US"/>
                    </a:p>
                  </a:txBody>
                  <a:tcPr/>
                </a:tc>
                <a:tc>
                  <a:txBody>
                    <a:bodyPr/>
                    <a:lstStyle/>
                    <a:p>
                      <a:pPr marL="0" marR="0" lvl="0" indent="0" algn="ctr" rtl="0">
                        <a:lnSpc>
                          <a:spcPct val="100000"/>
                        </a:lnSpc>
                        <a:spcBef>
                          <a:spcPts val="0"/>
                        </a:spcBef>
                        <a:spcAft>
                          <a:spcPts val="0"/>
                        </a:spcAft>
                        <a:buClr>
                          <a:srgbClr val="C00000"/>
                        </a:buClr>
                        <a:buSzPts val="800"/>
                        <a:buFont typeface="Calibri"/>
                        <a:buNone/>
                      </a:pPr>
                      <a:r>
                        <a:rPr lang="en-US" altLang="ko-Kore-KR" sz="800" b="1" u="none" strike="noStrike" cap="none" dirty="0">
                          <a:solidFill>
                            <a:srgbClr val="C00000"/>
                          </a:solidFill>
                        </a:rPr>
                        <a:t>29 CDA109.9</a:t>
                      </a:r>
                      <a:endParaRPr lang="ko-Kore-KR" dirty="0"/>
                    </a:p>
                  </a:txBody>
                  <a:tcPr marL="36000" marR="36000" marT="36000" marB="36000" anchor="ctr"/>
                </a:tc>
                <a:extLst>
                  <a:ext uri="{0D108BD9-81ED-4DB2-BD59-A6C34878D82A}">
                    <a16:rowId xmlns:a16="http://schemas.microsoft.com/office/drawing/2014/main" val="1446403819"/>
                  </a:ext>
                </a:extLst>
              </a:tr>
              <a:tr h="0">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FIX</a:t>
                      </a:r>
                      <a:endParaRPr sz="800" u="none" strike="noStrike" cap="none" dirty="0">
                        <a:solidFill>
                          <a:schemeClr val="lt1"/>
                        </a:solidFill>
                      </a:endParaRPr>
                    </a:p>
                  </a:txBody>
                  <a:tcPr marL="36000" marR="36000" marT="36000" marB="36000" anchor="ctr">
                    <a:solidFill>
                      <a:schemeClr val="accent1"/>
                    </a:solidFill>
                  </a:tcPr>
                </a:tc>
                <a:tc gridSpan="2">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b="0" u="none" strike="noStrike" cap="none" dirty="0">
                          <a:solidFill>
                            <a:schemeClr val="bg1"/>
                          </a:solidFill>
                        </a:rPr>
                        <a:t>29 : SER 290/4, R343, SER R</a:t>
                      </a:r>
                      <a:r>
                        <a:rPr lang="en-US" altLang="ko-KR" sz="800" b="0" u="none" strike="noStrike" cap="none" dirty="0">
                          <a:solidFill>
                            <a:schemeClr val="bg1"/>
                          </a:solidFill>
                        </a:rPr>
                        <a:t>133</a:t>
                      </a:r>
                      <a:r>
                        <a:rPr lang="en-US" altLang="ko-Kore-KR" sz="800" b="0" u="none" strike="noStrike" cap="none" dirty="0">
                          <a:solidFill>
                            <a:schemeClr val="bg1"/>
                          </a:solidFill>
                        </a:rPr>
                        <a:t>, SER 290/10, R260 </a:t>
                      </a:r>
                    </a:p>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b="0" u="none" strike="noStrike" cap="none" dirty="0">
                          <a:solidFill>
                            <a:schemeClr val="bg1"/>
                          </a:solidFill>
                        </a:rPr>
                        <a:t>11: SER 110/1.5, SER R313, SER 290/10, R260</a:t>
                      </a:r>
                    </a:p>
                  </a:txBody>
                  <a:tcPr marL="0" marR="0" marT="36000" marB="36000" anchor="ctr"/>
                </a:tc>
                <a:tc hMerge="1">
                  <a:txBody>
                    <a:bodyPr/>
                    <a:lstStyle/>
                    <a:p>
                      <a:endParaRPr/>
                    </a:p>
                  </a:txBody>
                  <a:tcPr marL="36000" marR="36000" marT="36000" marB="36000" anchor="ctr"/>
                </a:tc>
                <a:extLst>
                  <a:ext uri="{0D108BD9-81ED-4DB2-BD59-A6C34878D82A}">
                    <a16:rowId xmlns:a16="http://schemas.microsoft.com/office/drawing/2014/main" val="10005"/>
                  </a:ext>
                </a:extLst>
              </a:tr>
              <a:tr h="115700">
                <a:tc gridSpan="3">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C00000"/>
                          </a:solidFill>
                        </a:rPr>
                        <a:t>TWY F very Narrow, TWY B,D Opposite Turn Prohibit</a:t>
                      </a:r>
                      <a:endParaRPr b="1" dirty="0">
                        <a:solidFill>
                          <a:srgbClr val="C00000"/>
                        </a:solidFill>
                      </a:endParaRPr>
                    </a:p>
                  </a:txBody>
                  <a:tcPr marL="0" marR="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119" name="Google Shape;119;p3">
            <a:extLst>
              <a:ext uri="{FF2B5EF4-FFF2-40B4-BE49-F238E27FC236}">
                <a16:creationId xmlns:a16="http://schemas.microsoft.com/office/drawing/2014/main" id="{DC0F480D-A1F5-810E-A17B-58EF566CA446}"/>
              </a:ext>
            </a:extLst>
          </p:cNvPr>
          <p:cNvGraphicFramePr/>
          <p:nvPr>
            <p:extLst>
              <p:ext uri="{D42A27DB-BD31-4B8C-83A1-F6EECF244321}">
                <p14:modId xmlns:p14="http://schemas.microsoft.com/office/powerpoint/2010/main" val="891064831"/>
              </p:ext>
            </p:extLst>
          </p:nvPr>
        </p:nvGraphicFramePr>
        <p:xfrm>
          <a:off x="-2501" y="16504"/>
          <a:ext cx="2328850" cy="68129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1200" b="1" i="0" u="none" strike="noStrike" kern="1200" cap="none" spc="0" normalizeH="0" baseline="0" noProof="0" dirty="0">
                          <a:ln>
                            <a:noFill/>
                          </a:ln>
                          <a:solidFill>
                            <a:prstClr val="white"/>
                          </a:solidFill>
                          <a:effectLst/>
                          <a:uLnTx/>
                          <a:uFillTx/>
                          <a:latin typeface="Calibri"/>
                          <a:cs typeface="Calibri"/>
                          <a:hlinkClick r:id="rId3">
                            <a:extLst>
                              <a:ext uri="{A12FA001-AC4F-418D-AE19-62706E023703}">
                                <ahyp:hlinkClr xmlns:ahyp="http://schemas.microsoft.com/office/drawing/2018/hyperlinkcolor" val="tx"/>
                              </a:ext>
                            </a:extLst>
                          </a:hlinkClick>
                        </a:rPr>
                        <a:t>ZMCK(UBN)</a:t>
                      </a:r>
                      <a:r>
                        <a:rPr kumimoji="0" lang="en-US" altLang="ko-Kore-KR" sz="1100" b="1" i="0" u="none" strike="noStrike" kern="1200" cap="none" spc="0" normalizeH="0" baseline="0" noProof="0" dirty="0">
                          <a:ln>
                            <a:noFill/>
                          </a:ln>
                          <a:solidFill>
                            <a:srgbClr val="C00000"/>
                          </a:solidFill>
                          <a:effectLst/>
                          <a:uLnTx/>
                          <a:uFillTx/>
                          <a:latin typeface="Calibri"/>
                          <a:cs typeface="Calibri"/>
                          <a:hlinkClick r:id="rId3">
                            <a:extLst>
                              <a:ext uri="{A12FA001-AC4F-418D-AE19-62706E023703}">
                                <ahyp:hlinkClr xmlns:ahyp="http://schemas.microsoft.com/office/drawing/2018/hyperlinkcolor" val="tx"/>
                              </a:ext>
                            </a:extLst>
                          </a:hlinkClick>
                        </a:rPr>
                        <a:t>4485ft</a:t>
                      </a:r>
                      <a:endParaRPr kumimoji="0" lang="en-US" altLang="ko-Kore-KR" sz="1300" b="1" i="0" u="none" strike="noStrike" kern="1200" cap="none" spc="0" normalizeH="0" baseline="0" noProof="0" dirty="0">
                        <a:ln>
                          <a:noFill/>
                        </a:ln>
                        <a:solidFill>
                          <a:srgbClr val="C00000"/>
                        </a:solidFill>
                        <a:effectLst/>
                        <a:uLnTx/>
                        <a:uFillTx/>
                        <a:latin typeface="Calibri"/>
                        <a:cs typeface="Calibri"/>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b="1" dirty="0"/>
                        <a:t>None</a:t>
                      </a:r>
                    </a:p>
                    <a:p>
                      <a:pPr marL="0" marR="0" lvl="0" indent="0" algn="ctr" rtl="0">
                        <a:spcBef>
                          <a:spcPts val="0"/>
                        </a:spcBef>
                        <a:spcAft>
                          <a:spcPts val="0"/>
                        </a:spcAft>
                        <a:buNone/>
                      </a:pPr>
                      <a:r>
                        <a:rPr lang="en-US" sz="800" b="1" dirty="0">
                          <a:solidFill>
                            <a:srgbClr val="C00000"/>
                          </a:solidFill>
                        </a:rPr>
                        <a:t>No D-ATIS</a:t>
                      </a:r>
                      <a:endParaRPr sz="1200" b="1" dirty="0">
                        <a:solidFill>
                          <a:srgbClr val="C00000"/>
                        </a:solidFill>
                      </a:endParaRPr>
                    </a:p>
                    <a:p>
                      <a:pPr marL="0" marR="0" lvl="0" indent="0" algn="ctr" rtl="0">
                        <a:spcBef>
                          <a:spcPts val="0"/>
                        </a:spcBef>
                        <a:spcAft>
                          <a:spcPts val="0"/>
                        </a:spcAft>
                        <a:buNone/>
                      </a:pPr>
                      <a:r>
                        <a:rPr lang="en-US" altLang="ko-KR" sz="700" b="1" dirty="0">
                          <a:solidFill>
                            <a:srgbClr val="C00000"/>
                          </a:solidFill>
                        </a:rPr>
                        <a:t>CLR by Voice to TWR 129.0</a:t>
                      </a:r>
                      <a:endParaRPr sz="700" b="1" dirty="0">
                        <a:solidFill>
                          <a:srgbClr val="C00000"/>
                        </a:solidFill>
                      </a:endParaRP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8149120B-E31F-C8E3-0B29-F8DE8574C8E2}"/>
              </a:ext>
            </a:extLst>
          </p:cNvPr>
          <p:cNvSpPr txBox="1"/>
          <p:nvPr/>
        </p:nvSpPr>
        <p:spPr>
          <a:xfrm>
            <a:off x="916297" y="2054340"/>
            <a:ext cx="1374094" cy="1017064"/>
          </a:xfrm>
          <a:prstGeom prst="rect">
            <a:avLst/>
          </a:prstGeom>
          <a:noFill/>
        </p:spPr>
        <p:txBody>
          <a:bodyPr wrap="none" tIns="36000" bIns="3600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DEP 120.0</a:t>
            </a:r>
          </a:p>
          <a:p>
            <a:pPr>
              <a:lnSpc>
                <a:spcPct val="150000"/>
              </a:lnSpc>
            </a:pPr>
            <a:r>
              <a:rPr kumimoji="1" lang="en-US" altLang="ko-KR" sz="700" b="1" u="sng" dirty="0">
                <a:latin typeface="Gulim" panose="020B0600000101010101" pitchFamily="34" charset="-127"/>
                <a:ea typeface="Gulim" panose="020B0600000101010101" pitchFamily="34" charset="-127"/>
              </a:rPr>
              <a:t>UBN 126.0 – 126.5</a:t>
            </a:r>
          </a:p>
          <a:p>
            <a:pPr>
              <a:lnSpc>
                <a:spcPct val="150000"/>
              </a:lnSpc>
            </a:pPr>
            <a:endParaRPr kumimoji="1" lang="en-US" altLang="ko-KR" sz="700" b="1" u="sng" dirty="0">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FFC000"/>
                </a:solidFill>
                <a:latin typeface="Gulim" panose="020B0600000101010101" pitchFamily="34" charset="-127"/>
                <a:ea typeface="Gulim" panose="020B0600000101010101" pitchFamily="34" charset="-127"/>
              </a:rPr>
              <a:t>Boundary Report 15-20min</a:t>
            </a:r>
          </a:p>
          <a:p>
            <a:pPr>
              <a:lnSpc>
                <a:spcPct val="150000"/>
              </a:lnSpc>
            </a:pPr>
            <a:r>
              <a:rPr kumimoji="1" lang="en-US" altLang="ko-KR" sz="700" b="1" u="sng" dirty="0">
                <a:solidFill>
                  <a:srgbClr val="FFC000"/>
                </a:solidFill>
                <a:latin typeface="Gulim" panose="020B0600000101010101" pitchFamily="34" charset="-127"/>
                <a:ea typeface="Gulim" panose="020B0600000101010101" pitchFamily="34" charset="-127"/>
              </a:rPr>
              <a:t>PEK 133.025</a:t>
            </a:r>
          </a:p>
          <a:p>
            <a:pPr>
              <a:lnSpc>
                <a:spcPct val="150000"/>
              </a:lnSpc>
            </a:pPr>
            <a:endParaRPr kumimoji="1" lang="en-US" altLang="ko-KR" sz="700" b="1" u="sng" dirty="0">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BCF5DCBE-2BDB-51F5-103C-1ACCB9F75F4F}"/>
              </a:ext>
            </a:extLst>
          </p:cNvPr>
          <p:cNvSpPr/>
          <p:nvPr/>
        </p:nvSpPr>
        <p:spPr>
          <a:xfrm>
            <a:off x="913422" y="351023"/>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5" name="그래픽 4" descr="집 Wi-Fi에서 작업 단색으로 채워진">
            <a:hlinkClick r:id="" action="ppaction://hlinkshowjump?jump=firstslide"/>
            <a:extLst>
              <a:ext uri="{FF2B5EF4-FFF2-40B4-BE49-F238E27FC236}">
                <a16:creationId xmlns:a16="http://schemas.microsoft.com/office/drawing/2014/main" id="{E1238F32-6407-DAD8-3BBA-E327C40F6B7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70275"/>
            <a:ext cx="457200" cy="457200"/>
          </a:xfrm>
          <a:prstGeom prst="rect">
            <a:avLst/>
          </a:prstGeom>
          <a:effectLst>
            <a:outerShdw blurRad="50800" dist="50800" dir="3660000" algn="ctr" rotWithShape="0">
              <a:schemeClr val="bg1">
                <a:alpha val="82714"/>
              </a:schemeClr>
            </a:outerShdw>
          </a:effectLst>
        </p:spPr>
      </p:pic>
      <p:pic>
        <p:nvPicPr>
          <p:cNvPr id="6" name="그림 5">
            <a:extLst>
              <a:ext uri="{FF2B5EF4-FFF2-40B4-BE49-F238E27FC236}">
                <a16:creationId xmlns:a16="http://schemas.microsoft.com/office/drawing/2014/main" id="{14464472-8F1F-6A3B-5705-7C3F95BE3EEB}"/>
              </a:ext>
            </a:extLst>
          </p:cNvPr>
          <p:cNvPicPr>
            <a:picLocks noChangeAspect="1"/>
          </p:cNvPicPr>
          <p:nvPr/>
        </p:nvPicPr>
        <p:blipFill>
          <a:blip r:embed="rId8"/>
          <a:stretch>
            <a:fillRect/>
          </a:stretch>
        </p:blipFill>
        <p:spPr>
          <a:xfrm>
            <a:off x="0" y="2015483"/>
            <a:ext cx="900732" cy="644331"/>
          </a:xfrm>
          <a:prstGeom prst="rect">
            <a:avLst/>
          </a:prstGeom>
        </p:spPr>
      </p:pic>
      <p:graphicFrame>
        <p:nvGraphicFramePr>
          <p:cNvPr id="3" name="Google Shape;283;p17">
            <a:extLst>
              <a:ext uri="{FF2B5EF4-FFF2-40B4-BE49-F238E27FC236}">
                <a16:creationId xmlns:a16="http://schemas.microsoft.com/office/drawing/2014/main" id="{DA9B6491-0217-DC0C-4760-227DEA905AC6}"/>
              </a:ext>
            </a:extLst>
          </p:cNvPr>
          <p:cNvGraphicFramePr/>
          <p:nvPr>
            <p:extLst>
              <p:ext uri="{D42A27DB-BD31-4B8C-83A1-F6EECF244321}">
                <p14:modId xmlns:p14="http://schemas.microsoft.com/office/powerpoint/2010/main" val="2286344240"/>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P518 R068, R278</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9397703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40098898-BE91-ED49-1468-6F9ED76DC8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A9E5BB5-46C7-629C-B832-ED85CEF745AA}"/>
              </a:ext>
            </a:extLst>
          </p:cNvPr>
          <p:cNvSpPr txBox="1"/>
          <p:nvPr/>
        </p:nvSpPr>
        <p:spPr>
          <a:xfrm>
            <a:off x="-35464" y="2805919"/>
            <a:ext cx="2464136" cy="1178647"/>
          </a:xfrm>
          <a:prstGeom prst="rect">
            <a:avLst/>
          </a:prstGeom>
          <a:noFill/>
        </p:spPr>
        <p:txBody>
          <a:bodyPr wrap="none" tIns="36000" bIns="3600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S RTE : </a:t>
            </a:r>
            <a:r>
              <a:rPr kumimoji="1" lang="en-US" altLang="ko-Kore-KR" sz="700" b="1" u="sng" dirty="0">
                <a:solidFill>
                  <a:srgbClr val="FFC000"/>
                </a:solidFill>
                <a:latin typeface="Gulim" panose="020B0600000101010101" pitchFamily="34" charset="-127"/>
                <a:ea typeface="Gulim" panose="020B0600000101010101" pitchFamily="34" charset="-127"/>
              </a:rPr>
              <a:t>CHILA</a:t>
            </a:r>
            <a:r>
              <a:rPr kumimoji="1" lang="en-US" altLang="ko-Kore-KR" sz="700" b="1" u="sng" dirty="0">
                <a:latin typeface="Gulim" panose="020B0600000101010101" pitchFamily="34" charset="-127"/>
                <a:ea typeface="Gulim" panose="020B0600000101010101" pitchFamily="34" charset="-127"/>
              </a:rPr>
              <a:t> Report YANGON, DAKHA, KOLKATA</a:t>
            </a:r>
          </a:p>
          <a:p>
            <a:pPr>
              <a:lnSpc>
                <a:spcPct val="150000"/>
              </a:lnSpc>
            </a:pPr>
            <a:r>
              <a:rPr kumimoji="1" lang="en-US" altLang="ko-Kore-KR" sz="700" b="1" u="sng" dirty="0">
                <a:latin typeface="Gulim" panose="020B0600000101010101" pitchFamily="34" charset="-127"/>
                <a:ea typeface="Gulim" panose="020B0600000101010101" pitchFamily="34" charset="-127"/>
              </a:rPr>
              <a:t>Boundary Report</a:t>
            </a:r>
          </a:p>
          <a:p>
            <a:pPr>
              <a:lnSpc>
                <a:spcPct val="150000"/>
              </a:lnSpc>
            </a:pPr>
            <a:r>
              <a:rPr kumimoji="1" lang="en-US" altLang="ko-Kore-KR" sz="700" b="1" u="sng" dirty="0">
                <a:latin typeface="Gulim" panose="020B0600000101010101" pitchFamily="34" charset="-127"/>
                <a:ea typeface="Gulim" panose="020B0600000101010101" pitchFamily="34" charset="-127"/>
              </a:rPr>
              <a:t>- PURPA(W112) : </a:t>
            </a:r>
            <a:r>
              <a:rPr kumimoji="1" lang="en-US" altLang="ko-Kore-KR" sz="700" b="1" u="sng" dirty="0" err="1">
                <a:latin typeface="Gulim" panose="020B0600000101010101" pitchFamily="34" charset="-127"/>
                <a:ea typeface="Gulim" panose="020B0600000101010101" pitchFamily="34" charset="-127"/>
              </a:rPr>
              <a:t>islamabad</a:t>
            </a:r>
            <a:r>
              <a:rPr kumimoji="1" lang="en-US" altLang="ko-Kore-KR" sz="700" b="1" u="sng" dirty="0">
                <a:latin typeface="Gulim" panose="020B0600000101010101" pitchFamily="34" charset="-127"/>
                <a:ea typeface="Gulim" panose="020B0600000101010101" pitchFamily="34" charset="-127"/>
              </a:rPr>
              <a:t> Before 15min</a:t>
            </a:r>
          </a:p>
          <a:p>
            <a:pPr>
              <a:lnSpc>
                <a:spcPct val="150000"/>
              </a:lnSpc>
            </a:pPr>
            <a:r>
              <a:rPr kumimoji="1" lang="en-US" altLang="ko-Kore-KR" sz="700" b="1" u="sng" dirty="0">
                <a:latin typeface="Gulim" panose="020B0600000101010101" pitchFamily="34" charset="-127"/>
                <a:ea typeface="Gulim" panose="020B0600000101010101" pitchFamily="34" charset="-127"/>
              </a:rPr>
              <a:t>- APELO(B505) : Karachi Before 15min</a:t>
            </a:r>
          </a:p>
          <a:p>
            <a:pPr>
              <a:lnSpc>
                <a:spcPct val="150000"/>
              </a:lnSpc>
            </a:pPr>
            <a:r>
              <a:rPr kumimoji="1" lang="en-US" altLang="ko-Kore-KR" sz="700" b="1" u="sng" dirty="0">
                <a:latin typeface="Gulim" panose="020B0600000101010101" pitchFamily="34" charset="-127"/>
                <a:ea typeface="Gulim" panose="020B0600000101010101" pitchFamily="34" charset="-127"/>
              </a:rPr>
              <a:t>- DERBO(G452) : Air Defense RDR Before10min</a:t>
            </a:r>
          </a:p>
          <a:p>
            <a:pPr>
              <a:lnSpc>
                <a:spcPct val="150000"/>
              </a:lnSpc>
            </a:pPr>
            <a:r>
              <a:rPr kumimoji="1" lang="en-US" altLang="ko-Kore-KR" sz="700" b="1" u="sng" dirty="0">
                <a:latin typeface="Gulim" panose="020B0600000101010101" pitchFamily="34" charset="-127"/>
                <a:ea typeface="Gulim" panose="020B0600000101010101" pitchFamily="34" charset="-127"/>
              </a:rPr>
              <a:t>over IRAN : Air Defense RDR (127.8/135.1) </a:t>
            </a:r>
          </a:p>
          <a:p>
            <a:pPr>
              <a:lnSpc>
                <a:spcPct val="150000"/>
              </a:lnSpc>
            </a:pPr>
            <a:r>
              <a:rPr kumimoji="1" lang="en-US" altLang="ko-Kore-KR" sz="700" b="1" u="sng" dirty="0">
                <a:latin typeface="Gulim" panose="020B0600000101010101" pitchFamily="34" charset="-127"/>
                <a:ea typeface="Gulim" panose="020B0600000101010101" pitchFamily="34" charset="-127"/>
              </a:rPr>
              <a:t>PSN+FL+DEP+DEST </a:t>
            </a:r>
            <a:r>
              <a:rPr kumimoji="1" lang="en-US" altLang="ko-Kore-KR" sz="700" b="1" u="sng" dirty="0">
                <a:solidFill>
                  <a:srgbClr val="FFC000"/>
                </a:solidFill>
                <a:latin typeface="Gulim" panose="020B0600000101010101" pitchFamily="34" charset="-127"/>
                <a:ea typeface="Gulim" panose="020B0600000101010101" pitchFamily="34" charset="-127"/>
              </a:rPr>
              <a:t>(Separate Tehran CTL)</a:t>
            </a:r>
          </a:p>
        </p:txBody>
      </p:sp>
      <p:graphicFrame>
        <p:nvGraphicFramePr>
          <p:cNvPr id="292" name="Google Shape;292;p18">
            <a:extLst>
              <a:ext uri="{FF2B5EF4-FFF2-40B4-BE49-F238E27FC236}">
                <a16:creationId xmlns:a16="http://schemas.microsoft.com/office/drawing/2014/main" id="{E730A344-8610-3AC5-A226-22111FF8B010}"/>
              </a:ext>
            </a:extLst>
          </p:cNvPr>
          <p:cNvGraphicFramePr/>
          <p:nvPr>
            <p:extLst>
              <p:ext uri="{D42A27DB-BD31-4B8C-83A1-F6EECF244321}">
                <p14:modId xmlns:p14="http://schemas.microsoft.com/office/powerpoint/2010/main" val="703168850"/>
              </p:ext>
            </p:extLst>
          </p:nvPr>
        </p:nvGraphicFramePr>
        <p:xfrm>
          <a:off x="-6571" y="4008267"/>
          <a:ext cx="2333879" cy="1548730"/>
        </p:xfrm>
        <a:graphic>
          <a:graphicData uri="http://schemas.openxmlformats.org/drawingml/2006/table">
            <a:tbl>
              <a:tblPr firstRow="1" bandRow="1">
                <a:noFill/>
                <a:tableStyleId>{A521BE36-7E6F-4EC9-8D66-1CF97A6895EC}</a:tableStyleId>
              </a:tblPr>
              <a:tblGrid>
                <a:gridCol w="371006">
                  <a:extLst>
                    <a:ext uri="{9D8B030D-6E8A-4147-A177-3AD203B41FA5}">
                      <a16:colId xmlns:a16="http://schemas.microsoft.com/office/drawing/2014/main" val="20000"/>
                    </a:ext>
                  </a:extLst>
                </a:gridCol>
                <a:gridCol w="1004460">
                  <a:extLst>
                    <a:ext uri="{9D8B030D-6E8A-4147-A177-3AD203B41FA5}">
                      <a16:colId xmlns:a16="http://schemas.microsoft.com/office/drawing/2014/main" val="20001"/>
                    </a:ext>
                  </a:extLst>
                </a:gridCol>
                <a:gridCol w="427441">
                  <a:extLst>
                    <a:ext uri="{9D8B030D-6E8A-4147-A177-3AD203B41FA5}">
                      <a16:colId xmlns:a16="http://schemas.microsoft.com/office/drawing/2014/main" val="20002"/>
                    </a:ext>
                  </a:extLst>
                </a:gridCol>
                <a:gridCol w="530972">
                  <a:extLst>
                    <a:ext uri="{9D8B030D-6E8A-4147-A177-3AD203B41FA5}">
                      <a16:colId xmlns:a16="http://schemas.microsoft.com/office/drawing/2014/main" val="20003"/>
                    </a:ext>
                  </a:extLst>
                </a:gridCol>
              </a:tblGrid>
              <a:tr h="251323">
                <a:tc gridSpan="4">
                  <a:txBody>
                    <a:bodyPr/>
                    <a:lstStyle/>
                    <a:p>
                      <a:pPr marL="0" marR="0" lvl="0" indent="0" algn="ctr" rtl="0">
                        <a:spcBef>
                          <a:spcPts val="0"/>
                        </a:spcBef>
                        <a:spcAft>
                          <a:spcPts val="0"/>
                        </a:spcAft>
                        <a:buNone/>
                      </a:pPr>
                      <a:r>
                        <a:rPr lang="en-US" sz="800" dirty="0"/>
                        <a:t>DXB </a:t>
                      </a:r>
                      <a:r>
                        <a:rPr lang="en-US" sz="800" dirty="0">
                          <a:solidFill>
                            <a:srgbClr val="00B0F0"/>
                          </a:solidFill>
                        </a:rPr>
                        <a:t>[119/299]</a:t>
                      </a:r>
                      <a:r>
                        <a:rPr lang="en-US" sz="800" dirty="0"/>
                        <a:t> UTC+4, TL 150 : </a:t>
                      </a:r>
                      <a:r>
                        <a:rPr lang="en-US" sz="800" dirty="0">
                          <a:solidFill>
                            <a:srgbClr val="92D050"/>
                          </a:solidFill>
                        </a:rPr>
                        <a:t>SPD Rest in JEPP</a:t>
                      </a:r>
                    </a:p>
                    <a:p>
                      <a:pPr marL="0" marR="0" lvl="0" indent="0" algn="ctr" rtl="0">
                        <a:spcBef>
                          <a:spcPts val="0"/>
                        </a:spcBef>
                        <a:spcAft>
                          <a:spcPts val="0"/>
                        </a:spcAft>
                        <a:buNone/>
                      </a:pPr>
                      <a:r>
                        <a:rPr lang="en-US" sz="800" dirty="0" err="1">
                          <a:solidFill>
                            <a:srgbClr val="FFC000"/>
                          </a:solidFill>
                        </a:rPr>
                        <a:t>Arr</a:t>
                      </a:r>
                      <a:r>
                        <a:rPr lang="en-US" sz="800" dirty="0">
                          <a:solidFill>
                            <a:srgbClr val="FFC000"/>
                          </a:solidFill>
                        </a:rPr>
                        <a:t> : C/S, A333, passing FL -&gt;</a:t>
                      </a:r>
                      <a:r>
                        <a:rPr lang="en-US" sz="800" dirty="0"/>
                        <a:t> </a:t>
                      </a:r>
                      <a:r>
                        <a:rPr lang="en-US" sz="800" b="1" dirty="0">
                          <a:solidFill>
                            <a:srgbClr val="FFC000"/>
                          </a:solidFill>
                        </a:rPr>
                        <a:t>Director : C/S Only</a:t>
                      </a:r>
                      <a:endParaRPr sz="800" b="1"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3123">
                <a:tc>
                  <a:txBody>
                    <a:bodyPr/>
                    <a:lstStyle/>
                    <a:p>
                      <a:pPr marL="0" marR="0" lvl="0" indent="0" algn="ctr" rtl="0">
                        <a:spcBef>
                          <a:spcPts val="0"/>
                        </a:spcBef>
                        <a:spcAft>
                          <a:spcPts val="0"/>
                        </a:spcAft>
                        <a:buNone/>
                      </a:pPr>
                      <a:r>
                        <a:rPr lang="en-US" sz="800" b="1" dirty="0">
                          <a:solidFill>
                            <a:srgbClr val="0070C0"/>
                          </a:solidFill>
                        </a:rPr>
                        <a:t>12L</a:t>
                      </a:r>
                      <a:r>
                        <a:rPr lang="en-US" sz="800" b="1" dirty="0">
                          <a:solidFill>
                            <a:schemeClr val="bg1"/>
                          </a:solidFill>
                        </a:rPr>
                        <a:t>/R</a:t>
                      </a:r>
                      <a:endParaRPr sz="800" b="0" dirty="0">
                        <a:solidFill>
                          <a:schemeClr val="bg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PUVAL, IMPED x B</a:t>
                      </a:r>
                    </a:p>
                  </a:txBody>
                  <a:tcPr marL="36000" marR="36000" marT="36000" marB="36000" anchor="ctr"/>
                </a:tc>
                <a:tc>
                  <a:txBody>
                    <a:bodyPr/>
                    <a:lstStyle/>
                    <a:p>
                      <a:pPr marL="0" marR="0" lvl="0" indent="0" algn="ctr" rtl="0">
                        <a:spcBef>
                          <a:spcPts val="0"/>
                        </a:spcBef>
                        <a:spcAft>
                          <a:spcPts val="0"/>
                        </a:spcAft>
                        <a:buNone/>
                      </a:pPr>
                      <a:r>
                        <a:rPr lang="en-US" sz="800" b="1" dirty="0"/>
                        <a:t>REREK</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a:t>
                      </a:r>
                      <a:endParaRPr lang="en-US" sz="800" b="1" dirty="0">
                        <a:solidFill>
                          <a:srgbClr val="0070C0"/>
                        </a:solidFill>
                      </a:endParaRPr>
                    </a:p>
                  </a:txBody>
                  <a:tcPr marL="36000" marR="36000" marT="36000" marB="36000" anchor="ctr"/>
                </a:tc>
                <a:extLst>
                  <a:ext uri="{0D108BD9-81ED-4DB2-BD59-A6C34878D82A}">
                    <a16:rowId xmlns:a16="http://schemas.microsoft.com/office/drawing/2014/main" val="10001"/>
                  </a:ext>
                </a:extLst>
              </a:tr>
              <a:tr h="145357">
                <a:tc>
                  <a:txBody>
                    <a:bodyPr/>
                    <a:lstStyle/>
                    <a:p>
                      <a:pPr marL="0" marR="0" lvl="0" indent="0" algn="ctr" rtl="0">
                        <a:spcBef>
                          <a:spcPts val="0"/>
                        </a:spcBef>
                        <a:spcAft>
                          <a:spcPts val="0"/>
                        </a:spcAft>
                        <a:buNone/>
                      </a:pPr>
                      <a:r>
                        <a:rPr lang="en-US" sz="800" b="1" dirty="0">
                          <a:solidFill>
                            <a:srgbClr val="0070C0"/>
                          </a:solidFill>
                        </a:rPr>
                        <a:t>30L</a:t>
                      </a:r>
                      <a:r>
                        <a:rPr lang="en-US" sz="800" b="1" dirty="0"/>
                        <a:t>/R</a:t>
                      </a:r>
                      <a:endParaRPr sz="800" b="0" dirty="0"/>
                    </a:p>
                  </a:txBody>
                  <a:tcPr marL="36000" marR="36000" marT="36000" marB="36000" anchor="ctr"/>
                </a:tc>
                <a:tc>
                  <a:txBody>
                    <a:bodyPr/>
                    <a:lstStyle/>
                    <a:p>
                      <a:pPr marL="0" marR="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Calibri"/>
                          <a:cs typeface="Calibri"/>
                        </a:rPr>
                        <a:t>PUVAL, IMPED x C</a:t>
                      </a:r>
                      <a:endParaRPr dirty="0"/>
                    </a:p>
                  </a:txBody>
                  <a:tcPr marL="36000" marR="36000" marT="36000" marB="36000" anchor="ctr"/>
                </a:tc>
                <a:tc>
                  <a:txBody>
                    <a:bodyPr/>
                    <a:lstStyle/>
                    <a:p>
                      <a:pPr marL="0" marR="0" lvl="0" indent="0" algn="ctr" rtl="0">
                        <a:spcBef>
                          <a:spcPts val="0"/>
                        </a:spcBef>
                        <a:spcAft>
                          <a:spcPts val="0"/>
                        </a:spcAft>
                        <a:buNone/>
                      </a:pPr>
                      <a:r>
                        <a:rPr lang="en-US" sz="800" b="1" dirty="0"/>
                        <a:t>ULDOT</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4535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70C0"/>
                          </a:solidFill>
                        </a:rPr>
                        <a:t> </a:t>
                      </a:r>
                      <a:r>
                        <a:rPr lang="en-US" sz="800" b="1" dirty="0">
                          <a:solidFill>
                            <a:srgbClr val="C00000"/>
                          </a:solidFill>
                        </a:rPr>
                        <a:t>12L IDBL, 30L IDBW, 12R IDBE, 30R IDBR</a:t>
                      </a:r>
                      <a:endParaRPr sz="800" b="0"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236744">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12L:</a:t>
                      </a:r>
                      <a:r>
                        <a:rPr lang="en-US" sz="800" b="1" dirty="0">
                          <a:solidFill>
                            <a:srgbClr val="0070C0"/>
                          </a:solidFill>
                        </a:rPr>
                        <a:t>M7A(6135’)</a:t>
                      </a:r>
                      <a:r>
                        <a:rPr lang="en-US" sz="800" b="1" dirty="0">
                          <a:solidFill>
                            <a:schemeClr val="dk1"/>
                          </a:solidFill>
                        </a:rPr>
                        <a:t>, M9(7253’), 30L:</a:t>
                      </a:r>
                      <a:r>
                        <a:rPr lang="en-US" sz="800" b="1" dirty="0">
                          <a:solidFill>
                            <a:srgbClr val="0070C0"/>
                          </a:solidFill>
                        </a:rPr>
                        <a:t>K9(6811’)</a:t>
                      </a:r>
                      <a:r>
                        <a:rPr lang="en-US" sz="800" b="1" dirty="0">
                          <a:solidFill>
                            <a:schemeClr val="dk1"/>
                          </a:solidFill>
                        </a:rPr>
                        <a:t>, K8(8041’)</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C00000"/>
                          </a:solidFill>
                        </a:rPr>
                        <a:t>Late L/D CLR</a:t>
                      </a:r>
                      <a:r>
                        <a:rPr lang="en-US" sz="800" b="1" dirty="0">
                          <a:solidFill>
                            <a:schemeClr val="dk1"/>
                          </a:solidFill>
                        </a:rPr>
                        <a:t>, </a:t>
                      </a:r>
                      <a:r>
                        <a:rPr lang="en-US" sz="800" b="1" dirty="0">
                          <a:solidFill>
                            <a:srgbClr val="0070C0"/>
                          </a:solidFill>
                        </a:rPr>
                        <a:t>Assigned Rapid Exit TWY</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36744">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TWY J,J1,J2,J3,U,W,Y,Z Max 15kts, </a:t>
                      </a:r>
                      <a:r>
                        <a:rPr lang="en-US" sz="800" b="1" dirty="0">
                          <a:solidFill>
                            <a:srgbClr val="00B050"/>
                          </a:solidFill>
                        </a:rPr>
                        <a:t>VDGS 2kts</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F28943"/>
                          </a:solidFill>
                        </a:rPr>
                        <a:t>Caution TWY Holding Point</a:t>
                      </a:r>
                      <a:r>
                        <a:rPr lang="en-US" sz="800" b="1" dirty="0">
                          <a:solidFill>
                            <a:srgbClr val="0070C0"/>
                          </a:solidFill>
                        </a:rPr>
                        <a:t>, No Wing Walker</a:t>
                      </a:r>
                      <a:endParaRPr lang="en-US" altLang="ko-K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A2D4F49D-F1D2-B283-5CBE-DF08E682EB65}"/>
              </a:ext>
            </a:extLst>
          </p:cNvPr>
          <p:cNvGraphicFramePr/>
          <p:nvPr>
            <p:extLst>
              <p:ext uri="{D42A27DB-BD31-4B8C-83A1-F6EECF244321}">
                <p14:modId xmlns:p14="http://schemas.microsoft.com/office/powerpoint/2010/main" val="2969756510"/>
              </p:ext>
            </p:extLst>
          </p:nvPr>
        </p:nvGraphicFramePr>
        <p:xfrm>
          <a:off x="-2501" y="16504"/>
          <a:ext cx="2328850" cy="654837"/>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89067">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R" sz="1300" dirty="0">
                          <a:solidFill>
                            <a:schemeClr val="tx1"/>
                          </a:solidFill>
                          <a:hlinkClick r:id="rId4">
                            <a:extLst>
                              <a:ext uri="{A12FA001-AC4F-418D-AE19-62706E023703}">
                                <ahyp:hlinkClr xmlns:ahyp="http://schemas.microsoft.com/office/drawing/2018/hyperlinkcolor" val="tx"/>
                              </a:ext>
                            </a:extLst>
                          </a:hlinkClick>
                        </a:rPr>
                        <a:t>OMDB</a:t>
                      </a:r>
                      <a:r>
                        <a:rPr lang="en-US" sz="1300" dirty="0">
                          <a:solidFill>
                            <a:schemeClr val="tx1"/>
                          </a:solidFill>
                          <a:hlinkClick r:id="rId4">
                            <a:extLst>
                              <a:ext uri="{A12FA001-AC4F-418D-AE19-62706E023703}">
                                <ahyp:hlinkClr xmlns:ahyp="http://schemas.microsoft.com/office/drawing/2018/hyperlinkcolor" val="tx"/>
                              </a:ext>
                            </a:extLst>
                          </a:hlinkClick>
                        </a:rPr>
                        <a:t>(</a:t>
                      </a:r>
                      <a:r>
                        <a:rPr lang="en-US" altLang="ko-KR" sz="1300" dirty="0">
                          <a:solidFill>
                            <a:schemeClr val="tx1"/>
                          </a:solidFill>
                          <a:hlinkClick r:id="rId4">
                            <a:extLst>
                              <a:ext uri="{A12FA001-AC4F-418D-AE19-62706E023703}">
                                <ahyp:hlinkClr xmlns:ahyp="http://schemas.microsoft.com/office/drawing/2018/hyperlinkcolor" val="tx"/>
                              </a:ext>
                            </a:extLst>
                          </a:hlinkClick>
                        </a:rPr>
                        <a:t>DXB)</a:t>
                      </a:r>
                      <a:r>
                        <a:rPr lang="ko-KR" altLang="en-US" sz="1300" dirty="0">
                          <a:solidFill>
                            <a:schemeClr val="tx1"/>
                          </a:solidFill>
                          <a:hlinkClick r:id="rId4">
                            <a:extLst>
                              <a:ext uri="{A12FA001-AC4F-418D-AE19-62706E023703}">
                                <ahyp:hlinkClr xmlns:ahyp="http://schemas.microsoft.com/office/drawing/2018/hyperlinkcolor" val="tx"/>
                              </a:ext>
                            </a:extLst>
                          </a:hlinkClick>
                        </a:rPr>
                        <a:t> </a:t>
                      </a:r>
                      <a:r>
                        <a:rPr lang="en-US" altLang="ko-KR" sz="1300" dirty="0">
                          <a:solidFill>
                            <a:schemeClr val="tx1"/>
                          </a:solidFill>
                          <a:hlinkClick r:id="rId4">
                            <a:extLst>
                              <a:ext uri="{A12FA001-AC4F-418D-AE19-62706E023703}">
                                <ahyp:hlinkClr xmlns:ahyp="http://schemas.microsoft.com/office/drawing/2018/hyperlinkcolor" val="tx"/>
                              </a:ext>
                            </a:extLst>
                          </a:hlinkClick>
                        </a:rPr>
                        <a:t>62ft</a:t>
                      </a:r>
                      <a:endParaRPr sz="1300" dirty="0">
                        <a:solidFill>
                          <a:srgbClr val="C00000"/>
                        </a:solidFill>
                      </a:endParaRPr>
                    </a:p>
                  </a:txBody>
                  <a:tcPr marL="0" marR="0" marT="0" marB="0" anchor="ctr"/>
                </a:tc>
                <a:extLst>
                  <a:ext uri="{0D108BD9-81ED-4DB2-BD59-A6C34878D82A}">
                    <a16:rowId xmlns:a16="http://schemas.microsoft.com/office/drawing/2014/main" val="10000"/>
                  </a:ext>
                </a:extLst>
              </a:tr>
              <a:tr h="357504">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DNATA </a:t>
                      </a:r>
                      <a:r>
                        <a:rPr lang="en-US" sz="900" dirty="0" err="1"/>
                        <a:t>Oper</a:t>
                      </a:r>
                      <a:r>
                        <a:rPr lang="en-US" sz="900" dirty="0"/>
                        <a:t> 131.6</a:t>
                      </a:r>
                    </a:p>
                    <a:p>
                      <a:pPr marL="0" marR="0" lvl="0" indent="0" algn="ctr" rtl="0">
                        <a:spcBef>
                          <a:spcPts val="0"/>
                        </a:spcBef>
                        <a:spcAft>
                          <a:spcPts val="0"/>
                        </a:spcAft>
                        <a:buNone/>
                      </a:pPr>
                      <a:r>
                        <a:rPr lang="en-US" sz="900" b="1" dirty="0">
                          <a:solidFill>
                            <a:srgbClr val="7030A0"/>
                          </a:solidFill>
                        </a:rPr>
                        <a:t>Stand C45-63</a:t>
                      </a: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23E98E07-8DF6-5B5A-5457-AF6E78BD1CDD}"/>
              </a:ext>
            </a:extLst>
          </p:cNvPr>
          <p:cNvSpPr/>
          <p:nvPr/>
        </p:nvSpPr>
        <p:spPr>
          <a:xfrm>
            <a:off x="837445" y="272392"/>
            <a:ext cx="644531" cy="276999"/>
          </a:xfrm>
          <a:prstGeom prst="rect">
            <a:avLst/>
          </a:prstGeom>
          <a:noFill/>
        </p:spPr>
        <p:txBody>
          <a:bodyPr wrap="square" lIns="0" tIns="0" rIns="0" bIns="0">
            <a:spAutoFit/>
          </a:bodyPr>
          <a:lstStyle/>
          <a:p>
            <a:pPr algn="ctr"/>
            <a:r>
              <a:rPr lang="en-US" altLang="ko-KR" sz="1800" b="1" cap="none" spc="0" dirty="0">
                <a:ln w="0"/>
                <a:solidFill>
                  <a:srgbClr val="00206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206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6" name="그래픽 5" descr="집 Wi-Fi에서 작업 단색으로 채워진">
            <a:hlinkClick r:id="" action="ppaction://hlinkshowjump?jump=firstslide"/>
            <a:extLst>
              <a:ext uri="{FF2B5EF4-FFF2-40B4-BE49-F238E27FC236}">
                <a16:creationId xmlns:a16="http://schemas.microsoft.com/office/drawing/2014/main" id="{371FE366-4F73-80CD-80D4-909650C76AD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106054"/>
            <a:ext cx="457200" cy="457200"/>
          </a:xfrm>
          <a:prstGeom prst="rect">
            <a:avLst/>
          </a:prstGeom>
          <a:effectLst>
            <a:outerShdw blurRad="50800" dist="50800" dir="3660000" algn="ctr" rotWithShape="0">
              <a:schemeClr val="bg1">
                <a:alpha val="82714"/>
              </a:schemeClr>
            </a:outerShdw>
          </a:effectLst>
        </p:spPr>
      </p:pic>
      <p:graphicFrame>
        <p:nvGraphicFramePr>
          <p:cNvPr id="4" name="Google Shape;276;p16">
            <a:extLst>
              <a:ext uri="{FF2B5EF4-FFF2-40B4-BE49-F238E27FC236}">
                <a16:creationId xmlns:a16="http://schemas.microsoft.com/office/drawing/2014/main" id="{FB7E00EE-7FED-45DF-2D68-818E00C82BC7}"/>
              </a:ext>
            </a:extLst>
          </p:cNvPr>
          <p:cNvGraphicFramePr/>
          <p:nvPr/>
        </p:nvGraphicFramePr>
        <p:xfrm>
          <a:off x="1" y="66307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2370572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24283-B57B-ACD9-5BAB-A475D00872D0}"/>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C9909619-B80A-65FD-F1BE-D15FE3D832FB}"/>
              </a:ext>
            </a:extLst>
          </p:cNvPr>
          <p:cNvGraphicFramePr>
            <a:graphicFrameLocks noGrp="1"/>
          </p:cNvGraphicFramePr>
          <p:nvPr>
            <p:ph idx="1"/>
            <p:extLst>
              <p:ext uri="{D42A27DB-BD31-4B8C-83A1-F6EECF244321}">
                <p14:modId xmlns:p14="http://schemas.microsoft.com/office/powerpoint/2010/main" val="2630546695"/>
              </p:ext>
            </p:extLst>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chemeClr val="bg1"/>
                          </a:solidFill>
                          <a:effectLst/>
                          <a:latin typeface="Arial" panose="020B0604020202020204" pitchFamily="34" charset="0"/>
                          <a:cs typeface="Arial" panose="020B0604020202020204" pitchFamily="34" charset="0"/>
                        </a:rPr>
                        <a:t>4,500 m</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chemeClr val="bg1"/>
                          </a:solidFill>
                          <a:effectLst/>
                          <a:latin typeface="Arial" panose="020B0604020202020204" pitchFamily="34" charset="0"/>
                          <a:cs typeface="Arial" panose="020B0604020202020204" pitchFamily="34" charset="0"/>
                        </a:rPr>
                        <a:t>14,800 ft</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chemeClr val="bg1"/>
                          </a:solidFill>
                          <a:effectLst/>
                          <a:latin typeface="Arial" panose="020B0604020202020204" pitchFamily="34" charset="0"/>
                          <a:cs typeface="Arial" panose="020B0604020202020204" pitchFamily="34" charset="0"/>
                        </a:rPr>
                        <a:t>3,900</a:t>
                      </a:r>
                      <a:r>
                        <a:rPr lang="en-US" sz="800" b="0" i="0" dirty="0">
                          <a:solidFill>
                            <a:schemeClr val="bg1"/>
                          </a:solidFill>
                          <a:effectLst/>
                          <a:latin typeface="Arial" panose="020B0604020202020204" pitchFamily="34" charset="0"/>
                          <a:cs typeface="Arial" panose="020B0604020202020204" pitchFamily="34" charset="0"/>
                        </a:rPr>
                        <a:t> </a:t>
                      </a:r>
                      <a:r>
                        <a:rPr lang="en-US" sz="800" b="1" i="0" dirty="0">
                          <a:solidFill>
                            <a:schemeClr val="bg1"/>
                          </a:solidFill>
                          <a:effectLst/>
                          <a:latin typeface="Arial" panose="020B0604020202020204" pitchFamily="34" charset="0"/>
                          <a:cs typeface="Arial" panose="020B0604020202020204" pitchFamily="34" charset="0"/>
                        </a:rPr>
                        <a:t>m</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chemeClr val="bg1"/>
                          </a:solidFill>
                          <a:effectLst/>
                          <a:latin typeface="Arial" panose="020B0604020202020204" pitchFamily="34" charset="0"/>
                          <a:cs typeface="Arial" panose="020B0604020202020204" pitchFamily="34" charset="0"/>
                        </a:rPr>
                        <a:t>12,800</a:t>
                      </a:r>
                      <a:r>
                        <a:rPr lang="en-US" sz="800" b="0" i="0" dirty="0">
                          <a:solidFill>
                            <a:schemeClr val="bg1"/>
                          </a:solidFill>
                          <a:effectLst/>
                          <a:latin typeface="Arial" panose="020B0604020202020204" pitchFamily="34" charset="0"/>
                          <a:cs typeface="Arial" panose="020B0604020202020204" pitchFamily="34" charset="0"/>
                        </a:rPr>
                        <a:t> </a:t>
                      </a:r>
                      <a:r>
                        <a:rPr lang="en-US" sz="800" b="1" i="0" dirty="0">
                          <a:solidFill>
                            <a:schemeClr val="bg1"/>
                          </a:solidFill>
                          <a:effectLst/>
                          <a:latin typeface="Arial" panose="020B0604020202020204" pitchFamily="34" charset="0"/>
                          <a:cs typeface="Arial" panose="020B0604020202020204" pitchFamily="34" charset="0"/>
                        </a:rPr>
                        <a:t>ft</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3,600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11,800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rgbClr val="0070C0"/>
                          </a:solidFill>
                          <a:effectLst/>
                          <a:latin typeface="Arial" panose="020B0604020202020204" pitchFamily="34" charset="0"/>
                          <a:cs typeface="Arial" panose="020B0604020202020204" pitchFamily="34" charset="0"/>
                        </a:rPr>
                        <a:t>3,000</a:t>
                      </a:r>
                      <a:r>
                        <a:rPr lang="en-US" sz="800" b="0" i="0">
                          <a:solidFill>
                            <a:srgbClr val="0070C0"/>
                          </a:solidFill>
                          <a:effectLst/>
                          <a:latin typeface="Arial" panose="020B0604020202020204" pitchFamily="34" charset="0"/>
                          <a:cs typeface="Arial" panose="020B0604020202020204" pitchFamily="34" charset="0"/>
                        </a:rPr>
                        <a:t> </a:t>
                      </a:r>
                      <a:r>
                        <a:rPr lang="en-US" sz="800" b="1" i="0">
                          <a:solidFill>
                            <a:srgbClr val="0070C0"/>
                          </a:solidFill>
                          <a:effectLst/>
                          <a:latin typeface="Arial" panose="020B0604020202020204" pitchFamily="34" charset="0"/>
                          <a:cs typeface="Arial" panose="020B0604020202020204" pitchFamily="34" charset="0"/>
                        </a:rPr>
                        <a:t>m</a:t>
                      </a:r>
                      <a:endParaRPr lang="en-US" sz="80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9,800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EFEF8B47-C363-F8D6-E25B-BCA0A7D2949A}"/>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9113C11C-9CEA-3F50-D2CD-5A7670B52CCF}"/>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406C6D58-E590-6C7E-57A4-C4DF535F9FEE}"/>
              </a:ext>
            </a:extLst>
          </p:cNvPr>
          <p:cNvGraphicFramePr>
            <a:graphicFrameLocks noGrp="1"/>
          </p:cNvGraphicFramePr>
          <p:nvPr/>
        </p:nvGraphicFramePr>
        <p:xfrm>
          <a:off x="39455" y="410023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Tree>
    <p:extLst>
      <p:ext uri="{BB962C8B-B14F-4D97-AF65-F5344CB8AC3E}">
        <p14:creationId xmlns:p14="http://schemas.microsoft.com/office/powerpoint/2010/main" val="402502454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C74FFC5A-8195-297C-8276-2423FBF5F89D}"/>
            </a:ext>
          </a:extLst>
        </p:cNvPr>
        <p:cNvGrpSpPr/>
        <p:nvPr/>
      </p:nvGrpSpPr>
      <p:grpSpPr>
        <a:xfrm>
          <a:off x="0" y="0"/>
          <a:ext cx="0" cy="0"/>
          <a:chOff x="0" y="0"/>
          <a:chExt cx="0" cy="0"/>
        </a:xfrm>
      </p:grpSpPr>
      <p:graphicFrame>
        <p:nvGraphicFramePr>
          <p:cNvPr id="117" name="Google Shape;117;p3">
            <a:extLst>
              <a:ext uri="{FF2B5EF4-FFF2-40B4-BE49-F238E27FC236}">
                <a16:creationId xmlns:a16="http://schemas.microsoft.com/office/drawing/2014/main" id="{00D72E41-11D9-FABB-6F8C-BEA21EFB6ED9}"/>
              </a:ext>
            </a:extLst>
          </p:cNvPr>
          <p:cNvGraphicFramePr/>
          <p:nvPr>
            <p:extLst>
              <p:ext uri="{D42A27DB-BD31-4B8C-83A1-F6EECF244321}">
                <p14:modId xmlns:p14="http://schemas.microsoft.com/office/powerpoint/2010/main" val="2845794789"/>
              </p:ext>
            </p:extLst>
          </p:nvPr>
        </p:nvGraphicFramePr>
        <p:xfrm>
          <a:off x="-2500" y="613652"/>
          <a:ext cx="2331363" cy="1232890"/>
        </p:xfrm>
        <a:graphic>
          <a:graphicData uri="http://schemas.openxmlformats.org/drawingml/2006/table">
            <a:tbl>
              <a:tblPr firstRow="1" bandRow="1">
                <a:noFill/>
                <a:tableStyleId>{A521BE36-7E6F-4EC9-8D66-1CF97A6895EC}</a:tableStyleId>
              </a:tblPr>
              <a:tblGrid>
                <a:gridCol w="269634">
                  <a:extLst>
                    <a:ext uri="{9D8B030D-6E8A-4147-A177-3AD203B41FA5}">
                      <a16:colId xmlns:a16="http://schemas.microsoft.com/office/drawing/2014/main" val="20000"/>
                    </a:ext>
                  </a:extLst>
                </a:gridCol>
                <a:gridCol w="431910">
                  <a:extLst>
                    <a:ext uri="{9D8B030D-6E8A-4147-A177-3AD203B41FA5}">
                      <a16:colId xmlns:a16="http://schemas.microsoft.com/office/drawing/2014/main" val="20001"/>
                    </a:ext>
                  </a:extLst>
                </a:gridCol>
                <a:gridCol w="471793">
                  <a:extLst>
                    <a:ext uri="{9D8B030D-6E8A-4147-A177-3AD203B41FA5}">
                      <a16:colId xmlns:a16="http://schemas.microsoft.com/office/drawing/2014/main" val="803511504"/>
                    </a:ext>
                  </a:extLst>
                </a:gridCol>
                <a:gridCol w="162876">
                  <a:extLst>
                    <a:ext uri="{9D8B030D-6E8A-4147-A177-3AD203B41FA5}">
                      <a16:colId xmlns:a16="http://schemas.microsoft.com/office/drawing/2014/main" val="20005"/>
                    </a:ext>
                  </a:extLst>
                </a:gridCol>
                <a:gridCol w="497575">
                  <a:extLst>
                    <a:ext uri="{9D8B030D-6E8A-4147-A177-3AD203B41FA5}">
                      <a16:colId xmlns:a16="http://schemas.microsoft.com/office/drawing/2014/main" val="1933115834"/>
                    </a:ext>
                  </a:extLst>
                </a:gridCol>
                <a:gridCol w="497575">
                  <a:extLst>
                    <a:ext uri="{9D8B030D-6E8A-4147-A177-3AD203B41FA5}">
                      <a16:colId xmlns:a16="http://schemas.microsoft.com/office/drawing/2014/main" val="288610891"/>
                    </a:ext>
                  </a:extLst>
                </a:gridCol>
              </a:tblGrid>
              <a:tr h="0">
                <a:tc gridSpan="6">
                  <a:txBody>
                    <a:bodyPr/>
                    <a:lstStyle/>
                    <a:p>
                      <a:pPr marL="0" marR="0" lvl="0" indent="0" algn="ctr" rtl="0">
                        <a:spcBef>
                          <a:spcPts val="0"/>
                        </a:spcBef>
                        <a:spcAft>
                          <a:spcPts val="0"/>
                        </a:spcAft>
                        <a:buNone/>
                      </a:pPr>
                      <a:r>
                        <a:rPr lang="en-US" sz="800" u="none" strike="noStrike" cap="none" dirty="0"/>
                        <a:t>DXB : SID (NADP 1) UTC+4,TA 130  </a:t>
                      </a:r>
                      <a:r>
                        <a:rPr lang="en-US" sz="800" u="none" strike="noStrike" cap="none" dirty="0">
                          <a:solidFill>
                            <a:srgbClr val="FFC000"/>
                          </a:solidFill>
                        </a:rPr>
                        <a:t>Full Length to ATC</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altLang="ko-KR" sz="800" b="1" u="none" strike="noStrike" cap="none" dirty="0"/>
                        <a:t>30R</a:t>
                      </a:r>
                      <a:endParaRPr lang="en-US" sz="800" b="1" u="none" strike="noStrike" cap="none" dirty="0"/>
                    </a:p>
                  </a:txBody>
                  <a:tcPr marL="0" marR="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DAVMO,IVURO x F</a:t>
                      </a:r>
                      <a:endParaRPr lang="en-US" sz="800" b="0" u="none" strike="noStrike" cap="none" dirty="0">
                        <a:solidFill>
                          <a:schemeClr val="bg1"/>
                        </a:solidFill>
                      </a:endParaRPr>
                    </a:p>
                  </a:txBody>
                  <a:tcPr marL="0" marR="0" marT="36000" marB="36000" anchor="ctr"/>
                </a:tc>
                <a:tc hMerge="1">
                  <a:txBody>
                    <a:bodyPr/>
                    <a:lstStyle/>
                    <a:p>
                      <a:endParaRPr lang="ko-Kore-KR" altLang="en-US"/>
                    </a:p>
                  </a:txBody>
                  <a:tcPr/>
                </a:tc>
                <a:tc gridSpan="3">
                  <a:txBody>
                    <a:bodyPr/>
                    <a:lstStyle/>
                    <a:p>
                      <a:pPr algn="ctr"/>
                      <a:r>
                        <a:rPr lang="en-US" sz="800" b="1" u="none" strike="noStrike" cap="none" dirty="0"/>
                        <a:t>HD 299 </a:t>
                      </a:r>
                      <a:r>
                        <a:rPr lang="en-US" sz="800" b="1" u="none" strike="noStrike" cap="none" dirty="0">
                          <a:solidFill>
                            <a:srgbClr val="0070C0"/>
                          </a:solidFill>
                        </a:rPr>
                        <a:t>ALT 4000 </a:t>
                      </a:r>
                      <a:r>
                        <a:rPr lang="en-US" sz="800" b="1" u="none" strike="noStrike" cap="none" dirty="0">
                          <a:solidFill>
                            <a:srgbClr val="7030A0"/>
                          </a:solidFill>
                        </a:rPr>
                        <a:t>SPD 220</a:t>
                      </a:r>
                      <a:endParaRPr lang="ko-Kore-KR"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12R</a:t>
                      </a:r>
                      <a:endParaRPr sz="800" b="1" u="none" strike="noStrike" cap="none" dirty="0"/>
                    </a:p>
                  </a:txBody>
                  <a:tcPr marL="0" marR="0" marT="36000" marB="36000" anchor="ctr"/>
                </a:tc>
                <a:tc gridSpan="2">
                  <a:txBody>
                    <a:bodyPr/>
                    <a:lstStyle/>
                    <a:p>
                      <a:pPr marL="0" marR="0" lvl="0" indent="0" algn="ctr" rtl="0">
                        <a:spcBef>
                          <a:spcPts val="0"/>
                        </a:spcBef>
                        <a:spcAft>
                          <a:spcPts val="0"/>
                        </a:spcAft>
                        <a:buNone/>
                      </a:pPr>
                      <a:r>
                        <a:rPr lang="en-US" altLang="ko-Kore-KR" sz="800" b="1" u="none" strike="noStrike" cap="none" dirty="0">
                          <a:solidFill>
                            <a:srgbClr val="0070C0"/>
                          </a:solidFill>
                        </a:rPr>
                        <a:t>DAVMO,IVURO x G</a:t>
                      </a:r>
                      <a:endParaRPr lang="en-US" altLang="ko-Kore-KR" sz="800" b="0" u="none" strike="noStrike" cap="none" dirty="0">
                        <a:solidFill>
                          <a:schemeClr val="bg1"/>
                        </a:solidFill>
                      </a:endParaRPr>
                    </a:p>
                  </a:txBody>
                  <a:tcPr marL="0" marR="0" marT="36000" marB="36000" anchor="ctr"/>
                </a:tc>
                <a:tc hMerge="1">
                  <a:txBody>
                    <a:bodyPr/>
                    <a:lstStyle/>
                    <a:p>
                      <a:endParaRPr lang="ko-Kore-KR" altLang="en-US"/>
                    </a:p>
                  </a:txBody>
                  <a:tcPr/>
                </a:tc>
                <a:tc gridSpan="3">
                  <a:txBody>
                    <a:bodyPr/>
                    <a:lstStyle/>
                    <a:p>
                      <a:pPr algn="ctr"/>
                      <a:r>
                        <a:rPr lang="en-US" sz="800" b="1" u="none" strike="noStrike" cap="none" dirty="0"/>
                        <a:t>HD 119 </a:t>
                      </a:r>
                      <a:r>
                        <a:rPr lang="en-US" sz="800" b="1" u="none" strike="noStrike" cap="none" dirty="0">
                          <a:solidFill>
                            <a:srgbClr val="0070C0"/>
                          </a:solidFill>
                        </a:rPr>
                        <a:t>ALT 4000 </a:t>
                      </a:r>
                      <a:r>
                        <a:rPr lang="en-US" sz="800" b="1" u="none" strike="noStrike" cap="none" dirty="0">
                          <a:solidFill>
                            <a:srgbClr val="7030A0"/>
                          </a:solidFill>
                        </a:rPr>
                        <a:t>SPD 220 </a:t>
                      </a:r>
                      <a:endParaRPr lang="ko-Kore-KR"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115700">
                <a:tc gridSpan="2">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800" b="1" u="none" strike="noStrike" cap="none" dirty="0">
                          <a:solidFill>
                            <a:srgbClr val="C00000"/>
                          </a:solidFill>
                        </a:rPr>
                        <a:t>12R IDBE 109.5</a:t>
                      </a:r>
                      <a:endParaRPr lang="ko-Kore-KR" altLang="en-US" dirty="0"/>
                    </a:p>
                  </a:txBody>
                  <a:tcPr marL="36000" marR="36000" marT="36000" marB="36000" anchor="ctr"/>
                </a:tc>
                <a:tc hMerge="1">
                  <a:txBody>
                    <a:bodyPr/>
                    <a:lstStyle/>
                    <a:p>
                      <a:endParaRPr lang="ko-Kore-KR" altLang="en-US"/>
                    </a:p>
                  </a:txBody>
                  <a:tcPr/>
                </a:tc>
                <a:tc gridSpan="2">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30R IDBR 110.9</a:t>
                      </a:r>
                      <a:endParaRPr lang="ko-Kore-KR" altLang="en-US" dirty="0"/>
                    </a:p>
                  </a:txBody>
                  <a:tcPr marL="36000" marR="36000" marT="36000" marB="36000" anchor="ctr"/>
                </a:tc>
                <a:tc hMerge="1">
                  <a:txBody>
                    <a:bodyPr/>
                    <a:lstStyle/>
                    <a:p>
                      <a:endParaRPr dirty="0"/>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12L IDBL 110.1</a:t>
                      </a:r>
                      <a:endParaRPr lang="ko-Kore-KR" altLang="en-US" dirty="0"/>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30L IDBW 111.3</a:t>
                      </a:r>
                      <a:endParaRPr lang="ko-Kore-KR" altLang="en-US" dirty="0"/>
                    </a:p>
                  </a:txBody>
                  <a:tcPr marL="36000" marR="36000" marT="36000" marB="36000" anchor="ctr"/>
                </a:tc>
                <a:extLst>
                  <a:ext uri="{0D108BD9-81ED-4DB2-BD59-A6C34878D82A}">
                    <a16:rowId xmlns:a16="http://schemas.microsoft.com/office/drawing/2014/main" val="1446403819"/>
                  </a:ext>
                </a:extLst>
              </a:tr>
              <a:tr h="115700">
                <a:tc gridSpan="6">
                  <a:txBody>
                    <a:bodyPr/>
                    <a:lstStyle/>
                    <a:p>
                      <a:pPr marL="0" marR="0" lvl="0" indent="0" algn="ctr" defTabSz="116449"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1200" cap="none" spc="0" normalizeH="0" baseline="0" noProof="0" dirty="0">
                          <a:ln>
                            <a:noFill/>
                          </a:ln>
                          <a:solidFill>
                            <a:srgbClr val="0070C0"/>
                          </a:solidFill>
                          <a:effectLst/>
                          <a:uLnTx/>
                          <a:uFillTx/>
                          <a:latin typeface="Calibri"/>
                          <a:cs typeface="Calibri"/>
                        </a:rPr>
                        <a:t>TWY J,J1,J2,J3,U,W,Y,Z Max 15kts</a:t>
                      </a:r>
                      <a:endParaRPr lang="en-US" sz="800" b="1" u="none" strike="noStrike" cap="none" dirty="0">
                        <a:solidFill>
                          <a:srgbClr val="C00000"/>
                        </a:solidFill>
                      </a:endParaRPr>
                    </a:p>
                    <a:p>
                      <a:pPr marL="0" marR="0" lvl="0" indent="0" algn="ctr" rtl="0">
                        <a:lnSpc>
                          <a:spcPct val="100000"/>
                        </a:lnSpc>
                        <a:spcBef>
                          <a:spcPts val="0"/>
                        </a:spcBef>
                        <a:spcAft>
                          <a:spcPts val="0"/>
                        </a:spcAft>
                        <a:buClr>
                          <a:schemeClr val="dk1"/>
                        </a:buClr>
                        <a:buSzPts val="800"/>
                        <a:buFont typeface="Calibri"/>
                        <a:buNone/>
                      </a:pPr>
                      <a:r>
                        <a:rPr lang="en-US" altLang="ko-Kore-KR" sz="800" b="1" dirty="0">
                          <a:solidFill>
                            <a:srgbClr val="F28943"/>
                          </a:solidFill>
                        </a:rPr>
                        <a:t>Caution TWY Holding Point</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a:extLst>
              <a:ext uri="{FF2B5EF4-FFF2-40B4-BE49-F238E27FC236}">
                <a16:creationId xmlns:a16="http://schemas.microsoft.com/office/drawing/2014/main" id="{23860676-B46E-43CE-F1C9-491B77F0F159}"/>
              </a:ext>
            </a:extLst>
          </p:cNvPr>
          <p:cNvGraphicFramePr/>
          <p:nvPr>
            <p:extLst>
              <p:ext uri="{D42A27DB-BD31-4B8C-83A1-F6EECF244321}">
                <p14:modId xmlns:p14="http://schemas.microsoft.com/office/powerpoint/2010/main" val="2204109780"/>
              </p:ext>
            </p:extLst>
          </p:nvPr>
        </p:nvGraphicFramePr>
        <p:xfrm>
          <a:off x="-2501" y="16504"/>
          <a:ext cx="2328850" cy="58985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1300" b="1" i="0" u="none" strike="noStrike" kern="1200" cap="none" spc="0" normalizeH="0" baseline="0" noProof="0" dirty="0">
                          <a:ln>
                            <a:noFill/>
                          </a:ln>
                          <a:solidFill>
                            <a:prstClr val="white"/>
                          </a:solidFill>
                          <a:effectLst/>
                          <a:uLnTx/>
                          <a:uFillTx/>
                          <a:latin typeface="Calibri"/>
                          <a:cs typeface="Calibri"/>
                          <a:hlinkClick r:id="rId3">
                            <a:extLst>
                              <a:ext uri="{A12FA001-AC4F-418D-AE19-62706E023703}">
                                <ahyp:hlinkClr xmlns:ahyp="http://schemas.microsoft.com/office/drawing/2018/hyperlinkcolor" val="tx"/>
                              </a:ext>
                            </a:extLst>
                          </a:hlinkClick>
                        </a:rPr>
                        <a:t>OMDB(DXB) 62ft</a:t>
                      </a:r>
                      <a:endParaRPr kumimoji="0" lang="en-US" altLang="ko-Kore-KR" sz="1300" b="1" i="0" u="none" strike="noStrike" kern="1200" cap="none" spc="0" normalizeH="0" baseline="0" noProof="0" dirty="0">
                        <a:ln>
                          <a:noFill/>
                        </a:ln>
                        <a:solidFill>
                          <a:srgbClr val="C00000"/>
                        </a:solidFill>
                        <a:effectLst/>
                        <a:uLnTx/>
                        <a:uFillTx/>
                        <a:latin typeface="Calibri"/>
                        <a:cs typeface="Calibri"/>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b="0" dirty="0"/>
                        <a:t>DNATA </a:t>
                      </a:r>
                      <a:r>
                        <a:rPr lang="en-US" sz="900" b="0" dirty="0" err="1"/>
                        <a:t>Oper</a:t>
                      </a:r>
                      <a:r>
                        <a:rPr lang="en-US" sz="900" b="0" dirty="0"/>
                        <a:t> 131.6</a:t>
                      </a:r>
                      <a:endParaRPr sz="900" b="0" dirty="0">
                        <a:solidFill>
                          <a:srgbClr val="C00000"/>
                        </a:solidFill>
                      </a:endParaRPr>
                    </a:p>
                    <a:p>
                      <a:pPr marL="0" marR="0" lvl="0" indent="0" algn="ctr" rtl="0">
                        <a:spcBef>
                          <a:spcPts val="0"/>
                        </a:spcBef>
                        <a:spcAft>
                          <a:spcPts val="0"/>
                        </a:spcAft>
                        <a:buNone/>
                      </a:pPr>
                      <a:r>
                        <a:rPr lang="en-US" altLang="ko-KR" sz="800" b="1" dirty="0">
                          <a:solidFill>
                            <a:srgbClr val="C00000"/>
                          </a:solidFill>
                        </a:rPr>
                        <a:t>DCL Avail, -10min Voice</a:t>
                      </a:r>
                      <a:endParaRPr sz="800" b="1" dirty="0">
                        <a:solidFill>
                          <a:srgbClr val="C00000"/>
                        </a:solidFill>
                      </a:endParaRP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C977D57B-C92E-C488-35FF-652AC7B5091B}"/>
              </a:ext>
            </a:extLst>
          </p:cNvPr>
          <p:cNvSpPr txBox="1"/>
          <p:nvPr/>
        </p:nvSpPr>
        <p:spPr>
          <a:xfrm>
            <a:off x="-10224" y="1824657"/>
            <a:ext cx="2396810" cy="1663395"/>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FFC000"/>
                </a:solidFill>
                <a:latin typeface="Gulim" panose="020B0600000101010101" pitchFamily="34" charset="-127"/>
                <a:ea typeface="Gulim" panose="020B0600000101010101" pitchFamily="34" charset="-127"/>
              </a:rPr>
              <a:t>DEP CTC by TWR 118.75</a:t>
            </a:r>
          </a:p>
          <a:p>
            <a:pPr>
              <a:lnSpc>
                <a:spcPct val="150000"/>
              </a:lnSpc>
            </a:pPr>
            <a:r>
              <a:rPr kumimoji="1" lang="en-US" altLang="ko-Kore-KR" sz="700" b="1" u="sng" dirty="0">
                <a:latin typeface="Gulim" panose="020B0600000101010101" pitchFamily="34" charset="-127"/>
                <a:ea typeface="Gulim" panose="020B0600000101010101" pitchFamily="34" charset="-127"/>
              </a:rPr>
              <a:t>DEP 124.675 C/S, Passing LVL, Unable SPD</a:t>
            </a:r>
          </a:p>
          <a:p>
            <a:pPr>
              <a:lnSpc>
                <a:spcPct val="150000"/>
              </a:lnSpc>
            </a:pPr>
            <a:r>
              <a:rPr kumimoji="1" lang="en-US" altLang="ko-Kore-KR" sz="700" b="1" u="sng" dirty="0">
                <a:latin typeface="Gulim" panose="020B0600000101010101" pitchFamily="34" charset="-127"/>
                <a:ea typeface="Gulim" panose="020B0600000101010101" pitchFamily="34" charset="-127"/>
              </a:rPr>
              <a:t>CTC Air Defense RDR 127.8/135.1 Before 10min </a:t>
            </a:r>
          </a:p>
          <a:p>
            <a:pPr>
              <a:lnSpc>
                <a:spcPct val="150000"/>
              </a:lnSpc>
            </a:pPr>
            <a:r>
              <a:rPr kumimoji="1" lang="en-US" altLang="ko-Kore-KR" sz="700" b="1" u="sng" dirty="0">
                <a:latin typeface="Gulim" panose="020B0600000101010101" pitchFamily="34" charset="-127"/>
                <a:ea typeface="Gulim" panose="020B0600000101010101" pitchFamily="34" charset="-127"/>
              </a:rPr>
              <a:t>Tehran FIR(GABKO FL190)</a:t>
            </a:r>
          </a:p>
          <a:p>
            <a:pPr marL="0" marR="0" lvl="0" indent="0" algn="l" defTabSz="457200" rtl="0" eaLnBrk="1" fontAlgn="auto" latinLnBrk="0" hangingPunct="1">
              <a:lnSpc>
                <a:spcPct val="150000"/>
              </a:lnSpc>
              <a:spcBef>
                <a:spcPts val="0"/>
              </a:spcBef>
              <a:spcAft>
                <a:spcPts val="0"/>
              </a:spcAft>
              <a:buClrTx/>
              <a:buSzTx/>
              <a:buFontTx/>
              <a:buNone/>
              <a:tabLst/>
              <a:defRPr/>
            </a:pPr>
            <a:endParaRPr kumimoji="1" lang="en-US" altLang="ko-Kore-KR" sz="700" b="1" i="0" u="sng"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ore-KR" sz="700" b="1" i="0" u="sng" strike="noStrike" kern="1200" cap="none" spc="0" normalizeH="0" baseline="0" noProof="0" dirty="0">
                <a:ln>
                  <a:noFill/>
                </a:ln>
                <a:solidFill>
                  <a:srgbClr val="FFC000"/>
                </a:solidFill>
                <a:effectLst/>
                <a:uLnTx/>
                <a:uFillTx/>
                <a:latin typeface="Gulim" panose="020B0600000101010101" pitchFamily="34" charset="-127"/>
                <a:ea typeface="Gulim" panose="020B0600000101010101" pitchFamily="34" charset="-127"/>
                <a:cs typeface="+mn-cs"/>
              </a:rPr>
              <a:t>MUM HF : 6661/8</a:t>
            </a:r>
            <a:r>
              <a:rPr kumimoji="1" lang="en-US" altLang="ko-Kore-KR" sz="700" b="1" u="sng" dirty="0">
                <a:solidFill>
                  <a:srgbClr val="FFC000"/>
                </a:solidFill>
                <a:latin typeface="Gulim" panose="020B0600000101010101" pitchFamily="34" charset="-127"/>
                <a:ea typeface="Gulim" panose="020B0600000101010101" pitchFamily="34" charset="-127"/>
              </a:rPr>
              <a:t>879/5658</a:t>
            </a:r>
            <a:endParaRPr kumimoji="1" lang="en-US" altLang="ko-Kore-KR" sz="700" b="1" i="0" u="sng" strike="noStrike" kern="1200" cap="none" spc="0" normalizeH="0" baseline="0" noProof="0" dirty="0">
              <a:ln>
                <a:noFill/>
              </a:ln>
              <a:solidFill>
                <a:srgbClr val="FFC000"/>
              </a:solidFill>
              <a:effectLst/>
              <a:uLnTx/>
              <a:uFillTx/>
              <a:latin typeface="Gulim" panose="020B0600000101010101" pitchFamily="34" charset="-127"/>
              <a:ea typeface="Gulim" panose="020B0600000101010101" pitchFamily="34" charset="-127"/>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1" lang="en-US" altLang="ko-Kore-KR" sz="700" b="1" i="0" u="sng"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ore-KR" sz="700" b="1" i="0" u="sng"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S RTE : </a:t>
            </a:r>
            <a:r>
              <a:rPr kumimoji="1" lang="en-US" altLang="ko-Kore-KR" sz="700" b="1" i="0" u="sng" strike="noStrike" kern="1200" cap="none" spc="0" normalizeH="0" baseline="0" noProof="0" dirty="0">
                <a:ln>
                  <a:noFill/>
                </a:ln>
                <a:solidFill>
                  <a:srgbClr val="FFC000"/>
                </a:solidFill>
                <a:effectLst/>
                <a:uLnTx/>
                <a:uFillTx/>
                <a:latin typeface="Gulim" panose="020B0600000101010101" pitchFamily="34" charset="-127"/>
                <a:ea typeface="Gulim" panose="020B0600000101010101" pitchFamily="34" charset="-127"/>
                <a:cs typeface="+mn-cs"/>
              </a:rPr>
              <a:t>CHILA</a:t>
            </a:r>
            <a:r>
              <a:rPr kumimoji="1" lang="en-US" altLang="ko-Kore-KR" sz="700" b="1" i="0" u="sng"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 Report YANGON, DAKHA, KOLKATA</a:t>
            </a: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ore-KR" sz="700" b="1" i="0" u="sng"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rPr>
              <a:t>Boundary Report</a:t>
            </a:r>
          </a:p>
          <a:p>
            <a:pPr>
              <a:lnSpc>
                <a:spcPct val="150000"/>
              </a:lnSpc>
            </a:pPr>
            <a:r>
              <a:rPr kumimoji="1" lang="en-US" altLang="ko-Kore-KR" sz="700" b="1" u="sng" dirty="0">
                <a:solidFill>
                  <a:srgbClr val="FFC000"/>
                </a:solidFill>
                <a:latin typeface="Gulim" panose="020B0600000101010101" pitchFamily="34" charset="-127"/>
                <a:ea typeface="Gulim" panose="020B0600000101010101" pitchFamily="34" charset="-127"/>
              </a:rPr>
              <a:t>KMG 125.75(15-20min FIR)</a:t>
            </a:r>
          </a:p>
        </p:txBody>
      </p:sp>
      <p:sp>
        <p:nvSpPr>
          <p:cNvPr id="2" name="직사각형 1">
            <a:hlinkClick r:id="" action="ppaction://hlinkshowjump?jump=firstslide"/>
            <a:extLst>
              <a:ext uri="{FF2B5EF4-FFF2-40B4-BE49-F238E27FC236}">
                <a16:creationId xmlns:a16="http://schemas.microsoft.com/office/drawing/2014/main" id="{D6EFEF65-6CED-D32B-2313-D3C51E922C3B}"/>
              </a:ext>
            </a:extLst>
          </p:cNvPr>
          <p:cNvSpPr/>
          <p:nvPr/>
        </p:nvSpPr>
        <p:spPr>
          <a:xfrm>
            <a:off x="891778" y="280683"/>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7" name="Google Shape;283;p17">
            <a:extLst>
              <a:ext uri="{FF2B5EF4-FFF2-40B4-BE49-F238E27FC236}">
                <a16:creationId xmlns:a16="http://schemas.microsoft.com/office/drawing/2014/main" id="{7B3053B9-8089-BDAE-5CB9-8BE7146C9E3D}"/>
              </a:ext>
            </a:extLst>
          </p:cNvPr>
          <p:cNvGraphicFramePr/>
          <p:nvPr>
            <p:extLst>
              <p:ext uri="{D42A27DB-BD31-4B8C-83A1-F6EECF244321}">
                <p14:modId xmlns:p14="http://schemas.microsoft.com/office/powerpoint/2010/main" val="945480551"/>
              </p:ext>
            </p:extLst>
          </p:nvPr>
        </p:nvGraphicFramePr>
        <p:xfrm>
          <a:off x="11589" y="3534768"/>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P518 R068, R278</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5" name="그래픽 4" descr="집 Wi-Fi에서 작업 단색으로 채워진">
            <a:hlinkClick r:id="" action="ppaction://hlinkshowjump?jump=firstslide"/>
            <a:extLst>
              <a:ext uri="{FF2B5EF4-FFF2-40B4-BE49-F238E27FC236}">
                <a16:creationId xmlns:a16="http://schemas.microsoft.com/office/drawing/2014/main" id="{6DFDB6B5-C8D7-9192-2B32-C634488A918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70275"/>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76803712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E821D096-B8E3-6111-29C7-56CA5A1A963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76362BF-8152-2201-B947-10FF2A9E2FCA}"/>
              </a:ext>
            </a:extLst>
          </p:cNvPr>
          <p:cNvSpPr txBox="1"/>
          <p:nvPr/>
        </p:nvSpPr>
        <p:spPr>
          <a:xfrm>
            <a:off x="-35464" y="2886710"/>
            <a:ext cx="2489784" cy="1017064"/>
          </a:xfrm>
          <a:prstGeom prst="rect">
            <a:avLst/>
          </a:prstGeom>
          <a:noFill/>
        </p:spPr>
        <p:txBody>
          <a:bodyPr wrap="none" tIns="36000" bIns="36000" rtlCol="0" anchor="ctr">
            <a:spAutoFit/>
          </a:bodyPr>
          <a:lstStyle/>
          <a:p>
            <a:pPr>
              <a:lnSpc>
                <a:spcPct val="150000"/>
              </a:lnSpc>
            </a:pPr>
            <a:r>
              <a:rPr kumimoji="1" lang="en-US" altLang="ko-Kore-KR" sz="700" b="1" u="sng" dirty="0">
                <a:latin typeface="Gulim" panose="020B0600000101010101" pitchFamily="34" charset="-127"/>
                <a:ea typeface="Gulim" panose="020B0600000101010101" pitchFamily="34" charset="-127"/>
              </a:rPr>
              <a:t>CPDLC VYYF(Yangon), VECF(Kolkata)</a:t>
            </a:r>
          </a:p>
          <a:p>
            <a:pPr>
              <a:lnSpc>
                <a:spcPct val="150000"/>
              </a:lnSpc>
            </a:pPr>
            <a:r>
              <a:rPr kumimoji="1" lang="en-US" altLang="ko-Kore-KR" sz="700" b="1" u="sng" dirty="0">
                <a:latin typeface="Gulim" panose="020B0600000101010101" pitchFamily="34" charset="-127"/>
                <a:ea typeface="Gulim" panose="020B0600000101010101" pitchFamily="34" charset="-127"/>
              </a:rPr>
              <a:t>- Kolkata  -10min (125.77/133.75)</a:t>
            </a:r>
          </a:p>
          <a:p>
            <a:pPr>
              <a:lnSpc>
                <a:spcPct val="150000"/>
              </a:lnSpc>
            </a:pPr>
            <a:r>
              <a:rPr kumimoji="1" lang="en-US" altLang="ko-Kore-KR" sz="700" b="1" u="sng" dirty="0">
                <a:latin typeface="Gulim" panose="020B0600000101010101" pitchFamily="34" charset="-127"/>
                <a:ea typeface="Gulim" panose="020B0600000101010101" pitchFamily="34" charset="-127"/>
              </a:rPr>
              <a:t>- Dhaka -10min ADC No. (125.7)</a:t>
            </a:r>
          </a:p>
          <a:p>
            <a:pPr>
              <a:lnSpc>
                <a:spcPct val="150000"/>
              </a:lnSpc>
            </a:pPr>
            <a:r>
              <a:rPr kumimoji="1" lang="en-US" altLang="ko-Kore-KR" sz="700" b="1" u="sng" dirty="0">
                <a:latin typeface="Gulim" panose="020B0600000101010101" pitchFamily="34" charset="-127"/>
                <a:ea typeface="Gulim" panose="020B0600000101010101" pitchFamily="34" charset="-127"/>
              </a:rPr>
              <a:t>- KTM -10min (126.5) C/S, A333, PSN, FL, FIR Time</a:t>
            </a:r>
          </a:p>
          <a:p>
            <a:pPr>
              <a:lnSpc>
                <a:spcPct val="150000"/>
              </a:lnSpc>
            </a:pPr>
            <a:r>
              <a:rPr kumimoji="1" lang="en-US" altLang="ko-Kore-KR" sz="700" b="1" u="sng" dirty="0">
                <a:latin typeface="Gulim" panose="020B0600000101010101" pitchFamily="34" charset="-127"/>
                <a:ea typeface="Gulim" panose="020B0600000101010101" pitchFamily="34" charset="-127"/>
              </a:rPr>
              <a:t>   RTE, L/D type “Req Entering CLR”</a:t>
            </a:r>
          </a:p>
          <a:p>
            <a:pPr>
              <a:lnSpc>
                <a:spcPct val="150000"/>
              </a:lnSpc>
            </a:pPr>
            <a:r>
              <a:rPr kumimoji="1" lang="en-US" altLang="ko-Kore-KR" sz="700" b="1" u="sng" dirty="0">
                <a:latin typeface="Gulim" panose="020B0600000101010101" pitchFamily="34" charset="-127"/>
                <a:ea typeface="Gulim" panose="020B0600000101010101" pitchFamily="34" charset="-127"/>
              </a:rPr>
              <a:t>- Report </a:t>
            </a:r>
            <a:r>
              <a:rPr kumimoji="1" lang="en-US" altLang="ko-Kore-KR" sz="700" b="1" u="sng" dirty="0" err="1">
                <a:latin typeface="Gulim" panose="020B0600000101010101" pitchFamily="34" charset="-127"/>
                <a:ea typeface="Gulim" panose="020B0600000101010101" pitchFamily="34" charset="-127"/>
              </a:rPr>
              <a:t>Kolkatka</a:t>
            </a:r>
            <a:r>
              <a:rPr kumimoji="1" lang="en-US" altLang="ko-Kore-KR" sz="700" b="1" u="sng" dirty="0">
                <a:latin typeface="Gulim" panose="020B0600000101010101" pitchFamily="34" charset="-127"/>
                <a:ea typeface="Gulim" panose="020B0600000101010101" pitchFamily="34" charset="-127"/>
              </a:rPr>
              <a:t> Establish with KTM</a:t>
            </a:r>
            <a:endParaRPr kumimoji="1" lang="en-US" altLang="ko-Kore-KR" sz="700" b="1" u="sng" dirty="0">
              <a:solidFill>
                <a:srgbClr val="FFC000"/>
              </a:solidFill>
              <a:latin typeface="Gulim" panose="020B0600000101010101" pitchFamily="34" charset="-127"/>
              <a:ea typeface="Gulim" panose="020B0600000101010101" pitchFamily="34" charset="-127"/>
            </a:endParaRPr>
          </a:p>
        </p:txBody>
      </p:sp>
      <p:graphicFrame>
        <p:nvGraphicFramePr>
          <p:cNvPr id="292" name="Google Shape;292;p18">
            <a:extLst>
              <a:ext uri="{FF2B5EF4-FFF2-40B4-BE49-F238E27FC236}">
                <a16:creationId xmlns:a16="http://schemas.microsoft.com/office/drawing/2014/main" id="{8FE54DE9-7095-CCC5-80FB-91179A866955}"/>
              </a:ext>
            </a:extLst>
          </p:cNvPr>
          <p:cNvGraphicFramePr/>
          <p:nvPr>
            <p:extLst>
              <p:ext uri="{D42A27DB-BD31-4B8C-83A1-F6EECF244321}">
                <p14:modId xmlns:p14="http://schemas.microsoft.com/office/powerpoint/2010/main" val="3979693881"/>
              </p:ext>
            </p:extLst>
          </p:nvPr>
        </p:nvGraphicFramePr>
        <p:xfrm>
          <a:off x="-6570" y="4016888"/>
          <a:ext cx="2335434" cy="1553418"/>
        </p:xfrm>
        <a:graphic>
          <a:graphicData uri="http://schemas.openxmlformats.org/drawingml/2006/table">
            <a:tbl>
              <a:tblPr firstRow="1" bandRow="1">
                <a:noFill/>
                <a:tableStyleId>{A521BE36-7E6F-4EC9-8D66-1CF97A6895EC}</a:tableStyleId>
              </a:tblPr>
              <a:tblGrid>
                <a:gridCol w="360131">
                  <a:extLst>
                    <a:ext uri="{9D8B030D-6E8A-4147-A177-3AD203B41FA5}">
                      <a16:colId xmlns:a16="http://schemas.microsoft.com/office/drawing/2014/main" val="20000"/>
                    </a:ext>
                  </a:extLst>
                </a:gridCol>
                <a:gridCol w="617580">
                  <a:extLst>
                    <a:ext uri="{9D8B030D-6E8A-4147-A177-3AD203B41FA5}">
                      <a16:colId xmlns:a16="http://schemas.microsoft.com/office/drawing/2014/main" val="20001"/>
                    </a:ext>
                  </a:extLst>
                </a:gridCol>
                <a:gridCol w="244368">
                  <a:extLst>
                    <a:ext uri="{9D8B030D-6E8A-4147-A177-3AD203B41FA5}">
                      <a16:colId xmlns:a16="http://schemas.microsoft.com/office/drawing/2014/main" val="20002"/>
                    </a:ext>
                  </a:extLst>
                </a:gridCol>
                <a:gridCol w="202096">
                  <a:extLst>
                    <a:ext uri="{9D8B030D-6E8A-4147-A177-3AD203B41FA5}">
                      <a16:colId xmlns:a16="http://schemas.microsoft.com/office/drawing/2014/main" val="4076744984"/>
                    </a:ext>
                  </a:extLst>
                </a:gridCol>
                <a:gridCol w="911259">
                  <a:extLst>
                    <a:ext uri="{9D8B030D-6E8A-4147-A177-3AD203B41FA5}">
                      <a16:colId xmlns:a16="http://schemas.microsoft.com/office/drawing/2014/main" val="20003"/>
                    </a:ext>
                  </a:extLst>
                </a:gridCol>
              </a:tblGrid>
              <a:tr h="277959">
                <a:tc gridSpan="5">
                  <a:txBody>
                    <a:bodyPr/>
                    <a:lstStyle/>
                    <a:p>
                      <a:pPr marL="0" marR="0" lvl="0" indent="0" algn="ctr" rtl="0">
                        <a:spcBef>
                          <a:spcPts val="0"/>
                        </a:spcBef>
                        <a:spcAft>
                          <a:spcPts val="0"/>
                        </a:spcAft>
                        <a:buNone/>
                      </a:pPr>
                      <a:r>
                        <a:rPr lang="en-US" sz="800" dirty="0"/>
                        <a:t>KTM</a:t>
                      </a:r>
                      <a:r>
                        <a:rPr lang="en-US" sz="800" dirty="0">
                          <a:solidFill>
                            <a:srgbClr val="00B0F0"/>
                          </a:solidFill>
                        </a:rPr>
                        <a:t>[022/202]</a:t>
                      </a:r>
                      <a:r>
                        <a:rPr lang="en-US" sz="800" dirty="0"/>
                        <a:t> UTC+5:45 TL 150 </a:t>
                      </a:r>
                      <a:r>
                        <a:rPr lang="en-US" sz="700" dirty="0">
                          <a:solidFill>
                            <a:srgbClr val="92D050"/>
                          </a:solidFill>
                        </a:rPr>
                        <a:t>Curfew 1915-0015Z</a:t>
                      </a:r>
                    </a:p>
                    <a:p>
                      <a:pPr marL="0" marR="0" lvl="0" indent="0" algn="ctr" rtl="0">
                        <a:spcBef>
                          <a:spcPts val="0"/>
                        </a:spcBef>
                        <a:spcAft>
                          <a:spcPts val="0"/>
                        </a:spcAft>
                        <a:buNone/>
                      </a:pPr>
                      <a:r>
                        <a:rPr lang="en-US" sz="800" dirty="0">
                          <a:solidFill>
                            <a:srgbClr val="FFC000"/>
                          </a:solidFill>
                        </a:rPr>
                        <a:t>Night : Only RNP Z 02(AR) Comm Policy</a:t>
                      </a:r>
                      <a:endParaRPr sz="800" b="1"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60762">
                <a:tc>
                  <a:txBody>
                    <a:bodyPr/>
                    <a:lstStyle/>
                    <a:p>
                      <a:pPr marL="0" marR="0" lvl="0" indent="0" algn="ctr" rtl="0">
                        <a:spcBef>
                          <a:spcPts val="0"/>
                        </a:spcBef>
                        <a:spcAft>
                          <a:spcPts val="0"/>
                        </a:spcAft>
                        <a:buNone/>
                      </a:pPr>
                      <a:r>
                        <a:rPr lang="en-US" sz="800" b="1" dirty="0">
                          <a:solidFill>
                            <a:srgbClr val="0070C0"/>
                          </a:solidFill>
                        </a:rPr>
                        <a:t>02</a:t>
                      </a:r>
                      <a:endParaRPr sz="800" b="0" dirty="0">
                        <a:solidFill>
                          <a:schemeClr val="bg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ROMEO x R </a:t>
                      </a:r>
                    </a:p>
                  </a:txBody>
                  <a:tcPr marL="36000" marR="36000" marT="36000" marB="36000" anchor="ctr"/>
                </a:tc>
                <a:tc gridSpan="2">
                  <a:txBody>
                    <a:bodyPr/>
                    <a:lstStyle/>
                    <a:p>
                      <a:pPr marL="0" marR="0" lvl="0" indent="0" algn="ctr" rtl="0">
                        <a:spcBef>
                          <a:spcPts val="0"/>
                        </a:spcBef>
                        <a:spcAft>
                          <a:spcPts val="0"/>
                        </a:spcAft>
                        <a:buNone/>
                      </a:pPr>
                      <a:r>
                        <a:rPr lang="en-US" sz="800" b="1" dirty="0"/>
                        <a:t>RATAN</a:t>
                      </a:r>
                      <a:endParaRPr sz="800" b="1" dirty="0"/>
                    </a:p>
                  </a:txBody>
                  <a:tcPr marL="36000" marR="36000" marT="36000" marB="3600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dirty="0"/>
                        <a:t>RNP Z 02 </a:t>
                      </a:r>
                      <a:r>
                        <a:rPr lang="en-US" sz="800" b="0" dirty="0"/>
                        <a:t>/ VOR 02</a:t>
                      </a:r>
                    </a:p>
                    <a:p>
                      <a:pPr marL="0" marR="0" lvl="0" indent="0" algn="ctr" rtl="0">
                        <a:spcBef>
                          <a:spcPts val="0"/>
                        </a:spcBef>
                        <a:spcAft>
                          <a:spcPts val="0"/>
                        </a:spcAft>
                        <a:buNone/>
                      </a:pPr>
                      <a:r>
                        <a:rPr lang="en-US" sz="800" b="1" dirty="0">
                          <a:solidFill>
                            <a:srgbClr val="7030A0"/>
                          </a:solidFill>
                        </a:rPr>
                        <a:t>KT530/D9.0 (</a:t>
                      </a:r>
                      <a:r>
                        <a:rPr lang="en-US" sz="800" b="1" dirty="0" err="1">
                          <a:solidFill>
                            <a:srgbClr val="7030A0"/>
                          </a:solidFill>
                        </a:rPr>
                        <a:t>Vapp</a:t>
                      </a:r>
                      <a:r>
                        <a:rPr lang="en-US" sz="800" b="1" dirty="0">
                          <a:solidFill>
                            <a:srgbClr val="7030A0"/>
                          </a:solidFill>
                        </a:rPr>
                        <a:t>)</a:t>
                      </a:r>
                    </a:p>
                  </a:txBody>
                  <a:tcPr marL="36000" marR="36000" marT="36000" marB="36000" anchor="ctr"/>
                </a:tc>
                <a:extLst>
                  <a:ext uri="{0D108BD9-81ED-4DB2-BD59-A6C34878D82A}">
                    <a16:rowId xmlns:a16="http://schemas.microsoft.com/office/drawing/2014/main" val="10001"/>
                  </a:ext>
                </a:extLst>
              </a:tr>
              <a:tr h="160762">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NAV</a:t>
                      </a:r>
                      <a:endParaRPr sz="800"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7030A0"/>
                          </a:solidFill>
                        </a:rPr>
                        <a:t> Set KTM 105&amp;288 </a:t>
                      </a:r>
                      <a:endParaRPr sz="800" b="0" dirty="0">
                        <a:solidFill>
                          <a:srgbClr val="7030A0"/>
                        </a:solidFill>
                      </a:endParaRPr>
                    </a:p>
                  </a:txBody>
                  <a:tcPr marL="36000" marR="36000" marT="36000" marB="36000" anchor="ctr"/>
                </a:tc>
                <a:tc hMerge="1">
                  <a:txBody>
                    <a:bodyPr/>
                    <a:lstStyle/>
                    <a:p>
                      <a:endParaRPr lang="ko-Kore-KR"/>
                    </a:p>
                  </a:txBody>
                  <a:tcPr/>
                </a:tc>
                <a:tc>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dirty="0">
                          <a:solidFill>
                            <a:schemeClr val="lt1"/>
                          </a:solidFill>
                        </a:rPr>
                        <a:t>FIX</a:t>
                      </a:r>
                    </a:p>
                  </a:txBody>
                  <a:tcPr marL="36000" marR="36000" marT="36000" marB="36000" anchor="ctr">
                    <a:solidFill>
                      <a:schemeClr val="accent1"/>
                    </a:solidFill>
                  </a:tcPr>
                </a:tc>
                <a:tc>
                  <a:txBody>
                    <a:bodyPr/>
                    <a:lstStyle/>
                    <a:p>
                      <a:r>
                        <a:rPr lang="en-US" altLang="ko-Kore-KR" sz="800" b="1" dirty="0">
                          <a:solidFill>
                            <a:srgbClr val="7030A0"/>
                          </a:solidFill>
                        </a:rPr>
                        <a:t>Set KTM </a:t>
                      </a:r>
                      <a:r>
                        <a:rPr lang="en-US" altLang="ko-KR" sz="800" b="1" dirty="0">
                          <a:solidFill>
                            <a:srgbClr val="7030A0"/>
                          </a:solidFill>
                        </a:rPr>
                        <a:t>/4, DANFE</a:t>
                      </a:r>
                      <a:endParaRPr lang="ko-Kore-KR" dirty="0"/>
                    </a:p>
                  </a:txBody>
                  <a:tcPr marL="36000" marR="36000" marT="36000" marB="36000" anchor="ctr"/>
                </a:tc>
                <a:extLst>
                  <a:ext uri="{0D108BD9-81ED-4DB2-BD59-A6C34878D82A}">
                    <a16:rowId xmlns:a16="http://schemas.microsoft.com/office/drawing/2014/main" val="10004"/>
                  </a:ext>
                </a:extLst>
              </a:tr>
              <a:tr h="261835">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02 : </a:t>
                      </a:r>
                      <a:r>
                        <a:rPr lang="en-US" sz="800" b="1" dirty="0">
                          <a:solidFill>
                            <a:srgbClr val="0070C0"/>
                          </a:solidFill>
                        </a:rPr>
                        <a:t>B(6814’)</a:t>
                      </a:r>
                      <a:r>
                        <a:rPr lang="en-US" sz="800" b="1" dirty="0">
                          <a:solidFill>
                            <a:schemeClr val="dk1"/>
                          </a:solidFill>
                        </a:rPr>
                        <a:t>, A(8395’), 20 : </a:t>
                      </a:r>
                      <a:r>
                        <a:rPr lang="en-US" sz="800" b="1" dirty="0">
                          <a:solidFill>
                            <a:srgbClr val="0070C0"/>
                          </a:solidFill>
                        </a:rPr>
                        <a:t>E(6387’, 90º)</a:t>
                      </a:r>
                      <a:r>
                        <a:rPr lang="en-US" sz="800" b="1" dirty="0">
                          <a:solidFill>
                            <a:schemeClr val="dk1"/>
                          </a:solidFill>
                        </a:rPr>
                        <a:t>, 180 Back</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C00000"/>
                          </a:solidFill>
                        </a:rPr>
                        <a:t>High FE + Upslope = 50’ Flare (No 40’, 30’)</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6"/>
                  </a:ext>
                </a:extLst>
              </a:tr>
              <a:tr h="196264">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C00000"/>
                          </a:solidFill>
                        </a:rPr>
                        <a:t>Ramp Slippery NOT Rel Brake</a:t>
                      </a:r>
                      <a:endParaRPr lang="en-US" altLang="ko-K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7"/>
                  </a:ext>
                </a:extLst>
              </a:tr>
              <a:tr h="196264">
                <a:tc gridSpan="5">
                  <a:txBody>
                    <a:bodyPr/>
                    <a:lstStyle/>
                    <a:p>
                      <a:pPr marL="0" marR="0" lvl="0" indent="0" algn="ctr" rtl="0">
                        <a:lnSpc>
                          <a:spcPct val="100000"/>
                        </a:lnSpc>
                        <a:spcBef>
                          <a:spcPts val="0"/>
                        </a:spcBef>
                        <a:spcAft>
                          <a:spcPts val="0"/>
                        </a:spcAft>
                        <a:buClr>
                          <a:schemeClr val="dk1"/>
                        </a:buClr>
                        <a:buSzPts val="800"/>
                        <a:buFont typeface="Calibri"/>
                        <a:buNone/>
                      </a:pPr>
                      <a:r>
                        <a:rPr lang="en-US" altLang="ko-KR" sz="800" b="1" dirty="0">
                          <a:solidFill>
                            <a:srgbClr val="0070C0"/>
                          </a:solidFill>
                        </a:rPr>
                        <a:t>RNP 02(AR) Procedure Next Page =&gt;</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2326199551"/>
                  </a:ext>
                </a:extLst>
              </a:tr>
            </a:tbl>
          </a:graphicData>
        </a:graphic>
      </p:graphicFrame>
      <p:graphicFrame>
        <p:nvGraphicFramePr>
          <p:cNvPr id="293" name="Google Shape;293;p18">
            <a:extLst>
              <a:ext uri="{FF2B5EF4-FFF2-40B4-BE49-F238E27FC236}">
                <a16:creationId xmlns:a16="http://schemas.microsoft.com/office/drawing/2014/main" id="{A5543E64-B69C-87E1-DE5A-D5FA9BD4866F}"/>
              </a:ext>
            </a:extLst>
          </p:cNvPr>
          <p:cNvGraphicFramePr/>
          <p:nvPr>
            <p:extLst>
              <p:ext uri="{D42A27DB-BD31-4B8C-83A1-F6EECF244321}">
                <p14:modId xmlns:p14="http://schemas.microsoft.com/office/powerpoint/2010/main" val="4171051098"/>
              </p:ext>
            </p:extLst>
          </p:nvPr>
        </p:nvGraphicFramePr>
        <p:xfrm>
          <a:off x="-2501" y="16504"/>
          <a:ext cx="2328850" cy="688620"/>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16170">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200" dirty="0">
                          <a:solidFill>
                            <a:srgbClr val="C00000"/>
                          </a:solidFill>
                          <a:hlinkClick r:id="rId4">
                            <a:extLst>
                              <a:ext uri="{A12FA001-AC4F-418D-AE19-62706E023703}">
                                <ahyp:hlinkClr xmlns:ahyp="http://schemas.microsoft.com/office/drawing/2018/hyperlinkcolor" val="tx"/>
                              </a:ext>
                            </a:extLst>
                          </a:hlinkClick>
                        </a:rPr>
                        <a:t>VNKT(KTM</a:t>
                      </a:r>
                      <a:r>
                        <a:rPr lang="en-US" altLang="ko-KR" sz="1200" dirty="0">
                          <a:solidFill>
                            <a:srgbClr val="C00000"/>
                          </a:solidFill>
                          <a:hlinkClick r:id="rId4">
                            <a:extLst>
                              <a:ext uri="{A12FA001-AC4F-418D-AE19-62706E023703}">
                                <ahyp:hlinkClr xmlns:ahyp="http://schemas.microsoft.com/office/drawing/2018/hyperlinkcolor" val="tx"/>
                              </a:ext>
                            </a:extLst>
                          </a:hlinkClick>
                        </a:rPr>
                        <a:t>)4395ft</a:t>
                      </a:r>
                      <a:endParaRPr sz="1300" dirty="0">
                        <a:solidFill>
                          <a:srgbClr val="C00000"/>
                        </a:solidFill>
                      </a:endParaRPr>
                    </a:p>
                  </a:txBody>
                  <a:tcPr marL="0" marR="0" marT="0" marB="0" anchor="ctr"/>
                </a:tc>
                <a:extLst>
                  <a:ext uri="{0D108BD9-81ED-4DB2-BD59-A6C34878D82A}">
                    <a16:rowId xmlns:a16="http://schemas.microsoft.com/office/drawing/2014/main" val="10000"/>
                  </a:ext>
                </a:extLst>
              </a:tr>
              <a:tr h="379136">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800" dirty="0"/>
                        <a:t>Nepal Airline Corp. 131.6 </a:t>
                      </a:r>
                      <a:r>
                        <a:rPr lang="en-US" sz="800" b="1" dirty="0">
                          <a:solidFill>
                            <a:srgbClr val="C00000"/>
                          </a:solidFill>
                        </a:rPr>
                        <a:t>No DATIS</a:t>
                      </a:r>
                    </a:p>
                    <a:p>
                      <a:pPr marL="0" marR="0" lvl="0" indent="0" algn="ctr" rtl="0">
                        <a:spcBef>
                          <a:spcPts val="0"/>
                        </a:spcBef>
                        <a:spcAft>
                          <a:spcPts val="0"/>
                        </a:spcAft>
                        <a:buNone/>
                      </a:pPr>
                      <a:r>
                        <a:rPr lang="en-US" sz="900" b="1" dirty="0">
                          <a:solidFill>
                            <a:srgbClr val="7030A0"/>
                          </a:solidFill>
                        </a:rPr>
                        <a:t>Spot 1-4</a:t>
                      </a:r>
                    </a:p>
                  </a:txBody>
                  <a:tcPr marL="91450" marR="91450" marT="45725" marB="45725" anchor="ctr"/>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3B8597B3-D353-FA18-F792-666B4204C212}"/>
              </a:ext>
            </a:extLst>
          </p:cNvPr>
          <p:cNvSpPr/>
          <p:nvPr/>
        </p:nvSpPr>
        <p:spPr>
          <a:xfrm>
            <a:off x="837445" y="272392"/>
            <a:ext cx="644531" cy="276999"/>
          </a:xfrm>
          <a:prstGeom prst="rect">
            <a:avLst/>
          </a:prstGeom>
          <a:noFill/>
        </p:spPr>
        <p:txBody>
          <a:bodyPr wrap="square" lIns="0" tIns="0" rIns="0" bIns="0">
            <a:spAutoFit/>
          </a:bodyPr>
          <a:lstStyle/>
          <a:p>
            <a:pPr algn="ctr"/>
            <a:r>
              <a:rPr lang="en-US" altLang="ko-KR" sz="1800" b="1" cap="none" spc="0" dirty="0">
                <a:ln w="0"/>
                <a:solidFill>
                  <a:srgbClr val="00206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206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6" name="그래픽 5" descr="집 Wi-Fi에서 작업 단색으로 채워진">
            <a:hlinkClick r:id="" action="ppaction://hlinkshowjump?jump=firstslide"/>
            <a:extLst>
              <a:ext uri="{FF2B5EF4-FFF2-40B4-BE49-F238E27FC236}">
                <a16:creationId xmlns:a16="http://schemas.microsoft.com/office/drawing/2014/main" id="{91D71E8A-4C6B-8C4A-917C-A356E679CD8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528746"/>
            <a:ext cx="457200" cy="457200"/>
          </a:xfrm>
          <a:prstGeom prst="rect">
            <a:avLst/>
          </a:prstGeom>
          <a:effectLst>
            <a:outerShdw blurRad="50800" dist="50800" dir="3660000" algn="ctr" rotWithShape="0">
              <a:schemeClr val="bg1">
                <a:alpha val="82714"/>
              </a:schemeClr>
            </a:outerShdw>
          </a:effectLst>
        </p:spPr>
      </p:pic>
      <p:graphicFrame>
        <p:nvGraphicFramePr>
          <p:cNvPr id="4" name="Google Shape;276;p16">
            <a:extLst>
              <a:ext uri="{FF2B5EF4-FFF2-40B4-BE49-F238E27FC236}">
                <a16:creationId xmlns:a16="http://schemas.microsoft.com/office/drawing/2014/main" id="{F0C17837-0B12-6BC4-C4CC-7EC734B38309}"/>
              </a:ext>
            </a:extLst>
          </p:cNvPr>
          <p:cNvGraphicFramePr/>
          <p:nvPr/>
        </p:nvGraphicFramePr>
        <p:xfrm>
          <a:off x="1" y="663075"/>
          <a:ext cx="2326348" cy="2172370"/>
        </p:xfrm>
        <a:graphic>
          <a:graphicData uri="http://schemas.openxmlformats.org/drawingml/2006/table">
            <a:tbl>
              <a:tblPr firstRow="1" bandRow="1">
                <a:noFill/>
                <a:tableStyleId>{A521BE36-7E6F-4EC9-8D66-1CF97A6895EC}</a:tableStyleId>
              </a:tblPr>
              <a:tblGrid>
                <a:gridCol w="328953">
                  <a:extLst>
                    <a:ext uri="{9D8B030D-6E8A-4147-A177-3AD203B41FA5}">
                      <a16:colId xmlns:a16="http://schemas.microsoft.com/office/drawing/2014/main" val="20000"/>
                    </a:ext>
                  </a:extLst>
                </a:gridCol>
                <a:gridCol w="452823">
                  <a:extLst>
                    <a:ext uri="{9D8B030D-6E8A-4147-A177-3AD203B41FA5}">
                      <a16:colId xmlns:a16="http://schemas.microsoft.com/office/drawing/2014/main" val="20001"/>
                    </a:ext>
                  </a:extLst>
                </a:gridCol>
                <a:gridCol w="159727">
                  <a:extLst>
                    <a:ext uri="{9D8B030D-6E8A-4147-A177-3AD203B41FA5}">
                      <a16:colId xmlns:a16="http://schemas.microsoft.com/office/drawing/2014/main" val="3094236945"/>
                    </a:ext>
                  </a:extLst>
                </a:gridCol>
                <a:gridCol w="395840">
                  <a:extLst>
                    <a:ext uri="{9D8B030D-6E8A-4147-A177-3AD203B41FA5}">
                      <a16:colId xmlns:a16="http://schemas.microsoft.com/office/drawing/2014/main" val="20003"/>
                    </a:ext>
                  </a:extLst>
                </a:gridCol>
                <a:gridCol w="477496">
                  <a:extLst>
                    <a:ext uri="{9D8B030D-6E8A-4147-A177-3AD203B41FA5}">
                      <a16:colId xmlns:a16="http://schemas.microsoft.com/office/drawing/2014/main" val="3670378744"/>
                    </a:ext>
                  </a:extLst>
                </a:gridCol>
                <a:gridCol w="511509">
                  <a:extLst>
                    <a:ext uri="{9D8B030D-6E8A-4147-A177-3AD203B41FA5}">
                      <a16:colId xmlns:a16="http://schemas.microsoft.com/office/drawing/2014/main" val="20008"/>
                    </a:ext>
                  </a:extLst>
                </a:gridCol>
              </a:tblGrid>
              <a:tr h="159300">
                <a:tc gridSpan="6">
                  <a:txBody>
                    <a:bodyPr/>
                    <a:lstStyle/>
                    <a:p>
                      <a:pPr marL="0" marR="0" lvl="0" indent="0" algn="ctr" rtl="0">
                        <a:spcBef>
                          <a:spcPts val="0"/>
                        </a:spcBef>
                        <a:spcAft>
                          <a:spcPts val="0"/>
                        </a:spcAft>
                        <a:buNone/>
                      </a:pPr>
                      <a:r>
                        <a:rPr lang="en-US" sz="800" dirty="0"/>
                        <a:t>ICN : SID (33/34 NADP 1, </a:t>
                      </a:r>
                      <a:r>
                        <a:rPr lang="en-US" sz="800" dirty="0">
                          <a:solidFill>
                            <a:srgbClr val="FFC000"/>
                          </a:solidFill>
                        </a:rPr>
                        <a:t>15/16 NADP 2</a:t>
                      </a:r>
                      <a:r>
                        <a:rPr lang="en-US" sz="800" dirty="0"/>
                        <a:t>)</a:t>
                      </a:r>
                      <a:endParaRPr sz="800" dirty="0"/>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333 </a:t>
                      </a:r>
                      <a:r>
                        <a:rPr lang="en-US" sz="800" b="1" dirty="0">
                          <a:solidFill>
                            <a:srgbClr val="0070C0"/>
                          </a:solidFill>
                        </a:rPr>
                        <a:t>ALT ATC</a:t>
                      </a:r>
                      <a:r>
                        <a:rPr lang="en-US" sz="800" b="1" dirty="0">
                          <a:solidFill>
                            <a:srgbClr val="7030A0"/>
                          </a:solidFill>
                        </a:rPr>
                        <a:t> </a:t>
                      </a:r>
                      <a:endParaRPr lang="ko-Kore-KR" altLang="en-US" dirty="0">
                        <a:solidFill>
                          <a:srgbClr val="7030A0"/>
                        </a:solidFill>
                      </a:endParaRPr>
                    </a:p>
                  </a:txBody>
                  <a:tcPr marL="0" marR="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pPr marL="0" marR="0" lvl="0" indent="0" algn="ctr" rtl="0">
                        <a:spcBef>
                          <a:spcPts val="0"/>
                        </a:spcBef>
                        <a:spcAft>
                          <a:spcPts val="0"/>
                        </a:spcAft>
                        <a:buNone/>
                      </a:pPr>
                      <a:endParaRPr sz="800"/>
                    </a:p>
                  </a:txBody>
                  <a:tcPr marL="36000" marR="36000" marT="36000" marB="36000" anchor="ctr"/>
                </a:tc>
                <a:tc gridSpan="3">
                  <a:txBody>
                    <a:bodyPr/>
                    <a:lstStyle/>
                    <a:p>
                      <a:pPr marL="0" marR="0" lvl="0" indent="0" algn="ctr" rtl="0">
                        <a:spcBef>
                          <a:spcPts val="0"/>
                        </a:spcBef>
                        <a:spcAft>
                          <a:spcPts val="0"/>
                        </a:spcAft>
                        <a:buNone/>
                      </a:pPr>
                      <a:r>
                        <a:rPr lang="en-US" sz="800" dirty="0"/>
                        <a:t>HD 333 </a:t>
                      </a:r>
                      <a:r>
                        <a:rPr lang="en-US" sz="800" dirty="0">
                          <a:solidFill>
                            <a:srgbClr val="0070C0"/>
                          </a:solidFill>
                        </a:rPr>
                        <a:t>ALT ATC</a:t>
                      </a:r>
                      <a:endParaRPr lang="ko-Kore-KR" altLang="en-US" dirty="0">
                        <a:solidFill>
                          <a:srgbClr val="7030A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HD 153 </a:t>
                      </a:r>
                      <a:r>
                        <a:rPr lang="en-US" sz="800" b="1" dirty="0">
                          <a:solidFill>
                            <a:srgbClr val="0070C0"/>
                          </a:solidFill>
                        </a:rPr>
                        <a:t>ALT 5000 </a:t>
                      </a:r>
                      <a:r>
                        <a:rPr lang="en-US" sz="800" b="1"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pPr marL="0" marR="0" lvl="0" indent="0" algn="ctr" rtl="0">
                        <a:spcBef>
                          <a:spcPts val="0"/>
                        </a:spcBef>
                        <a:spcAft>
                          <a:spcPts val="0"/>
                        </a:spcAft>
                        <a:buNone/>
                      </a:pPr>
                      <a:endParaRPr sz="800" dirty="0"/>
                    </a:p>
                  </a:txBody>
                  <a:tcPr marL="36000" marR="36000" marT="36000" marB="36000" anchor="ctr"/>
                </a:tc>
                <a:tc gridSpan="3">
                  <a:txBody>
                    <a:bodyPr/>
                    <a:lstStyle/>
                    <a:p>
                      <a:pPr marL="0" marR="0" lvl="0" indent="0" algn="ctr" rtl="0">
                        <a:spcBef>
                          <a:spcPts val="0"/>
                        </a:spcBef>
                        <a:spcAft>
                          <a:spcPts val="0"/>
                        </a:spcAft>
                        <a:buNone/>
                      </a:pPr>
                      <a:r>
                        <a:rPr lang="en-US" sz="800" dirty="0"/>
                        <a:t> HD 153 </a:t>
                      </a:r>
                      <a:r>
                        <a:rPr lang="en-US" sz="800" dirty="0">
                          <a:solidFill>
                            <a:srgbClr val="0070C0"/>
                          </a:solidFill>
                        </a:rPr>
                        <a:t>ALT 5000 </a:t>
                      </a:r>
                      <a:r>
                        <a:rPr lang="en-US" sz="800" dirty="0">
                          <a:solidFill>
                            <a:srgbClr val="C00000"/>
                          </a:solidFill>
                        </a:rPr>
                        <a:t>NADP2</a:t>
                      </a:r>
                      <a:endParaRPr lang="ko-Kore-KR" altLang="en-US"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33L INLL </a:t>
                      </a:r>
                      <a:endParaRPr lang="en-US" dirty="0"/>
                    </a:p>
                    <a:p>
                      <a:pPr marL="0" marR="0" lvl="0" indent="0" algn="ctr" rtl="0">
                        <a:spcBef>
                          <a:spcPts val="0"/>
                        </a:spcBef>
                        <a:spcAft>
                          <a:spcPts val="0"/>
                        </a:spcAft>
                        <a:buNone/>
                      </a:pPr>
                      <a:r>
                        <a:rPr lang="en-US" sz="800" b="1" dirty="0">
                          <a:solidFill>
                            <a:srgbClr val="C00000"/>
                          </a:solidFill>
                        </a:rPr>
                        <a:t>109.3</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33R INRR</a:t>
                      </a:r>
                      <a:endParaRPr lang="en-US" dirty="0"/>
                    </a:p>
                    <a:p>
                      <a:pPr marL="0" marR="0" lvl="0" indent="0" algn="ctr" rtl="0">
                        <a:spcBef>
                          <a:spcPts val="0"/>
                        </a:spcBef>
                        <a:spcAft>
                          <a:spcPts val="0"/>
                        </a:spcAft>
                        <a:buNone/>
                      </a:pPr>
                      <a:r>
                        <a:rPr lang="en-US" sz="800" b="1" dirty="0">
                          <a:solidFill>
                            <a:srgbClr val="C00000"/>
                          </a:solidFill>
                        </a:rPr>
                        <a:t>108.9</a:t>
                      </a:r>
                      <a:endParaRPr lang="ko-Kore-KR" altLang="en-US" dirty="0"/>
                    </a:p>
                  </a:txBody>
                  <a:tcPr marL="36000" marR="36000" marT="36000" marB="36000" anchor="ctr"/>
                </a:tc>
                <a:tc hMerge="1">
                  <a:txBody>
                    <a:bodyPr/>
                    <a:lstStyle/>
                    <a:p>
                      <a:endParaRPr lang="ko-Kore-KR"/>
                    </a:p>
                  </a:txBody>
                  <a:tcPr/>
                </a:tc>
                <a:tc>
                  <a:txBody>
                    <a:bodyPr/>
                    <a:lstStyle/>
                    <a:p>
                      <a:pPr algn="ctr"/>
                      <a:r>
                        <a:rPr lang="en-US" sz="800" b="1" dirty="0">
                          <a:solidFill>
                            <a:srgbClr val="C00000"/>
                          </a:solidFill>
                        </a:rPr>
                        <a:t>15L ISLL 111.9</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15R ISRR 109.1</a:t>
                      </a:r>
                      <a:endParaRPr sz="800" b="1" dirty="0">
                        <a:solidFill>
                          <a:srgbClr val="C00000"/>
                        </a:solidFill>
                      </a:endParaRPr>
                    </a:p>
                  </a:txBody>
                  <a:tcPr marL="36000" marR="36000" marT="36000" marB="36000" anchor="ctr"/>
                </a:tc>
                <a:extLst>
                  <a:ext uri="{0D108BD9-81ED-4DB2-BD59-A6C34878D82A}">
                    <a16:rowId xmlns:a16="http://schemas.microsoft.com/office/drawing/2014/main" val="10005"/>
                  </a:ext>
                </a:extLst>
              </a:tr>
              <a:tr h="23580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34L IRFN</a:t>
                      </a:r>
                      <a:endParaRPr lang="en-US" dirty="0"/>
                    </a:p>
                    <a:p>
                      <a:pPr marL="0" marR="0" lvl="0" indent="0" algn="ctr" rtl="0">
                        <a:spcBef>
                          <a:spcPts val="0"/>
                        </a:spcBef>
                        <a:spcAft>
                          <a:spcPts val="0"/>
                        </a:spcAft>
                        <a:buNone/>
                      </a:pPr>
                      <a:r>
                        <a:rPr lang="en-US" sz="800" b="1" dirty="0">
                          <a:solidFill>
                            <a:srgbClr val="C00000"/>
                          </a:solidFill>
                        </a:rPr>
                        <a:t>109.95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34R IRKN</a:t>
                      </a:r>
                      <a:endParaRPr lang="en-US" dirty="0"/>
                    </a:p>
                    <a:p>
                      <a:pPr marL="0" marR="0" lvl="0" indent="0" algn="ctr" rtl="0">
                        <a:spcBef>
                          <a:spcPts val="0"/>
                        </a:spcBef>
                        <a:spcAft>
                          <a:spcPts val="0"/>
                        </a:spcAft>
                        <a:buNone/>
                      </a:pPr>
                      <a:r>
                        <a:rPr lang="en-US" sz="800" b="1" dirty="0">
                          <a:solidFill>
                            <a:srgbClr val="C00000"/>
                          </a:solidFill>
                        </a:rPr>
                        <a:t>108.1</a:t>
                      </a:r>
                      <a:endParaRPr lang="ko-Kore-KR" altLang="en-US"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16L IRKS</a:t>
                      </a:r>
                      <a:endParaRPr lang="en-US" dirty="0"/>
                    </a:p>
                    <a:p>
                      <a:pPr marL="0" marR="0" lvl="0" indent="0" algn="ctr" rtl="0">
                        <a:spcBef>
                          <a:spcPts val="0"/>
                        </a:spcBef>
                        <a:spcAft>
                          <a:spcPts val="0"/>
                        </a:spcAft>
                        <a:buNone/>
                      </a:pPr>
                      <a:r>
                        <a:rPr lang="en-US" sz="800" b="1" dirty="0">
                          <a:solidFill>
                            <a:srgbClr val="C00000"/>
                          </a:solidFill>
                        </a:rPr>
                        <a:t>110.35</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16R IRFS</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36000" marB="36000" anchor="ct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extLst>
                  <a:ext uri="{0D108BD9-81ED-4DB2-BD59-A6C34878D82A}">
                    <a16:rowId xmlns:a16="http://schemas.microsoft.com/office/drawing/2014/main" val="10008"/>
                  </a:ext>
                </a:extLst>
              </a:tr>
              <a:tr h="144775">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14519766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B5D8D918-D757-C0E4-5E8A-9DD899E8F356}"/>
            </a:ext>
          </a:extLst>
        </p:cNvPr>
        <p:cNvGrpSpPr/>
        <p:nvPr/>
      </p:nvGrpSpPr>
      <p:grpSpPr>
        <a:xfrm>
          <a:off x="0" y="0"/>
          <a:ext cx="0" cy="0"/>
          <a:chOff x="0" y="0"/>
          <a:chExt cx="0" cy="0"/>
        </a:xfrm>
      </p:grpSpPr>
      <p:pic>
        <p:nvPicPr>
          <p:cNvPr id="17" name="그림 16" descr="텍스트, 스크린샷, 원, 도표이(가) 표시된 사진&#10;&#10;자동 생성된 설명">
            <a:extLst>
              <a:ext uri="{FF2B5EF4-FFF2-40B4-BE49-F238E27FC236}">
                <a16:creationId xmlns:a16="http://schemas.microsoft.com/office/drawing/2014/main" id="{D38D985D-A3CF-2D21-EC39-1DE751FEF108}"/>
              </a:ext>
            </a:extLst>
          </p:cNvPr>
          <p:cNvPicPr>
            <a:picLocks noChangeAspect="1"/>
          </p:cNvPicPr>
          <p:nvPr/>
        </p:nvPicPr>
        <p:blipFill>
          <a:blip r:embed="rId3"/>
          <a:stretch>
            <a:fillRect/>
          </a:stretch>
        </p:blipFill>
        <p:spPr>
          <a:xfrm>
            <a:off x="0" y="1797304"/>
            <a:ext cx="2328863" cy="2132784"/>
          </a:xfrm>
          <a:prstGeom prst="rect">
            <a:avLst/>
          </a:prstGeom>
        </p:spPr>
      </p:pic>
      <p:grpSp>
        <p:nvGrpSpPr>
          <p:cNvPr id="13" name="그룹 12">
            <a:extLst>
              <a:ext uri="{FF2B5EF4-FFF2-40B4-BE49-F238E27FC236}">
                <a16:creationId xmlns:a16="http://schemas.microsoft.com/office/drawing/2014/main" id="{66A0AB6C-8FF2-0228-D79F-205F1C6F018D}"/>
              </a:ext>
            </a:extLst>
          </p:cNvPr>
          <p:cNvGrpSpPr/>
          <p:nvPr/>
        </p:nvGrpSpPr>
        <p:grpSpPr>
          <a:xfrm>
            <a:off x="-4129" y="-5376"/>
            <a:ext cx="2328863" cy="2094945"/>
            <a:chOff x="-4129" y="443195"/>
            <a:chExt cx="2328863" cy="2094945"/>
          </a:xfrm>
        </p:grpSpPr>
        <p:pic>
          <p:nvPicPr>
            <p:cNvPr id="6" name="그림 5" descr="텍스트, 스크린샷, 도표, 폰트이(가) 표시된 사진&#10;&#10;자동 생성된 설명">
              <a:extLst>
                <a:ext uri="{FF2B5EF4-FFF2-40B4-BE49-F238E27FC236}">
                  <a16:creationId xmlns:a16="http://schemas.microsoft.com/office/drawing/2014/main" id="{FE2DDF6E-55D7-0FCF-EF51-F6E24777FB4D}"/>
                </a:ext>
              </a:extLst>
            </p:cNvPr>
            <p:cNvPicPr>
              <a:picLocks noChangeAspect="1"/>
            </p:cNvPicPr>
            <p:nvPr/>
          </p:nvPicPr>
          <p:blipFill>
            <a:blip r:embed="rId4"/>
            <a:stretch>
              <a:fillRect/>
            </a:stretch>
          </p:blipFill>
          <p:spPr>
            <a:xfrm>
              <a:off x="-4129" y="443195"/>
              <a:ext cx="2328863" cy="2094945"/>
            </a:xfrm>
            <a:prstGeom prst="rect">
              <a:avLst/>
            </a:prstGeom>
          </p:spPr>
        </p:pic>
        <p:sp>
          <p:nvSpPr>
            <p:cNvPr id="7" name="사각형 설명선[R] 6">
              <a:extLst>
                <a:ext uri="{FF2B5EF4-FFF2-40B4-BE49-F238E27FC236}">
                  <a16:creationId xmlns:a16="http://schemas.microsoft.com/office/drawing/2014/main" id="{7EBD4023-1455-72DB-5AA5-E0BD3BBA03B2}"/>
                </a:ext>
              </a:extLst>
            </p:cNvPr>
            <p:cNvSpPr/>
            <p:nvPr/>
          </p:nvSpPr>
          <p:spPr>
            <a:xfrm>
              <a:off x="1305624" y="2109949"/>
              <a:ext cx="376527" cy="155275"/>
            </a:xfrm>
            <a:prstGeom prst="wedgeRectCallout">
              <a:avLst>
                <a:gd name="adj1" fmla="val -80198"/>
                <a:gd name="adj2" fmla="val 152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ore-KR" sz="500" b="1" dirty="0">
                  <a:latin typeface="+mn-ea"/>
                </a:rPr>
                <a:t>Flap 1</a:t>
              </a:r>
              <a:endParaRPr kumimoji="1" lang="ko-Kore-KR" altLang="en-US" sz="500" b="1" dirty="0">
                <a:latin typeface="+mn-ea"/>
              </a:endParaRPr>
            </a:p>
          </p:txBody>
        </p:sp>
        <p:sp>
          <p:nvSpPr>
            <p:cNvPr id="10" name="사각형 설명선[R] 9">
              <a:extLst>
                <a:ext uri="{FF2B5EF4-FFF2-40B4-BE49-F238E27FC236}">
                  <a16:creationId xmlns:a16="http://schemas.microsoft.com/office/drawing/2014/main" id="{11BB98E8-8AEA-0890-0741-5FCFB40F3640}"/>
                </a:ext>
              </a:extLst>
            </p:cNvPr>
            <p:cNvSpPr/>
            <p:nvPr/>
          </p:nvSpPr>
          <p:spPr>
            <a:xfrm>
              <a:off x="73379" y="1729336"/>
              <a:ext cx="713293" cy="380613"/>
            </a:xfrm>
            <a:prstGeom prst="wedgeRectCallout">
              <a:avLst>
                <a:gd name="adj1" fmla="val 54902"/>
                <a:gd name="adj2" fmla="val 135523"/>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ore-KR" sz="500" b="1" dirty="0">
                  <a:latin typeface="+mn-ea"/>
                </a:rPr>
                <a:t>Both ALT within 100ft</a:t>
              </a:r>
            </a:p>
            <a:p>
              <a:pPr algn="ctr"/>
              <a:r>
                <a:rPr kumimoji="1" lang="en-US" altLang="ko-Kore-KR" sz="500" b="1" dirty="0">
                  <a:latin typeface="+mn-ea"/>
                </a:rPr>
                <a:t>TERR ND </a:t>
              </a:r>
              <a:r>
                <a:rPr kumimoji="1" lang="en-US" altLang="ko-KR" sz="500" b="1" dirty="0">
                  <a:latin typeface="+mn-ea"/>
                </a:rPr>
                <a:t>10NM</a:t>
              </a:r>
              <a:endParaRPr kumimoji="1" lang="en-US" altLang="ko-Kore-KR" sz="500" b="1" dirty="0">
                <a:latin typeface="+mn-ea"/>
              </a:endParaRPr>
            </a:p>
            <a:p>
              <a:pPr algn="ctr"/>
              <a:r>
                <a:rPr kumimoji="1" lang="en-US" altLang="ko-Kore-KR" sz="500" b="1" dirty="0">
                  <a:latin typeface="+mn-ea"/>
                </a:rPr>
                <a:t>PF-F PLN / PM</a:t>
              </a:r>
              <a:r>
                <a:rPr kumimoji="1" lang="en-US" altLang="ko-KR" sz="500" b="1" dirty="0">
                  <a:latin typeface="+mn-ea"/>
                </a:rPr>
                <a:t>-</a:t>
              </a:r>
              <a:r>
                <a:rPr kumimoji="1" lang="en-US" altLang="ko-Kore-KR" sz="500" b="1" dirty="0">
                  <a:latin typeface="+mn-ea"/>
                </a:rPr>
                <a:t>PROG</a:t>
              </a:r>
            </a:p>
            <a:p>
              <a:pPr algn="ctr"/>
              <a:r>
                <a:rPr kumimoji="1" lang="en-US" altLang="ko-Kore-KR" sz="500" b="1" dirty="0">
                  <a:latin typeface="+mn-ea"/>
                </a:rPr>
                <a:t>RNP 0.3NM PROG</a:t>
              </a:r>
              <a:endParaRPr kumimoji="1" lang="ko-Kore-KR" altLang="en-US" sz="500" b="1" dirty="0">
                <a:latin typeface="+mn-ea"/>
              </a:endParaRPr>
            </a:p>
          </p:txBody>
        </p:sp>
        <p:sp>
          <p:nvSpPr>
            <p:cNvPr id="11" name="사각형 설명선[R] 10">
              <a:extLst>
                <a:ext uri="{FF2B5EF4-FFF2-40B4-BE49-F238E27FC236}">
                  <a16:creationId xmlns:a16="http://schemas.microsoft.com/office/drawing/2014/main" id="{5139A124-940F-FBD9-706B-A8285B35E684}"/>
                </a:ext>
              </a:extLst>
            </p:cNvPr>
            <p:cNvSpPr/>
            <p:nvPr/>
          </p:nvSpPr>
          <p:spPr>
            <a:xfrm>
              <a:off x="1360152" y="1484042"/>
              <a:ext cx="713293" cy="380613"/>
            </a:xfrm>
            <a:prstGeom prst="wedgeRectCallout">
              <a:avLst>
                <a:gd name="adj1" fmla="val -68454"/>
                <a:gd name="adj2" fmla="val 33533"/>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ore-KR" sz="500" b="1" dirty="0">
                  <a:latin typeface="+mn-ea"/>
                </a:rPr>
                <a:t>L/D CONF</a:t>
              </a:r>
            </a:p>
            <a:p>
              <a:pPr algn="ctr"/>
              <a:r>
                <a:rPr kumimoji="1" lang="en-US" altLang="ko-Kore-KR" sz="500" b="1" dirty="0">
                  <a:latin typeface="+mn-ea"/>
                </a:rPr>
                <a:t>Before L/D C/L</a:t>
              </a:r>
            </a:p>
            <a:p>
              <a:pPr algn="ctr"/>
              <a:r>
                <a:rPr kumimoji="1" lang="en-US" altLang="ko-Kore-KR" sz="500" b="1" dirty="0">
                  <a:latin typeface="+mn-ea"/>
                </a:rPr>
                <a:t>FINAL APP </a:t>
              </a:r>
            </a:p>
            <a:p>
              <a:pPr algn="ctr"/>
              <a:r>
                <a:rPr kumimoji="1" lang="en-US" altLang="ko-Kore-KR" sz="500" b="1" dirty="0">
                  <a:latin typeface="+mn-ea"/>
                </a:rPr>
                <a:t>GA ALT 10500’ set</a:t>
              </a:r>
              <a:endParaRPr kumimoji="1" lang="ko-Kore-KR" altLang="en-US" sz="500" b="1" dirty="0">
                <a:latin typeface="+mn-ea"/>
              </a:endParaRPr>
            </a:p>
          </p:txBody>
        </p:sp>
        <p:sp>
          <p:nvSpPr>
            <p:cNvPr id="12" name="사각형 설명선[R] 11">
              <a:extLst>
                <a:ext uri="{FF2B5EF4-FFF2-40B4-BE49-F238E27FC236}">
                  <a16:creationId xmlns:a16="http://schemas.microsoft.com/office/drawing/2014/main" id="{C71D5ADA-4460-8D41-1BFE-004BD0547E03}"/>
                </a:ext>
              </a:extLst>
            </p:cNvPr>
            <p:cNvSpPr/>
            <p:nvPr/>
          </p:nvSpPr>
          <p:spPr>
            <a:xfrm>
              <a:off x="147455" y="904591"/>
              <a:ext cx="713293" cy="380613"/>
            </a:xfrm>
            <a:prstGeom prst="wedgeRectCallout">
              <a:avLst>
                <a:gd name="adj1" fmla="val 62763"/>
                <a:gd name="adj2" fmla="val 134390"/>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500" b="1" dirty="0">
                  <a:latin typeface="+mn-ea"/>
                </a:rPr>
                <a:t>Must </a:t>
              </a:r>
              <a:r>
                <a:rPr kumimoji="1" lang="en-US" altLang="ko-Kore-KR" sz="500" b="1" dirty="0">
                  <a:latin typeface="+mn-ea"/>
                </a:rPr>
                <a:t>GA </a:t>
              </a:r>
            </a:p>
            <a:p>
              <a:pPr algn="ctr"/>
              <a:r>
                <a:rPr kumimoji="1" lang="en-US" altLang="ko-KR" sz="500" b="1" dirty="0">
                  <a:latin typeface="+mn-ea"/>
                </a:rPr>
                <a:t>- </a:t>
              </a:r>
              <a:r>
                <a:rPr kumimoji="1" lang="en-US" altLang="ko-Kore-KR" sz="500" b="1" dirty="0">
                  <a:latin typeface="+mn-ea"/>
                </a:rPr>
                <a:t>V/DEV 75ft</a:t>
              </a:r>
            </a:p>
            <a:p>
              <a:pPr algn="ctr"/>
              <a:r>
                <a:rPr kumimoji="1" lang="en-US" altLang="ko-KR" sz="500" b="1" dirty="0">
                  <a:latin typeface="+mn-ea"/>
                </a:rPr>
                <a:t>- </a:t>
              </a:r>
              <a:r>
                <a:rPr kumimoji="1" lang="en-US" altLang="ko-Kore-KR" sz="500" b="1" dirty="0">
                  <a:latin typeface="+mn-ea"/>
                </a:rPr>
                <a:t>D/DEV</a:t>
              </a:r>
              <a:r>
                <a:rPr kumimoji="1" lang="ko-Kore-KR" altLang="en-US" sz="500" b="1" dirty="0">
                  <a:latin typeface="+mn-ea"/>
                </a:rPr>
                <a:t> </a:t>
              </a:r>
              <a:r>
                <a:rPr kumimoji="1" lang="en-US" altLang="ko-Kore-KR" sz="500" b="1" dirty="0">
                  <a:latin typeface="+mn-ea"/>
                </a:rPr>
                <a:t>0</a:t>
              </a:r>
              <a:r>
                <a:rPr kumimoji="1" lang="en-US" altLang="ko-KR" sz="500" b="1" dirty="0">
                  <a:latin typeface="+mn-ea"/>
                </a:rPr>
                <a:t>.3NM</a:t>
              </a:r>
            </a:p>
            <a:p>
              <a:pPr algn="ctr"/>
              <a:r>
                <a:rPr kumimoji="1" lang="en-US" altLang="ko-KR" sz="500" b="1" dirty="0">
                  <a:latin typeface="+mn-ea"/>
                </a:rPr>
                <a:t>- SYS Malfunction</a:t>
              </a:r>
              <a:endParaRPr kumimoji="1" lang="ko-Kore-KR" altLang="en-US" sz="500" b="1" dirty="0">
                <a:latin typeface="+mn-ea"/>
              </a:endParaRPr>
            </a:p>
          </p:txBody>
        </p:sp>
      </p:grpSp>
      <p:graphicFrame>
        <p:nvGraphicFramePr>
          <p:cNvPr id="145" name="Google Shape;138;p4">
            <a:extLst>
              <a:ext uri="{FF2B5EF4-FFF2-40B4-BE49-F238E27FC236}">
                <a16:creationId xmlns:a16="http://schemas.microsoft.com/office/drawing/2014/main" id="{4DC62EE1-445D-DD0C-F803-22F1A01AA5ED}"/>
              </a:ext>
            </a:extLst>
          </p:cNvPr>
          <p:cNvGraphicFramePr/>
          <p:nvPr>
            <p:extLst>
              <p:ext uri="{D42A27DB-BD31-4B8C-83A1-F6EECF244321}">
                <p14:modId xmlns:p14="http://schemas.microsoft.com/office/powerpoint/2010/main" val="3849082299"/>
              </p:ext>
            </p:extLst>
          </p:nvPr>
        </p:nvGraphicFramePr>
        <p:xfrm>
          <a:off x="-4122" y="3917622"/>
          <a:ext cx="2328850" cy="165960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73626">
                <a:tc>
                  <a:txBody>
                    <a:bodyPr/>
                    <a:lstStyle/>
                    <a:p>
                      <a:pPr marL="0" marR="0" lvl="0" indent="0" algn="ctr" rtl="0">
                        <a:spcBef>
                          <a:spcPts val="0"/>
                        </a:spcBef>
                        <a:spcAft>
                          <a:spcPts val="0"/>
                        </a:spcAft>
                        <a:buNone/>
                      </a:pPr>
                      <a:r>
                        <a:rPr lang="en-US" sz="1000" dirty="0"/>
                        <a:t>SYS Fail / GA </a:t>
                      </a:r>
                      <a:r>
                        <a:rPr lang="en-US" sz="1000" dirty="0">
                          <a:solidFill>
                            <a:srgbClr val="FFC000"/>
                          </a:solidFill>
                        </a:rPr>
                        <a:t>(Dual-GA, Single-GA or CONT)</a:t>
                      </a:r>
                    </a:p>
                  </a:txBody>
                  <a:tcPr marL="36000" marR="36000" marT="36000" marB="36000" anchor="ctr"/>
                </a:tc>
                <a:extLst>
                  <a:ext uri="{0D108BD9-81ED-4DB2-BD59-A6C34878D82A}">
                    <a16:rowId xmlns:a16="http://schemas.microsoft.com/office/drawing/2014/main" val="10000"/>
                  </a:ext>
                </a:extLst>
              </a:tr>
              <a:tr h="244377">
                <a:tc>
                  <a:txBody>
                    <a:bodyPr/>
                    <a:lstStyle/>
                    <a:p>
                      <a:pPr marL="0" marR="0" lvl="0" indent="0" algn="l" rtl="0">
                        <a:spcBef>
                          <a:spcPts val="0"/>
                        </a:spcBef>
                        <a:spcAft>
                          <a:spcPts val="0"/>
                        </a:spcAft>
                        <a:buNone/>
                      </a:pPr>
                      <a:r>
                        <a:rPr lang="en-US" altLang="ko-KR" sz="800" b="1" dirty="0"/>
                        <a:t>if Follow GA RTE </a:t>
                      </a:r>
                      <a:r>
                        <a:rPr lang="en-US" altLang="ko-KR" sz="800" b="1" dirty="0">
                          <a:solidFill>
                            <a:srgbClr val="C00000"/>
                          </a:solidFill>
                        </a:rPr>
                        <a:t>(Acc HT 10500ft)</a:t>
                      </a:r>
                    </a:p>
                    <a:p>
                      <a:pPr marL="0" marR="0" lvl="0" indent="0" algn="l" rtl="0">
                        <a:spcBef>
                          <a:spcPts val="0"/>
                        </a:spcBef>
                        <a:spcAft>
                          <a:spcPts val="0"/>
                        </a:spcAft>
                        <a:buNone/>
                      </a:pPr>
                      <a:r>
                        <a:rPr lang="en-US" altLang="ko-KR" sz="800" dirty="0"/>
                        <a:t>- Reach 10500ft – </a:t>
                      </a:r>
                      <a:r>
                        <a:rPr lang="en-US" altLang="ko-KR" sz="800" b="1" dirty="0">
                          <a:solidFill>
                            <a:srgbClr val="0070C0"/>
                          </a:solidFill>
                        </a:rPr>
                        <a:t>TH CLB - Acc </a:t>
                      </a:r>
                      <a:r>
                        <a:rPr lang="en-US" altLang="ko-KR" sz="800" dirty="0"/>
                        <a:t>– Flaps up – Req DANFE</a:t>
                      </a:r>
                    </a:p>
                  </a:txBody>
                  <a:tcPr marL="36000" marR="36000" marT="36000" marB="36000" anchor="ctr"/>
                </a:tc>
                <a:extLst>
                  <a:ext uri="{0D108BD9-81ED-4DB2-BD59-A6C34878D82A}">
                    <a16:rowId xmlns:a16="http://schemas.microsoft.com/office/drawing/2014/main" val="10001"/>
                  </a:ext>
                </a:extLst>
              </a:tr>
              <a:tr h="527378">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altLang="ko-KR" sz="800" b="1" dirty="0"/>
                        <a:t>Dual FMGC (NO GA RTE) </a:t>
                      </a:r>
                      <a:r>
                        <a:rPr lang="en-US" altLang="ko-KR" sz="800" b="1" dirty="0">
                          <a:solidFill>
                            <a:srgbClr val="C00000"/>
                          </a:solidFill>
                        </a:rPr>
                        <a:t>(Acc HT 10500ft)</a:t>
                      </a:r>
                    </a:p>
                    <a:p>
                      <a:pPr marL="0" marR="0" lvl="0" indent="0" algn="l" rtl="0">
                        <a:spcBef>
                          <a:spcPts val="0"/>
                        </a:spcBef>
                        <a:spcAft>
                          <a:spcPts val="0"/>
                        </a:spcAft>
                        <a:buNone/>
                      </a:pPr>
                      <a:r>
                        <a:rPr lang="en-US" altLang="ko-KR" sz="800" dirty="0"/>
                        <a:t>- Man GA, 15</a:t>
                      </a:r>
                      <a:r>
                        <a:rPr lang="en-US" altLang="ko-Kore-KR" sz="800" b="0" dirty="0">
                          <a:solidFill>
                            <a:schemeClr val="bg1"/>
                          </a:solidFill>
                        </a:rPr>
                        <a:t>º, 10-20kts ADD </a:t>
                      </a:r>
                      <a:r>
                        <a:rPr lang="en-US" altLang="ko-Kore-KR" sz="800" b="1" dirty="0">
                          <a:solidFill>
                            <a:srgbClr val="0070C0"/>
                          </a:solidFill>
                        </a:rPr>
                        <a:t>(At RW02 R/H Turn)</a:t>
                      </a:r>
                    </a:p>
                    <a:p>
                      <a:pPr marL="0" marR="0" lvl="0" indent="0" algn="l" rtl="0">
                        <a:spcBef>
                          <a:spcPts val="0"/>
                        </a:spcBef>
                        <a:spcAft>
                          <a:spcPts val="0"/>
                        </a:spcAft>
                        <a:buNone/>
                      </a:pPr>
                      <a:r>
                        <a:rPr lang="en-US" altLang="ko-KR" sz="800" b="0" dirty="0">
                          <a:solidFill>
                            <a:schemeClr val="bg1"/>
                          </a:solidFill>
                        </a:rPr>
                        <a:t>- PM </a:t>
                      </a:r>
                      <a:r>
                        <a:rPr lang="en-US" altLang="ko-KR" sz="800" b="1" dirty="0">
                          <a:solidFill>
                            <a:srgbClr val="0070C0"/>
                          </a:solidFill>
                        </a:rPr>
                        <a:t>NAV B/UP </a:t>
                      </a:r>
                      <a:r>
                        <a:rPr lang="en-US" altLang="ko-KR" sz="800" b="0" dirty="0">
                          <a:solidFill>
                            <a:schemeClr val="bg1"/>
                          </a:solidFill>
                        </a:rPr>
                        <a:t>both </a:t>
                      </a:r>
                      <a:r>
                        <a:rPr lang="en-US" altLang="ko-KR" sz="800" b="1" dirty="0">
                          <a:solidFill>
                            <a:srgbClr val="0070C0"/>
                          </a:solidFill>
                        </a:rPr>
                        <a:t>MCDU Menu </a:t>
                      </a:r>
                      <a:r>
                        <a:rPr lang="en-US" altLang="ko-KR" sz="800" b="0" dirty="0">
                          <a:solidFill>
                            <a:schemeClr val="bg1"/>
                          </a:solidFill>
                        </a:rPr>
                        <a:t>– TRK/FRA – Follow TRK (A/P ON) - </a:t>
                      </a:r>
                      <a:r>
                        <a:rPr lang="en-US" altLang="ko-KR" sz="800" b="0" dirty="0">
                          <a:solidFill>
                            <a:srgbClr val="F28943"/>
                          </a:solidFill>
                        </a:rPr>
                        <a:t>if No GA RTE Follow VOR GA Procedure</a:t>
                      </a:r>
                      <a:r>
                        <a:rPr lang="en-US" altLang="ko-KR" sz="800" b="0" dirty="0">
                          <a:solidFill>
                            <a:schemeClr val="bg1"/>
                          </a:solidFill>
                        </a:rPr>
                        <a:t> </a:t>
                      </a:r>
                    </a:p>
                    <a:p>
                      <a:pPr marL="0" marR="0" lvl="0" indent="0" algn="l" rtl="0">
                        <a:spcBef>
                          <a:spcPts val="0"/>
                        </a:spcBef>
                        <a:spcAft>
                          <a:spcPts val="0"/>
                        </a:spcAft>
                        <a:buNone/>
                      </a:pPr>
                      <a:r>
                        <a:rPr lang="en-US" altLang="ko-KR" sz="800" dirty="0"/>
                        <a:t>- Reach 10500ft – </a:t>
                      </a:r>
                      <a:r>
                        <a:rPr lang="en-US" altLang="ko-KR" sz="800" b="1" dirty="0">
                          <a:solidFill>
                            <a:srgbClr val="0070C0"/>
                          </a:solidFill>
                        </a:rPr>
                        <a:t>TH CLB - Acc </a:t>
                      </a:r>
                      <a:r>
                        <a:rPr lang="en-US" altLang="ko-KR" sz="800" dirty="0"/>
                        <a:t>- Flaps-up – Req DANFE</a:t>
                      </a:r>
                    </a:p>
                  </a:txBody>
                  <a:tcPr marL="36000" marR="36000" marT="36000" marB="36000" anchor="ctr"/>
                </a:tc>
                <a:extLst>
                  <a:ext uri="{0D108BD9-81ED-4DB2-BD59-A6C34878D82A}">
                    <a16:rowId xmlns:a16="http://schemas.microsoft.com/office/drawing/2014/main" val="1896719678"/>
                  </a:ext>
                </a:extLst>
              </a:tr>
              <a:tr h="338710">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altLang="ko-KR" sz="800" dirty="0">
                          <a:solidFill>
                            <a:srgbClr val="0070C0"/>
                          </a:solidFill>
                        </a:rPr>
                        <a:t>VOR GA Procedure </a:t>
                      </a:r>
                      <a:r>
                        <a:rPr lang="en-US" altLang="ko-KR" sz="800" b="1" dirty="0">
                          <a:solidFill>
                            <a:srgbClr val="C00000"/>
                          </a:solidFill>
                        </a:rPr>
                        <a:t>(Acc HT 10500ft)</a:t>
                      </a:r>
                      <a:endParaRPr lang="en-US" altLang="ko-KR" sz="800" dirty="0"/>
                    </a:p>
                    <a:p>
                      <a:pPr marL="0" marR="0" lvl="0" indent="0" algn="l" rtl="0">
                        <a:spcBef>
                          <a:spcPts val="0"/>
                        </a:spcBef>
                        <a:spcAft>
                          <a:spcPts val="0"/>
                        </a:spcAft>
                        <a:buNone/>
                      </a:pPr>
                      <a:r>
                        <a:rPr lang="en-US" altLang="ko-KR" sz="800" dirty="0"/>
                        <a:t>At RW02 R/H Turn(Max 185kts) – 4 DME Arc(IN 5 DME)</a:t>
                      </a:r>
                    </a:p>
                    <a:p>
                      <a:pPr marL="0" marR="0" lvl="0" indent="0" algn="l" rtl="0">
                        <a:spcBef>
                          <a:spcPts val="0"/>
                        </a:spcBef>
                        <a:spcAft>
                          <a:spcPts val="0"/>
                        </a:spcAft>
                        <a:buNone/>
                      </a:pPr>
                      <a:r>
                        <a:rPr lang="en-US" altLang="ko-KR" sz="800" dirty="0"/>
                        <a:t>After RW02 Track 288 OUTBD Until Reach 10500ft</a:t>
                      </a:r>
                    </a:p>
                  </a:txBody>
                  <a:tcPr marL="36000" marR="36000" marT="36000" marB="36000" anchor="ctr"/>
                </a:tc>
                <a:extLst>
                  <a:ext uri="{0D108BD9-81ED-4DB2-BD59-A6C34878D82A}">
                    <a16:rowId xmlns:a16="http://schemas.microsoft.com/office/drawing/2014/main" val="950271664"/>
                  </a:ext>
                </a:extLst>
              </a:tr>
            </a:tbl>
          </a:graphicData>
        </a:graphic>
      </p:graphicFrame>
      <p:graphicFrame>
        <p:nvGraphicFramePr>
          <p:cNvPr id="138" name="Google Shape;138;p4">
            <a:extLst>
              <a:ext uri="{FF2B5EF4-FFF2-40B4-BE49-F238E27FC236}">
                <a16:creationId xmlns:a16="http://schemas.microsoft.com/office/drawing/2014/main" id="{65F5884E-F0F3-2BA4-9E72-216F2C242866}"/>
              </a:ext>
            </a:extLst>
          </p:cNvPr>
          <p:cNvGraphicFramePr/>
          <p:nvPr>
            <p:extLst>
              <p:ext uri="{D42A27DB-BD31-4B8C-83A1-F6EECF244321}">
                <p14:modId xmlns:p14="http://schemas.microsoft.com/office/powerpoint/2010/main" val="1479577861"/>
              </p:ext>
            </p:extLst>
          </p:nvPr>
        </p:nvGraphicFramePr>
        <p:xfrm>
          <a:off x="0" y="-1"/>
          <a:ext cx="2328850" cy="392503"/>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96610">
                <a:tc>
                  <a:txBody>
                    <a:bodyPr/>
                    <a:lstStyle/>
                    <a:p>
                      <a:pPr marL="0" marR="0" lvl="0" indent="0" algn="ctr" rtl="0">
                        <a:spcBef>
                          <a:spcPts val="0"/>
                        </a:spcBef>
                        <a:spcAft>
                          <a:spcPts val="0"/>
                        </a:spcAft>
                        <a:buNone/>
                      </a:pPr>
                      <a:r>
                        <a:rPr lang="en-US" sz="1100" dirty="0"/>
                        <a:t>A330 KTM RNP Z 02(AR)</a:t>
                      </a:r>
                      <a:endParaRPr lang="en-US" sz="1100" dirty="0">
                        <a:solidFill>
                          <a:srgbClr val="FFC000"/>
                        </a:solidFill>
                      </a:endParaRPr>
                    </a:p>
                  </a:txBody>
                  <a:tcPr marL="91450" marR="91450" marT="36000" marB="36000" anchor="ctr"/>
                </a:tc>
                <a:extLst>
                  <a:ext uri="{0D108BD9-81ED-4DB2-BD59-A6C34878D82A}">
                    <a16:rowId xmlns:a16="http://schemas.microsoft.com/office/drawing/2014/main" val="10000"/>
                  </a:ext>
                </a:extLst>
              </a:tr>
              <a:tr h="152863">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chemeClr val="bg1"/>
                          </a:solidFill>
                          <a:effectLst/>
                          <a:uLnTx/>
                          <a:uFillTx/>
                          <a:latin typeface="Calibri"/>
                          <a:cs typeface="Calibri"/>
                        </a:rPr>
                        <a:t>Before TOD </a:t>
                      </a:r>
                      <a:r>
                        <a:rPr kumimoji="0" lang="en-US" altLang="ko-Kore-KR" sz="800" b="1" i="0" u="none" strike="noStrike" kern="1200" cap="none" spc="0" normalizeH="0" baseline="0" noProof="0" dirty="0">
                          <a:ln>
                            <a:noFill/>
                          </a:ln>
                          <a:solidFill>
                            <a:srgbClr val="0070C0"/>
                          </a:solidFill>
                          <a:effectLst/>
                          <a:uLnTx/>
                          <a:uFillTx/>
                          <a:latin typeface="Calibri"/>
                          <a:cs typeface="Calibri"/>
                        </a:rPr>
                        <a:t>: STATUS, Review VOR 02, Temp -10℃</a:t>
                      </a:r>
                    </a:p>
                  </a:txBody>
                  <a:tcPr marL="36000" marR="36000" marT="0" marB="0" anchor="ctr"/>
                </a:tc>
                <a:extLst>
                  <a:ext uri="{0D108BD9-81ED-4DB2-BD59-A6C34878D82A}">
                    <a16:rowId xmlns:a16="http://schemas.microsoft.com/office/drawing/2014/main" val="10001"/>
                  </a:ext>
                </a:extLst>
              </a:tr>
            </a:tbl>
          </a:graphicData>
        </a:graphic>
      </p:graphicFrame>
      <p:graphicFrame>
        <p:nvGraphicFramePr>
          <p:cNvPr id="15" name="Google Shape;138;p4">
            <a:extLst>
              <a:ext uri="{FF2B5EF4-FFF2-40B4-BE49-F238E27FC236}">
                <a16:creationId xmlns:a16="http://schemas.microsoft.com/office/drawing/2014/main" id="{C9999CB1-EC85-1233-88C7-FBD668618C56}"/>
              </a:ext>
            </a:extLst>
          </p:cNvPr>
          <p:cNvGraphicFramePr/>
          <p:nvPr>
            <p:extLst>
              <p:ext uri="{D42A27DB-BD31-4B8C-83A1-F6EECF244321}">
                <p14:modId xmlns:p14="http://schemas.microsoft.com/office/powerpoint/2010/main" val="4293150963"/>
              </p:ext>
            </p:extLst>
          </p:nvPr>
        </p:nvGraphicFramePr>
        <p:xfrm>
          <a:off x="8684" y="2101324"/>
          <a:ext cx="2328850" cy="36156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233539">
                <a:tc>
                  <a:txBody>
                    <a:bodyPr/>
                    <a:lstStyle/>
                    <a:p>
                      <a:pPr marL="0" marR="0" lvl="0" indent="0" algn="ctr" rtl="0">
                        <a:spcBef>
                          <a:spcPts val="0"/>
                        </a:spcBef>
                        <a:spcAft>
                          <a:spcPts val="0"/>
                        </a:spcAft>
                        <a:buNone/>
                      </a:pPr>
                      <a:r>
                        <a:rPr lang="en-US" sz="1100" dirty="0"/>
                        <a:t>A330 KTM VOR 02</a:t>
                      </a:r>
                    </a:p>
                    <a:p>
                      <a:pPr marL="0" marR="0" lvl="0" indent="0" algn="ctr" rtl="0">
                        <a:spcBef>
                          <a:spcPts val="0"/>
                        </a:spcBef>
                        <a:spcAft>
                          <a:spcPts val="0"/>
                        </a:spcAft>
                        <a:buNone/>
                      </a:pPr>
                      <a:r>
                        <a:rPr lang="en-US" sz="800" dirty="0">
                          <a:solidFill>
                            <a:srgbClr val="FFC000"/>
                          </a:solidFill>
                        </a:rPr>
                        <a:t>Do not use FINAL APP</a:t>
                      </a:r>
                      <a:endParaRPr lang="en-US" sz="1100" dirty="0">
                        <a:solidFill>
                          <a:srgbClr val="FFC000"/>
                        </a:solidFill>
                      </a:endParaRPr>
                    </a:p>
                  </a:txBody>
                  <a:tcPr marL="90000" marR="91450" marT="36000" marB="36000" anchor="ctr"/>
                </a:tc>
                <a:extLst>
                  <a:ext uri="{0D108BD9-81ED-4DB2-BD59-A6C34878D82A}">
                    <a16:rowId xmlns:a16="http://schemas.microsoft.com/office/drawing/2014/main" val="10000"/>
                  </a:ext>
                </a:extLst>
              </a:tr>
            </a:tbl>
          </a:graphicData>
        </a:graphic>
      </p:graphicFrame>
      <p:sp>
        <p:nvSpPr>
          <p:cNvPr id="18" name="사각형 설명선[R] 17">
            <a:extLst>
              <a:ext uri="{FF2B5EF4-FFF2-40B4-BE49-F238E27FC236}">
                <a16:creationId xmlns:a16="http://schemas.microsoft.com/office/drawing/2014/main" id="{A55F9FAE-8F5A-B018-8BA9-5BB8BDBCD1AF}"/>
              </a:ext>
            </a:extLst>
          </p:cNvPr>
          <p:cNvSpPr/>
          <p:nvPr/>
        </p:nvSpPr>
        <p:spPr>
          <a:xfrm>
            <a:off x="1272396" y="3679166"/>
            <a:ext cx="345056" cy="142830"/>
          </a:xfrm>
          <a:prstGeom prst="wedgeRectCallout">
            <a:avLst>
              <a:gd name="adj1" fmla="val -108333"/>
              <a:gd name="adj2" fmla="val 62500"/>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ore-KR" sz="500" b="1" dirty="0"/>
              <a:t>FLAP 1</a:t>
            </a:r>
            <a:endParaRPr kumimoji="1" lang="ko-Kore-KR" altLang="en-US" sz="500" b="1" dirty="0"/>
          </a:p>
        </p:txBody>
      </p:sp>
      <p:sp>
        <p:nvSpPr>
          <p:cNvPr id="20" name="사각형 설명선[R] 19">
            <a:extLst>
              <a:ext uri="{FF2B5EF4-FFF2-40B4-BE49-F238E27FC236}">
                <a16:creationId xmlns:a16="http://schemas.microsoft.com/office/drawing/2014/main" id="{E579EC1B-7300-7783-E610-4266AFB7B4F9}"/>
              </a:ext>
            </a:extLst>
          </p:cNvPr>
          <p:cNvSpPr/>
          <p:nvPr/>
        </p:nvSpPr>
        <p:spPr>
          <a:xfrm>
            <a:off x="288985" y="3221965"/>
            <a:ext cx="629728" cy="322341"/>
          </a:xfrm>
          <a:prstGeom prst="wedgeRectCallout">
            <a:avLst>
              <a:gd name="adj1" fmla="val 81188"/>
              <a:gd name="adj2" fmla="val 26861"/>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ore-KR" sz="500" b="1" dirty="0">
                <a:latin typeface="+mn-ea"/>
              </a:rPr>
              <a:t>Before D9.0</a:t>
            </a:r>
          </a:p>
          <a:p>
            <a:pPr algn="ctr"/>
            <a:r>
              <a:rPr kumimoji="1" lang="en-US" altLang="ko-Kore-KR" sz="500" b="1" dirty="0">
                <a:latin typeface="+mn-ea"/>
              </a:rPr>
              <a:t>L/D CONF</a:t>
            </a:r>
          </a:p>
          <a:p>
            <a:pPr algn="ctr"/>
            <a:r>
              <a:rPr kumimoji="1" lang="en-US" altLang="ko-Kore-KR" sz="500" b="1" dirty="0">
                <a:latin typeface="+mn-ea"/>
              </a:rPr>
              <a:t>Before L/D C/L</a:t>
            </a:r>
          </a:p>
          <a:p>
            <a:pPr algn="ctr"/>
            <a:r>
              <a:rPr kumimoji="1" lang="en-US" altLang="ko-Kore-KR" sz="500" b="1" dirty="0">
                <a:latin typeface="+mn-ea"/>
              </a:rPr>
              <a:t>SPD </a:t>
            </a:r>
            <a:r>
              <a:rPr kumimoji="1" lang="en-US" altLang="ko-Kore-KR" sz="500" b="1" dirty="0" err="1">
                <a:latin typeface="+mn-ea"/>
              </a:rPr>
              <a:t>Vapp</a:t>
            </a:r>
            <a:endParaRPr kumimoji="1" lang="en-US" altLang="ko-Kore-KR" sz="500" b="1" dirty="0">
              <a:latin typeface="+mn-ea"/>
            </a:endParaRPr>
          </a:p>
        </p:txBody>
      </p:sp>
      <p:sp>
        <p:nvSpPr>
          <p:cNvPr id="22" name="사각형 설명선[R] 21">
            <a:extLst>
              <a:ext uri="{FF2B5EF4-FFF2-40B4-BE49-F238E27FC236}">
                <a16:creationId xmlns:a16="http://schemas.microsoft.com/office/drawing/2014/main" id="{987E06B3-A615-4CDA-76CC-2C75E3709CBB}"/>
              </a:ext>
            </a:extLst>
          </p:cNvPr>
          <p:cNvSpPr/>
          <p:nvPr/>
        </p:nvSpPr>
        <p:spPr>
          <a:xfrm>
            <a:off x="1493887" y="3033376"/>
            <a:ext cx="629728" cy="425816"/>
          </a:xfrm>
          <a:prstGeom prst="wedgeRectCallout">
            <a:avLst>
              <a:gd name="adj1" fmla="val -90045"/>
              <a:gd name="adj2" fmla="val 28950"/>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ore-KR" sz="500" b="1" dirty="0">
                <a:latin typeface="+mn-ea"/>
              </a:rPr>
              <a:t>8900ft ALT HOLD</a:t>
            </a:r>
          </a:p>
          <a:p>
            <a:pPr algn="ctr"/>
            <a:r>
              <a:rPr kumimoji="1" lang="en-US" altLang="ko-Kore-KR" sz="500" b="1" dirty="0">
                <a:solidFill>
                  <a:srgbClr val="C00000"/>
                </a:solidFill>
                <a:latin typeface="+mn-ea"/>
              </a:rPr>
              <a:t>D9.3</a:t>
            </a:r>
            <a:r>
              <a:rPr kumimoji="1" lang="en-US" altLang="ko-Kore-KR" sz="500" b="1" dirty="0">
                <a:latin typeface="+mn-ea"/>
              </a:rPr>
              <a:t> set GA ALT</a:t>
            </a:r>
          </a:p>
          <a:p>
            <a:pPr algn="ctr"/>
            <a:r>
              <a:rPr kumimoji="1" lang="en-US" altLang="ko-Kore-KR" sz="500" b="1" dirty="0">
                <a:solidFill>
                  <a:srgbClr val="0070C0"/>
                </a:solidFill>
                <a:latin typeface="+mn-ea"/>
              </a:rPr>
              <a:t>FPA -5.3 </a:t>
            </a:r>
            <a:r>
              <a:rPr kumimoji="1" lang="en-US" altLang="ko-Kore-KR" sz="500" b="1" dirty="0">
                <a:latin typeface="+mn-ea"/>
              </a:rPr>
              <a:t>Set &amp; Pull</a:t>
            </a:r>
          </a:p>
          <a:p>
            <a:pPr algn="ctr"/>
            <a:r>
              <a:rPr kumimoji="1" lang="en-US" altLang="ko-Kore-KR" sz="500" b="1" dirty="0">
                <a:latin typeface="+mn-ea"/>
              </a:rPr>
              <a:t>Monitor Pass ALT</a:t>
            </a:r>
          </a:p>
          <a:p>
            <a:pPr algn="ctr"/>
            <a:r>
              <a:rPr kumimoji="1" lang="en-US" altLang="ko-Kore-KR" sz="500" b="1" dirty="0">
                <a:solidFill>
                  <a:srgbClr val="FFC000"/>
                </a:solidFill>
                <a:latin typeface="+mn-ea"/>
              </a:rPr>
              <a:t>S/B Needed</a:t>
            </a:r>
          </a:p>
        </p:txBody>
      </p:sp>
      <p:sp>
        <p:nvSpPr>
          <p:cNvPr id="23" name="사각형 설명선[R] 22">
            <a:extLst>
              <a:ext uri="{FF2B5EF4-FFF2-40B4-BE49-F238E27FC236}">
                <a16:creationId xmlns:a16="http://schemas.microsoft.com/office/drawing/2014/main" id="{83359F3C-AF3A-DA6C-36D6-67863B6E87C3}"/>
              </a:ext>
            </a:extLst>
          </p:cNvPr>
          <p:cNvSpPr/>
          <p:nvPr/>
        </p:nvSpPr>
        <p:spPr>
          <a:xfrm>
            <a:off x="504101" y="2590795"/>
            <a:ext cx="565574" cy="245406"/>
          </a:xfrm>
          <a:prstGeom prst="wedgeRectCallout">
            <a:avLst>
              <a:gd name="adj1" fmla="val 112658"/>
              <a:gd name="adj2" fmla="val 3572"/>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ore-KR" sz="500" b="1" dirty="0">
                <a:latin typeface="+mn-ea"/>
              </a:rPr>
              <a:t>At D3.0 </a:t>
            </a:r>
            <a:r>
              <a:rPr kumimoji="1" lang="en-US" altLang="ko-Kore-KR" sz="500" b="1" dirty="0">
                <a:solidFill>
                  <a:srgbClr val="0070C0"/>
                </a:solidFill>
                <a:latin typeface="+mn-ea"/>
              </a:rPr>
              <a:t>FPA -3</a:t>
            </a:r>
          </a:p>
          <a:p>
            <a:pPr algn="ctr"/>
            <a:r>
              <a:rPr kumimoji="1" lang="en-US" altLang="ko-Kore-KR" sz="500" b="1" dirty="0">
                <a:latin typeface="+mn-ea"/>
              </a:rPr>
              <a:t>Visual L/D </a:t>
            </a:r>
            <a:endParaRPr kumimoji="1" lang="en-US" altLang="ko-Kore-KR" sz="500" b="1" dirty="0">
              <a:solidFill>
                <a:srgbClr val="0070C0"/>
              </a:solidFill>
              <a:latin typeface="+mn-ea"/>
            </a:endParaRPr>
          </a:p>
        </p:txBody>
      </p:sp>
    </p:spTree>
    <p:extLst>
      <p:ext uri="{BB962C8B-B14F-4D97-AF65-F5344CB8AC3E}">
        <p14:creationId xmlns:p14="http://schemas.microsoft.com/office/powerpoint/2010/main" val="233813534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FDE56-44CF-F935-238C-E81DD605CE8B}"/>
            </a:ext>
          </a:extLst>
        </p:cNvPr>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F2010E56-BB7C-8742-E1CB-A952F04C1A87}"/>
              </a:ext>
            </a:extLst>
          </p:cNvPr>
          <p:cNvGraphicFramePr>
            <a:graphicFrameLocks noGrp="1"/>
          </p:cNvGraphicFramePr>
          <p:nvPr>
            <p:ph idx="1"/>
          </p:nvPr>
        </p:nvGraphicFramePr>
        <p:xfrm>
          <a:off x="39455" y="71305"/>
          <a:ext cx="2249952" cy="3978723"/>
        </p:xfrm>
        <a:graphic>
          <a:graphicData uri="http://schemas.openxmlformats.org/drawingml/2006/table">
            <a:tbl>
              <a:tblPr firstRow="1" bandRow="1">
                <a:tableStyleId>{A521BE36-7E6F-4EC9-8D66-1CF97A6895EC}</a:tableStyleId>
              </a:tblPr>
              <a:tblGrid>
                <a:gridCol w="536484">
                  <a:extLst>
                    <a:ext uri="{9D8B030D-6E8A-4147-A177-3AD203B41FA5}">
                      <a16:colId xmlns:a16="http://schemas.microsoft.com/office/drawing/2014/main" val="719443322"/>
                    </a:ext>
                  </a:extLst>
                </a:gridCol>
                <a:gridCol w="536484">
                  <a:extLst>
                    <a:ext uri="{9D8B030D-6E8A-4147-A177-3AD203B41FA5}">
                      <a16:colId xmlns:a16="http://schemas.microsoft.com/office/drawing/2014/main" val="1012961434"/>
                    </a:ext>
                  </a:extLst>
                </a:gridCol>
                <a:gridCol w="104836">
                  <a:extLst>
                    <a:ext uri="{9D8B030D-6E8A-4147-A177-3AD203B41FA5}">
                      <a16:colId xmlns:a16="http://schemas.microsoft.com/office/drawing/2014/main" val="709241148"/>
                    </a:ext>
                  </a:extLst>
                </a:gridCol>
                <a:gridCol w="536074">
                  <a:extLst>
                    <a:ext uri="{9D8B030D-6E8A-4147-A177-3AD203B41FA5}">
                      <a16:colId xmlns:a16="http://schemas.microsoft.com/office/drawing/2014/main" val="1850608202"/>
                    </a:ext>
                  </a:extLst>
                </a:gridCol>
                <a:gridCol w="536074">
                  <a:extLst>
                    <a:ext uri="{9D8B030D-6E8A-4147-A177-3AD203B41FA5}">
                      <a16:colId xmlns:a16="http://schemas.microsoft.com/office/drawing/2014/main" val="153667150"/>
                    </a:ext>
                  </a:extLst>
                </a:gridCol>
              </a:tblGrid>
              <a:tr h="231500">
                <a:tc gridSpan="5">
                  <a:txBody>
                    <a:bodyPr/>
                    <a:lstStyle/>
                    <a:p>
                      <a:pPr algn="ctr"/>
                      <a:r>
                        <a:rPr lang="en-US" altLang="ko-Kore-KR" sz="1100" dirty="0">
                          <a:latin typeface="Arial" panose="020B0604020202020204" pitchFamily="34" charset="0"/>
                          <a:cs typeface="Arial" panose="020B0604020202020204" pitchFamily="34" charset="0"/>
                        </a:rPr>
                        <a:t>Meter/Feet Conversion Table</a:t>
                      </a:r>
                      <a:endParaRPr lang="ko-Kore-KR" altLang="en-US" sz="400" dirty="0">
                        <a:latin typeface="Arial" panose="020B0604020202020204" pitchFamily="34" charset="0"/>
                        <a:cs typeface="Arial" panose="020B0604020202020204" pitchFamily="34" charset="0"/>
                      </a:endParaRPr>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1584272272"/>
                  </a:ext>
                </a:extLst>
              </a:tr>
              <a:tr h="253106">
                <a:tc gridSpan="2">
                  <a:txBody>
                    <a:bodyPr/>
                    <a:lstStyle/>
                    <a:p>
                      <a:pPr algn="ctr"/>
                      <a:r>
                        <a:rPr lang="en-US" altLang="ko-Kore-KR" sz="900" dirty="0">
                          <a:latin typeface="Arial" panose="020B0604020202020204" pitchFamily="34" charset="0"/>
                          <a:cs typeface="Arial" panose="020B0604020202020204" pitchFamily="34" charset="0"/>
                        </a:rPr>
                        <a:t>Westbound</a:t>
                      </a:r>
                    </a:p>
                    <a:p>
                      <a:pPr algn="ctr"/>
                      <a:endParaRPr lang="ko-Kore-KR" altLang="en-US" sz="900" dirty="0">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tc rowSpan="22">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gridSpan="2">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Eastbound</a:t>
                      </a:r>
                    </a:p>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ko-Kore-KR" altLang="en-US" sz="9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0" marR="0" marT="0" marB="0" anchor="ctr"/>
                </a:tc>
                <a:tc hMerge="1">
                  <a:txBody>
                    <a:bodyPr/>
                    <a:lstStyle/>
                    <a:p>
                      <a:endParaRPr lang="ko-Kore-KR" altLang="en-US" dirty="0"/>
                    </a:p>
                  </a:txBody>
                  <a:tcPr/>
                </a:tc>
                <a:extLst>
                  <a:ext uri="{0D108BD9-81ED-4DB2-BD59-A6C34878D82A}">
                    <a16:rowId xmlns:a16="http://schemas.microsoft.com/office/drawing/2014/main" val="249858740"/>
                  </a:ext>
                </a:extLst>
              </a:tr>
              <a:tr h="164063">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13,700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44,900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74438831"/>
                  </a:ext>
                </a:extLst>
              </a:tr>
              <a:tr h="164063">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13,100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12,500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41,100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78346552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40,100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11,900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39,100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684106190"/>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11,600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38,100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37,100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01285586"/>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11,000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36,100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35,100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525265562"/>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10,400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34,100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10,100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33,100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7758818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9,800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32,100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9,500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31,100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75518703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9,200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30,100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8,900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29,100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88673270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8,400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27,600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8,100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26,600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2133276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7,800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25,600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24,600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55317253"/>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7,200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23,600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6,900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22,600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69929226"/>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6,600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21,700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6,300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20,700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6086033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6,000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19,700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5,700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18,700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2646057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5,400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17,700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5,100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16,700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51090201"/>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4,800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15,700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0" i="0" dirty="0">
                          <a:solidFill>
                            <a:schemeClr val="bg1"/>
                          </a:solidFill>
                          <a:effectLst/>
                          <a:latin typeface="Arial" panose="020B0604020202020204" pitchFamily="34" charset="0"/>
                          <a:cs typeface="Arial" panose="020B0604020202020204" pitchFamily="34" charset="0"/>
                        </a:rPr>
                        <a:t>4,500 m</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chemeClr val="bg1"/>
                          </a:solidFill>
                          <a:effectLst/>
                          <a:latin typeface="Arial" panose="020B0604020202020204" pitchFamily="34" charset="0"/>
                          <a:cs typeface="Arial" panose="020B0604020202020204" pitchFamily="34" charset="0"/>
                        </a:rPr>
                        <a:t>14,800 ft</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59304617"/>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4,200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13,800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chemeClr val="bg1"/>
                          </a:solidFill>
                          <a:effectLst/>
                          <a:latin typeface="Arial" panose="020B0604020202020204" pitchFamily="34" charset="0"/>
                          <a:cs typeface="Arial" panose="020B0604020202020204" pitchFamily="34" charset="0"/>
                        </a:rPr>
                        <a:t>3,900</a:t>
                      </a:r>
                      <a:r>
                        <a:rPr lang="en-US" sz="800" b="0" i="0" dirty="0">
                          <a:solidFill>
                            <a:schemeClr val="bg1"/>
                          </a:solidFill>
                          <a:effectLst/>
                          <a:latin typeface="Arial" panose="020B0604020202020204" pitchFamily="34" charset="0"/>
                          <a:cs typeface="Arial" panose="020B0604020202020204" pitchFamily="34" charset="0"/>
                        </a:rPr>
                        <a:t> </a:t>
                      </a:r>
                      <a:r>
                        <a:rPr lang="en-US" sz="800" b="1" i="0" dirty="0">
                          <a:solidFill>
                            <a:schemeClr val="bg1"/>
                          </a:solidFill>
                          <a:effectLst/>
                          <a:latin typeface="Arial" panose="020B0604020202020204" pitchFamily="34" charset="0"/>
                          <a:cs typeface="Arial" panose="020B0604020202020204" pitchFamily="34" charset="0"/>
                        </a:rPr>
                        <a:t>m</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chemeClr val="bg1"/>
                          </a:solidFill>
                          <a:effectLst/>
                          <a:latin typeface="Arial" panose="020B0604020202020204" pitchFamily="34" charset="0"/>
                          <a:cs typeface="Arial" panose="020B0604020202020204" pitchFamily="34" charset="0"/>
                        </a:rPr>
                        <a:t>12,800</a:t>
                      </a:r>
                      <a:r>
                        <a:rPr lang="en-US" sz="800" b="0" i="0" dirty="0">
                          <a:solidFill>
                            <a:schemeClr val="bg1"/>
                          </a:solidFill>
                          <a:effectLst/>
                          <a:latin typeface="Arial" panose="020B0604020202020204" pitchFamily="34" charset="0"/>
                          <a:cs typeface="Arial" panose="020B0604020202020204" pitchFamily="34" charset="0"/>
                        </a:rPr>
                        <a:t> </a:t>
                      </a:r>
                      <a:r>
                        <a:rPr lang="en-US" sz="800" b="1" i="0" dirty="0">
                          <a:solidFill>
                            <a:schemeClr val="bg1"/>
                          </a:solidFill>
                          <a:effectLst/>
                          <a:latin typeface="Arial" panose="020B0604020202020204" pitchFamily="34" charset="0"/>
                          <a:cs typeface="Arial" panose="020B0604020202020204" pitchFamily="34" charset="0"/>
                        </a:rPr>
                        <a:t>ft</a:t>
                      </a:r>
                      <a:endParaRPr lang="en-US" sz="800" dirty="0">
                        <a:solidFill>
                          <a:schemeClr val="bg1"/>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04126820"/>
                  </a:ext>
                </a:extLst>
              </a:tr>
              <a:tr h="164063">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3,600 m</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70C0"/>
                          </a:solidFill>
                          <a:effectLst/>
                          <a:latin typeface="Arial" panose="020B0604020202020204" pitchFamily="34" charset="0"/>
                          <a:cs typeface="Arial" panose="020B0604020202020204" pitchFamily="34" charset="0"/>
                        </a:rPr>
                        <a:t>11,800 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10,800 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885256741"/>
                  </a:ext>
                </a:extLst>
              </a:tr>
              <a:tr h="164063">
                <a:tc>
                  <a:txBody>
                    <a:bodyPr/>
                    <a:lstStyle/>
                    <a:p>
                      <a:pPr algn="ctr"/>
                      <a:r>
                        <a:rPr lang="en-US" sz="800" b="1" i="0">
                          <a:solidFill>
                            <a:srgbClr val="0070C0"/>
                          </a:solidFill>
                          <a:effectLst/>
                          <a:latin typeface="Arial" panose="020B0604020202020204" pitchFamily="34" charset="0"/>
                          <a:cs typeface="Arial" panose="020B0604020202020204" pitchFamily="34" charset="0"/>
                        </a:rPr>
                        <a:t>3,000</a:t>
                      </a:r>
                      <a:r>
                        <a:rPr lang="en-US" sz="800" b="0" i="0">
                          <a:solidFill>
                            <a:srgbClr val="0070C0"/>
                          </a:solidFill>
                          <a:effectLst/>
                          <a:latin typeface="Arial" panose="020B0604020202020204" pitchFamily="34" charset="0"/>
                          <a:cs typeface="Arial" panose="020B0604020202020204" pitchFamily="34" charset="0"/>
                        </a:rPr>
                        <a:t> </a:t>
                      </a:r>
                      <a:r>
                        <a:rPr lang="en-US" sz="800" b="1" i="0">
                          <a:solidFill>
                            <a:srgbClr val="0070C0"/>
                          </a:solidFill>
                          <a:effectLst/>
                          <a:latin typeface="Arial" panose="020B0604020202020204" pitchFamily="34" charset="0"/>
                          <a:cs typeface="Arial" panose="020B0604020202020204" pitchFamily="34" charset="0"/>
                        </a:rPr>
                        <a:t>m</a:t>
                      </a:r>
                      <a:endParaRPr lang="en-US" sz="800">
                        <a:solidFill>
                          <a:srgbClr val="0070C0"/>
                        </a:solidFill>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70C0"/>
                          </a:solidFill>
                          <a:effectLst/>
                          <a:latin typeface="Arial" panose="020B0604020202020204" pitchFamily="34" charset="0"/>
                          <a:cs typeface="Arial" panose="020B0604020202020204" pitchFamily="34" charset="0"/>
                        </a:rPr>
                        <a:t>9,800</a:t>
                      </a:r>
                      <a:r>
                        <a:rPr lang="en-US" sz="800" b="0" i="0" dirty="0">
                          <a:solidFill>
                            <a:srgbClr val="0070C0"/>
                          </a:solidFill>
                          <a:effectLst/>
                          <a:latin typeface="Arial" panose="020B0604020202020204" pitchFamily="34" charset="0"/>
                          <a:cs typeface="Arial" panose="020B0604020202020204" pitchFamily="34" charset="0"/>
                        </a:rPr>
                        <a:t> </a:t>
                      </a:r>
                      <a:r>
                        <a:rPr lang="en-US" sz="800" b="1" i="0" dirty="0">
                          <a:solidFill>
                            <a:srgbClr val="0070C0"/>
                          </a:solidFill>
                          <a:effectLst/>
                          <a:latin typeface="Arial" panose="020B0604020202020204" pitchFamily="34" charset="0"/>
                          <a:cs typeface="Arial" panose="020B0604020202020204" pitchFamily="34" charset="0"/>
                        </a:rPr>
                        <a:t>ft</a:t>
                      </a:r>
                      <a:endParaRPr lang="en-US" sz="800" dirty="0">
                        <a:solidFill>
                          <a:srgbClr val="0070C0"/>
                        </a:solidFill>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8,900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397670945"/>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2,400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7,900 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2,100 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6,900 ft</a:t>
                      </a:r>
                      <a:endParaRPr lang="en-US" sz="8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697126984"/>
                  </a:ext>
                </a:extLst>
              </a:tr>
              <a:tr h="164063">
                <a:tc>
                  <a:txBody>
                    <a:bodyPr/>
                    <a:lstStyle/>
                    <a:p>
                      <a:pPr algn="ctr"/>
                      <a:r>
                        <a:rPr lang="en-US" sz="800" b="1" i="0">
                          <a:solidFill>
                            <a:srgbClr val="000000"/>
                          </a:solidFill>
                          <a:effectLst/>
                          <a:latin typeface="Arial" panose="020B0604020202020204" pitchFamily="34" charset="0"/>
                          <a:cs typeface="Arial" panose="020B0604020202020204" pitchFamily="34" charset="0"/>
                        </a:rPr>
                        <a:t>1,800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5,900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a:p>
                  </a:txBody>
                  <a:tcP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1,500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4,900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2630427"/>
                  </a:ext>
                </a:extLst>
              </a:tr>
              <a:tr h="164063">
                <a:tc>
                  <a:txBody>
                    <a:bodyPr/>
                    <a:lstStyle/>
                    <a:p>
                      <a:pPr algn="ctr"/>
                      <a:r>
                        <a:rPr lang="en-US" sz="800" b="0" i="0">
                          <a:solidFill>
                            <a:srgbClr val="000000"/>
                          </a:solidFill>
                          <a:effectLst/>
                          <a:latin typeface="Arial" panose="020B0604020202020204" pitchFamily="34" charset="0"/>
                          <a:cs typeface="Arial" panose="020B0604020202020204" pitchFamily="34" charset="0"/>
                        </a:rPr>
                        <a:t>1,200 m</a:t>
                      </a:r>
                      <a:endParaRPr lang="en-US" sz="80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3,900 ft</a:t>
                      </a:r>
                      <a:endParaRPr lang="en-US" sz="800" dirty="0">
                        <a:effectLst/>
                        <a:latin typeface="Arial" panose="020B0604020202020204" pitchFamily="34" charset="0"/>
                        <a:cs typeface="Arial" panose="020B0604020202020204" pitchFamily="34" charset="0"/>
                      </a:endParaRPr>
                    </a:p>
                  </a:txBody>
                  <a:tcPr marL="0" marR="0" marT="0" marB="0" anchor="ctr"/>
                </a:tc>
                <a:tc vMerge="1">
                  <a:txBody>
                    <a:bodyPr/>
                    <a:lstStyle/>
                    <a:p>
                      <a:pPr algn="ctr"/>
                      <a:endParaRPr lang="ko-Kore-KR" altLang="en-US" dirty="0"/>
                    </a:p>
                  </a:txBody>
                  <a:tcP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965122316"/>
                  </a:ext>
                </a:extLst>
              </a:tr>
            </a:tbl>
          </a:graphicData>
        </a:graphic>
      </p:graphicFrame>
      <p:sp>
        <p:nvSpPr>
          <p:cNvPr id="5" name="오른쪽 화살표[R] 4">
            <a:extLst>
              <a:ext uri="{FF2B5EF4-FFF2-40B4-BE49-F238E27FC236}">
                <a16:creationId xmlns:a16="http://schemas.microsoft.com/office/drawing/2014/main" id="{02841EA3-CF1C-1CDC-8082-F654897399BF}"/>
              </a:ext>
            </a:extLst>
          </p:cNvPr>
          <p:cNvSpPr/>
          <p:nvPr/>
        </p:nvSpPr>
        <p:spPr>
          <a:xfrm>
            <a:off x="1590006"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615A7259-F6FB-9C60-6F07-A9A70FBFE2FC}"/>
              </a:ext>
            </a:extLst>
          </p:cNvPr>
          <p:cNvSpPr/>
          <p:nvPr/>
        </p:nvSpPr>
        <p:spPr>
          <a:xfrm rot="10800000">
            <a:off x="406877" y="455164"/>
            <a:ext cx="331980" cy="12725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ko-Kore-KR" altLang="en-US"/>
          </a:p>
        </p:txBody>
      </p:sp>
      <p:graphicFrame>
        <p:nvGraphicFramePr>
          <p:cNvPr id="7" name="표 6">
            <a:extLst>
              <a:ext uri="{FF2B5EF4-FFF2-40B4-BE49-F238E27FC236}">
                <a16:creationId xmlns:a16="http://schemas.microsoft.com/office/drawing/2014/main" id="{58820AF4-CD92-ED9B-2FD4-774ECFEC4193}"/>
              </a:ext>
            </a:extLst>
          </p:cNvPr>
          <p:cNvGraphicFramePr>
            <a:graphicFrameLocks noGrp="1"/>
          </p:cNvGraphicFramePr>
          <p:nvPr/>
        </p:nvGraphicFramePr>
        <p:xfrm>
          <a:off x="39455" y="4100232"/>
          <a:ext cx="2249952" cy="1080144"/>
        </p:xfrm>
        <a:graphic>
          <a:graphicData uri="http://schemas.openxmlformats.org/drawingml/2006/table">
            <a:tbl>
              <a:tblPr firstRow="1" bandRow="1">
                <a:tableStyleId>{A521BE36-7E6F-4EC9-8D66-1CF97A6895EC}</a:tableStyleId>
              </a:tblPr>
              <a:tblGrid>
                <a:gridCol w="562488">
                  <a:extLst>
                    <a:ext uri="{9D8B030D-6E8A-4147-A177-3AD203B41FA5}">
                      <a16:colId xmlns:a16="http://schemas.microsoft.com/office/drawing/2014/main" val="2478414486"/>
                    </a:ext>
                  </a:extLst>
                </a:gridCol>
                <a:gridCol w="562488">
                  <a:extLst>
                    <a:ext uri="{9D8B030D-6E8A-4147-A177-3AD203B41FA5}">
                      <a16:colId xmlns:a16="http://schemas.microsoft.com/office/drawing/2014/main" val="3164258201"/>
                    </a:ext>
                  </a:extLst>
                </a:gridCol>
                <a:gridCol w="562488">
                  <a:extLst>
                    <a:ext uri="{9D8B030D-6E8A-4147-A177-3AD203B41FA5}">
                      <a16:colId xmlns:a16="http://schemas.microsoft.com/office/drawing/2014/main" val="949923638"/>
                    </a:ext>
                  </a:extLst>
                </a:gridCol>
                <a:gridCol w="562488">
                  <a:extLst>
                    <a:ext uri="{9D8B030D-6E8A-4147-A177-3AD203B41FA5}">
                      <a16:colId xmlns:a16="http://schemas.microsoft.com/office/drawing/2014/main" val="2655545964"/>
                    </a:ext>
                  </a:extLst>
                </a:gridCol>
              </a:tblGrid>
              <a:tr h="145613">
                <a:tc gridSpan="4">
                  <a:txBody>
                    <a:bodyPr/>
                    <a:lstStyle/>
                    <a:p>
                      <a:pPr algn="ctr"/>
                      <a:r>
                        <a:rPr lang="en-US" altLang="ko-Kore-KR" sz="1000" dirty="0"/>
                        <a:t>ALT/HEIGHT Conversion</a:t>
                      </a:r>
                      <a:endParaRPr lang="ko-Kore-KR" altLang="en-US" sz="1000" dirty="0"/>
                    </a:p>
                  </a:txBody>
                  <a:tcPr marL="0" marR="0" marT="36000" marB="36000" anchor="ctr"/>
                </a:tc>
                <a:tc hMerge="1">
                  <a:txBody>
                    <a:bodyPr/>
                    <a:lstStyle/>
                    <a:p>
                      <a:endParaRPr lang="ko-Kore-KR" altLang="en-US" dirty="0"/>
                    </a:p>
                  </a:txBody>
                  <a:tcPr/>
                </a:tc>
                <a:tc hMerge="1">
                  <a:txBody>
                    <a:bodyPr/>
                    <a:lstStyle/>
                    <a:p>
                      <a:endParaRPr lang="ko-Kore-KR" altLang="en-US" dirty="0"/>
                    </a:p>
                  </a:txBody>
                  <a:tcPr/>
                </a:tc>
                <a:tc hMerge="1">
                  <a:txBody>
                    <a:bodyPr/>
                    <a:lstStyle/>
                    <a:p>
                      <a:endParaRPr lang="ko-Kore-KR" altLang="en-US" dirty="0"/>
                    </a:p>
                  </a:txBody>
                  <a:tcPr/>
                </a:tc>
                <a:extLst>
                  <a:ext uri="{0D108BD9-81ED-4DB2-BD59-A6C34878D82A}">
                    <a16:rowId xmlns:a16="http://schemas.microsoft.com/office/drawing/2014/main" val="4177486845"/>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3,300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500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1,600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449264005"/>
                  </a:ext>
                </a:extLst>
              </a:tr>
              <a:tr h="142624">
                <a:tc>
                  <a:txBody>
                    <a:bodyPr/>
                    <a:lstStyle/>
                    <a:p>
                      <a:pPr algn="ctr"/>
                      <a:r>
                        <a:rPr lang="en-US" sz="800" b="1" i="0">
                          <a:solidFill>
                            <a:srgbClr val="000000"/>
                          </a:solidFill>
                          <a:effectLst/>
                          <a:latin typeface="Arial" panose="020B0604020202020204" pitchFamily="34" charset="0"/>
                          <a:cs typeface="Arial" panose="020B0604020202020204" pitchFamily="34" charset="0"/>
                        </a:rPr>
                        <a:t>900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3,000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450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a:solidFill>
                            <a:srgbClr val="000000"/>
                          </a:solidFill>
                          <a:effectLst/>
                          <a:latin typeface="Arial" panose="020B0604020202020204" pitchFamily="34" charset="0"/>
                          <a:cs typeface="Arial" panose="020B0604020202020204" pitchFamily="34" charset="0"/>
                        </a:rPr>
                        <a:t>1,500</a:t>
                      </a:r>
                      <a:r>
                        <a:rPr lang="en-US" sz="800" b="0" i="0">
                          <a:solidFill>
                            <a:srgbClr val="000000"/>
                          </a:solidFill>
                          <a:effectLst/>
                          <a:latin typeface="Arial" panose="020B0604020202020204" pitchFamily="34" charset="0"/>
                          <a:cs typeface="Arial" panose="020B0604020202020204" pitchFamily="34" charset="0"/>
                        </a:rPr>
                        <a:t> </a:t>
                      </a:r>
                      <a:r>
                        <a:rPr lang="en-US" sz="800" b="1" i="0">
                          <a:solidFill>
                            <a:srgbClr val="000000"/>
                          </a:solidFill>
                          <a:effectLst/>
                          <a:latin typeface="Arial" panose="020B0604020202020204" pitchFamily="34" charset="0"/>
                          <a:cs typeface="Arial" panose="020B0604020202020204" pitchFamily="34" charset="0"/>
                        </a:rPr>
                        <a:t>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108828488"/>
                  </a:ext>
                </a:extLst>
              </a:tr>
              <a:tr h="142624">
                <a:tc>
                  <a:txBody>
                    <a:bodyPr/>
                    <a:lstStyle/>
                    <a:p>
                      <a:pPr algn="ctr"/>
                      <a:r>
                        <a:rPr lang="en-US" sz="800" b="0" i="0">
                          <a:solidFill>
                            <a:srgbClr val="000000"/>
                          </a:solidFill>
                          <a:effectLst/>
                          <a:latin typeface="Arial" panose="020B0604020202020204" pitchFamily="34" charset="0"/>
                          <a:cs typeface="Arial" panose="020B0604020202020204" pitchFamily="34" charset="0"/>
                        </a:rPr>
                        <a:t>800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2,600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400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1,300 ft</a:t>
                      </a:r>
                      <a:endParaRPr lang="en-US" sz="80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583892050"/>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700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2,300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350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1,100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44638850"/>
                  </a:ext>
                </a:extLst>
              </a:tr>
              <a:tr h="142624">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600 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2,000 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a:solidFill>
                            <a:srgbClr val="000000"/>
                          </a:solidFill>
                          <a:effectLst/>
                          <a:latin typeface="Arial" panose="020B0604020202020204" pitchFamily="34" charset="0"/>
                          <a:cs typeface="Arial" panose="020B0604020202020204" pitchFamily="34" charset="0"/>
                        </a:rPr>
                        <a:t>300 m</a:t>
                      </a:r>
                      <a:endParaRPr lang="en-US" sz="800">
                        <a:effectLst/>
                        <a:latin typeface="Arial" panose="020B0604020202020204" pitchFamily="34" charset="0"/>
                        <a:cs typeface="Arial" panose="020B0604020202020204" pitchFamily="34" charset="0"/>
                      </a:endParaRPr>
                    </a:p>
                  </a:txBody>
                  <a:tcPr marT="0" marB="0" anchor="ctr"/>
                </a:tc>
                <a:tc>
                  <a:txBody>
                    <a:bodyPr/>
                    <a:lstStyle/>
                    <a:p>
                      <a:pPr algn="ctr"/>
                      <a:r>
                        <a:rPr lang="en-US" sz="800" b="0" i="0" dirty="0">
                          <a:solidFill>
                            <a:srgbClr val="000000"/>
                          </a:solidFill>
                          <a:effectLst/>
                          <a:latin typeface="Arial" panose="020B0604020202020204" pitchFamily="34" charset="0"/>
                          <a:cs typeface="Arial" panose="020B0604020202020204" pitchFamily="34" charset="0"/>
                        </a:rPr>
                        <a:t>1,000 ft</a:t>
                      </a:r>
                      <a:endParaRPr lang="en-US" sz="800" dirty="0">
                        <a:effectLst/>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630127272"/>
                  </a:ext>
                </a:extLst>
              </a:tr>
              <a:tr h="142624">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550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m</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r>
                        <a:rPr lang="en-US" sz="800" b="1" i="0" dirty="0">
                          <a:solidFill>
                            <a:srgbClr val="000000"/>
                          </a:solidFill>
                          <a:effectLst/>
                          <a:latin typeface="Arial" panose="020B0604020202020204" pitchFamily="34" charset="0"/>
                          <a:cs typeface="Arial" panose="020B0604020202020204" pitchFamily="34" charset="0"/>
                        </a:rPr>
                        <a:t>1,800</a:t>
                      </a:r>
                      <a:r>
                        <a:rPr lang="en-US" sz="800" b="0" i="0" dirty="0">
                          <a:solidFill>
                            <a:srgbClr val="000000"/>
                          </a:solidFill>
                          <a:effectLst/>
                          <a:latin typeface="Arial" panose="020B0604020202020204" pitchFamily="34" charset="0"/>
                          <a:cs typeface="Arial" panose="020B0604020202020204" pitchFamily="34" charset="0"/>
                        </a:rPr>
                        <a:t> </a:t>
                      </a:r>
                      <a:r>
                        <a:rPr lang="en-US" sz="800" b="1" i="0" dirty="0">
                          <a:solidFill>
                            <a:srgbClr val="000000"/>
                          </a:solidFill>
                          <a:effectLst/>
                          <a:latin typeface="Arial" panose="020B0604020202020204" pitchFamily="34" charset="0"/>
                          <a:cs typeface="Arial" panose="020B0604020202020204" pitchFamily="34" charset="0"/>
                        </a:rPr>
                        <a:t>ft</a:t>
                      </a:r>
                      <a:endParaRPr lang="en-US" sz="800" dirty="0">
                        <a:effectLst/>
                        <a:latin typeface="Arial" panose="020B0604020202020204" pitchFamily="34" charset="0"/>
                        <a:cs typeface="Arial" panose="020B0604020202020204" pitchFamily="34" charset="0"/>
                      </a:endParaRPr>
                    </a:p>
                  </a:txBody>
                  <a:tcPr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tc>
                  <a:txBody>
                    <a:bodyPr/>
                    <a:lstStyle/>
                    <a:p>
                      <a:pPr algn="ctr"/>
                      <a:endParaRPr lang="ko-Kore-KR" altLang="en-US" sz="800" dirty="0">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421956121"/>
                  </a:ext>
                </a:extLst>
              </a:tr>
            </a:tbl>
          </a:graphicData>
        </a:graphic>
      </p:graphicFrame>
    </p:spTree>
    <p:extLst>
      <p:ext uri="{BB962C8B-B14F-4D97-AF65-F5344CB8AC3E}">
        <p14:creationId xmlns:p14="http://schemas.microsoft.com/office/powerpoint/2010/main" val="146324274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AD34735C-D647-24C0-01B4-EE72DD3E7615}"/>
            </a:ext>
          </a:extLst>
        </p:cNvPr>
        <p:cNvGrpSpPr/>
        <p:nvPr/>
      </p:nvGrpSpPr>
      <p:grpSpPr>
        <a:xfrm>
          <a:off x="0" y="0"/>
          <a:ext cx="0" cy="0"/>
          <a:chOff x="0" y="0"/>
          <a:chExt cx="0" cy="0"/>
        </a:xfrm>
      </p:grpSpPr>
      <p:graphicFrame>
        <p:nvGraphicFramePr>
          <p:cNvPr id="117" name="Google Shape;117;p3">
            <a:extLst>
              <a:ext uri="{FF2B5EF4-FFF2-40B4-BE49-F238E27FC236}">
                <a16:creationId xmlns:a16="http://schemas.microsoft.com/office/drawing/2014/main" id="{F6B90DD3-A8DC-C08B-7F3E-9FE138C327F6}"/>
              </a:ext>
            </a:extLst>
          </p:cNvPr>
          <p:cNvGraphicFramePr/>
          <p:nvPr>
            <p:extLst>
              <p:ext uri="{D42A27DB-BD31-4B8C-83A1-F6EECF244321}">
                <p14:modId xmlns:p14="http://schemas.microsoft.com/office/powerpoint/2010/main" val="2767880240"/>
              </p:ext>
            </p:extLst>
          </p:nvPr>
        </p:nvGraphicFramePr>
        <p:xfrm>
          <a:off x="-2500" y="597552"/>
          <a:ext cx="2330298" cy="1696930"/>
        </p:xfrm>
        <a:graphic>
          <a:graphicData uri="http://schemas.openxmlformats.org/drawingml/2006/table">
            <a:tbl>
              <a:tblPr firstRow="1" bandRow="1">
                <a:noFill/>
                <a:tableStyleId>{A521BE36-7E6F-4EC9-8D66-1CF97A6895EC}</a:tableStyleId>
              </a:tblPr>
              <a:tblGrid>
                <a:gridCol w="215736">
                  <a:extLst>
                    <a:ext uri="{9D8B030D-6E8A-4147-A177-3AD203B41FA5}">
                      <a16:colId xmlns:a16="http://schemas.microsoft.com/office/drawing/2014/main" val="20000"/>
                    </a:ext>
                  </a:extLst>
                </a:gridCol>
                <a:gridCol w="958741">
                  <a:extLst>
                    <a:ext uri="{9D8B030D-6E8A-4147-A177-3AD203B41FA5}">
                      <a16:colId xmlns:a16="http://schemas.microsoft.com/office/drawing/2014/main" val="20001"/>
                    </a:ext>
                  </a:extLst>
                </a:gridCol>
                <a:gridCol w="1155821">
                  <a:extLst>
                    <a:ext uri="{9D8B030D-6E8A-4147-A177-3AD203B41FA5}">
                      <a16:colId xmlns:a16="http://schemas.microsoft.com/office/drawing/2014/main" val="768624876"/>
                    </a:ext>
                  </a:extLst>
                </a:gridCol>
              </a:tblGrid>
              <a:tr h="347488">
                <a:tc gridSpan="3">
                  <a:txBody>
                    <a:bodyPr/>
                    <a:lstStyle/>
                    <a:p>
                      <a:pPr marL="0" marR="0" lvl="0" indent="0" algn="ctr" rtl="0">
                        <a:spcBef>
                          <a:spcPts val="0"/>
                        </a:spcBef>
                        <a:spcAft>
                          <a:spcPts val="0"/>
                        </a:spcAft>
                        <a:buNone/>
                      </a:pPr>
                      <a:r>
                        <a:rPr lang="en-US" sz="800" u="none" strike="noStrike" cap="none" dirty="0"/>
                        <a:t>KTM : SID (NADP 1) UTC+5:45 TA 135  </a:t>
                      </a:r>
                    </a:p>
                    <a:p>
                      <a:pPr marL="0" marR="0" lvl="0" indent="0" algn="ctr" rtl="0">
                        <a:spcBef>
                          <a:spcPts val="0"/>
                        </a:spcBef>
                        <a:spcAft>
                          <a:spcPts val="0"/>
                        </a:spcAft>
                        <a:buNone/>
                      </a:pPr>
                      <a:r>
                        <a:rPr lang="en-US" sz="800" u="none" strike="noStrike" cap="none" dirty="0">
                          <a:solidFill>
                            <a:srgbClr val="FFC000"/>
                          </a:solidFill>
                        </a:rPr>
                        <a:t>Req ADC &amp; FIC, P/B with POB, </a:t>
                      </a:r>
                      <a:r>
                        <a:rPr lang="en-US" sz="800" u="none" strike="noStrike" cap="none" dirty="0">
                          <a:solidFill>
                            <a:srgbClr val="00B0F0"/>
                          </a:solidFill>
                        </a:rPr>
                        <a:t>Intersection A,E</a:t>
                      </a:r>
                    </a:p>
                    <a:p>
                      <a:pPr marL="0" marR="0" lvl="0" indent="0" algn="ctr" rtl="0">
                        <a:spcBef>
                          <a:spcPts val="0"/>
                        </a:spcBef>
                        <a:spcAft>
                          <a:spcPts val="0"/>
                        </a:spcAft>
                        <a:buNone/>
                      </a:pPr>
                      <a:r>
                        <a:rPr lang="en-US" sz="800" u="none" strike="noStrike" cap="none" dirty="0">
                          <a:solidFill>
                            <a:schemeClr val="bg1"/>
                          </a:solidFill>
                        </a:rPr>
                        <a:t>if </a:t>
                      </a:r>
                      <a:r>
                        <a:rPr lang="en-US" sz="800" u="none" strike="noStrike" cap="none" dirty="0" err="1">
                          <a:solidFill>
                            <a:schemeClr val="bg1"/>
                          </a:solidFill>
                        </a:rPr>
                        <a:t>Wx</a:t>
                      </a:r>
                      <a:r>
                        <a:rPr lang="en-US" sz="800" u="none" strike="noStrike" cap="none" dirty="0">
                          <a:solidFill>
                            <a:schemeClr val="bg1"/>
                          </a:solidFill>
                        </a:rPr>
                        <a:t> is Severe, Stand-by at GATE</a:t>
                      </a:r>
                    </a:p>
                  </a:txBody>
                  <a:tcPr marL="36000" marR="72000" marT="45725" marB="45725" anchor="ct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47383">
                <a:tc>
                  <a:txBody>
                    <a:bodyPr/>
                    <a:lstStyle/>
                    <a:p>
                      <a:pPr marL="0" marR="0" lvl="0" indent="0" algn="ctr" rtl="0">
                        <a:spcBef>
                          <a:spcPts val="0"/>
                        </a:spcBef>
                        <a:spcAft>
                          <a:spcPts val="0"/>
                        </a:spcAft>
                        <a:buNone/>
                      </a:pPr>
                      <a:r>
                        <a:rPr lang="en-US" altLang="ko-KR" sz="800" b="1" u="none" strike="noStrike" cap="none" dirty="0"/>
                        <a:t>20</a:t>
                      </a:r>
                      <a:endParaRPr lang="en-US" sz="800" b="1" u="none" strike="noStrike" cap="none" dirty="0"/>
                    </a:p>
                  </a:txBody>
                  <a:tcPr marL="0" marR="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IGRIS x A</a:t>
                      </a:r>
                      <a:endParaRPr lang="en-US" sz="800" b="0" u="none" strike="noStrike" cap="none" dirty="0">
                        <a:solidFill>
                          <a:schemeClr val="bg1"/>
                        </a:solidFill>
                      </a:endParaRPr>
                    </a:p>
                  </a:txBody>
                  <a:tcPr marL="0" marR="0" marT="36000" marB="36000" anchor="ctr"/>
                </a:tc>
                <a:tc>
                  <a:txBody>
                    <a:bodyPr/>
                    <a:lstStyle/>
                    <a:p>
                      <a:pPr algn="ctr"/>
                      <a:r>
                        <a:rPr lang="en-US" sz="800" b="1" u="none" strike="noStrike" cap="none"/>
                        <a:t>HD 202 </a:t>
                      </a:r>
                      <a:r>
                        <a:rPr lang="en-US" sz="800" b="1" u="none" strike="noStrike" cap="none">
                          <a:solidFill>
                            <a:srgbClr val="0070C0"/>
                          </a:solidFill>
                        </a:rPr>
                        <a:t>ALT ATC </a:t>
                      </a:r>
                      <a:r>
                        <a:rPr lang="en-US" sz="800" b="1" u="none" strike="noStrike" cap="none">
                          <a:solidFill>
                            <a:srgbClr val="F28943"/>
                          </a:solidFill>
                        </a:rPr>
                        <a:t>TA 13500</a:t>
                      </a:r>
                      <a:endParaRPr lang="ko-Kore-KR" altLang="en-US"/>
                    </a:p>
                  </a:txBody>
                  <a:tcPr marL="0" marR="0" marT="36000" marB="36000" anchor="ctr"/>
                </a:tc>
                <a:extLst>
                  <a:ext uri="{0D108BD9-81ED-4DB2-BD59-A6C34878D82A}">
                    <a16:rowId xmlns:a16="http://schemas.microsoft.com/office/drawing/2014/main" val="10001"/>
                  </a:ext>
                </a:extLst>
              </a:tr>
              <a:tr h="147383">
                <a:tc>
                  <a:txBody>
                    <a:bodyPr/>
                    <a:lstStyle/>
                    <a:p>
                      <a:pPr marL="0" marR="0" lvl="0" indent="0" algn="ctr" rtl="0">
                        <a:spcBef>
                          <a:spcPts val="0"/>
                        </a:spcBef>
                        <a:spcAft>
                          <a:spcPts val="0"/>
                        </a:spcAft>
                        <a:buNone/>
                      </a:pPr>
                      <a:r>
                        <a:rPr lang="en-US" sz="800" b="1" u="none" strike="noStrike" cap="none" dirty="0"/>
                        <a:t>02</a:t>
                      </a:r>
                      <a:endParaRPr sz="800" b="1" u="none" strike="noStrike" cap="none" dirty="0"/>
                    </a:p>
                  </a:txBody>
                  <a:tcPr marL="0" marR="0" marT="36000" marB="36000" anchor="ctr"/>
                </a:tc>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u="none" strike="noStrike" cap="none" dirty="0">
                          <a:solidFill>
                            <a:srgbClr val="0070C0"/>
                          </a:solidFill>
                        </a:rPr>
                        <a:t>IGRIS x B</a:t>
                      </a:r>
                      <a:endParaRPr lang="en-US" altLang="ko-Kore-KR" sz="800" b="0" u="none" strike="noStrike" cap="none" dirty="0">
                        <a:solidFill>
                          <a:schemeClr val="bg1"/>
                        </a:solidFill>
                      </a:endParaRPr>
                    </a:p>
                  </a:txBody>
                  <a:tcPr marL="0" marR="0" marT="36000" marB="36000" anchor="ctr"/>
                </a:tc>
                <a:tc>
                  <a:txBody>
                    <a:bodyPr/>
                    <a:lstStyle/>
                    <a:p>
                      <a:pPr algn="ctr"/>
                      <a:r>
                        <a:rPr lang="en-US" sz="800" b="1" u="none" strike="noStrike" cap="none" dirty="0"/>
                        <a:t>HD 022 </a:t>
                      </a:r>
                      <a:r>
                        <a:rPr lang="en-US" sz="800" b="1" u="none" strike="noStrike" cap="none" dirty="0">
                          <a:solidFill>
                            <a:srgbClr val="0070C0"/>
                          </a:solidFill>
                        </a:rPr>
                        <a:t>ALT ATC </a:t>
                      </a:r>
                      <a:r>
                        <a:rPr lang="en-US" altLang="ko-Kore-KR" sz="800" b="1" u="none" strike="noStrike" cap="none" dirty="0">
                          <a:solidFill>
                            <a:srgbClr val="F28943"/>
                          </a:solidFill>
                        </a:rPr>
                        <a:t>TA 13500</a:t>
                      </a:r>
                      <a:endParaRPr lang="ko-Kore-KR" altLang="en-US" dirty="0"/>
                    </a:p>
                  </a:txBody>
                  <a:tcPr marL="0" marR="0" marT="36000" marB="36000" anchor="ctr"/>
                </a:tc>
                <a:extLst>
                  <a:ext uri="{0D108BD9-81ED-4DB2-BD59-A6C34878D82A}">
                    <a16:rowId xmlns:a16="http://schemas.microsoft.com/office/drawing/2014/main" val="10002"/>
                  </a:ext>
                </a:extLst>
              </a:tr>
              <a:tr h="147383">
                <a:tc gridSpan="2">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lang="en-US" altLang="ko-Kore-KR" sz="800" b="1" u="none" strike="noStrike" cap="none" dirty="0">
                          <a:solidFill>
                            <a:srgbClr val="0070C0"/>
                          </a:solidFill>
                        </a:rPr>
                        <a:t>KTM 113.2</a:t>
                      </a:r>
                    </a:p>
                  </a:txBody>
                  <a:tcPr marL="36000" marR="36000" marT="36000" marB="36000" anchor="ctr"/>
                </a:tc>
                <a:tc hMerge="1">
                  <a:txBody>
                    <a:bodyPr/>
                    <a:lstStyle/>
                    <a:p>
                      <a:endParaRPr lang="ko-Kore-KR" altLang="en-US"/>
                    </a:p>
                  </a:txBody>
                  <a:tcPr/>
                </a:tc>
                <a:tc>
                  <a:txBody>
                    <a:bodyPr/>
                    <a:lstStyle/>
                    <a:p>
                      <a:pPr marL="0" marR="0" lvl="0" indent="0" algn="ctr" defTabSz="116449"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02 IKT 108.1</a:t>
                      </a:r>
                      <a:endParaRPr lang="ko-Kore-KR" altLang="en-US" dirty="0"/>
                    </a:p>
                  </a:txBody>
                  <a:tcPr marL="36000" marR="36000" marT="36000" marB="36000" anchor="ctr"/>
                </a:tc>
                <a:extLst>
                  <a:ext uri="{0D108BD9-81ED-4DB2-BD59-A6C34878D82A}">
                    <a16:rowId xmlns:a16="http://schemas.microsoft.com/office/drawing/2014/main" val="1446403819"/>
                  </a:ext>
                </a:extLst>
              </a:tr>
              <a:tr h="147383">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700" b="0" i="0" u="none" strike="noStrike" kern="1200" cap="none" spc="0" normalizeH="0" baseline="0" noProof="0" dirty="0">
                          <a:ln>
                            <a:noFill/>
                          </a:ln>
                          <a:solidFill>
                            <a:prstClr val="black"/>
                          </a:solidFill>
                          <a:effectLst/>
                          <a:uLnTx/>
                          <a:uFillTx/>
                          <a:latin typeface="Calibri"/>
                          <a:cs typeface="Calibri"/>
                        </a:rPr>
                        <a:t>20 : KTM /4, R340, R288</a:t>
                      </a:r>
                      <a:endParaRPr kumimoji="0" lang="en-US" altLang="ko-Kore-KR" sz="400"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tc>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02 : KTM /3, R288</a:t>
                      </a:r>
                    </a:p>
                  </a:txBody>
                  <a:tcPr marL="36000" marR="36000" marT="36000" marB="36000" anchor="ctr"/>
                </a:tc>
                <a:extLst>
                  <a:ext uri="{0D108BD9-81ED-4DB2-BD59-A6C34878D82A}">
                    <a16:rowId xmlns:a16="http://schemas.microsoft.com/office/drawing/2014/main" val="3014284346"/>
                  </a:ext>
                </a:extLst>
              </a:tr>
              <a:tr h="147383">
                <a:tc vMerge="1">
                  <a:txBody>
                    <a:bodyPr/>
                    <a:lstStyle/>
                    <a:p>
                      <a:pPr marL="0" marR="0" lvl="0" indent="0" algn="ctr" rtl="0">
                        <a:lnSpc>
                          <a:spcPct val="100000"/>
                        </a:lnSpc>
                        <a:spcBef>
                          <a:spcPts val="0"/>
                        </a:spcBef>
                        <a:spcAft>
                          <a:spcPts val="0"/>
                        </a:spcAft>
                        <a:buClr>
                          <a:schemeClr val="lt1"/>
                        </a:buClr>
                        <a:buSzPts val="800"/>
                        <a:buFont typeface="Calibri"/>
                        <a:buNone/>
                      </a:pPr>
                      <a:endParaRPr sz="800" dirty="0">
                        <a:solidFill>
                          <a:schemeClr val="lt1"/>
                        </a:solidFill>
                      </a:endParaRPr>
                    </a:p>
                  </a:txBody>
                  <a:tcPr marL="36000" marR="36000" marT="36000" marB="36000" anchor="ctr">
                    <a:solidFill>
                      <a:schemeClr val="accent1"/>
                    </a:solidFill>
                  </a:tcPr>
                </a:tc>
                <a:tc gridSpan="2">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500" b="1" i="0" u="none" strike="noStrike" kern="1200" cap="none" spc="0" normalizeH="0" baseline="0" noProof="0" dirty="0">
                          <a:ln>
                            <a:noFill/>
                          </a:ln>
                          <a:solidFill>
                            <a:srgbClr val="C00000"/>
                          </a:solidFill>
                          <a:effectLst/>
                          <a:uLnTx/>
                          <a:uFillTx/>
                          <a:latin typeface="Calibri"/>
                          <a:cs typeface="Calibri"/>
                        </a:rPr>
                        <a:t>Maintain CONF Until 10500ft, 8000ft LVR MCT (Limit 10min)</a:t>
                      </a:r>
                    </a:p>
                  </a:txBody>
                  <a:tcPr marL="36000" marR="36000" marT="36000" marB="36000" anchor="ctr"/>
                </a:tc>
                <a:tc hMerge="1">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endParaRPr kumimoji="0" lang="en-US" altLang="ko-Kore-KR" sz="800" b="0" i="0" u="none" strike="noStrike" kern="1200" cap="none" spc="0" normalizeH="0" baseline="0" noProof="0" dirty="0">
                        <a:ln>
                          <a:noFill/>
                        </a:ln>
                        <a:solidFill>
                          <a:prstClr val="black"/>
                        </a:solidFill>
                        <a:effectLst/>
                        <a:uLnTx/>
                        <a:uFillTx/>
                        <a:latin typeface="Calibri"/>
                        <a:cs typeface="Calibri"/>
                      </a:endParaRPr>
                    </a:p>
                  </a:txBody>
                  <a:tcPr marL="36000" marR="36000" marT="36000" marB="36000" anchor="ctr"/>
                </a:tc>
                <a:extLst>
                  <a:ext uri="{0D108BD9-81ED-4DB2-BD59-A6C34878D82A}">
                    <a16:rowId xmlns:a16="http://schemas.microsoft.com/office/drawing/2014/main" val="560757442"/>
                  </a:ext>
                </a:extLst>
              </a:tr>
              <a:tr h="240044">
                <a:tc gridSpan="3">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b="1" dirty="0">
                          <a:solidFill>
                            <a:srgbClr val="FFC000"/>
                          </a:solidFill>
                        </a:rPr>
                        <a:t>RW20 Takeoff at Painted Threshold</a:t>
                      </a:r>
                    </a:p>
                    <a:p>
                      <a:pPr marL="0" marR="0" lvl="0" indent="0" algn="ctr" rtl="0">
                        <a:lnSpc>
                          <a:spcPct val="100000"/>
                        </a:lnSpc>
                        <a:spcBef>
                          <a:spcPts val="0"/>
                        </a:spcBef>
                        <a:spcAft>
                          <a:spcPts val="0"/>
                        </a:spcAft>
                        <a:buClr>
                          <a:schemeClr val="dk1"/>
                        </a:buClr>
                        <a:buSzPts val="800"/>
                        <a:buFont typeface="Calibri"/>
                        <a:buNone/>
                      </a:pPr>
                      <a:r>
                        <a:rPr lang="en-US" altLang="ko-Kore-KR" sz="800" b="1" dirty="0">
                          <a:solidFill>
                            <a:srgbClr val="C00000"/>
                          </a:solidFill>
                        </a:rPr>
                        <a:t>D2.5 KTM/KTM Turn Even Below 400ft (Max 180kts)</a:t>
                      </a:r>
                    </a:p>
                  </a:txBody>
                  <a:tcPr marL="0" marR="0" marT="36000" marB="36000" anchor="ct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a:extLst>
              <a:ext uri="{FF2B5EF4-FFF2-40B4-BE49-F238E27FC236}">
                <a16:creationId xmlns:a16="http://schemas.microsoft.com/office/drawing/2014/main" id="{4172A3F3-B863-E542-A274-B740D6A28EB1}"/>
              </a:ext>
            </a:extLst>
          </p:cNvPr>
          <p:cNvGraphicFramePr/>
          <p:nvPr>
            <p:extLst>
              <p:ext uri="{D42A27DB-BD31-4B8C-83A1-F6EECF244321}">
                <p14:modId xmlns:p14="http://schemas.microsoft.com/office/powerpoint/2010/main" val="830186955"/>
              </p:ext>
            </p:extLst>
          </p:nvPr>
        </p:nvGraphicFramePr>
        <p:xfrm>
          <a:off x="-2501" y="16504"/>
          <a:ext cx="2328850" cy="5746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1200" b="1" i="0" u="none" strike="noStrike" kern="1200" cap="none" spc="0" normalizeH="0" baseline="0" noProof="0" dirty="0">
                          <a:ln>
                            <a:noFill/>
                          </a:ln>
                          <a:solidFill>
                            <a:srgbClr val="C00000"/>
                          </a:solidFill>
                          <a:effectLst/>
                          <a:uLnTx/>
                          <a:uFillTx/>
                          <a:latin typeface="Calibri"/>
                          <a:cs typeface="Calibri"/>
                          <a:hlinkClick r:id="rId3">
                            <a:extLst>
                              <a:ext uri="{A12FA001-AC4F-418D-AE19-62706E023703}">
                                <ahyp:hlinkClr xmlns:ahyp="http://schemas.microsoft.com/office/drawing/2018/hyperlinkcolor" val="tx"/>
                              </a:ext>
                            </a:extLst>
                          </a:hlinkClick>
                        </a:rPr>
                        <a:t>VNKT(KTM</a:t>
                      </a:r>
                      <a:r>
                        <a:rPr kumimoji="0" lang="en-US" altLang="ko-KR" sz="1200" b="1" i="0" u="none" strike="noStrike" kern="1200" cap="none" spc="0" normalizeH="0" baseline="0" noProof="0" dirty="0">
                          <a:ln>
                            <a:noFill/>
                          </a:ln>
                          <a:solidFill>
                            <a:srgbClr val="C00000"/>
                          </a:solidFill>
                          <a:effectLst/>
                          <a:uLnTx/>
                          <a:uFillTx/>
                          <a:latin typeface="Calibri"/>
                          <a:cs typeface="Calibri"/>
                          <a:hlinkClick r:id="rId3">
                            <a:extLst>
                              <a:ext uri="{A12FA001-AC4F-418D-AE19-62706E023703}">
                                <ahyp:hlinkClr xmlns:ahyp="http://schemas.microsoft.com/office/drawing/2018/hyperlinkcolor" val="tx"/>
                              </a:ext>
                            </a:extLst>
                          </a:hlinkClick>
                        </a:rPr>
                        <a:t>)4395ft</a:t>
                      </a:r>
                      <a:endParaRPr kumimoji="0" lang="en-US" altLang="ko-Kore-KR" sz="1300" b="1" i="0" u="none" strike="noStrike" kern="1200" cap="none" spc="0" normalizeH="0" baseline="0" noProof="0" dirty="0">
                        <a:ln>
                          <a:noFill/>
                        </a:ln>
                        <a:solidFill>
                          <a:srgbClr val="C00000"/>
                        </a:solidFill>
                        <a:effectLst/>
                        <a:uLnTx/>
                        <a:uFillTx/>
                        <a:latin typeface="Calibri"/>
                        <a:cs typeface="Calibri"/>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Nepal Airline Corp. 131.6 </a:t>
                      </a:r>
                      <a:r>
                        <a:rPr kumimoji="0" lang="en-US" altLang="ko-Kore-KR" sz="800" b="1" i="0" u="none" strike="noStrike" kern="1200" cap="none" spc="0" normalizeH="0" baseline="0" noProof="0" dirty="0">
                          <a:ln>
                            <a:noFill/>
                          </a:ln>
                          <a:solidFill>
                            <a:srgbClr val="C00000"/>
                          </a:solidFill>
                          <a:effectLst/>
                          <a:uLnTx/>
                          <a:uFillTx/>
                          <a:latin typeface="Calibri"/>
                          <a:cs typeface="Calibri"/>
                        </a:rPr>
                        <a:t>No DATIS, Boarding ATC</a:t>
                      </a:r>
                      <a:endParaRPr kumimoji="0" lang="en-US" altLang="ko-Kore-KR" sz="900" b="1" i="0" u="none" strike="noStrike" kern="1200" cap="none" spc="0" normalizeH="0" baseline="0" noProof="0" dirty="0">
                        <a:ln>
                          <a:noFill/>
                        </a:ln>
                        <a:solidFill>
                          <a:srgbClr val="C00000"/>
                        </a:solidFill>
                        <a:effectLst/>
                        <a:uLnTx/>
                        <a:uFillTx/>
                        <a:latin typeface="Calibri"/>
                        <a:cs typeface="Calibri"/>
                      </a:endParaRP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08F0D27B-A230-0F40-B0F3-FA52596D4A78}"/>
              </a:ext>
            </a:extLst>
          </p:cNvPr>
          <p:cNvSpPr txBox="1"/>
          <p:nvPr/>
        </p:nvSpPr>
        <p:spPr>
          <a:xfrm>
            <a:off x="-24198" y="2391194"/>
            <a:ext cx="2438488" cy="1178647"/>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FFC000"/>
                </a:solidFill>
                <a:latin typeface="Gulim" panose="020B0600000101010101" pitchFamily="34" charset="-127"/>
                <a:ea typeface="Gulim" panose="020B0600000101010101" pitchFamily="34" charset="-127"/>
              </a:rPr>
              <a:t>                           DEP 120.6</a:t>
            </a:r>
          </a:p>
          <a:p>
            <a:pPr>
              <a:lnSpc>
                <a:spcPct val="150000"/>
              </a:lnSpc>
            </a:pPr>
            <a:r>
              <a:rPr kumimoji="1" lang="en-US" altLang="ko-Kore-KR" sz="700" b="1" u="sng" dirty="0">
                <a:latin typeface="Gulim" panose="020B0600000101010101" pitchFamily="34" charset="-127"/>
                <a:ea typeface="Gulim" panose="020B0600000101010101" pitchFamily="34" charset="-127"/>
              </a:rPr>
              <a:t>                           CPDLC VECF, VYYF</a:t>
            </a:r>
          </a:p>
          <a:p>
            <a:pPr>
              <a:lnSpc>
                <a:spcPct val="150000"/>
              </a:lnSpc>
            </a:pPr>
            <a:r>
              <a:rPr kumimoji="1" lang="en-US" altLang="ko-Kore-KR" sz="700" b="1" dirty="0">
                <a:latin typeface="Gulim" panose="020B0600000101010101" pitchFamily="34" charset="-127"/>
                <a:ea typeface="Gulim" panose="020B0600000101010101" pitchFamily="34" charset="-127"/>
              </a:rPr>
              <a:t>                         </a:t>
            </a:r>
            <a:r>
              <a:rPr kumimoji="1" lang="en-US" altLang="ko-Kore-KR" sz="700" b="1" u="sng" dirty="0">
                <a:latin typeface="Gulim" panose="020B0600000101010101" pitchFamily="34" charset="-127"/>
                <a:ea typeface="Gulim" panose="020B0600000101010101" pitchFamily="34" charset="-127"/>
              </a:rPr>
              <a:t> - Dhaka -10min ADC No. (125.7)</a:t>
            </a:r>
          </a:p>
          <a:p>
            <a:pPr>
              <a:lnSpc>
                <a:spcPct val="150000"/>
              </a:lnSpc>
            </a:pPr>
            <a:r>
              <a:rPr kumimoji="1" lang="en-US" altLang="ko-Kore-KR" sz="700" b="1" u="sng" dirty="0">
                <a:latin typeface="Gulim" panose="020B0600000101010101" pitchFamily="34" charset="-127"/>
                <a:ea typeface="Gulim" panose="020B0600000101010101" pitchFamily="34" charset="-127"/>
              </a:rPr>
              <a:t>- Kolkata  -10min (125.77/133.75)</a:t>
            </a:r>
            <a:endParaRPr kumimoji="1" lang="en-US" altLang="ko-Kore-KR" sz="700" b="1" i="0" u="sng" strike="noStrike" kern="1200" cap="none" spc="0" normalizeH="0" baseline="0" noProof="0" dirty="0">
              <a:ln>
                <a:noFill/>
              </a:ln>
              <a:solidFill>
                <a:prstClr val="white"/>
              </a:solidFill>
              <a:effectLst/>
              <a:uLnTx/>
              <a:uFillTx/>
              <a:latin typeface="Gulim" panose="020B0600000101010101" pitchFamily="34" charset="-127"/>
              <a:ea typeface="Gulim" panose="020B0600000101010101" pitchFamily="34" charset="-127"/>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ore-KR" sz="700" b="1" i="0" u="sng" strike="noStrike" kern="1200" cap="none" spc="0" normalizeH="0" baseline="0" noProof="0" dirty="0">
                <a:ln>
                  <a:noFill/>
                </a:ln>
                <a:solidFill>
                  <a:srgbClr val="FFC000"/>
                </a:solidFill>
                <a:effectLst/>
                <a:uLnTx/>
                <a:uFillTx/>
                <a:latin typeface="Gulim" panose="020B0600000101010101" pitchFamily="34" charset="-127"/>
                <a:ea typeface="Gulim" panose="020B0600000101010101" pitchFamily="34" charset="-127"/>
                <a:cs typeface="+mn-cs"/>
              </a:rPr>
              <a:t>Radio Problem </a:t>
            </a:r>
          </a:p>
          <a:p>
            <a:pPr marL="0" marR="0" lvl="0" indent="0" algn="l" defTabSz="457200" rtl="0" eaLnBrk="1" fontAlgn="auto" latinLnBrk="0" hangingPunct="1">
              <a:lnSpc>
                <a:spcPct val="150000"/>
              </a:lnSpc>
              <a:spcBef>
                <a:spcPts val="0"/>
              </a:spcBef>
              <a:spcAft>
                <a:spcPts val="0"/>
              </a:spcAft>
              <a:buClrTx/>
              <a:buSzTx/>
              <a:buFontTx/>
              <a:buNone/>
              <a:tabLst/>
              <a:defRPr/>
            </a:pPr>
            <a:r>
              <a:rPr kumimoji="1" lang="en-US" altLang="ko-Kore-KR" sz="700" b="1" u="sng" dirty="0">
                <a:solidFill>
                  <a:srgbClr val="FFC000"/>
                </a:solidFill>
                <a:latin typeface="Gulim" panose="020B0600000101010101" pitchFamily="34" charset="-127"/>
                <a:ea typeface="Gulim" panose="020B0600000101010101" pitchFamily="34" charset="-127"/>
              </a:rPr>
              <a:t>- -80NM KTM FIR to Kolkata FIR +30NM</a:t>
            </a:r>
          </a:p>
          <a:p>
            <a:pPr>
              <a:lnSpc>
                <a:spcPct val="150000"/>
              </a:lnSpc>
            </a:pPr>
            <a:r>
              <a:rPr kumimoji="1" lang="en-US" altLang="ko-Kore-KR" sz="700" b="1" u="sng" dirty="0">
                <a:solidFill>
                  <a:srgbClr val="FFC000"/>
                </a:solidFill>
                <a:latin typeface="Gulim" panose="020B0600000101010101" pitchFamily="34" charset="-127"/>
                <a:ea typeface="Gulim" panose="020B0600000101010101" pitchFamily="34" charset="-127"/>
              </a:rPr>
              <a:t>KMG 125.75(15-20min FIR)</a:t>
            </a:r>
          </a:p>
        </p:txBody>
      </p:sp>
      <p:sp>
        <p:nvSpPr>
          <p:cNvPr id="2" name="직사각형 1">
            <a:hlinkClick r:id="" action="ppaction://hlinkshowjump?jump=firstslide"/>
            <a:extLst>
              <a:ext uri="{FF2B5EF4-FFF2-40B4-BE49-F238E27FC236}">
                <a16:creationId xmlns:a16="http://schemas.microsoft.com/office/drawing/2014/main" id="{47B4337E-9610-BA91-576D-CE6091098AEB}"/>
              </a:ext>
            </a:extLst>
          </p:cNvPr>
          <p:cNvSpPr/>
          <p:nvPr/>
        </p:nvSpPr>
        <p:spPr>
          <a:xfrm>
            <a:off x="891778" y="280683"/>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7" name="Google Shape;283;p17">
            <a:extLst>
              <a:ext uri="{FF2B5EF4-FFF2-40B4-BE49-F238E27FC236}">
                <a16:creationId xmlns:a16="http://schemas.microsoft.com/office/drawing/2014/main" id="{7E2C2462-D852-CA0F-4189-70D9F86116FC}"/>
              </a:ext>
            </a:extLst>
          </p:cNvPr>
          <p:cNvGraphicFramePr/>
          <p:nvPr>
            <p:extLst>
              <p:ext uri="{D42A27DB-BD31-4B8C-83A1-F6EECF244321}">
                <p14:modId xmlns:p14="http://schemas.microsoft.com/office/powerpoint/2010/main" val="700250059"/>
              </p:ext>
            </p:extLst>
          </p:nvPr>
        </p:nvGraphicFramePr>
        <p:xfrm>
          <a:off x="11589" y="3556200"/>
          <a:ext cx="2314761" cy="2008570"/>
        </p:xfrm>
        <a:graphic>
          <a:graphicData uri="http://schemas.openxmlformats.org/drawingml/2006/table">
            <a:tbl>
              <a:tblPr firstRow="1" bandRow="1">
                <a:noFill/>
                <a:tableStyleId>{A521BE36-7E6F-4EC9-8D66-1CF97A6895EC}</a:tableStyleId>
              </a:tblPr>
              <a:tblGrid>
                <a:gridCol w="335556">
                  <a:extLst>
                    <a:ext uri="{9D8B030D-6E8A-4147-A177-3AD203B41FA5}">
                      <a16:colId xmlns:a16="http://schemas.microsoft.com/office/drawing/2014/main" val="20000"/>
                    </a:ext>
                  </a:extLst>
                </a:gridCol>
                <a:gridCol w="906383">
                  <a:extLst>
                    <a:ext uri="{9D8B030D-6E8A-4147-A177-3AD203B41FA5}">
                      <a16:colId xmlns:a16="http://schemas.microsoft.com/office/drawing/2014/main" val="20001"/>
                    </a:ext>
                  </a:extLst>
                </a:gridCol>
                <a:gridCol w="506021">
                  <a:extLst>
                    <a:ext uri="{9D8B030D-6E8A-4147-A177-3AD203B41FA5}">
                      <a16:colId xmlns:a16="http://schemas.microsoft.com/office/drawing/2014/main" val="20003"/>
                    </a:ext>
                  </a:extLst>
                </a:gridCol>
                <a:gridCol w="566801">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dirty="0"/>
                        <a:t>ICN </a:t>
                      </a:r>
                      <a:r>
                        <a:rPr lang="en-US" sz="800" dirty="0">
                          <a:solidFill>
                            <a:srgbClr val="00B0F0"/>
                          </a:solidFill>
                        </a:rPr>
                        <a:t>[334/153]</a:t>
                      </a:r>
                      <a:r>
                        <a:rPr lang="en-US" sz="800" dirty="0"/>
                        <a:t>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x 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56400">
                <a:tc rowSpan="2">
                  <a:txBody>
                    <a:bodyPr/>
                    <a:lstStyle/>
                    <a:p>
                      <a:pPr marL="0" marR="0" lvl="0" indent="0" algn="ctr" rtl="0">
                        <a:spcBef>
                          <a:spcPts val="0"/>
                        </a:spcBef>
                        <a:spcAft>
                          <a:spcPts val="0"/>
                        </a:spcAft>
                        <a:buNone/>
                      </a:pPr>
                      <a:r>
                        <a:rPr lang="en-US" altLang="ko-Kore-KR" sz="800" b="0" dirty="0">
                          <a:solidFill>
                            <a:schemeClr val="lt1"/>
                          </a:solidFill>
                          <a:latin typeface="Calibri"/>
                          <a:ea typeface="Calibri"/>
                          <a:cs typeface="Calibri"/>
                          <a:sym typeface="Calibri"/>
                        </a:rPr>
                        <a:t>NAV</a:t>
                      </a: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NCN, </a:t>
                      </a:r>
                      <a:r>
                        <a:rPr lang="en-US" altLang="ko-Kore-KR" sz="800" b="1" dirty="0">
                          <a:solidFill>
                            <a:srgbClr val="C00000"/>
                          </a:solidFill>
                        </a:rPr>
                        <a:t>33L INLL, 33R INRR, 15L ISLL, 15R ISRR</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615974087"/>
                  </a:ext>
                </a:extLst>
              </a:tr>
              <a:tr h="156400">
                <a:tc vMerge="1">
                  <a:txBody>
                    <a:bodyPr/>
                    <a:lstStyle/>
                    <a:p>
                      <a:pPr marL="0" marR="0" lvl="0" indent="0" algn="ctr" rtl="0">
                        <a:spcBef>
                          <a:spcPts val="0"/>
                        </a:spcBef>
                        <a:spcAft>
                          <a:spcPts val="0"/>
                        </a:spcAft>
                        <a:buNone/>
                      </a:pPr>
                      <a:endParaRPr lang="en-US" altLang="ko-Kore-KR" sz="800" b="0" dirty="0">
                        <a:solidFill>
                          <a:schemeClr val="lt1"/>
                        </a:solidFill>
                        <a:latin typeface="Calibri"/>
                        <a:ea typeface="Calibri"/>
                        <a:cs typeface="Calibri"/>
                        <a:sym typeface="Calibri"/>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b="1" dirty="0">
                          <a:solidFill>
                            <a:srgbClr val="0070C0"/>
                          </a:solidFill>
                        </a:rPr>
                        <a:t>WNG, </a:t>
                      </a:r>
                      <a:r>
                        <a:rPr lang="en-US" altLang="ko-Kore-KR" sz="800" b="1" dirty="0">
                          <a:solidFill>
                            <a:srgbClr val="C00000"/>
                          </a:solidFill>
                        </a:rPr>
                        <a:t>34L IRFN, 34R IRKN, 16L IRKS, 16R IRFS</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60293803"/>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P518 R068, R278</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C5(5501’), </a:t>
                      </a:r>
                      <a:r>
                        <a:rPr lang="en-US" sz="800" b="1" dirty="0">
                          <a:solidFill>
                            <a:schemeClr val="dk1"/>
                          </a:solidFill>
                          <a:latin typeface="Calibri"/>
                          <a:ea typeface="Calibri"/>
                          <a:cs typeface="Calibri"/>
                          <a:sym typeface="Calibri"/>
                        </a:rPr>
                        <a:t>C6(6683’),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C4(5495’), </a:t>
                      </a:r>
                      <a:r>
                        <a:rPr lang="en-US" sz="800" b="1" dirty="0">
                          <a:solidFill>
                            <a:schemeClr val="dk1"/>
                          </a:solidFill>
                          <a:latin typeface="Calibri"/>
                          <a:ea typeface="Calibri"/>
                          <a:cs typeface="Calibri"/>
                          <a:sym typeface="Calibri"/>
                        </a:rPr>
                        <a:t>C5(6227’),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34L : </a:t>
                      </a:r>
                      <a:r>
                        <a:rPr lang="en-US" sz="800" b="1" dirty="0">
                          <a:solidFill>
                            <a:srgbClr val="0070C0"/>
                          </a:solidFill>
                          <a:latin typeface="Calibri"/>
                          <a:ea typeface="Calibri"/>
                          <a:cs typeface="Calibri"/>
                          <a:sym typeface="Calibri"/>
                        </a:rPr>
                        <a:t>P7(5600’), </a:t>
                      </a:r>
                      <a:r>
                        <a:rPr lang="en-US" sz="800" b="1" dirty="0">
                          <a:solidFill>
                            <a:schemeClr val="dk1"/>
                          </a:solidFill>
                          <a:latin typeface="Calibri"/>
                          <a:ea typeface="Calibri"/>
                          <a:cs typeface="Calibri"/>
                          <a:sym typeface="Calibri"/>
                        </a:rPr>
                        <a:t>P8(6578’), 34R : </a:t>
                      </a:r>
                      <a:r>
                        <a:rPr lang="en-US" sz="800" b="1" dirty="0">
                          <a:solidFill>
                            <a:srgbClr val="0070C0"/>
                          </a:solidFill>
                          <a:latin typeface="Calibri"/>
                          <a:ea typeface="Calibri"/>
                          <a:cs typeface="Calibri"/>
                          <a:sym typeface="Calibri"/>
                        </a:rPr>
                        <a:t>N4(6876’), </a:t>
                      </a:r>
                      <a:r>
                        <a:rPr lang="en-US" sz="800" b="1" dirty="0">
                          <a:solidFill>
                            <a:schemeClr val="dk1"/>
                          </a:solidFill>
                          <a:latin typeface="Calibri"/>
                          <a:ea typeface="Calibri"/>
                          <a:cs typeface="Calibri"/>
                          <a:sym typeface="Calibri"/>
                        </a:rPr>
                        <a:t>N5(8507‘)</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16R : </a:t>
                      </a:r>
                      <a:r>
                        <a:rPr lang="en-US" sz="800" b="1" dirty="0">
                          <a:solidFill>
                            <a:srgbClr val="0070C0"/>
                          </a:solidFill>
                          <a:latin typeface="Calibri"/>
                          <a:ea typeface="Calibri"/>
                          <a:cs typeface="Calibri"/>
                          <a:sym typeface="Calibri"/>
                        </a:rPr>
                        <a:t>P6(5597’), </a:t>
                      </a:r>
                      <a:r>
                        <a:rPr lang="en-US" sz="800" b="1" dirty="0">
                          <a:solidFill>
                            <a:schemeClr val="dk1"/>
                          </a:solidFill>
                          <a:latin typeface="Calibri"/>
                          <a:ea typeface="Calibri"/>
                          <a:cs typeface="Calibri"/>
                          <a:sym typeface="Calibri"/>
                        </a:rPr>
                        <a:t>P5(6574’), 16L : </a:t>
                      </a:r>
                      <a:r>
                        <a:rPr lang="en-US" sz="800" b="1" dirty="0">
                          <a:solidFill>
                            <a:srgbClr val="0070C0"/>
                          </a:solidFill>
                          <a:latin typeface="Calibri"/>
                          <a:ea typeface="Calibri"/>
                          <a:cs typeface="Calibri"/>
                          <a:sym typeface="Calibri"/>
                        </a:rPr>
                        <a:t>N3(7043‘), </a:t>
                      </a:r>
                      <a:r>
                        <a:rPr lang="en-US" sz="800" b="1" dirty="0">
                          <a:solidFill>
                            <a:schemeClr val="dk1"/>
                          </a:solidFill>
                          <a:latin typeface="Calibri"/>
                          <a:ea typeface="Calibri"/>
                          <a:cs typeface="Calibri"/>
                          <a:sym typeface="Calibri"/>
                        </a:rPr>
                        <a:t>N2(8444‘)</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altLang="ko-Kore-KR" sz="800" b="1" dirty="0">
                          <a:solidFill>
                            <a:srgbClr val="0070C0"/>
                          </a:solidFill>
                          <a:latin typeface="Calibri"/>
                          <a:ea typeface="Calibri"/>
                          <a:cs typeface="Calibri"/>
                          <a:sym typeface="Calibri"/>
                        </a:rPr>
                        <a:t>HIRO, </a:t>
                      </a:r>
                      <a:r>
                        <a:rPr lang="en-US" sz="800" dirty="0">
                          <a:latin typeface="Calibri"/>
                          <a:ea typeface="Calibri"/>
                          <a:cs typeface="Calibri"/>
                          <a:sym typeface="Calibri"/>
                        </a:rPr>
                        <a:t>Parr TAXI 10kts이상, </a:t>
                      </a:r>
                      <a:r>
                        <a:rPr lang="en-US" sz="800" b="1" dirty="0">
                          <a:solidFill>
                            <a:srgbClr val="0070C0"/>
                          </a:solidFill>
                          <a:latin typeface="Calibri"/>
                          <a:ea typeface="Calibri"/>
                          <a:cs typeface="Calibri"/>
                          <a:sym typeface="Calibri"/>
                        </a:rPr>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5" name="그래픽 4" descr="집 Wi-Fi에서 작업 단색으로 채워진">
            <a:hlinkClick r:id="" action="ppaction://hlinkshowjump?jump=firstslide"/>
            <a:extLst>
              <a:ext uri="{FF2B5EF4-FFF2-40B4-BE49-F238E27FC236}">
                <a16:creationId xmlns:a16="http://schemas.microsoft.com/office/drawing/2014/main" id="{8D7EE267-C02A-83CF-0254-EA24D2656D5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8887" y="3070275"/>
            <a:ext cx="457200" cy="457200"/>
          </a:xfrm>
          <a:prstGeom prst="rect">
            <a:avLst/>
          </a:prstGeom>
          <a:effectLst>
            <a:outerShdw blurRad="50800" dist="50800" dir="3660000" algn="ctr" rotWithShape="0">
              <a:schemeClr val="bg1">
                <a:alpha val="82714"/>
              </a:schemeClr>
            </a:outerShdw>
          </a:effectLst>
        </p:spPr>
      </p:pic>
      <p:pic>
        <p:nvPicPr>
          <p:cNvPr id="6" name="그림 5">
            <a:extLst>
              <a:ext uri="{FF2B5EF4-FFF2-40B4-BE49-F238E27FC236}">
                <a16:creationId xmlns:a16="http://schemas.microsoft.com/office/drawing/2014/main" id="{7B000F7F-F813-BE10-D64A-8391F9AD8B72}"/>
              </a:ext>
            </a:extLst>
          </p:cNvPr>
          <p:cNvPicPr>
            <a:picLocks noChangeAspect="1"/>
          </p:cNvPicPr>
          <p:nvPr/>
        </p:nvPicPr>
        <p:blipFill>
          <a:blip r:embed="rId8"/>
          <a:stretch>
            <a:fillRect/>
          </a:stretch>
        </p:blipFill>
        <p:spPr>
          <a:xfrm>
            <a:off x="-2501" y="2309619"/>
            <a:ext cx="827468" cy="610666"/>
          </a:xfrm>
          <a:prstGeom prst="rect">
            <a:avLst/>
          </a:prstGeom>
        </p:spPr>
      </p:pic>
    </p:spTree>
    <p:extLst>
      <p:ext uri="{BB962C8B-B14F-4D97-AF65-F5344CB8AC3E}">
        <p14:creationId xmlns:p14="http://schemas.microsoft.com/office/powerpoint/2010/main" val="352747426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oogle Shape;371;p27">
            <a:extLst>
              <a:ext uri="{FF2B5EF4-FFF2-40B4-BE49-F238E27FC236}">
                <a16:creationId xmlns:a16="http://schemas.microsoft.com/office/drawing/2014/main" id="{4D02F53F-7837-826A-0E25-CAC7064CE638}"/>
              </a:ext>
            </a:extLst>
          </p:cNvPr>
          <p:cNvGraphicFramePr/>
          <p:nvPr>
            <p:extLst>
              <p:ext uri="{D42A27DB-BD31-4B8C-83A1-F6EECF244321}">
                <p14:modId xmlns:p14="http://schemas.microsoft.com/office/powerpoint/2010/main" val="2474597054"/>
              </p:ext>
            </p:extLst>
          </p:nvPr>
        </p:nvGraphicFramePr>
        <p:xfrm>
          <a:off x="3659" y="7511"/>
          <a:ext cx="2306998" cy="1951367"/>
        </p:xfrm>
        <a:graphic>
          <a:graphicData uri="http://schemas.openxmlformats.org/drawingml/2006/table">
            <a:tbl>
              <a:tblPr firstRow="1" bandRow="1">
                <a:tableStyleId>{A521BE36-7E6F-4EC9-8D66-1CF97A6895EC}</a:tableStyleId>
              </a:tblPr>
              <a:tblGrid>
                <a:gridCol w="566738">
                  <a:extLst>
                    <a:ext uri="{9D8B030D-6E8A-4147-A177-3AD203B41FA5}">
                      <a16:colId xmlns:a16="http://schemas.microsoft.com/office/drawing/2014/main" val="20000"/>
                    </a:ext>
                  </a:extLst>
                </a:gridCol>
                <a:gridCol w="298336">
                  <a:extLst>
                    <a:ext uri="{9D8B030D-6E8A-4147-A177-3AD203B41FA5}">
                      <a16:colId xmlns:a16="http://schemas.microsoft.com/office/drawing/2014/main" val="20001"/>
                    </a:ext>
                  </a:extLst>
                </a:gridCol>
                <a:gridCol w="738188">
                  <a:extLst>
                    <a:ext uri="{9D8B030D-6E8A-4147-A177-3AD203B41FA5}">
                      <a16:colId xmlns:a16="http://schemas.microsoft.com/office/drawing/2014/main" val="197832846"/>
                    </a:ext>
                  </a:extLst>
                </a:gridCol>
                <a:gridCol w="703736">
                  <a:extLst>
                    <a:ext uri="{9D8B030D-6E8A-4147-A177-3AD203B41FA5}">
                      <a16:colId xmlns:a16="http://schemas.microsoft.com/office/drawing/2014/main" val="2845834582"/>
                    </a:ext>
                  </a:extLst>
                </a:gridCol>
              </a:tblGrid>
              <a:tr h="238275">
                <a:tc gridSpan="4">
                  <a:txBody>
                    <a:bodyPr/>
                    <a:lstStyle/>
                    <a:p>
                      <a:pPr marL="0" marR="0" lvl="0" indent="0" algn="ctr" rtl="0">
                        <a:spcBef>
                          <a:spcPts val="0"/>
                        </a:spcBef>
                        <a:spcAft>
                          <a:spcPts val="0"/>
                        </a:spcAft>
                        <a:buNone/>
                      </a:pPr>
                      <a:r>
                        <a:rPr lang="en-US" sz="1400" b="1" dirty="0"/>
                        <a:t>Differences</a:t>
                      </a:r>
                      <a:r>
                        <a:rPr lang="ko-KR" altLang="en-US" sz="1400" b="1" dirty="0"/>
                        <a:t> </a:t>
                      </a:r>
                      <a:r>
                        <a:rPr lang="en-US" altLang="ko-KR" sz="1100" b="1" dirty="0">
                          <a:solidFill>
                            <a:srgbClr val="FFC000"/>
                          </a:solidFill>
                        </a:rPr>
                        <a:t>(ATS</a:t>
                      </a:r>
                      <a:r>
                        <a:rPr lang="ko-KR" altLang="en-US" sz="1100" b="1" dirty="0">
                          <a:solidFill>
                            <a:srgbClr val="FFC000"/>
                          </a:solidFill>
                        </a:rPr>
                        <a:t> </a:t>
                      </a:r>
                      <a:r>
                        <a:rPr lang="en-US" altLang="ko-KR" sz="1100" b="1" dirty="0">
                          <a:solidFill>
                            <a:srgbClr val="FFC000"/>
                          </a:solidFill>
                        </a:rPr>
                        <a:t>A333)</a:t>
                      </a:r>
                      <a:endParaRPr sz="1200" b="1" dirty="0">
                        <a:solidFill>
                          <a:srgbClr val="FFC000"/>
                        </a:solidFill>
                      </a:endParaRPr>
                    </a:p>
                  </a:txBody>
                  <a:tcPr marL="0" marR="0" marT="0" marB="0"/>
                </a:tc>
                <a:tc hMerge="1">
                  <a:txBody>
                    <a:bodyPr/>
                    <a:lstStyle/>
                    <a:p>
                      <a:pPr marL="0" marR="0" lvl="0" indent="0" algn="ctr" rtl="0">
                        <a:spcBef>
                          <a:spcPts val="0"/>
                        </a:spcBef>
                        <a:spcAft>
                          <a:spcPts val="0"/>
                        </a:spcAft>
                        <a:buNone/>
                      </a:pPr>
                      <a:endParaRPr b="0" dirty="0"/>
                    </a:p>
                  </a:txBody>
                  <a:tcPr marL="0" marR="0" marT="0" marB="0"/>
                </a:tc>
                <a:tc hMerge="1">
                  <a:txBody>
                    <a:bodyPr/>
                    <a:lstStyle/>
                    <a:p>
                      <a:pPr marL="0" marR="0" lvl="0" indent="0" algn="ctr" rtl="0">
                        <a:spcBef>
                          <a:spcPts val="0"/>
                        </a:spcBef>
                        <a:spcAft>
                          <a:spcPts val="0"/>
                        </a:spcAft>
                        <a:buNone/>
                      </a:pPr>
                      <a:endParaRPr sz="1400" b="0" dirty="0"/>
                    </a:p>
                  </a:txBody>
                  <a:tcPr marL="0" marR="0" marT="0" marB="0"/>
                </a:tc>
                <a:tc hMerge="1">
                  <a:txBody>
                    <a:bodyPr/>
                    <a:lstStyle/>
                    <a:p>
                      <a:pPr marL="0" marR="0" lvl="0" indent="0" algn="ctr" rtl="0">
                        <a:spcBef>
                          <a:spcPts val="0"/>
                        </a:spcBef>
                        <a:spcAft>
                          <a:spcPts val="0"/>
                        </a:spcAft>
                        <a:buNone/>
                      </a:pPr>
                      <a:endParaRPr sz="1400" b="0" dirty="0"/>
                    </a:p>
                  </a:txBody>
                  <a:tcPr marL="0" marR="0" marT="0" marB="0"/>
                </a:tc>
                <a:extLst>
                  <a:ext uri="{0D108BD9-81ED-4DB2-BD59-A6C34878D82A}">
                    <a16:rowId xmlns:a16="http://schemas.microsoft.com/office/drawing/2014/main" val="1412390786"/>
                  </a:ext>
                </a:extLst>
              </a:tr>
              <a:tr h="306353">
                <a:tc>
                  <a:txBody>
                    <a:bodyPr/>
                    <a:lstStyle/>
                    <a:p>
                      <a:pPr marL="0" marR="0" lvl="0" indent="0" algn="ctr" rtl="0">
                        <a:spcBef>
                          <a:spcPts val="0"/>
                        </a:spcBef>
                        <a:spcAft>
                          <a:spcPts val="0"/>
                        </a:spcAft>
                        <a:buNone/>
                      </a:pPr>
                      <a:r>
                        <a:rPr lang="en-US" sz="1000" b="1" dirty="0"/>
                        <a:t>A322(5)</a:t>
                      </a:r>
                      <a:endParaRPr lang="en-US" sz="800" b="0" dirty="0"/>
                    </a:p>
                    <a:p>
                      <a:pPr marL="0" marR="0" lvl="0" indent="0" algn="ctr" rtl="0">
                        <a:spcBef>
                          <a:spcPts val="0"/>
                        </a:spcBef>
                        <a:spcAft>
                          <a:spcPts val="0"/>
                        </a:spcAft>
                        <a:buNone/>
                      </a:pPr>
                      <a:r>
                        <a:rPr lang="en-US" sz="800" b="0" dirty="0"/>
                        <a:t>HL7524-7551</a:t>
                      </a:r>
                      <a:endParaRPr sz="800" b="0" dirty="0"/>
                    </a:p>
                  </a:txBody>
                  <a:tcPr marL="0" marR="0" marT="0" marB="0" anchor="ctr"/>
                </a:tc>
                <a:tc rowSpan="2">
                  <a:txBody>
                    <a:bodyPr/>
                    <a:lstStyle/>
                    <a:p>
                      <a:pPr marL="0" marR="0" lvl="0" indent="0" algn="ctr" rtl="0">
                        <a:spcBef>
                          <a:spcPts val="0"/>
                        </a:spcBef>
                        <a:spcAft>
                          <a:spcPts val="0"/>
                        </a:spcAft>
                        <a:buNone/>
                      </a:pPr>
                      <a:r>
                        <a:rPr lang="en-US" sz="800" b="1" dirty="0">
                          <a:solidFill>
                            <a:srgbClr val="0070C0"/>
                          </a:solidFill>
                        </a:rPr>
                        <a:t>APMS</a:t>
                      </a:r>
                      <a:endParaRPr sz="800" b="1" dirty="0">
                        <a:solidFill>
                          <a:srgbClr val="0070C0"/>
                        </a:solidFill>
                      </a:endParaRPr>
                    </a:p>
                  </a:txBody>
                  <a:tcPr marL="0" marR="0" marT="0" marB="0" anchor="ctr"/>
                </a:tc>
                <a:tc rowSpan="2">
                  <a:txBody>
                    <a:bodyPr/>
                    <a:lstStyle/>
                    <a:p>
                      <a:pPr marL="0" marR="0" lvl="0" indent="0" algn="ctr" rtl="0">
                        <a:spcBef>
                          <a:spcPts val="0"/>
                        </a:spcBef>
                        <a:spcAft>
                          <a:spcPts val="0"/>
                        </a:spcAft>
                        <a:buNone/>
                      </a:pPr>
                      <a:r>
                        <a:rPr lang="en-US" sz="900" b="1" dirty="0"/>
                        <a:t>EY 252 (</a:t>
                      </a:r>
                      <a:r>
                        <a:rPr lang="en-US" sz="900" b="1" dirty="0">
                          <a:solidFill>
                            <a:srgbClr val="00B050"/>
                          </a:solidFill>
                        </a:rPr>
                        <a:t>151</a:t>
                      </a:r>
                      <a:r>
                        <a:rPr lang="en-US" sz="900" b="1" dirty="0"/>
                        <a:t>)</a:t>
                      </a:r>
                    </a:p>
                    <a:p>
                      <a:pPr marL="0" marR="0" lvl="0" indent="0" algn="ctr" rtl="0">
                        <a:spcBef>
                          <a:spcPts val="0"/>
                        </a:spcBef>
                        <a:spcAft>
                          <a:spcPts val="0"/>
                        </a:spcAft>
                        <a:buNone/>
                      </a:pPr>
                      <a:r>
                        <a:rPr lang="en-US" sz="900" b="1" dirty="0"/>
                        <a:t>EY 260 (</a:t>
                      </a:r>
                      <a:r>
                        <a:rPr lang="en-US" sz="900" b="1" dirty="0">
                          <a:solidFill>
                            <a:srgbClr val="00B050"/>
                          </a:solidFill>
                        </a:rPr>
                        <a:t>156</a:t>
                      </a:r>
                      <a:r>
                        <a:rPr lang="en-US" sz="900" b="1" dirty="0"/>
                        <a:t>)</a:t>
                      </a:r>
                      <a:endParaRPr lang="en-US" sz="900" b="1" dirty="0">
                        <a:solidFill>
                          <a:srgbClr val="0070C0"/>
                        </a:solidFill>
                      </a:endParaRPr>
                    </a:p>
                  </a:txBody>
                  <a:tcPr marL="0" marR="0" marT="0" marB="0" anchor="ctr"/>
                </a:tc>
                <a:tc rowSpan="4">
                  <a:txBody>
                    <a:bodyPr/>
                    <a:lstStyle/>
                    <a:p>
                      <a:pPr marL="0" marR="0" lvl="0" indent="0" algn="ctr" rtl="0">
                        <a:spcBef>
                          <a:spcPts val="0"/>
                        </a:spcBef>
                        <a:spcAft>
                          <a:spcPts val="0"/>
                        </a:spcAft>
                        <a:buNone/>
                      </a:pPr>
                      <a:r>
                        <a:rPr lang="en-US" sz="800" b="1" dirty="0">
                          <a:solidFill>
                            <a:srgbClr val="0070C0"/>
                          </a:solidFill>
                        </a:rPr>
                        <a:t>Total </a:t>
                      </a:r>
                    </a:p>
                    <a:p>
                      <a:pPr marL="0" marR="0" lvl="0" indent="0" algn="ctr" rtl="0">
                        <a:spcBef>
                          <a:spcPts val="0"/>
                        </a:spcBef>
                        <a:spcAft>
                          <a:spcPts val="0"/>
                        </a:spcAft>
                        <a:buNone/>
                      </a:pPr>
                      <a:r>
                        <a:rPr lang="en-US" sz="800" b="1" dirty="0">
                          <a:solidFill>
                            <a:srgbClr val="0070C0"/>
                          </a:solidFill>
                        </a:rPr>
                        <a:t>PAX 200 NOR</a:t>
                      </a:r>
                    </a:p>
                    <a:p>
                      <a:pPr marL="0" marR="0" lvl="0" indent="0" algn="ctr" rtl="0">
                        <a:spcBef>
                          <a:spcPts val="0"/>
                        </a:spcBef>
                        <a:spcAft>
                          <a:spcPts val="0"/>
                        </a:spcAft>
                        <a:buNone/>
                      </a:pPr>
                      <a:endParaRPr lang="en-US" sz="800" b="1" dirty="0">
                        <a:solidFill>
                          <a:srgbClr val="0070C0"/>
                        </a:solidFill>
                      </a:endParaRPr>
                    </a:p>
                    <a:p>
                      <a:pPr marL="0" marR="0" lvl="0" indent="0" algn="ctr" rtl="0">
                        <a:spcBef>
                          <a:spcPts val="0"/>
                        </a:spcBef>
                        <a:spcAft>
                          <a:spcPts val="0"/>
                        </a:spcAft>
                        <a:buNone/>
                      </a:pPr>
                      <a:r>
                        <a:rPr lang="en-US" sz="700" b="1" dirty="0">
                          <a:solidFill>
                            <a:schemeClr val="bg1"/>
                          </a:solidFill>
                        </a:rPr>
                        <a:t>CHK OFP PAX No</a:t>
                      </a:r>
                    </a:p>
                    <a:p>
                      <a:pPr marL="0" marR="0" lvl="0" indent="0" algn="ctr" rtl="0">
                        <a:spcBef>
                          <a:spcPts val="0"/>
                        </a:spcBef>
                        <a:spcAft>
                          <a:spcPts val="0"/>
                        </a:spcAft>
                        <a:buNone/>
                      </a:pPr>
                      <a:endParaRPr lang="en-US" sz="700" b="1" dirty="0">
                        <a:solidFill>
                          <a:schemeClr val="bg1"/>
                        </a:solidFill>
                      </a:endParaRPr>
                    </a:p>
                    <a:p>
                      <a:pPr marL="0" marR="0" lvl="0" indent="0" algn="ctr" rtl="0">
                        <a:spcBef>
                          <a:spcPts val="0"/>
                        </a:spcBef>
                        <a:spcAft>
                          <a:spcPts val="0"/>
                        </a:spcAft>
                        <a:buNone/>
                      </a:pPr>
                      <a:r>
                        <a:rPr lang="en-US" sz="700" b="1" dirty="0">
                          <a:solidFill>
                            <a:srgbClr val="00B050"/>
                          </a:solidFill>
                        </a:rPr>
                        <a:t>HL 80xx </a:t>
                      </a:r>
                    </a:p>
                    <a:p>
                      <a:pPr marL="0" marR="0" lvl="0" indent="0" algn="ctr" rtl="0">
                        <a:spcBef>
                          <a:spcPts val="0"/>
                        </a:spcBef>
                        <a:spcAft>
                          <a:spcPts val="0"/>
                        </a:spcAft>
                        <a:buNone/>
                      </a:pPr>
                      <a:r>
                        <a:rPr lang="en-US" sz="700" b="1" dirty="0">
                          <a:solidFill>
                            <a:srgbClr val="00B050"/>
                          </a:solidFill>
                        </a:rPr>
                        <a:t>PAX AUTO</a:t>
                      </a:r>
                    </a:p>
                    <a:p>
                      <a:pPr marL="0" marR="0" lvl="0" indent="0" algn="ctr" rtl="0">
                        <a:spcBef>
                          <a:spcPts val="0"/>
                        </a:spcBef>
                        <a:spcAft>
                          <a:spcPts val="0"/>
                        </a:spcAft>
                        <a:buNone/>
                      </a:pPr>
                      <a:endParaRPr lang="en-US" sz="700" b="1" dirty="0">
                        <a:solidFill>
                          <a:srgbClr val="00B050"/>
                        </a:solidFill>
                      </a:endParaRPr>
                    </a:p>
                    <a:p>
                      <a:pPr marL="0" marR="0" lvl="0" indent="0" algn="ctr" rtl="0">
                        <a:spcBef>
                          <a:spcPts val="0"/>
                        </a:spcBef>
                        <a:spcAft>
                          <a:spcPts val="0"/>
                        </a:spcAft>
                        <a:buNone/>
                      </a:pPr>
                      <a:r>
                        <a:rPr lang="en-US" sz="700" b="1" dirty="0">
                          <a:solidFill>
                            <a:srgbClr val="AA47F5"/>
                          </a:solidFill>
                        </a:rPr>
                        <a:t>Enhanced</a:t>
                      </a:r>
                    </a:p>
                    <a:p>
                      <a:pPr marL="0" marR="0" lvl="0" indent="0" algn="ctr" rtl="0">
                        <a:spcBef>
                          <a:spcPts val="0"/>
                        </a:spcBef>
                        <a:spcAft>
                          <a:spcPts val="0"/>
                        </a:spcAft>
                        <a:buNone/>
                      </a:pPr>
                      <a:r>
                        <a:rPr lang="en-US" sz="700" b="1" dirty="0">
                          <a:solidFill>
                            <a:srgbClr val="AA47F5"/>
                          </a:solidFill>
                        </a:rPr>
                        <a:t>TRIM AUTO</a:t>
                      </a:r>
                      <a:endParaRPr sz="700" b="1" dirty="0">
                        <a:solidFill>
                          <a:srgbClr val="AA47F5"/>
                        </a:solidFill>
                      </a:endParaRPr>
                    </a:p>
                  </a:txBody>
                  <a:tcPr marL="0" marR="0" marT="0" marB="0" anchor="ctr"/>
                </a:tc>
                <a:extLst>
                  <a:ext uri="{0D108BD9-81ED-4DB2-BD59-A6C34878D82A}">
                    <a16:rowId xmlns:a16="http://schemas.microsoft.com/office/drawing/2014/main" val="10000"/>
                  </a:ext>
                </a:extLst>
              </a:tr>
              <a:tr h="306353">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1000" b="1" i="0" u="none" strike="noStrike" kern="1200" cap="none" spc="0" normalizeH="0" baseline="0" noProof="0" dirty="0">
                          <a:ln>
                            <a:noFill/>
                          </a:ln>
                          <a:solidFill>
                            <a:prstClr val="black"/>
                          </a:solidFill>
                          <a:effectLst/>
                          <a:uLnTx/>
                          <a:uFillTx/>
                          <a:latin typeface="Calibri"/>
                          <a:cs typeface="Calibri"/>
                        </a:rPr>
                        <a:t>A323(11)</a:t>
                      </a:r>
                      <a:endParaRPr kumimoji="0" lang="en-US" altLang="ko-Kore-KR" sz="800"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HL7553-7720</a:t>
                      </a:r>
                    </a:p>
                  </a:txBody>
                  <a:tcPr marL="0" marR="0" marT="0" marB="0" anchor="ctr"/>
                </a:tc>
                <a:tc vMerge="1">
                  <a:txBody>
                    <a:bodyPr/>
                    <a:lstStyle/>
                    <a:p>
                      <a:pPr marL="0" marR="0" lvl="0" indent="0" algn="ctr" rtl="0">
                        <a:spcBef>
                          <a:spcPts val="0"/>
                        </a:spcBef>
                        <a:spcAft>
                          <a:spcPts val="0"/>
                        </a:spcAft>
                        <a:buNone/>
                      </a:pPr>
                      <a:endParaRPr sz="800" b="1" dirty="0">
                        <a:solidFill>
                          <a:srgbClr val="0070C0"/>
                        </a:solidFill>
                      </a:endParaRPr>
                    </a:p>
                  </a:txBody>
                  <a:tcPr marL="0" marR="0" marT="0" marB="0" anchor="ctr"/>
                </a:tc>
                <a:tc vMerge="1">
                  <a:txBody>
                    <a:bodyPr/>
                    <a:lstStyle/>
                    <a:p>
                      <a:pPr marL="0" marR="0" lvl="0" indent="0" algn="ctr" rtl="0">
                        <a:spcBef>
                          <a:spcPts val="0"/>
                        </a:spcBef>
                        <a:spcAft>
                          <a:spcPts val="0"/>
                        </a:spcAft>
                        <a:buNone/>
                      </a:pPr>
                      <a:endParaRPr lang="en-US" sz="800" b="0" dirty="0">
                        <a:solidFill>
                          <a:srgbClr val="0070C0"/>
                        </a:solidFill>
                      </a:endParaRPr>
                    </a:p>
                  </a:txBody>
                  <a:tcPr marL="0" marR="0" marT="0" marB="0" anchor="ctr"/>
                </a:tc>
                <a:tc vMerge="1">
                  <a:txBody>
                    <a:bodyPr/>
                    <a:lstStyle/>
                    <a:p>
                      <a:endParaRPr lang="ko-Kore-KR" altLang="en-US"/>
                    </a:p>
                  </a:txBody>
                  <a:tcPr/>
                </a:tc>
                <a:extLst>
                  <a:ext uri="{0D108BD9-81ED-4DB2-BD59-A6C34878D82A}">
                    <a16:rowId xmlns:a16="http://schemas.microsoft.com/office/drawing/2014/main" val="3285894375"/>
                  </a:ext>
                </a:extLst>
              </a:tr>
              <a:tr h="306353">
                <a:tc>
                  <a:txBody>
                    <a:bodyPr/>
                    <a:lstStyle/>
                    <a:p>
                      <a:pPr marL="0" marR="0" lvl="0" indent="0" algn="ctr" rtl="0">
                        <a:spcBef>
                          <a:spcPts val="0"/>
                        </a:spcBef>
                        <a:spcAft>
                          <a:spcPts val="0"/>
                        </a:spcAft>
                        <a:buNone/>
                      </a:pPr>
                      <a:r>
                        <a:rPr lang="en-US" sz="1000" b="1" dirty="0"/>
                        <a:t>A223E(3)</a:t>
                      </a:r>
                    </a:p>
                    <a:p>
                      <a:pPr marL="0" marR="0" lvl="0" indent="0" algn="ctr" rtl="0">
                        <a:spcBef>
                          <a:spcPts val="0"/>
                        </a:spcBef>
                        <a:spcAft>
                          <a:spcPts val="0"/>
                        </a:spcAft>
                        <a:buNone/>
                      </a:pPr>
                      <a:r>
                        <a:rPr lang="en-US" sz="800" dirty="0"/>
                        <a:t>HL82xx</a:t>
                      </a:r>
                      <a:endParaRPr sz="800" dirty="0"/>
                    </a:p>
                  </a:txBody>
                  <a:tcPr marL="0" marR="0" marT="0" marB="0" anchor="ctr"/>
                </a:tc>
                <a:tc>
                  <a:txBody>
                    <a:bodyPr/>
                    <a:lstStyle/>
                    <a:p>
                      <a:pPr marL="0" marR="0" lvl="0" indent="0" algn="ctr" rtl="0">
                        <a:spcBef>
                          <a:spcPts val="0"/>
                        </a:spcBef>
                        <a:spcAft>
                          <a:spcPts val="0"/>
                        </a:spcAft>
                        <a:buNone/>
                      </a:pPr>
                      <a:r>
                        <a:rPr lang="en-US" sz="800" b="1" dirty="0">
                          <a:solidFill>
                            <a:srgbClr val="0070C0"/>
                          </a:solidFill>
                        </a:rPr>
                        <a:t>APMS</a:t>
                      </a:r>
                    </a:p>
                    <a:p>
                      <a:pPr marL="0" marR="0" lvl="0" indent="0" algn="ctr" rtl="0">
                        <a:spcBef>
                          <a:spcPts val="0"/>
                        </a:spcBef>
                        <a:spcAft>
                          <a:spcPts val="0"/>
                        </a:spcAft>
                        <a:buNone/>
                      </a:pPr>
                      <a:r>
                        <a:rPr lang="en-US" sz="800" b="1" dirty="0">
                          <a:solidFill>
                            <a:srgbClr val="0070C0"/>
                          </a:solidFill>
                        </a:rPr>
                        <a:t>-2.5</a:t>
                      </a:r>
                      <a:endParaRPr sz="8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1" dirty="0"/>
                        <a:t>EY 188 (</a:t>
                      </a:r>
                      <a:r>
                        <a:rPr lang="en-US" sz="900" b="1" dirty="0">
                          <a:solidFill>
                            <a:srgbClr val="00B050"/>
                          </a:solidFill>
                        </a:rPr>
                        <a:t>112</a:t>
                      </a:r>
                      <a:r>
                        <a:rPr lang="en-US" sz="900" b="1" dirty="0"/>
                        <a:t>)</a:t>
                      </a:r>
                    </a:p>
                  </a:txBody>
                  <a:tcPr marL="0" marR="0" marT="0" marB="0" anchor="ctr"/>
                </a:tc>
                <a:tc vMerge="1">
                  <a:txBody>
                    <a:bodyPr/>
                    <a:lstStyle/>
                    <a:p>
                      <a:pPr marL="0" marR="0" lvl="0" indent="0" algn="ctr" rtl="0">
                        <a:spcBef>
                          <a:spcPts val="0"/>
                        </a:spcBef>
                        <a:spcAft>
                          <a:spcPts val="0"/>
                        </a:spcAft>
                        <a:buNone/>
                      </a:pPr>
                      <a:endParaRPr lang="en-US" sz="900" dirty="0"/>
                    </a:p>
                  </a:txBody>
                  <a:tcPr marL="0" marR="0" marT="0" marB="0" anchor="ctr"/>
                </a:tc>
                <a:extLst>
                  <a:ext uri="{0D108BD9-81ED-4DB2-BD59-A6C34878D82A}">
                    <a16:rowId xmlns:a16="http://schemas.microsoft.com/office/drawing/2014/main" val="10001"/>
                  </a:ext>
                </a:extLst>
              </a:tr>
              <a:tr h="306353">
                <a:tc>
                  <a:txBody>
                    <a:bodyPr/>
                    <a:lstStyle/>
                    <a:p>
                      <a:pPr marL="0" marR="0" lvl="0" indent="0" algn="ctr" rtl="0">
                        <a:spcBef>
                          <a:spcPts val="0"/>
                        </a:spcBef>
                        <a:spcAft>
                          <a:spcPts val="0"/>
                        </a:spcAft>
                        <a:buNone/>
                      </a:pPr>
                      <a:r>
                        <a:rPr lang="en-US" sz="1000" b="1" dirty="0"/>
                        <a:t>A323E(6)</a:t>
                      </a:r>
                    </a:p>
                    <a:p>
                      <a:pPr marL="0" marR="0" lvl="0" indent="0" algn="ctr" rtl="0">
                        <a:spcBef>
                          <a:spcPts val="0"/>
                        </a:spcBef>
                        <a:spcAft>
                          <a:spcPts val="0"/>
                        </a:spcAft>
                        <a:buNone/>
                      </a:pPr>
                      <a:r>
                        <a:rPr lang="en-US" sz="800" dirty="0"/>
                        <a:t>HL80xx</a:t>
                      </a:r>
                    </a:p>
                    <a:p>
                      <a:pPr marL="0" marR="0" lvl="0" indent="0" algn="ctr" rtl="0">
                        <a:spcBef>
                          <a:spcPts val="0"/>
                        </a:spcBef>
                        <a:spcAft>
                          <a:spcPts val="0"/>
                        </a:spcAft>
                        <a:buNone/>
                      </a:pPr>
                      <a:r>
                        <a:rPr lang="en-US" sz="700" dirty="0">
                          <a:solidFill>
                            <a:srgbClr val="AA47F5"/>
                          </a:solidFill>
                        </a:rPr>
                        <a:t>RNP AR, OANS</a:t>
                      </a:r>
                    </a:p>
                    <a:p>
                      <a:pPr marL="0" marR="0" lvl="0" indent="0" algn="ctr" rtl="0">
                        <a:spcBef>
                          <a:spcPts val="0"/>
                        </a:spcBef>
                        <a:spcAft>
                          <a:spcPts val="0"/>
                        </a:spcAft>
                        <a:buNone/>
                      </a:pPr>
                      <a:r>
                        <a:rPr lang="en-US" sz="700" dirty="0">
                          <a:solidFill>
                            <a:srgbClr val="AA47F5"/>
                          </a:solidFill>
                        </a:rPr>
                        <a:t>PAX AUTO</a:t>
                      </a:r>
                    </a:p>
                  </a:txBody>
                  <a:tcPr marL="0" marR="0" marT="0" marB="0" anchor="ctr"/>
                </a:tc>
                <a:tc>
                  <a:txBody>
                    <a:bodyPr/>
                    <a:lstStyle/>
                    <a:p>
                      <a:pPr marL="0" marR="0" lvl="0" indent="0" algn="ctr" rtl="0">
                        <a:spcBef>
                          <a:spcPts val="0"/>
                        </a:spcBef>
                        <a:spcAft>
                          <a:spcPts val="0"/>
                        </a:spcAft>
                        <a:buNone/>
                      </a:pPr>
                      <a:r>
                        <a:rPr lang="en-US" sz="800" b="1" dirty="0">
                          <a:solidFill>
                            <a:srgbClr val="0070C0"/>
                          </a:solidFill>
                        </a:rPr>
                        <a:t>APMS</a:t>
                      </a:r>
                    </a:p>
                    <a:p>
                      <a:pPr marL="0" marR="0" lvl="0" indent="0" algn="ctr" rtl="0">
                        <a:spcBef>
                          <a:spcPts val="0"/>
                        </a:spcBef>
                        <a:spcAft>
                          <a:spcPts val="0"/>
                        </a:spcAft>
                        <a:buNone/>
                      </a:pPr>
                      <a:r>
                        <a:rPr lang="en-US" sz="800" b="1" dirty="0">
                          <a:solidFill>
                            <a:srgbClr val="0070C0"/>
                          </a:solidFill>
                        </a:rPr>
                        <a:t>-1.5</a:t>
                      </a:r>
                      <a:endParaRPr sz="8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altLang="ko-Kore-KR" sz="900" b="1" dirty="0">
                          <a:solidFill>
                            <a:schemeClr val="bg1"/>
                          </a:solidFill>
                        </a:rPr>
                        <a:t>EY 248 (</a:t>
                      </a:r>
                      <a:r>
                        <a:rPr lang="en-US" altLang="ko-Kore-KR" sz="900" b="1" dirty="0">
                          <a:solidFill>
                            <a:srgbClr val="00B050"/>
                          </a:solidFill>
                        </a:rPr>
                        <a:t>148</a:t>
                      </a:r>
                      <a:r>
                        <a:rPr lang="en-US" altLang="ko-Kore-KR" sz="900" b="1" dirty="0">
                          <a:solidFill>
                            <a:schemeClr val="bg1"/>
                          </a:solidFill>
                        </a:rPr>
                        <a:t>)</a:t>
                      </a:r>
                    </a:p>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srgbClr val="C00000"/>
                          </a:solidFill>
                          <a:effectLst/>
                          <a:uLnTx/>
                          <a:uFillTx/>
                          <a:latin typeface="Calibri"/>
                          <a:cs typeface="Calibri"/>
                        </a:rPr>
                        <a:t>HL8001 RNP AR</a:t>
                      </a:r>
                      <a:r>
                        <a:rPr kumimoji="0" lang="ko-KR" altLang="en-US" sz="800" b="0" i="0" u="none" strike="noStrike" kern="1200" cap="none" spc="0" normalizeH="0" baseline="0" noProof="0" dirty="0">
                          <a:ln>
                            <a:noFill/>
                          </a:ln>
                          <a:solidFill>
                            <a:srgbClr val="C00000"/>
                          </a:solidFill>
                          <a:effectLst/>
                          <a:uLnTx/>
                          <a:uFillTx/>
                          <a:latin typeface="Calibri"/>
                          <a:cs typeface="Calibri"/>
                        </a:rPr>
                        <a:t> </a:t>
                      </a:r>
                      <a:r>
                        <a:rPr kumimoji="0" lang="en-US" altLang="ko-KR" sz="800" b="0" i="0" u="none" strike="noStrike" kern="1200" cap="none" spc="0" normalizeH="0" baseline="0" noProof="0" dirty="0">
                          <a:ln>
                            <a:noFill/>
                          </a:ln>
                          <a:solidFill>
                            <a:srgbClr val="C00000"/>
                          </a:solidFill>
                          <a:effectLst/>
                          <a:uLnTx/>
                          <a:uFillTx/>
                          <a:latin typeface="Calibri"/>
                          <a:cs typeface="Calibri"/>
                        </a:rPr>
                        <a:t>X</a:t>
                      </a:r>
                      <a:endParaRPr kumimoji="0" lang="en-US" altLang="ko-Kore-KR" sz="800" b="0" i="0" u="none" strike="noStrike" kern="1200" cap="none" spc="0" normalizeH="0" baseline="0" noProof="0" dirty="0">
                        <a:ln>
                          <a:noFill/>
                        </a:ln>
                        <a:solidFill>
                          <a:srgbClr val="C00000"/>
                        </a:solidFill>
                        <a:effectLst/>
                        <a:uLnTx/>
                        <a:uFillTx/>
                        <a:latin typeface="Calibri"/>
                        <a:cs typeface="Calibri"/>
                      </a:endParaRPr>
                    </a:p>
                  </a:txBody>
                  <a:tcPr marL="0" marR="0" marT="0" marB="0" anchor="ctr"/>
                </a:tc>
                <a:tc vMerge="1">
                  <a:txBody>
                    <a:bodyPr/>
                    <a:lstStyle/>
                    <a:p>
                      <a:pPr marL="0" marR="0" lvl="0" indent="0" algn="ctr" rtl="0">
                        <a:spcBef>
                          <a:spcPts val="0"/>
                        </a:spcBef>
                        <a:spcAft>
                          <a:spcPts val="0"/>
                        </a:spcAft>
                        <a:buNone/>
                      </a:pPr>
                      <a:endParaRPr lang="en-US" altLang="ko-Kore-KR" sz="800" dirty="0">
                        <a:solidFill>
                          <a:srgbClr val="0070C0"/>
                        </a:solidFill>
                      </a:endParaRPr>
                    </a:p>
                  </a:txBody>
                  <a:tcPr marL="0" marR="0" marT="0" marB="0" anchor="ctr"/>
                </a:tc>
                <a:extLst>
                  <a:ext uri="{0D108BD9-81ED-4DB2-BD59-A6C34878D82A}">
                    <a16:rowId xmlns:a16="http://schemas.microsoft.com/office/drawing/2014/main" val="1495032429"/>
                  </a:ext>
                </a:extLst>
              </a:tr>
              <a:tr h="306353">
                <a:tc gridSpan="2">
                  <a:txBody>
                    <a:bodyPr/>
                    <a:lstStyle/>
                    <a:p>
                      <a:pPr marL="0" marR="0" lvl="0" indent="0" algn="ctr" rtl="0">
                        <a:spcBef>
                          <a:spcPts val="0"/>
                        </a:spcBef>
                        <a:spcAft>
                          <a:spcPts val="0"/>
                        </a:spcAft>
                        <a:buNone/>
                      </a:pPr>
                      <a:r>
                        <a:rPr lang="en-US" sz="800" b="1" dirty="0">
                          <a:solidFill>
                            <a:schemeClr val="tx1"/>
                          </a:solidFill>
                        </a:rPr>
                        <a:t>ENG START</a:t>
                      </a:r>
                      <a:endParaRPr sz="800" b="1" dirty="0">
                        <a:solidFill>
                          <a:schemeClr val="tx1"/>
                        </a:solidFill>
                      </a:endParaRPr>
                    </a:p>
                  </a:txBody>
                  <a:tcPr marL="0" marR="0" marT="0" marB="0" anchor="ctr">
                    <a:solidFill>
                      <a:schemeClr val="accent1"/>
                    </a:solidFill>
                  </a:tcPr>
                </a:tc>
                <a:tc hMerge="1">
                  <a:txBody>
                    <a:bodyPr/>
                    <a:lstStyle/>
                    <a:p>
                      <a:pPr marL="0" marR="0" lvl="0" indent="0" algn="ctr" rtl="0">
                        <a:spcBef>
                          <a:spcPts val="0"/>
                        </a:spcBef>
                        <a:spcAft>
                          <a:spcPts val="0"/>
                        </a:spcAft>
                        <a:buNone/>
                      </a:pPr>
                      <a:endParaRPr sz="8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altLang="ko-Kore-KR" sz="800" b="1" dirty="0">
                          <a:solidFill>
                            <a:schemeClr val="bg1"/>
                          </a:solidFill>
                        </a:rPr>
                        <a:t>HL7xxx 43-48%</a:t>
                      </a:r>
                    </a:p>
                  </a:txBody>
                  <a:tcPr marL="0" marR="0" marT="0" marB="0" anchor="ctr"/>
                </a:tc>
                <a:tc>
                  <a:txBody>
                    <a:bodyPr/>
                    <a:lstStyle/>
                    <a:p>
                      <a:pPr marL="0" marR="0" lvl="0" indent="0" algn="ctr" rtl="0">
                        <a:spcBef>
                          <a:spcPts val="0"/>
                        </a:spcBef>
                        <a:spcAft>
                          <a:spcPts val="0"/>
                        </a:spcAft>
                        <a:buNone/>
                      </a:pPr>
                      <a:r>
                        <a:rPr lang="en-US" sz="800" b="1" dirty="0">
                          <a:solidFill>
                            <a:schemeClr val="bg1"/>
                          </a:solidFill>
                        </a:rPr>
                        <a:t>HL8xxx 52-54%</a:t>
                      </a:r>
                      <a:endParaRPr sz="800" b="1" dirty="0">
                        <a:solidFill>
                          <a:schemeClr val="bg1"/>
                        </a:solidFill>
                      </a:endParaRPr>
                    </a:p>
                  </a:txBody>
                  <a:tcPr marL="0" marR="0" marT="0" marB="0" anchor="ctr"/>
                </a:tc>
                <a:extLst>
                  <a:ext uri="{0D108BD9-81ED-4DB2-BD59-A6C34878D82A}">
                    <a16:rowId xmlns:a16="http://schemas.microsoft.com/office/drawing/2014/main" val="1204448837"/>
                  </a:ext>
                </a:extLst>
              </a:tr>
            </a:tbl>
          </a:graphicData>
        </a:graphic>
      </p:graphicFrame>
      <p:grpSp>
        <p:nvGrpSpPr>
          <p:cNvPr id="9" name="그룹 8">
            <a:extLst>
              <a:ext uri="{FF2B5EF4-FFF2-40B4-BE49-F238E27FC236}">
                <a16:creationId xmlns:a16="http://schemas.microsoft.com/office/drawing/2014/main" id="{8E2D29D6-2193-A648-AE53-8E22D516BC89}"/>
              </a:ext>
            </a:extLst>
          </p:cNvPr>
          <p:cNvGrpSpPr/>
          <p:nvPr/>
        </p:nvGrpSpPr>
        <p:grpSpPr>
          <a:xfrm>
            <a:off x="0" y="2014795"/>
            <a:ext cx="2328863" cy="1190611"/>
            <a:chOff x="0" y="1862173"/>
            <a:chExt cx="2328863" cy="1190611"/>
          </a:xfrm>
        </p:grpSpPr>
        <p:grpSp>
          <p:nvGrpSpPr>
            <p:cNvPr id="6" name="그룹 5">
              <a:extLst>
                <a:ext uri="{FF2B5EF4-FFF2-40B4-BE49-F238E27FC236}">
                  <a16:creationId xmlns:a16="http://schemas.microsoft.com/office/drawing/2014/main" id="{E6E774DD-7707-C18D-7D47-F7C6304A48E6}"/>
                </a:ext>
              </a:extLst>
            </p:cNvPr>
            <p:cNvGrpSpPr/>
            <p:nvPr/>
          </p:nvGrpSpPr>
          <p:grpSpPr>
            <a:xfrm>
              <a:off x="0" y="1862173"/>
              <a:ext cx="2328863" cy="1190611"/>
              <a:chOff x="0" y="1862173"/>
              <a:chExt cx="2328863" cy="1190611"/>
            </a:xfrm>
          </p:grpSpPr>
          <p:grpSp>
            <p:nvGrpSpPr>
              <p:cNvPr id="3" name="그룹 2">
                <a:extLst>
                  <a:ext uri="{FF2B5EF4-FFF2-40B4-BE49-F238E27FC236}">
                    <a16:creationId xmlns:a16="http://schemas.microsoft.com/office/drawing/2014/main" id="{3BE6A6AA-987E-10E1-F9A8-89FCBA32AFA9}"/>
                  </a:ext>
                </a:extLst>
              </p:cNvPr>
              <p:cNvGrpSpPr/>
              <p:nvPr/>
            </p:nvGrpSpPr>
            <p:grpSpPr>
              <a:xfrm>
                <a:off x="0" y="1862173"/>
                <a:ext cx="2328863" cy="1190611"/>
                <a:chOff x="0" y="1772965"/>
                <a:chExt cx="2328863" cy="1190611"/>
              </a:xfrm>
            </p:grpSpPr>
            <p:pic>
              <p:nvPicPr>
                <p:cNvPr id="1026" name="Picture 2" descr="AIRCRAFT DIFFERENCES &#10;PRINCIPAL DIMENSION &#10;A330-3001300E &#10;63.69 m &#10;208.92 ft &#10;60.30 m &#10;197.83 ft &#10;16.83 m &#10;55.25 ft &#10;25.37 m &#10;83.25 ft &#10;10.68 m &#10;35.08 ft &#10;A330-200 1 200E &#10;LENGTH &#10;WING SPAN &#10;HEIGHT &#10;WHEEL BASE &#10;WHEEL TREAD &#10;58.37 m &#10;60.30 m &#10;17.80 m / &#10;17.30 m &#10;22.18 m &#10;10.68 m &#10;191.25 ft &#10;197.83 ft &#10;58.42 ft/ &#10;56.67 ft &#10;72.75 ft &#10;35.08 ft &#10;Refer to FCOM DSC-20-20 Principal Dimensions ">
                  <a:extLst>
                    <a:ext uri="{FF2B5EF4-FFF2-40B4-BE49-F238E27FC236}">
                      <a16:creationId xmlns:a16="http://schemas.microsoft.com/office/drawing/2014/main" id="{F259DAB8-9767-8A55-9C6D-43D00F9887B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113"/>
                <a:stretch/>
              </p:blipFill>
              <p:spPr bwMode="auto">
                <a:xfrm>
                  <a:off x="0" y="1793903"/>
                  <a:ext cx="2328863" cy="116967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78F22F8-477B-8EEA-D382-745299F020BE}"/>
                    </a:ext>
                  </a:extLst>
                </p:cNvPr>
                <p:cNvSpPr txBox="1"/>
                <p:nvPr/>
              </p:nvSpPr>
              <p:spPr>
                <a:xfrm>
                  <a:off x="1123799" y="1772965"/>
                  <a:ext cx="1043876" cy="246221"/>
                </a:xfrm>
                <a:prstGeom prst="rect">
                  <a:avLst/>
                </a:prstGeom>
                <a:noFill/>
              </p:spPr>
              <p:txBody>
                <a:bodyPr wrap="none" rtlCol="0">
                  <a:spAutoFit/>
                </a:bodyPr>
                <a:lstStyle/>
                <a:p>
                  <a:r>
                    <a:rPr kumimoji="1" lang="en-US" altLang="ko-Kore-KR" sz="500" b="1" dirty="0">
                      <a:solidFill>
                        <a:srgbClr val="0070C0"/>
                      </a:solidFill>
                      <a:latin typeface="Arial" panose="020B0604020202020204" pitchFamily="34" charset="0"/>
                      <a:cs typeface="Arial" panose="020B0604020202020204" pitchFamily="34" charset="0"/>
                    </a:rPr>
                    <a:t>WINGSPAN : ICAO E, FAA V</a:t>
                  </a:r>
                </a:p>
                <a:p>
                  <a:r>
                    <a:rPr kumimoji="1" lang="en-US" altLang="ko-Kore-KR" sz="500" b="1" dirty="0">
                      <a:solidFill>
                        <a:srgbClr val="0070C0"/>
                      </a:solidFill>
                      <a:latin typeface="Arial" panose="020B0604020202020204" pitchFamily="34" charset="0"/>
                      <a:cs typeface="Arial" panose="020B0604020202020204" pitchFamily="34" charset="0"/>
                    </a:rPr>
                    <a:t>Weight CAT : Heavy</a:t>
                  </a:r>
                  <a:endParaRPr kumimoji="1" lang="ko-Kore-KR" altLang="en-US" sz="500" b="1" dirty="0">
                    <a:solidFill>
                      <a:srgbClr val="0070C0"/>
                    </a:solidFill>
                    <a:latin typeface="Arial" panose="020B0604020202020204" pitchFamily="34" charset="0"/>
                    <a:cs typeface="Arial" panose="020B0604020202020204" pitchFamily="34" charset="0"/>
                  </a:endParaRPr>
                </a:p>
              </p:txBody>
            </p:sp>
          </p:grpSp>
          <p:sp>
            <p:nvSpPr>
              <p:cNvPr id="5" name="TextBox 4">
                <a:extLst>
                  <a:ext uri="{FF2B5EF4-FFF2-40B4-BE49-F238E27FC236}">
                    <a16:creationId xmlns:a16="http://schemas.microsoft.com/office/drawing/2014/main" id="{D511136D-3120-4FDA-C601-570D4D0BA4A0}"/>
                  </a:ext>
                </a:extLst>
              </p:cNvPr>
              <p:cNvSpPr txBox="1"/>
              <p:nvPr/>
            </p:nvSpPr>
            <p:spPr>
              <a:xfrm>
                <a:off x="1433334" y="2939345"/>
                <a:ext cx="853366" cy="76944"/>
              </a:xfrm>
              <a:prstGeom prst="rect">
                <a:avLst/>
              </a:prstGeom>
              <a:solidFill>
                <a:srgbClr val="FCFCFC"/>
              </a:solidFill>
            </p:spPr>
            <p:txBody>
              <a:bodyPr wrap="none" lIns="36000" tIns="0" rIns="36000" bIns="0" rtlCol="0">
                <a:spAutoFit/>
              </a:bodyPr>
              <a:lstStyle/>
              <a:p>
                <a:r>
                  <a:rPr kumimoji="1" lang="en-US" altLang="ko-Kore-KR" sz="500" b="1" dirty="0">
                    <a:solidFill>
                      <a:srgbClr val="C00000"/>
                    </a:solidFill>
                    <a:latin typeface="Arial" panose="020B0604020202020204" pitchFamily="34" charset="0"/>
                    <a:cs typeface="Arial" panose="020B0604020202020204" pitchFamily="34" charset="0"/>
                  </a:rPr>
                  <a:t>180 Back 72</a:t>
                </a:r>
                <a:r>
                  <a:rPr kumimoji="1" lang="ko-KR" altLang="en-US" sz="500" b="1" dirty="0">
                    <a:solidFill>
                      <a:srgbClr val="C00000"/>
                    </a:solidFill>
                    <a:latin typeface="Arial" panose="020B0604020202020204" pitchFamily="34" charset="0"/>
                    <a:cs typeface="Arial" panose="020B0604020202020204" pitchFamily="34" charset="0"/>
                  </a:rPr>
                  <a:t>도 </a:t>
                </a:r>
                <a:r>
                  <a:rPr kumimoji="1" lang="en-US" altLang="ko-KR" sz="500" b="1" dirty="0">
                    <a:solidFill>
                      <a:srgbClr val="C00000"/>
                    </a:solidFill>
                    <a:latin typeface="Arial" panose="020B0604020202020204" pitchFamily="34" charset="0"/>
                    <a:cs typeface="Arial" panose="020B0604020202020204" pitchFamily="34" charset="0"/>
                  </a:rPr>
                  <a:t>48m/(157ft)</a:t>
                </a:r>
                <a:endParaRPr kumimoji="1" lang="en-US" altLang="ko-Kore-KR" sz="500" b="1" dirty="0">
                  <a:solidFill>
                    <a:srgbClr val="C00000"/>
                  </a:solidFill>
                  <a:latin typeface="Arial" panose="020B0604020202020204" pitchFamily="34" charset="0"/>
                  <a:cs typeface="Arial" panose="020B0604020202020204" pitchFamily="34" charset="0"/>
                </a:endParaRPr>
              </a:p>
            </p:txBody>
          </p:sp>
        </p:grpSp>
        <p:sp>
          <p:nvSpPr>
            <p:cNvPr id="7" name="액자 6">
              <a:extLst>
                <a:ext uri="{FF2B5EF4-FFF2-40B4-BE49-F238E27FC236}">
                  <a16:creationId xmlns:a16="http://schemas.microsoft.com/office/drawing/2014/main" id="{32867CEA-17FF-A75A-0FF2-280EF11D0E9E}"/>
                </a:ext>
              </a:extLst>
            </p:cNvPr>
            <p:cNvSpPr/>
            <p:nvPr/>
          </p:nvSpPr>
          <p:spPr>
            <a:xfrm>
              <a:off x="621612" y="2324288"/>
              <a:ext cx="1665088" cy="144142"/>
            </a:xfrm>
            <a:prstGeom prst="frame">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a:solidFill>
                  <a:schemeClr val="tx1"/>
                </a:solidFill>
              </a:endParaRPr>
            </a:p>
          </p:txBody>
        </p:sp>
      </p:grpSp>
      <p:grpSp>
        <p:nvGrpSpPr>
          <p:cNvPr id="11" name="그룹 10">
            <a:extLst>
              <a:ext uri="{FF2B5EF4-FFF2-40B4-BE49-F238E27FC236}">
                <a16:creationId xmlns:a16="http://schemas.microsoft.com/office/drawing/2014/main" id="{7E90835B-B12A-74ED-5643-D4A32D41B70D}"/>
              </a:ext>
            </a:extLst>
          </p:cNvPr>
          <p:cNvGrpSpPr/>
          <p:nvPr/>
        </p:nvGrpSpPr>
        <p:grpSpPr>
          <a:xfrm>
            <a:off x="5128" y="3293466"/>
            <a:ext cx="2317874" cy="715317"/>
            <a:chOff x="10990" y="3164515"/>
            <a:chExt cx="2317874" cy="715317"/>
          </a:xfrm>
        </p:grpSpPr>
        <p:graphicFrame>
          <p:nvGraphicFramePr>
            <p:cNvPr id="8" name="Google Shape;371;p27">
              <a:extLst>
                <a:ext uri="{FF2B5EF4-FFF2-40B4-BE49-F238E27FC236}">
                  <a16:creationId xmlns:a16="http://schemas.microsoft.com/office/drawing/2014/main" id="{968524BE-DACB-3A48-27BF-61446DA252B6}"/>
                </a:ext>
              </a:extLst>
            </p:cNvPr>
            <p:cNvGraphicFramePr/>
            <p:nvPr>
              <p:extLst>
                <p:ext uri="{D42A27DB-BD31-4B8C-83A1-F6EECF244321}">
                  <p14:modId xmlns:p14="http://schemas.microsoft.com/office/powerpoint/2010/main" val="136156237"/>
                </p:ext>
              </p:extLst>
            </p:nvPr>
          </p:nvGraphicFramePr>
          <p:xfrm>
            <a:off x="10990" y="3164515"/>
            <a:ext cx="2317874" cy="715317"/>
          </p:xfrm>
          <a:graphic>
            <a:graphicData uri="http://schemas.openxmlformats.org/drawingml/2006/table">
              <a:tbl>
                <a:tblPr firstRow="1" bandRow="1">
                  <a:tableStyleId>{A521BE36-7E6F-4EC9-8D66-1CF97A6895EC}</a:tableStyleId>
                </a:tblPr>
                <a:tblGrid>
                  <a:gridCol w="478536">
                    <a:extLst>
                      <a:ext uri="{9D8B030D-6E8A-4147-A177-3AD203B41FA5}">
                        <a16:colId xmlns:a16="http://schemas.microsoft.com/office/drawing/2014/main" val="20000"/>
                      </a:ext>
                    </a:extLst>
                  </a:gridCol>
                  <a:gridCol w="682964">
                    <a:extLst>
                      <a:ext uri="{9D8B030D-6E8A-4147-A177-3AD203B41FA5}">
                        <a16:colId xmlns:a16="http://schemas.microsoft.com/office/drawing/2014/main" val="1710634008"/>
                      </a:ext>
                    </a:extLst>
                  </a:gridCol>
                  <a:gridCol w="430009">
                    <a:extLst>
                      <a:ext uri="{9D8B030D-6E8A-4147-A177-3AD203B41FA5}">
                        <a16:colId xmlns:a16="http://schemas.microsoft.com/office/drawing/2014/main" val="237343090"/>
                      </a:ext>
                    </a:extLst>
                  </a:gridCol>
                  <a:gridCol w="726365">
                    <a:extLst>
                      <a:ext uri="{9D8B030D-6E8A-4147-A177-3AD203B41FA5}">
                        <a16:colId xmlns:a16="http://schemas.microsoft.com/office/drawing/2014/main" val="3123104972"/>
                      </a:ext>
                    </a:extLst>
                  </a:gridCol>
                </a:tblGrid>
                <a:tr h="235516">
                  <a:tc gridSpan="4">
                    <a:txBody>
                      <a:bodyPr/>
                      <a:lstStyle/>
                      <a:p>
                        <a:pPr marL="0" marR="0" lvl="0" indent="0" algn="ctr" rtl="0">
                          <a:spcBef>
                            <a:spcPts val="0"/>
                          </a:spcBef>
                          <a:spcAft>
                            <a:spcPts val="0"/>
                          </a:spcAft>
                          <a:buNone/>
                        </a:pPr>
                        <a:r>
                          <a:rPr lang="en-US" altLang="ko-KR" sz="1100" b="1" dirty="0"/>
                          <a:t>MTOW </a:t>
                        </a:r>
                        <a:r>
                          <a:rPr lang="en-US" altLang="ko-KR" sz="700" b="1" dirty="0">
                            <a:solidFill>
                              <a:srgbClr val="00B0F0"/>
                            </a:solidFill>
                          </a:rPr>
                          <a:t>CAT ST-IN : C, Circling C/D(FAA)</a:t>
                        </a:r>
                        <a:endParaRPr sz="1100" b="1" dirty="0">
                          <a:solidFill>
                            <a:srgbClr val="00B0F0"/>
                          </a:solidFill>
                        </a:endParaRPr>
                      </a:p>
                    </a:txBody>
                    <a:tcPr marL="0" marR="0" marT="0" marB="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412390786"/>
                    </a:ext>
                  </a:extLst>
                </a:tr>
                <a:tr h="176993">
                  <a:tc>
                    <a:txBody>
                      <a:bodyPr/>
                      <a:lstStyle/>
                      <a:p>
                        <a:pPr marL="0" marR="0" lvl="0" indent="0" algn="ctr" rtl="0">
                          <a:spcBef>
                            <a:spcPts val="0"/>
                          </a:spcBef>
                          <a:spcAft>
                            <a:spcPts val="0"/>
                          </a:spcAft>
                          <a:buNone/>
                        </a:pPr>
                        <a:r>
                          <a:rPr lang="en-US" altLang="ko-KR" sz="900" b="1" dirty="0">
                            <a:solidFill>
                              <a:srgbClr val="0070C0"/>
                            </a:solidFill>
                          </a:rPr>
                          <a:t>238T</a:t>
                        </a:r>
                        <a:endParaRPr sz="9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1" dirty="0"/>
                          <a:t>524,700 </a:t>
                        </a:r>
                        <a:r>
                          <a:rPr lang="en-US" sz="900" b="1" dirty="0" err="1"/>
                          <a:t>lbs</a:t>
                        </a:r>
                        <a:endParaRPr sz="900" b="1" dirty="0"/>
                      </a:p>
                    </a:txBody>
                    <a:tcPr marL="0" marR="0" marT="0" marB="0" anchor="ctr"/>
                  </a:tc>
                  <a:tc>
                    <a:txBody>
                      <a:bodyPr/>
                      <a:lstStyle/>
                      <a:p>
                        <a:pPr marL="0" marR="0" lvl="0" indent="0" algn="ctr" rtl="0">
                          <a:spcBef>
                            <a:spcPts val="0"/>
                          </a:spcBef>
                          <a:spcAft>
                            <a:spcPts val="0"/>
                          </a:spcAft>
                          <a:buNone/>
                        </a:pPr>
                        <a:r>
                          <a:rPr lang="en-US" sz="900" b="1" dirty="0">
                            <a:solidFill>
                              <a:srgbClr val="0070C0"/>
                            </a:solidFill>
                          </a:rPr>
                          <a:t>230T</a:t>
                        </a:r>
                        <a:endParaRPr sz="9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1" dirty="0"/>
                          <a:t>507,063 </a:t>
                        </a:r>
                        <a:r>
                          <a:rPr lang="en-US" sz="900" b="1" dirty="0" err="1"/>
                          <a:t>lbs</a:t>
                        </a:r>
                        <a:endParaRPr sz="900" b="1" dirty="0"/>
                      </a:p>
                    </a:txBody>
                    <a:tcPr marL="0" marR="0" marT="0" marB="0" anchor="ctr"/>
                  </a:tc>
                  <a:extLst>
                    <a:ext uri="{0D108BD9-81ED-4DB2-BD59-A6C34878D82A}">
                      <a16:rowId xmlns:a16="http://schemas.microsoft.com/office/drawing/2014/main" val="707937932"/>
                    </a:ext>
                  </a:extLst>
                </a:tr>
                <a:tr h="151404">
                  <a:tc>
                    <a:txBody>
                      <a:bodyPr/>
                      <a:lstStyle/>
                      <a:p>
                        <a:pPr marL="0" marR="0" lvl="0" indent="0" algn="ctr" rtl="0">
                          <a:spcBef>
                            <a:spcPts val="0"/>
                          </a:spcBef>
                          <a:spcAft>
                            <a:spcPts val="0"/>
                          </a:spcAft>
                          <a:buNone/>
                        </a:pPr>
                        <a:r>
                          <a:rPr lang="en-US" sz="900" b="1" dirty="0">
                            <a:solidFill>
                              <a:srgbClr val="0070C0"/>
                            </a:solidFill>
                          </a:rPr>
                          <a:t>217T</a:t>
                        </a:r>
                        <a:endParaRPr sz="9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1" dirty="0"/>
                          <a:t>478,402 </a:t>
                        </a:r>
                        <a:r>
                          <a:rPr lang="en-US" sz="900" b="1" dirty="0" err="1"/>
                          <a:t>lbs</a:t>
                        </a:r>
                        <a:endParaRPr sz="900" b="1" dirty="0"/>
                      </a:p>
                    </a:txBody>
                    <a:tcPr marL="0" marR="0" marT="0" marB="0" anchor="ctr"/>
                  </a:tc>
                  <a:tc>
                    <a:txBody>
                      <a:bodyPr/>
                      <a:lstStyle/>
                      <a:p>
                        <a:pPr marL="0" marR="0" lvl="0" indent="0" algn="ctr" rtl="0">
                          <a:spcBef>
                            <a:spcPts val="0"/>
                          </a:spcBef>
                          <a:spcAft>
                            <a:spcPts val="0"/>
                          </a:spcAft>
                          <a:buNone/>
                        </a:pPr>
                        <a:r>
                          <a:rPr lang="en-US" sz="900" b="1" dirty="0">
                            <a:solidFill>
                              <a:srgbClr val="0070C0"/>
                            </a:solidFill>
                          </a:rPr>
                          <a:t>198T</a:t>
                        </a:r>
                        <a:endParaRPr sz="9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1" dirty="0"/>
                          <a:t>436,515 </a:t>
                        </a:r>
                        <a:r>
                          <a:rPr lang="en-US" sz="900" b="1" dirty="0" err="1"/>
                          <a:t>lbs</a:t>
                        </a:r>
                        <a:endParaRPr sz="900" b="1" dirty="0"/>
                      </a:p>
                    </a:txBody>
                    <a:tcPr marL="0" marR="0" marT="0" marB="0" anchor="ctr"/>
                  </a:tc>
                  <a:extLst>
                    <a:ext uri="{0D108BD9-81ED-4DB2-BD59-A6C34878D82A}">
                      <a16:rowId xmlns:a16="http://schemas.microsoft.com/office/drawing/2014/main" val="896249924"/>
                    </a:ext>
                  </a:extLst>
                </a:tr>
                <a:tr h="151404">
                  <a:tc>
                    <a:txBody>
                      <a:bodyPr/>
                      <a:lstStyle/>
                      <a:p>
                        <a:pPr marL="0" marR="0" lvl="0" indent="0" algn="ctr" rtl="0">
                          <a:spcBef>
                            <a:spcPts val="0"/>
                          </a:spcBef>
                          <a:spcAft>
                            <a:spcPts val="0"/>
                          </a:spcAft>
                          <a:buNone/>
                        </a:pPr>
                        <a:r>
                          <a:rPr lang="en-US" sz="900" b="1" dirty="0">
                            <a:solidFill>
                              <a:srgbClr val="0070C0"/>
                            </a:solidFill>
                          </a:rPr>
                          <a:t>192T</a:t>
                        </a:r>
                        <a:endParaRPr sz="9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1" dirty="0"/>
                          <a:t>423,287 </a:t>
                        </a:r>
                        <a:r>
                          <a:rPr lang="en-US" sz="900" b="1" dirty="0" err="1"/>
                          <a:t>lbs</a:t>
                        </a:r>
                        <a:endParaRPr sz="900" b="1" dirty="0"/>
                      </a:p>
                    </a:txBody>
                    <a:tcPr marL="0" marR="0" marT="0" marB="0" anchor="ctr"/>
                  </a:tc>
                  <a:tc>
                    <a:txBody>
                      <a:bodyPr/>
                      <a:lstStyle/>
                      <a:p>
                        <a:pPr marL="0" marR="0" lvl="0" indent="0" algn="ctr" rtl="0">
                          <a:spcBef>
                            <a:spcPts val="0"/>
                          </a:spcBef>
                          <a:spcAft>
                            <a:spcPts val="0"/>
                          </a:spcAft>
                          <a:buNone/>
                        </a:pPr>
                        <a:endParaRPr sz="900" b="1" dirty="0">
                          <a:solidFill>
                            <a:srgbClr val="0070C0"/>
                          </a:solidFill>
                        </a:endParaRPr>
                      </a:p>
                    </a:txBody>
                    <a:tcPr marL="0" marR="0" marT="0" marB="0" anchor="ctr"/>
                  </a:tc>
                  <a:tc>
                    <a:txBody>
                      <a:bodyPr/>
                      <a:lstStyle/>
                      <a:p>
                        <a:pPr marL="0" marR="0" lvl="0" indent="0" algn="ctr" rtl="0">
                          <a:spcBef>
                            <a:spcPts val="0"/>
                          </a:spcBef>
                          <a:spcAft>
                            <a:spcPts val="0"/>
                          </a:spcAft>
                          <a:buNone/>
                        </a:pPr>
                        <a:endParaRPr sz="900" b="1" dirty="0"/>
                      </a:p>
                    </a:txBody>
                    <a:tcPr marL="0" marR="0" marT="0" marB="0" anchor="ctr"/>
                  </a:tc>
                  <a:extLst>
                    <a:ext uri="{0D108BD9-81ED-4DB2-BD59-A6C34878D82A}">
                      <a16:rowId xmlns:a16="http://schemas.microsoft.com/office/drawing/2014/main" val="902440045"/>
                    </a:ext>
                  </a:extLst>
                </a:tr>
              </a:tbl>
            </a:graphicData>
          </a:graphic>
        </p:graphicFrame>
        <p:sp>
          <p:nvSpPr>
            <p:cNvPr id="10" name="액자 9">
              <a:extLst>
                <a:ext uri="{FF2B5EF4-FFF2-40B4-BE49-F238E27FC236}">
                  <a16:creationId xmlns:a16="http://schemas.microsoft.com/office/drawing/2014/main" id="{D2D2AA0C-6C9A-6E78-A020-8B4E6A215341}"/>
                </a:ext>
              </a:extLst>
            </p:cNvPr>
            <p:cNvSpPr/>
            <p:nvPr/>
          </p:nvSpPr>
          <p:spPr>
            <a:xfrm>
              <a:off x="14809" y="3542217"/>
              <a:ext cx="2314054" cy="220005"/>
            </a:xfrm>
            <a:prstGeom prst="frame">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a:solidFill>
                  <a:schemeClr val="tx1"/>
                </a:solidFill>
              </a:endParaRPr>
            </a:p>
          </p:txBody>
        </p:sp>
      </p:grpSp>
      <p:pic>
        <p:nvPicPr>
          <p:cNvPr id="12" name="그림 11">
            <a:extLst>
              <a:ext uri="{FF2B5EF4-FFF2-40B4-BE49-F238E27FC236}">
                <a16:creationId xmlns:a16="http://schemas.microsoft.com/office/drawing/2014/main" id="{EB59D5A6-28DF-040A-483D-AC50659C99DB}"/>
              </a:ext>
            </a:extLst>
          </p:cNvPr>
          <p:cNvPicPr>
            <a:picLocks noChangeAspect="1"/>
          </p:cNvPicPr>
          <p:nvPr/>
        </p:nvPicPr>
        <p:blipFill>
          <a:blip r:embed="rId4"/>
          <a:stretch>
            <a:fillRect/>
          </a:stretch>
        </p:blipFill>
        <p:spPr>
          <a:xfrm>
            <a:off x="0" y="4252617"/>
            <a:ext cx="2328863" cy="538371"/>
          </a:xfrm>
          <a:prstGeom prst="rect">
            <a:avLst/>
          </a:prstGeom>
        </p:spPr>
      </p:pic>
      <p:sp>
        <p:nvSpPr>
          <p:cNvPr id="13" name="TextBox 12">
            <a:extLst>
              <a:ext uri="{FF2B5EF4-FFF2-40B4-BE49-F238E27FC236}">
                <a16:creationId xmlns:a16="http://schemas.microsoft.com/office/drawing/2014/main" id="{F60ABB3E-A207-F14F-DB34-0C9E617D6E05}"/>
              </a:ext>
            </a:extLst>
          </p:cNvPr>
          <p:cNvSpPr txBox="1"/>
          <p:nvPr/>
        </p:nvSpPr>
        <p:spPr>
          <a:xfrm>
            <a:off x="19880" y="4631635"/>
            <a:ext cx="1452642" cy="184666"/>
          </a:xfrm>
          <a:prstGeom prst="rect">
            <a:avLst/>
          </a:prstGeom>
          <a:noFill/>
        </p:spPr>
        <p:txBody>
          <a:bodyPr wrap="none" rtlCol="0">
            <a:spAutoFit/>
          </a:bodyPr>
          <a:lstStyle/>
          <a:p>
            <a:r>
              <a:rPr kumimoji="1" lang="en-US" altLang="ko-Kore-KR" sz="600" b="1" dirty="0">
                <a:solidFill>
                  <a:srgbClr val="0070C0"/>
                </a:solidFill>
                <a:latin typeface="Arial" panose="020B0604020202020204" pitchFamily="34" charset="0"/>
                <a:cs typeface="Arial" panose="020B0604020202020204" pitchFamily="34" charset="0"/>
              </a:rPr>
              <a:t>15</a:t>
            </a:r>
            <a:r>
              <a:rPr kumimoji="1" lang="ko-Kore-KR" altLang="en-US" sz="600" b="1" dirty="0">
                <a:solidFill>
                  <a:srgbClr val="0070C0"/>
                </a:solidFill>
                <a:latin typeface="Arial" panose="020B0604020202020204" pitchFamily="34" charset="0"/>
                <a:cs typeface="Arial" panose="020B0604020202020204" pitchFamily="34" charset="0"/>
              </a:rPr>
              <a:t>도</a:t>
            </a:r>
            <a:r>
              <a:rPr kumimoji="1" lang="ko-KR" altLang="en-US" sz="600" b="1" dirty="0">
                <a:solidFill>
                  <a:srgbClr val="0070C0"/>
                </a:solidFill>
                <a:latin typeface="Arial" panose="020B0604020202020204" pitchFamily="34" charset="0"/>
                <a:cs typeface="Arial" panose="020B0604020202020204" pitchFamily="34" charset="0"/>
              </a:rPr>
              <a:t> </a:t>
            </a:r>
            <a:r>
              <a:rPr kumimoji="1" lang="ko-KR" altLang="en-US" sz="600" b="1" dirty="0" err="1">
                <a:solidFill>
                  <a:srgbClr val="0070C0"/>
                </a:solidFill>
                <a:latin typeface="Arial" panose="020B0604020202020204" pitchFamily="34" charset="0"/>
                <a:cs typeface="Arial" panose="020B0604020202020204" pitchFamily="34" charset="0"/>
              </a:rPr>
              <a:t>이하시</a:t>
            </a:r>
            <a:r>
              <a:rPr kumimoji="1" lang="ko-KR" altLang="en-US" sz="600" b="1" dirty="0">
                <a:solidFill>
                  <a:srgbClr val="0070C0"/>
                </a:solidFill>
                <a:latin typeface="Arial" panose="020B0604020202020204" pitchFamily="34" charset="0"/>
                <a:cs typeface="Arial" panose="020B0604020202020204" pitchFamily="34" charset="0"/>
              </a:rPr>
              <a:t> </a:t>
            </a:r>
            <a:r>
              <a:rPr kumimoji="1" lang="en-US" altLang="ko-KR" sz="600" b="1" dirty="0">
                <a:solidFill>
                  <a:srgbClr val="0070C0"/>
                </a:solidFill>
                <a:latin typeface="Arial" panose="020B0604020202020204" pitchFamily="34" charset="0"/>
                <a:cs typeface="Arial" panose="020B0604020202020204" pitchFamily="34" charset="0"/>
              </a:rPr>
              <a:t>:</a:t>
            </a:r>
            <a:r>
              <a:rPr kumimoji="1" lang="ko-KR" altLang="en-US" sz="600" b="1" dirty="0">
                <a:solidFill>
                  <a:srgbClr val="0070C0"/>
                </a:solidFill>
                <a:latin typeface="Arial" panose="020B0604020202020204" pitchFamily="34" charset="0"/>
                <a:cs typeface="Arial" panose="020B0604020202020204" pitchFamily="34" charset="0"/>
              </a:rPr>
              <a:t> </a:t>
            </a:r>
            <a:r>
              <a:rPr kumimoji="1" lang="en-US" altLang="ko-Kore-KR" sz="600" b="1" dirty="0">
                <a:solidFill>
                  <a:srgbClr val="0070C0"/>
                </a:solidFill>
                <a:latin typeface="Arial" panose="020B0604020202020204" pitchFamily="34" charset="0"/>
                <a:cs typeface="Arial" panose="020B0604020202020204" pitchFamily="34" charset="0"/>
              </a:rPr>
              <a:t>TOD -10min 15</a:t>
            </a:r>
            <a:r>
              <a:rPr kumimoji="1" lang="ko-Kore-KR" altLang="en-US" sz="600" b="1" dirty="0">
                <a:solidFill>
                  <a:srgbClr val="0070C0"/>
                </a:solidFill>
                <a:latin typeface="Arial" panose="020B0604020202020204" pitchFamily="34" charset="0"/>
                <a:cs typeface="Arial" panose="020B0604020202020204" pitchFamily="34" charset="0"/>
              </a:rPr>
              <a:t>도</a:t>
            </a:r>
            <a:r>
              <a:rPr kumimoji="1" lang="en-US" altLang="ko-Kore-KR" sz="600" b="1" dirty="0">
                <a:solidFill>
                  <a:srgbClr val="0070C0"/>
                </a:solidFill>
                <a:latin typeface="Arial" panose="020B0604020202020204" pitchFamily="34" charset="0"/>
                <a:cs typeface="Arial" panose="020B0604020202020204" pitchFamily="34" charset="0"/>
              </a:rPr>
              <a:t> SET</a:t>
            </a:r>
            <a:endParaRPr kumimoji="1" lang="ko-Kore-KR" altLang="en-US" sz="1400" b="1" dirty="0">
              <a:solidFill>
                <a:srgbClr val="0070C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7300CD20-96F6-255A-6478-0A56E56908F7}"/>
              </a:ext>
            </a:extLst>
          </p:cNvPr>
          <p:cNvSpPr txBox="1"/>
          <p:nvPr/>
        </p:nvSpPr>
        <p:spPr>
          <a:xfrm>
            <a:off x="-21944" y="4065144"/>
            <a:ext cx="2282997" cy="200055"/>
          </a:xfrm>
          <a:prstGeom prst="rect">
            <a:avLst/>
          </a:prstGeom>
          <a:noFill/>
        </p:spPr>
        <p:txBody>
          <a:bodyPr wrap="none" rtlCol="0">
            <a:spAutoFit/>
          </a:bodyPr>
          <a:lstStyle/>
          <a:p>
            <a:r>
              <a:rPr kumimoji="1" lang="en-US" altLang="ko-Kore-KR" sz="700" b="1" dirty="0">
                <a:latin typeface="Arial" panose="020B0604020202020204" pitchFamily="34" charset="0"/>
                <a:cs typeface="Arial" panose="020B0604020202020204" pitchFamily="34" charset="0"/>
              </a:rPr>
              <a:t>LOADSHEET : CARGO No. FWD 11-21, AFT 31-41</a:t>
            </a:r>
            <a:endParaRPr kumimoji="1" lang="ko-Kore-KR" altLang="en-US" sz="1600" b="1" dirty="0">
              <a:latin typeface="Arial" panose="020B0604020202020204" pitchFamily="34" charset="0"/>
              <a:cs typeface="Arial" panose="020B0604020202020204" pitchFamily="34" charset="0"/>
            </a:endParaRPr>
          </a:p>
        </p:txBody>
      </p:sp>
      <p:pic>
        <p:nvPicPr>
          <p:cNvPr id="15" name="그래픽 14" descr="집 Wi-Fi에서 작업 단색으로 채워진">
            <a:hlinkClick r:id="" action="ppaction://hlinkshowjump?jump=firstslide"/>
            <a:extLst>
              <a:ext uri="{FF2B5EF4-FFF2-40B4-BE49-F238E27FC236}">
                <a16:creationId xmlns:a16="http://schemas.microsoft.com/office/drawing/2014/main" id="{8A716D6E-34BD-CF91-69C6-F7774B9C47E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6654" y="5086053"/>
            <a:ext cx="457200" cy="457200"/>
          </a:xfrm>
          <a:prstGeom prst="rect">
            <a:avLst/>
          </a:prstGeom>
          <a:effectLst>
            <a:outerShdw blurRad="50800" dist="50800" dir="3660000" algn="ctr" rotWithShape="0">
              <a:schemeClr val="bg1">
                <a:alpha val="82714"/>
              </a:schemeClr>
            </a:outerShdw>
          </a:effectLst>
        </p:spPr>
      </p:pic>
      <p:pic>
        <p:nvPicPr>
          <p:cNvPr id="17" name="그림 16" descr="스크린샷, 텍스트, 폰트, 디자인이(가) 표시된 사진&#10;&#10;자동 생성된 설명">
            <a:extLst>
              <a:ext uri="{FF2B5EF4-FFF2-40B4-BE49-F238E27FC236}">
                <a16:creationId xmlns:a16="http://schemas.microsoft.com/office/drawing/2014/main" id="{6CE49F10-0CCB-850F-389F-505179BFF037}"/>
              </a:ext>
            </a:extLst>
          </p:cNvPr>
          <p:cNvPicPr>
            <a:picLocks noChangeAspect="1"/>
          </p:cNvPicPr>
          <p:nvPr/>
        </p:nvPicPr>
        <p:blipFill>
          <a:blip r:embed="rId7"/>
          <a:stretch>
            <a:fillRect/>
          </a:stretch>
        </p:blipFill>
        <p:spPr>
          <a:xfrm>
            <a:off x="111519" y="4814850"/>
            <a:ext cx="790437" cy="705356"/>
          </a:xfrm>
          <a:prstGeom prst="rect">
            <a:avLst/>
          </a:prstGeom>
        </p:spPr>
      </p:pic>
      <p:pic>
        <p:nvPicPr>
          <p:cNvPr id="19" name="그림 18" descr="스크린샷, 원, 로고, 디자인이(가) 표시된 사진&#10;&#10;자동 생성된 설명">
            <a:extLst>
              <a:ext uri="{FF2B5EF4-FFF2-40B4-BE49-F238E27FC236}">
                <a16:creationId xmlns:a16="http://schemas.microsoft.com/office/drawing/2014/main" id="{7B420F84-AAA2-8201-B1C8-64DCCCB2F211}"/>
              </a:ext>
            </a:extLst>
          </p:cNvPr>
          <p:cNvPicPr>
            <a:picLocks noChangeAspect="1"/>
          </p:cNvPicPr>
          <p:nvPr/>
        </p:nvPicPr>
        <p:blipFill>
          <a:blip r:embed="rId8"/>
          <a:stretch>
            <a:fillRect/>
          </a:stretch>
        </p:blipFill>
        <p:spPr>
          <a:xfrm>
            <a:off x="1476436" y="4814849"/>
            <a:ext cx="736625" cy="715318"/>
          </a:xfrm>
          <a:prstGeom prst="rect">
            <a:avLst/>
          </a:prstGeom>
        </p:spPr>
      </p:pic>
    </p:spTree>
    <p:extLst>
      <p:ext uri="{BB962C8B-B14F-4D97-AF65-F5344CB8AC3E}">
        <p14:creationId xmlns:p14="http://schemas.microsoft.com/office/powerpoint/2010/main" val="398590726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graphicFrame>
        <p:nvGraphicFramePr>
          <p:cNvPr id="402" name="Google Shape;402;p31"/>
          <p:cNvGraphicFramePr/>
          <p:nvPr>
            <p:extLst>
              <p:ext uri="{D42A27DB-BD31-4B8C-83A1-F6EECF244321}">
                <p14:modId xmlns:p14="http://schemas.microsoft.com/office/powerpoint/2010/main" val="2887725241"/>
              </p:ext>
            </p:extLst>
          </p:nvPr>
        </p:nvGraphicFramePr>
        <p:xfrm>
          <a:off x="0" y="0"/>
          <a:ext cx="2328875" cy="860280"/>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22625">
                <a:tc>
                  <a:txBody>
                    <a:bodyPr/>
                    <a:lstStyle/>
                    <a:p>
                      <a:pPr marL="0" marR="0" lvl="0" indent="0" algn="l" rtl="0">
                        <a:spcBef>
                          <a:spcPts val="0"/>
                        </a:spcBef>
                        <a:spcAft>
                          <a:spcPts val="0"/>
                        </a:spcAft>
                        <a:buNone/>
                      </a:pPr>
                      <a:r>
                        <a:rPr lang="en-US" sz="1000" dirty="0">
                          <a:solidFill>
                            <a:srgbClr val="FFC000"/>
                          </a:solidFill>
                          <a:latin typeface="+mn-lt"/>
                        </a:rPr>
                        <a:t>CRZ FUEL Penalty </a:t>
                      </a:r>
                      <a:r>
                        <a:rPr lang="en-US" sz="1000" dirty="0">
                          <a:latin typeface="+mn-lt"/>
                        </a:rPr>
                        <a:t>(Approximation)</a:t>
                      </a:r>
                      <a:endParaRPr sz="1000" dirty="0">
                        <a:solidFill>
                          <a:srgbClr val="C00000"/>
                        </a:solidFill>
                        <a:latin typeface="+mn-lt"/>
                      </a:endParaRPr>
                    </a:p>
                  </a:txBody>
                  <a:tcPr marL="36000" marR="36000" marT="36000" marB="36000"/>
                </a:tc>
                <a:extLst>
                  <a:ext uri="{0D108BD9-81ED-4DB2-BD59-A6C34878D82A}">
                    <a16:rowId xmlns:a16="http://schemas.microsoft.com/office/drawing/2014/main" val="10000"/>
                  </a:ext>
                </a:extLst>
              </a:tr>
              <a:tr h="214363">
                <a:tc>
                  <a:txBody>
                    <a:bodyPr/>
                    <a:lstStyle/>
                    <a:p>
                      <a:pPr marL="0" marR="0" lvl="0" indent="0" algn="l" rtl="0">
                        <a:spcBef>
                          <a:spcPts val="0"/>
                        </a:spcBef>
                        <a:spcAft>
                          <a:spcPts val="0"/>
                        </a:spcAft>
                        <a:buNone/>
                      </a:pPr>
                      <a:r>
                        <a:rPr lang="en-US" altLang="ko-Kore-KR" sz="1000" b="1" i="0" u="none" strike="noStrike" cap="none" dirty="0">
                          <a:solidFill>
                            <a:schemeClr val="bg1"/>
                          </a:solidFill>
                          <a:latin typeface="Calibri"/>
                          <a:ea typeface="Calibri"/>
                          <a:cs typeface="Calibri"/>
                          <a:sym typeface="Arial"/>
                        </a:rPr>
                        <a:t>A330</a:t>
                      </a:r>
                    </a:p>
                    <a:p>
                      <a:pPr marL="0" marR="0" lvl="0" indent="0" algn="l" rtl="0">
                        <a:spcBef>
                          <a:spcPts val="0"/>
                        </a:spcBef>
                        <a:spcAft>
                          <a:spcPts val="0"/>
                        </a:spcAft>
                        <a:buNone/>
                      </a:pPr>
                      <a:r>
                        <a:rPr lang="en-US" altLang="ko-Kore-KR" sz="900" b="0" i="0" u="none" strike="noStrike" cap="none" dirty="0">
                          <a:solidFill>
                            <a:srgbClr val="0070C0"/>
                          </a:solidFill>
                          <a:latin typeface="Calibri"/>
                          <a:ea typeface="Calibri"/>
                          <a:cs typeface="Calibri"/>
                          <a:sym typeface="Arial"/>
                        </a:rPr>
                        <a:t>400</a:t>
                      </a:r>
                      <a:r>
                        <a:rPr lang="en-US" altLang="ko-KR" sz="900" b="0" i="0" u="none" strike="noStrike" cap="none" dirty="0">
                          <a:solidFill>
                            <a:srgbClr val="0070C0"/>
                          </a:solidFill>
                          <a:latin typeface="Calibri"/>
                          <a:ea typeface="Calibri"/>
                          <a:cs typeface="Calibri"/>
                          <a:sym typeface="Arial"/>
                        </a:rPr>
                        <a:t>0ft below OPT ALT : 5% increase trip fuel</a:t>
                      </a:r>
                    </a:p>
                    <a:p>
                      <a:pPr marL="0" marR="0" lvl="0" indent="0" algn="l" rtl="0">
                        <a:spcBef>
                          <a:spcPts val="0"/>
                        </a:spcBef>
                        <a:spcAft>
                          <a:spcPts val="0"/>
                        </a:spcAft>
                        <a:buNone/>
                      </a:pPr>
                      <a:r>
                        <a:rPr lang="en-US" altLang="ko-Kore-KR" sz="900" b="0" i="0" u="none" strike="noStrike" cap="none" dirty="0">
                          <a:solidFill>
                            <a:srgbClr val="0070C0"/>
                          </a:solidFill>
                          <a:latin typeface="Calibri"/>
                          <a:ea typeface="Calibri"/>
                          <a:cs typeface="Calibri"/>
                          <a:sym typeface="Arial"/>
                        </a:rPr>
                        <a:t>8000</a:t>
                      </a:r>
                      <a:r>
                        <a:rPr lang="en-US" altLang="ko-KR" sz="900" b="0" i="0" u="none" strike="noStrike" cap="none" dirty="0">
                          <a:solidFill>
                            <a:srgbClr val="0070C0"/>
                          </a:solidFill>
                          <a:latin typeface="Calibri"/>
                          <a:ea typeface="Calibri"/>
                          <a:cs typeface="Calibri"/>
                          <a:sym typeface="Arial"/>
                        </a:rPr>
                        <a:t>ft below OPT ALT : 10% increase trip fuel</a:t>
                      </a:r>
                    </a:p>
                    <a:p>
                      <a:pPr marL="0" marR="0" lvl="0" indent="0" algn="l" rtl="0">
                        <a:spcBef>
                          <a:spcPts val="0"/>
                        </a:spcBef>
                        <a:spcAft>
                          <a:spcPts val="0"/>
                        </a:spcAft>
                        <a:buNone/>
                      </a:pPr>
                      <a:r>
                        <a:rPr lang="en-US" altLang="ko-KR" sz="900" b="0" i="0" u="none" strike="noStrike" cap="none" dirty="0">
                          <a:solidFill>
                            <a:srgbClr val="0070C0"/>
                          </a:solidFill>
                          <a:latin typeface="Calibri"/>
                          <a:ea typeface="Calibri"/>
                          <a:cs typeface="Calibri"/>
                          <a:sym typeface="Arial"/>
                        </a:rPr>
                        <a:t>Above OPT ALT : 3% increase trip fuel</a:t>
                      </a:r>
                    </a:p>
                  </a:txBody>
                  <a:tcPr marL="36000" marR="36000" marT="36000" marB="36000"/>
                </a:tc>
                <a:extLst>
                  <a:ext uri="{0D108BD9-81ED-4DB2-BD59-A6C34878D82A}">
                    <a16:rowId xmlns:a16="http://schemas.microsoft.com/office/drawing/2014/main" val="10001"/>
                  </a:ext>
                </a:extLst>
              </a:tr>
            </a:tbl>
          </a:graphicData>
        </a:graphic>
      </p:graphicFrame>
      <p:graphicFrame>
        <p:nvGraphicFramePr>
          <p:cNvPr id="2" name="Google Shape;402;p31">
            <a:extLst>
              <a:ext uri="{FF2B5EF4-FFF2-40B4-BE49-F238E27FC236}">
                <a16:creationId xmlns:a16="http://schemas.microsoft.com/office/drawing/2014/main" id="{8C1A594E-6DAE-98B3-E918-E5F0370C4B3C}"/>
              </a:ext>
            </a:extLst>
          </p:cNvPr>
          <p:cNvGraphicFramePr/>
          <p:nvPr>
            <p:extLst>
              <p:ext uri="{D42A27DB-BD31-4B8C-83A1-F6EECF244321}">
                <p14:modId xmlns:p14="http://schemas.microsoft.com/office/powerpoint/2010/main" val="2758961135"/>
              </p:ext>
            </p:extLst>
          </p:nvPr>
        </p:nvGraphicFramePr>
        <p:xfrm>
          <a:off x="1933" y="923306"/>
          <a:ext cx="2328875" cy="2173560"/>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22625">
                <a:tc>
                  <a:txBody>
                    <a:bodyPr/>
                    <a:lstStyle/>
                    <a:p>
                      <a:pPr marL="0" marR="0" lvl="0" indent="0" algn="l" rtl="0">
                        <a:spcBef>
                          <a:spcPts val="0"/>
                        </a:spcBef>
                        <a:spcAft>
                          <a:spcPts val="0"/>
                        </a:spcAft>
                        <a:buNone/>
                      </a:pPr>
                      <a:r>
                        <a:rPr lang="en-US" sz="1000" dirty="0">
                          <a:solidFill>
                            <a:srgbClr val="FFC000"/>
                          </a:solidFill>
                          <a:latin typeface="+mn-lt"/>
                        </a:rPr>
                        <a:t>FUEL Consumption</a:t>
                      </a:r>
                      <a:endParaRPr sz="1000" dirty="0">
                        <a:solidFill>
                          <a:srgbClr val="FFC000"/>
                        </a:solidFill>
                        <a:latin typeface="+mn-lt"/>
                      </a:endParaRPr>
                    </a:p>
                  </a:txBody>
                  <a:tcPr marL="36000" marR="36000" marT="36000" marB="36000"/>
                </a:tc>
                <a:extLst>
                  <a:ext uri="{0D108BD9-81ED-4DB2-BD59-A6C34878D82A}">
                    <a16:rowId xmlns:a16="http://schemas.microsoft.com/office/drawing/2014/main" val="10000"/>
                  </a:ext>
                </a:extLst>
              </a:tr>
              <a:tr h="214363">
                <a:tc>
                  <a:txBody>
                    <a:bodyPr/>
                    <a:lstStyle/>
                    <a:p>
                      <a:pPr marL="0" marR="0" lvl="0" indent="0" algn="l" rtl="0">
                        <a:spcBef>
                          <a:spcPts val="0"/>
                        </a:spcBef>
                        <a:spcAft>
                          <a:spcPts val="0"/>
                        </a:spcAft>
                        <a:buNone/>
                      </a:pPr>
                      <a:r>
                        <a:rPr lang="en-US" sz="900" b="1" dirty="0">
                          <a:solidFill>
                            <a:schemeClr val="bg1"/>
                          </a:solidFill>
                          <a:latin typeface="Arial" panose="020B0604020202020204" pitchFamily="34" charset="0"/>
                          <a:cs typeface="Arial" panose="020B0604020202020204" pitchFamily="34" charset="0"/>
                        </a:rPr>
                        <a:t>APU</a:t>
                      </a:r>
                    </a:p>
                    <a:p>
                      <a:pPr marL="0" marR="0" lvl="0" indent="0" algn="l" rtl="0">
                        <a:spcBef>
                          <a:spcPts val="0"/>
                        </a:spcBef>
                        <a:spcAft>
                          <a:spcPts val="0"/>
                        </a:spcAft>
                        <a:buNone/>
                      </a:pPr>
                      <a:r>
                        <a:rPr lang="en-US" sz="800" b="0" dirty="0">
                          <a:solidFill>
                            <a:srgbClr val="0070C0"/>
                          </a:solidFill>
                          <a:latin typeface="Arial" panose="020B0604020202020204" pitchFamily="34" charset="0"/>
                          <a:cs typeface="Arial" panose="020B0604020202020204" pitchFamily="34" charset="0"/>
                        </a:rPr>
                        <a:t>GND : </a:t>
                      </a:r>
                      <a:r>
                        <a:rPr lang="en-US" sz="800" b="1" dirty="0">
                          <a:solidFill>
                            <a:srgbClr val="0070C0"/>
                          </a:solidFill>
                          <a:latin typeface="Arial" panose="020B0604020202020204" pitchFamily="34" charset="0"/>
                          <a:cs typeface="Arial" panose="020B0604020202020204" pitchFamily="34" charset="0"/>
                        </a:rPr>
                        <a:t>438 LBS/HR </a:t>
                      </a:r>
                      <a:r>
                        <a:rPr lang="en-US" sz="800" b="0" dirty="0">
                          <a:solidFill>
                            <a:srgbClr val="0070C0"/>
                          </a:solidFill>
                          <a:latin typeface="Arial" panose="020B0604020202020204" pitchFamily="34" charset="0"/>
                          <a:cs typeface="Arial" panose="020B0604020202020204" pitchFamily="34" charset="0"/>
                        </a:rPr>
                        <a:t>(BLOCK FUEL</a:t>
                      </a:r>
                      <a:r>
                        <a:rPr lang="ko-KR" altLang="en-US" sz="800" b="0" dirty="0">
                          <a:solidFill>
                            <a:srgbClr val="0070C0"/>
                          </a:solidFill>
                          <a:latin typeface="Arial" panose="020B0604020202020204" pitchFamily="34" charset="0"/>
                          <a:cs typeface="Arial" panose="020B0604020202020204" pitchFamily="34" charset="0"/>
                        </a:rPr>
                        <a:t>산정</a:t>
                      </a:r>
                      <a:r>
                        <a:rPr lang="en-US" altLang="ko-KR" sz="800" b="0" dirty="0">
                          <a:solidFill>
                            <a:srgbClr val="0070C0"/>
                          </a:solidFill>
                          <a:latin typeface="Arial" panose="020B0604020202020204" pitchFamily="34" charset="0"/>
                          <a:cs typeface="Arial" panose="020B0604020202020204" pitchFamily="34" charset="0"/>
                        </a:rPr>
                        <a:t>)</a:t>
                      </a:r>
                      <a:endParaRPr lang="en-US" sz="800" b="0" dirty="0">
                        <a:solidFill>
                          <a:srgbClr val="0070C0"/>
                        </a:solidFill>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800" b="0" dirty="0">
                          <a:solidFill>
                            <a:srgbClr val="0070C0"/>
                          </a:solidFill>
                          <a:latin typeface="Arial" panose="020B0604020202020204" pitchFamily="34" charset="0"/>
                          <a:cs typeface="Arial" panose="020B0604020202020204" pitchFamily="34" charset="0"/>
                        </a:rPr>
                        <a:t>IN FLT : </a:t>
                      </a:r>
                      <a:r>
                        <a:rPr lang="en-US" altLang="ko-KR" sz="800" b="1" dirty="0">
                          <a:solidFill>
                            <a:srgbClr val="0070C0"/>
                          </a:solidFill>
                          <a:latin typeface="Arial" panose="020B0604020202020204" pitchFamily="34" charset="0"/>
                          <a:cs typeface="Arial" panose="020B0604020202020204" pitchFamily="34" charset="0"/>
                        </a:rPr>
                        <a:t>286</a:t>
                      </a:r>
                      <a:r>
                        <a:rPr lang="ko-KR" altLang="en-US" sz="800" b="1" dirty="0">
                          <a:solidFill>
                            <a:srgbClr val="0070C0"/>
                          </a:solidFill>
                          <a:latin typeface="Arial" panose="020B0604020202020204" pitchFamily="34" charset="0"/>
                          <a:cs typeface="Arial" panose="020B0604020202020204" pitchFamily="34" charset="0"/>
                        </a:rPr>
                        <a:t> </a:t>
                      </a:r>
                      <a:r>
                        <a:rPr lang="en-US" sz="800" b="1" dirty="0">
                          <a:solidFill>
                            <a:srgbClr val="0070C0"/>
                          </a:solidFill>
                          <a:latin typeface="Arial" panose="020B0604020202020204" pitchFamily="34" charset="0"/>
                          <a:cs typeface="Arial" panose="020B0604020202020204" pitchFamily="34" charset="0"/>
                        </a:rPr>
                        <a:t>LBS/HR</a:t>
                      </a:r>
                    </a:p>
                  </a:txBody>
                  <a:tcPr marL="36000" marR="36000" marT="36000" marB="36000"/>
                </a:tc>
                <a:extLst>
                  <a:ext uri="{0D108BD9-81ED-4DB2-BD59-A6C34878D82A}">
                    <a16:rowId xmlns:a16="http://schemas.microsoft.com/office/drawing/2014/main" val="2985261219"/>
                  </a:ext>
                </a:extLst>
              </a:tr>
              <a:tr h="214363">
                <a:tc>
                  <a:txBody>
                    <a:bodyPr/>
                    <a:lstStyle/>
                    <a:p>
                      <a:pPr marL="0" marR="0" lvl="0" indent="0" algn="l" rtl="0">
                        <a:spcBef>
                          <a:spcPts val="0"/>
                        </a:spcBef>
                        <a:spcAft>
                          <a:spcPts val="0"/>
                        </a:spcAft>
                        <a:buNone/>
                      </a:pPr>
                      <a:r>
                        <a:rPr lang="en-US" altLang="ko-Kore-KR" sz="900" b="1" i="0" u="none" strike="noStrike" cap="none" dirty="0">
                          <a:solidFill>
                            <a:schemeClr val="bg1"/>
                          </a:solidFill>
                          <a:latin typeface="Arial" panose="020B0604020202020204" pitchFamily="34" charset="0"/>
                          <a:ea typeface="Calibri"/>
                          <a:cs typeface="Arial" panose="020B0604020202020204" pitchFamily="34" charset="0"/>
                          <a:sym typeface="Arial"/>
                        </a:rPr>
                        <a:t>TAXI</a:t>
                      </a:r>
                    </a:p>
                    <a:p>
                      <a:pPr marL="0" marR="0" lvl="0" indent="0" algn="l" rtl="0">
                        <a:spcBef>
                          <a:spcPts val="0"/>
                        </a:spcBef>
                        <a:spcAft>
                          <a:spcPts val="0"/>
                        </a:spcAft>
                        <a:buNone/>
                      </a:pPr>
                      <a:r>
                        <a:rPr lang="en-US" altLang="ko-Kore-KR" sz="800" b="0" i="0" u="none" strike="noStrike" cap="none" dirty="0">
                          <a:solidFill>
                            <a:srgbClr val="0070C0"/>
                          </a:solidFill>
                          <a:latin typeface="Arial" panose="020B0604020202020204" pitchFamily="34" charset="0"/>
                          <a:ea typeface="Calibri"/>
                          <a:cs typeface="Arial" panose="020B0604020202020204" pitchFamily="34" charset="0"/>
                          <a:sym typeface="Arial"/>
                        </a:rPr>
                        <a:t>2 ENG, no APU : </a:t>
                      </a:r>
                      <a:r>
                        <a:rPr lang="en-US" altLang="ko-KR" sz="800" b="0" i="0" u="none" strike="noStrike" cap="none" dirty="0">
                          <a:solidFill>
                            <a:srgbClr val="0070C0"/>
                          </a:solidFill>
                          <a:latin typeface="Arial" panose="020B0604020202020204" pitchFamily="34" charset="0"/>
                          <a:ea typeface="Calibri"/>
                          <a:cs typeface="Arial" panose="020B0604020202020204" pitchFamily="34" charset="0"/>
                          <a:sym typeface="Arial"/>
                        </a:rPr>
                        <a:t>3300</a:t>
                      </a:r>
                      <a:r>
                        <a:rPr lang="ko-KR" altLang="en-US" sz="800" b="0" i="0" u="none" strike="noStrike" cap="none" dirty="0">
                          <a:solidFill>
                            <a:srgbClr val="0070C0"/>
                          </a:solidFill>
                          <a:latin typeface="Arial" panose="020B0604020202020204" pitchFamily="34" charset="0"/>
                          <a:ea typeface="Calibri"/>
                          <a:cs typeface="Arial" panose="020B0604020202020204" pitchFamily="34" charset="0"/>
                          <a:sym typeface="Arial"/>
                        </a:rPr>
                        <a:t> </a:t>
                      </a:r>
                      <a:r>
                        <a:rPr lang="en-US" altLang="ko-Kore-KR" sz="800" b="0" i="0" u="none" strike="noStrike" cap="none" dirty="0">
                          <a:solidFill>
                            <a:srgbClr val="0070C0"/>
                          </a:solidFill>
                          <a:latin typeface="Arial" panose="020B0604020202020204" pitchFamily="34" charset="0"/>
                          <a:ea typeface="Calibri"/>
                          <a:cs typeface="Arial" panose="020B0604020202020204" pitchFamily="34" charset="0"/>
                          <a:sym typeface="Arial"/>
                        </a:rPr>
                        <a:t>LBS/HR </a:t>
                      </a:r>
                      <a:r>
                        <a:rPr lang="en-US" altLang="ko-Kore-KR" sz="800" b="1" i="0" u="none" strike="noStrike" cap="none" dirty="0">
                          <a:solidFill>
                            <a:srgbClr val="0070C0"/>
                          </a:solidFill>
                          <a:latin typeface="Arial" panose="020B0604020202020204" pitchFamily="34" charset="0"/>
                          <a:ea typeface="Calibri"/>
                          <a:cs typeface="Arial" panose="020B0604020202020204" pitchFamily="34" charset="0"/>
                          <a:sym typeface="Arial"/>
                        </a:rPr>
                        <a:t>(10</a:t>
                      </a:r>
                      <a:r>
                        <a:rPr lang="ko-KR" altLang="en-US" sz="800" b="1" i="0" u="none" strike="noStrike" cap="none" dirty="0">
                          <a:solidFill>
                            <a:srgbClr val="0070C0"/>
                          </a:solidFill>
                          <a:latin typeface="Arial" panose="020B0604020202020204" pitchFamily="34" charset="0"/>
                          <a:ea typeface="Calibri"/>
                          <a:cs typeface="Arial" panose="020B0604020202020204" pitchFamily="34" charset="0"/>
                          <a:sym typeface="Arial"/>
                        </a:rPr>
                        <a:t>분 </a:t>
                      </a:r>
                      <a:r>
                        <a:rPr lang="en-US" altLang="ko-KR" sz="800" b="1" i="0" u="none" strike="noStrike" cap="none" dirty="0">
                          <a:solidFill>
                            <a:srgbClr val="0070C0"/>
                          </a:solidFill>
                          <a:latin typeface="Arial" panose="020B0604020202020204" pitchFamily="34" charset="0"/>
                          <a:ea typeface="Calibri"/>
                          <a:cs typeface="Arial" panose="020B0604020202020204" pitchFamily="34" charset="0"/>
                          <a:sym typeface="Arial"/>
                        </a:rPr>
                        <a:t>550 LBS)</a:t>
                      </a:r>
                    </a:p>
                  </a:txBody>
                  <a:tcPr marL="36000" marR="36000" marT="36000" marB="36000"/>
                </a:tc>
                <a:extLst>
                  <a:ext uri="{0D108BD9-81ED-4DB2-BD59-A6C34878D82A}">
                    <a16:rowId xmlns:a16="http://schemas.microsoft.com/office/drawing/2014/main" val="10001"/>
                  </a:ext>
                </a:extLst>
              </a:tr>
              <a:tr h="214363">
                <a:tc>
                  <a:txBody>
                    <a:bodyPr/>
                    <a:lstStyle/>
                    <a:p>
                      <a:pPr marL="0" marR="0" lvl="0" indent="0" algn="l" rtl="0">
                        <a:spcBef>
                          <a:spcPts val="0"/>
                        </a:spcBef>
                        <a:spcAft>
                          <a:spcPts val="0"/>
                        </a:spcAft>
                        <a:buNone/>
                      </a:pPr>
                      <a:r>
                        <a:rPr lang="en-US" altLang="ko-Kore-KR" sz="900" b="1" i="0" u="none" strike="noStrike" cap="none" dirty="0">
                          <a:solidFill>
                            <a:schemeClr val="bg1"/>
                          </a:solidFill>
                          <a:latin typeface="Arial" panose="020B0604020202020204" pitchFamily="34" charset="0"/>
                          <a:ea typeface="Calibri"/>
                          <a:cs typeface="Arial" panose="020B0604020202020204" pitchFamily="34" charset="0"/>
                          <a:sym typeface="Arial"/>
                        </a:rPr>
                        <a:t>CRZ</a:t>
                      </a:r>
                    </a:p>
                    <a:p>
                      <a:pPr marL="0" marR="0" lvl="0" indent="0" algn="l" rtl="0">
                        <a:spcBef>
                          <a:spcPts val="0"/>
                        </a:spcBef>
                        <a:spcAft>
                          <a:spcPts val="0"/>
                        </a:spcAft>
                        <a:buNone/>
                      </a:pPr>
                      <a:r>
                        <a:rPr lang="en-US" altLang="ko-Kore-KR" sz="800" b="0" i="0" u="none" strike="noStrike" cap="none" dirty="0">
                          <a:solidFill>
                            <a:srgbClr val="0070C0"/>
                          </a:solidFill>
                          <a:latin typeface="Arial" panose="020B0604020202020204" pitchFamily="34" charset="0"/>
                          <a:ea typeface="Calibri"/>
                          <a:cs typeface="Arial" panose="020B0604020202020204" pitchFamily="34" charset="0"/>
                          <a:sym typeface="Arial"/>
                        </a:rPr>
                        <a:t>- 100FT </a:t>
                      </a:r>
                      <a:r>
                        <a:rPr lang="ko-Kore-KR" altLang="en-US" sz="800" b="0" i="0" u="none" strike="noStrike" cap="none" dirty="0">
                          <a:solidFill>
                            <a:srgbClr val="0070C0"/>
                          </a:solidFill>
                          <a:latin typeface="Arial" panose="020B0604020202020204" pitchFamily="34" charset="0"/>
                          <a:ea typeface="Calibri"/>
                          <a:cs typeface="Arial" panose="020B0604020202020204" pitchFamily="34" charset="0"/>
                          <a:sym typeface="Arial"/>
                        </a:rPr>
                        <a:t>당</a:t>
                      </a:r>
                      <a:r>
                        <a:rPr lang="ko-KR" altLang="en-US" sz="800" b="0" i="0" u="none" strike="noStrike" cap="none" dirty="0">
                          <a:solidFill>
                            <a:srgbClr val="0070C0"/>
                          </a:solidFill>
                          <a:latin typeface="Arial" panose="020B0604020202020204" pitchFamily="34" charset="0"/>
                          <a:ea typeface="Calibri"/>
                          <a:cs typeface="Arial" panose="020B0604020202020204" pitchFamily="34" charset="0"/>
                          <a:sym typeface="Arial"/>
                        </a:rPr>
                        <a:t> </a:t>
                      </a:r>
                      <a:r>
                        <a:rPr lang="en-US" altLang="ko-KR" sz="800" b="0" i="0" u="none" strike="noStrike" cap="none" dirty="0">
                          <a:solidFill>
                            <a:srgbClr val="0070C0"/>
                          </a:solidFill>
                          <a:latin typeface="Arial" panose="020B0604020202020204" pitchFamily="34" charset="0"/>
                          <a:ea typeface="Calibri"/>
                          <a:cs typeface="Arial" panose="020B0604020202020204" pitchFamily="34" charset="0"/>
                          <a:sym typeface="Arial"/>
                        </a:rPr>
                        <a:t>8</a:t>
                      </a:r>
                      <a:r>
                        <a:rPr lang="ko-KR" altLang="en-US" sz="800" b="0" i="0" u="none" strike="noStrike" cap="none" dirty="0">
                          <a:solidFill>
                            <a:srgbClr val="0070C0"/>
                          </a:solidFill>
                          <a:latin typeface="Arial" panose="020B0604020202020204" pitchFamily="34" charset="0"/>
                          <a:ea typeface="Calibri"/>
                          <a:cs typeface="Arial" panose="020B0604020202020204" pitchFamily="34" charset="0"/>
                          <a:sym typeface="Arial"/>
                        </a:rPr>
                        <a:t> </a:t>
                      </a:r>
                      <a:r>
                        <a:rPr lang="en-US" altLang="ko-KR" sz="800" b="0" i="0" u="none" strike="noStrike" cap="none" dirty="0">
                          <a:solidFill>
                            <a:srgbClr val="0070C0"/>
                          </a:solidFill>
                          <a:latin typeface="Arial" panose="020B0604020202020204" pitchFamily="34" charset="0"/>
                          <a:ea typeface="Calibri"/>
                          <a:cs typeface="Arial" panose="020B0604020202020204" pitchFamily="34" charset="0"/>
                          <a:sym typeface="Arial"/>
                        </a:rPr>
                        <a:t>MIN </a:t>
                      </a:r>
                    </a:p>
                    <a:p>
                      <a:pPr marL="0" marR="0" lvl="0" indent="0" algn="l" rtl="0">
                        <a:spcBef>
                          <a:spcPts val="0"/>
                        </a:spcBef>
                        <a:spcAft>
                          <a:spcPts val="0"/>
                        </a:spcAft>
                        <a:buNone/>
                      </a:pPr>
                      <a:r>
                        <a:rPr lang="en-US" altLang="ko-KR" sz="800" b="0" i="0" u="none" strike="noStrike" cap="none" dirty="0">
                          <a:solidFill>
                            <a:srgbClr val="0070C0"/>
                          </a:solidFill>
                          <a:latin typeface="Arial" panose="020B0604020202020204" pitchFamily="34" charset="0"/>
                          <a:ea typeface="Calibri"/>
                          <a:cs typeface="Arial" panose="020B0604020202020204" pitchFamily="34" charset="0"/>
                          <a:sym typeface="Arial"/>
                        </a:rPr>
                        <a:t> ex) </a:t>
                      </a:r>
                      <a:r>
                        <a:rPr lang="en-US" altLang="ko-KR" sz="800" b="1" i="0" u="none" strike="noStrike" cap="none" dirty="0">
                          <a:solidFill>
                            <a:srgbClr val="0070C0"/>
                          </a:solidFill>
                          <a:latin typeface="Arial" panose="020B0604020202020204" pitchFamily="34" charset="0"/>
                          <a:ea typeface="Calibri"/>
                          <a:cs typeface="Arial" panose="020B0604020202020204" pitchFamily="34" charset="0"/>
                          <a:sym typeface="Arial"/>
                        </a:rPr>
                        <a:t>1000FT </a:t>
                      </a:r>
                      <a:r>
                        <a:rPr lang="ko-KR" altLang="en-US" sz="800" b="1" i="0" u="none" strike="noStrike" cap="none" dirty="0">
                          <a:solidFill>
                            <a:srgbClr val="0070C0"/>
                          </a:solidFill>
                          <a:latin typeface="Arial" panose="020B0604020202020204" pitchFamily="34" charset="0"/>
                          <a:ea typeface="Calibri"/>
                          <a:cs typeface="Arial" panose="020B0604020202020204" pitchFamily="34" charset="0"/>
                          <a:sym typeface="Arial"/>
                        </a:rPr>
                        <a:t>상승 </a:t>
                      </a:r>
                      <a:r>
                        <a:rPr lang="en-US" altLang="ko-KR" sz="800" b="1" i="0" u="none" strike="noStrike" cap="none" dirty="0">
                          <a:solidFill>
                            <a:srgbClr val="0070C0"/>
                          </a:solidFill>
                          <a:latin typeface="Arial" panose="020B0604020202020204" pitchFamily="34" charset="0"/>
                          <a:ea typeface="Calibri"/>
                          <a:cs typeface="Arial" panose="020B0604020202020204" pitchFamily="34" charset="0"/>
                          <a:sym typeface="Arial"/>
                        </a:rPr>
                        <a:t>80</a:t>
                      </a:r>
                      <a:r>
                        <a:rPr lang="ko-KR" altLang="en-US" sz="800" b="1" i="0" u="none" strike="noStrike" cap="none" dirty="0">
                          <a:solidFill>
                            <a:srgbClr val="0070C0"/>
                          </a:solidFill>
                          <a:latin typeface="Arial" panose="020B0604020202020204" pitchFamily="34" charset="0"/>
                          <a:ea typeface="Calibri"/>
                          <a:cs typeface="Arial" panose="020B0604020202020204" pitchFamily="34" charset="0"/>
                          <a:sym typeface="Arial"/>
                        </a:rPr>
                        <a:t> </a:t>
                      </a:r>
                      <a:r>
                        <a:rPr lang="en-US" altLang="ko-KR" sz="800" b="1" i="0" u="none" strike="noStrike" cap="none" dirty="0">
                          <a:solidFill>
                            <a:srgbClr val="0070C0"/>
                          </a:solidFill>
                          <a:latin typeface="Arial" panose="020B0604020202020204" pitchFamily="34" charset="0"/>
                          <a:ea typeface="Calibri"/>
                          <a:cs typeface="Arial" panose="020B0604020202020204" pitchFamily="34" charset="0"/>
                          <a:sym typeface="Arial"/>
                        </a:rPr>
                        <a:t>MIN, 1HR 20MIN</a:t>
                      </a:r>
                      <a:endParaRPr lang="en-US" altLang="ko-Kore-KR" sz="800" b="1" i="0" u="none" strike="noStrike" cap="none" dirty="0">
                        <a:solidFill>
                          <a:srgbClr val="0070C0"/>
                        </a:solidFill>
                        <a:latin typeface="Arial" panose="020B0604020202020204" pitchFamily="34" charset="0"/>
                        <a:ea typeface="Calibri"/>
                        <a:cs typeface="Arial" panose="020B0604020202020204" pitchFamily="34" charset="0"/>
                        <a:sym typeface="Arial"/>
                      </a:endParaRPr>
                    </a:p>
                  </a:txBody>
                  <a:tcPr marL="36000" marR="36000" marT="36000" marB="36000"/>
                </a:tc>
                <a:extLst>
                  <a:ext uri="{0D108BD9-81ED-4DB2-BD59-A6C34878D82A}">
                    <a16:rowId xmlns:a16="http://schemas.microsoft.com/office/drawing/2014/main" val="4015474656"/>
                  </a:ext>
                </a:extLst>
              </a:tr>
              <a:tr h="214363">
                <a:tc>
                  <a:txBody>
                    <a:bodyPr/>
                    <a:lstStyle/>
                    <a:p>
                      <a:pPr marL="0" marR="0" lvl="0" indent="0" algn="l" rtl="0">
                        <a:lnSpc>
                          <a:spcPct val="100000"/>
                        </a:lnSpc>
                        <a:spcBef>
                          <a:spcPts val="0"/>
                        </a:spcBef>
                        <a:spcAft>
                          <a:spcPts val="0"/>
                        </a:spcAft>
                        <a:buNone/>
                      </a:pPr>
                      <a:r>
                        <a:rPr lang="en-US" altLang="ko-Kore-KR" sz="900" b="1" i="0" u="none" strike="noStrike" cap="none" dirty="0">
                          <a:solidFill>
                            <a:schemeClr val="bg1"/>
                          </a:solidFill>
                          <a:latin typeface="Arial" panose="020B0604020202020204" pitchFamily="34" charset="0"/>
                          <a:ea typeface="Calibri"/>
                          <a:cs typeface="Arial" panose="020B0604020202020204" pitchFamily="34" charset="0"/>
                          <a:sym typeface="Arial"/>
                        </a:rPr>
                        <a:t>Holding</a:t>
                      </a:r>
                    </a:p>
                    <a:p>
                      <a:pPr marL="0" marR="0" lvl="0" indent="0" algn="l" rtl="0">
                        <a:lnSpc>
                          <a:spcPct val="100000"/>
                        </a:lnSpc>
                        <a:spcBef>
                          <a:spcPts val="0"/>
                        </a:spcBef>
                        <a:spcAft>
                          <a:spcPts val="0"/>
                        </a:spcAft>
                        <a:buNone/>
                      </a:pPr>
                      <a:r>
                        <a:rPr lang="ko-KR" altLang="en-US" sz="800" b="1" i="0" u="none" strike="noStrike" cap="none" dirty="0">
                          <a:solidFill>
                            <a:srgbClr val="0070C0"/>
                          </a:solidFill>
                          <a:latin typeface="Arial" panose="020B0604020202020204" pitchFamily="34" charset="0"/>
                          <a:ea typeface="Calibri"/>
                          <a:cs typeface="Arial" panose="020B0604020202020204" pitchFamily="34" charset="0"/>
                          <a:sym typeface="Arial"/>
                        </a:rPr>
                        <a:t>분당 </a:t>
                      </a:r>
                      <a:r>
                        <a:rPr lang="en-US" altLang="ko-KR" sz="800" b="1" i="0" u="none" strike="noStrike" cap="none" dirty="0">
                          <a:solidFill>
                            <a:srgbClr val="0070C0"/>
                          </a:solidFill>
                          <a:latin typeface="Arial" panose="020B0604020202020204" pitchFamily="34" charset="0"/>
                          <a:ea typeface="Calibri"/>
                          <a:cs typeface="Arial" panose="020B0604020202020204" pitchFamily="34" charset="0"/>
                          <a:sym typeface="Arial"/>
                        </a:rPr>
                        <a:t>200LBS </a:t>
                      </a:r>
                      <a:r>
                        <a:rPr lang="en-US" altLang="ko-KR" sz="800" b="0" i="0" u="none" strike="noStrike" cap="none" dirty="0">
                          <a:solidFill>
                            <a:srgbClr val="0070C0"/>
                          </a:solidFill>
                          <a:latin typeface="Arial" panose="020B0604020202020204" pitchFamily="34" charset="0"/>
                          <a:ea typeface="Calibri"/>
                          <a:cs typeface="Arial" panose="020B0604020202020204" pitchFamily="34" charset="0"/>
                          <a:sym typeface="Arial"/>
                        </a:rPr>
                        <a:t>(Actual F/F </a:t>
                      </a:r>
                      <a:r>
                        <a:rPr lang="ko-KR" altLang="en-US" sz="800" b="0" i="0" u="none" strike="noStrike" cap="none" dirty="0">
                          <a:solidFill>
                            <a:srgbClr val="0070C0"/>
                          </a:solidFill>
                          <a:latin typeface="Arial" panose="020B0604020202020204" pitchFamily="34" charset="0"/>
                          <a:ea typeface="Calibri"/>
                          <a:cs typeface="Arial" panose="020B0604020202020204" pitchFamily="34" charset="0"/>
                          <a:sym typeface="Arial"/>
                        </a:rPr>
                        <a:t>참조</a:t>
                      </a:r>
                      <a:r>
                        <a:rPr lang="en-US" altLang="ko-KR" sz="800" b="0" i="0" u="none" strike="noStrike" cap="none" dirty="0">
                          <a:solidFill>
                            <a:srgbClr val="0070C0"/>
                          </a:solidFill>
                          <a:latin typeface="Arial" panose="020B0604020202020204" pitchFamily="34" charset="0"/>
                          <a:ea typeface="Calibri"/>
                          <a:cs typeface="Arial" panose="020B0604020202020204" pitchFamily="34" charset="0"/>
                          <a:sym typeface="Arial"/>
                        </a:rPr>
                        <a:t>, </a:t>
                      </a:r>
                      <a:r>
                        <a:rPr lang="ko-KR" altLang="en-US" sz="800" b="0" i="0" u="none" strike="noStrike" cap="none" dirty="0">
                          <a:solidFill>
                            <a:srgbClr val="0070C0"/>
                          </a:solidFill>
                          <a:latin typeface="Arial" panose="020B0604020202020204" pitchFamily="34" charset="0"/>
                          <a:ea typeface="Calibri"/>
                          <a:cs typeface="Arial" panose="020B0604020202020204" pitchFamily="34" charset="0"/>
                          <a:sym typeface="Arial"/>
                        </a:rPr>
                        <a:t>시간당 </a:t>
                      </a:r>
                      <a:r>
                        <a:rPr lang="en-US" altLang="ko-KR" sz="800" b="1" i="0" u="none" strike="noStrike" cap="none" dirty="0">
                          <a:solidFill>
                            <a:srgbClr val="0070C0"/>
                          </a:solidFill>
                          <a:latin typeface="Arial" panose="020B0604020202020204" pitchFamily="34" charset="0"/>
                          <a:ea typeface="Calibri"/>
                          <a:cs typeface="Arial" panose="020B0604020202020204" pitchFamily="34" charset="0"/>
                          <a:sym typeface="Arial"/>
                        </a:rPr>
                        <a:t>12000LBS</a:t>
                      </a:r>
                      <a:r>
                        <a:rPr lang="en-US" altLang="ko-KR" sz="800" b="0" i="0" u="none" strike="noStrike" cap="none" dirty="0">
                          <a:solidFill>
                            <a:srgbClr val="0070C0"/>
                          </a:solidFill>
                          <a:latin typeface="Arial" panose="020B0604020202020204" pitchFamily="34" charset="0"/>
                          <a:ea typeface="Calibri"/>
                          <a:cs typeface="Arial" panose="020B0604020202020204" pitchFamily="34" charset="0"/>
                          <a:sym typeface="Arial"/>
                        </a:rPr>
                        <a:t>)</a:t>
                      </a:r>
                    </a:p>
                    <a:p>
                      <a:pPr marL="0" marR="0" lvl="0" indent="0" algn="l" rtl="0">
                        <a:lnSpc>
                          <a:spcPct val="100000"/>
                        </a:lnSpc>
                        <a:spcBef>
                          <a:spcPts val="0"/>
                        </a:spcBef>
                        <a:spcAft>
                          <a:spcPts val="0"/>
                        </a:spcAft>
                        <a:buNone/>
                      </a:pPr>
                      <a:r>
                        <a:rPr lang="en-US" altLang="ko-KR" sz="800" b="0" i="0" u="none" strike="noStrike" cap="none" dirty="0">
                          <a:solidFill>
                            <a:srgbClr val="0070C0"/>
                          </a:solidFill>
                          <a:latin typeface="Arial" panose="020B0604020202020204" pitchFamily="34" charset="0"/>
                          <a:ea typeface="Calibri"/>
                          <a:cs typeface="Arial" panose="020B0604020202020204" pitchFamily="34" charset="0"/>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Calibri"/>
                          <a:cs typeface="Arial" panose="020B0604020202020204" pitchFamily="34" charset="0"/>
                          <a:sym typeface="Arial"/>
                        </a:rPr>
                        <a:t>Missed App </a:t>
                      </a:r>
                      <a:r>
                        <a:rPr kumimoji="0" lang="en-US" altLang="ko-KR" sz="900" b="1" i="0" u="none" strike="noStrike" kern="0" cap="none" spc="0" normalizeH="0" baseline="0" noProof="0" dirty="0">
                          <a:ln>
                            <a:noFill/>
                          </a:ln>
                          <a:solidFill>
                            <a:schemeClr val="bg1"/>
                          </a:solidFill>
                          <a:effectLst/>
                          <a:uLnTx/>
                          <a:uFillTx/>
                          <a:latin typeface="Arial" panose="020B0604020202020204" pitchFamily="34" charset="0"/>
                          <a:ea typeface="Calibri"/>
                          <a:cs typeface="Arial" panose="020B0604020202020204" pitchFamily="34" charset="0"/>
                          <a:sym typeface="Arial"/>
                        </a:rPr>
                        <a:t>&amp;</a:t>
                      </a:r>
                      <a:r>
                        <a:rPr kumimoji="0" lang="ko-KR" altLang="en-US" sz="900" b="1" i="0" u="none" strike="noStrike" kern="0" cap="none" spc="0" normalizeH="0" baseline="0" noProof="0" dirty="0">
                          <a:ln>
                            <a:noFill/>
                          </a:ln>
                          <a:solidFill>
                            <a:schemeClr val="bg1"/>
                          </a:solidFill>
                          <a:effectLst/>
                          <a:uLnTx/>
                          <a:uFillTx/>
                          <a:latin typeface="Arial" panose="020B0604020202020204" pitchFamily="34" charset="0"/>
                          <a:ea typeface="Calibri"/>
                          <a:cs typeface="Arial" panose="020B0604020202020204" pitchFamily="34" charset="0"/>
                          <a:sym typeface="Arial"/>
                        </a:rPr>
                        <a:t> </a:t>
                      </a:r>
                      <a:r>
                        <a:rPr kumimoji="0" lang="en-US" altLang="ko-KR" sz="900" b="1" i="0" u="none" strike="noStrike" kern="0" cap="none" spc="0" normalizeH="0" baseline="0" noProof="0" dirty="0">
                          <a:ln>
                            <a:noFill/>
                          </a:ln>
                          <a:solidFill>
                            <a:schemeClr val="bg1"/>
                          </a:solidFill>
                          <a:effectLst/>
                          <a:uLnTx/>
                          <a:uFillTx/>
                          <a:latin typeface="Arial" panose="020B0604020202020204" pitchFamily="34" charset="0"/>
                          <a:ea typeface="Calibri"/>
                          <a:cs typeface="Arial" panose="020B0604020202020204" pitchFamily="34" charset="0"/>
                          <a:sym typeface="Arial"/>
                        </a:rPr>
                        <a:t>Landing</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R" sz="800" b="1"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3000</a:t>
                      </a:r>
                      <a:r>
                        <a:rPr kumimoji="0" lang="ko-KR" altLang="en-US" sz="800" b="1"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 </a:t>
                      </a:r>
                      <a:r>
                        <a:rPr kumimoji="0" lang="en-US" altLang="ko-KR" sz="800" b="1"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LBS </a:t>
                      </a:r>
                      <a:r>
                        <a:rPr kumimoji="0" lang="en-US" altLang="ko-KR"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a:t>
                      </a:r>
                      <a:r>
                        <a:rPr kumimoji="0" lang="ko-KR" altLang="en-US"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과거 </a:t>
                      </a:r>
                      <a:r>
                        <a:rPr kumimoji="0" lang="en-US" altLang="ko-KR"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EDTO</a:t>
                      </a:r>
                      <a:r>
                        <a:rPr kumimoji="0" lang="ko-KR" altLang="en-US"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자료 </a:t>
                      </a:r>
                      <a:r>
                        <a:rPr kumimoji="0" lang="en-US" altLang="ko-KR"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1</a:t>
                      </a:r>
                      <a:r>
                        <a:rPr kumimoji="0" lang="ko-KR" altLang="en-US"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회 </a:t>
                      </a:r>
                      <a:r>
                        <a:rPr kumimoji="0" lang="en-US" altLang="ko-KR"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Missed </a:t>
                      </a:r>
                      <a:r>
                        <a:rPr kumimoji="0" lang="en-US" altLang="ko-KR" sz="800" b="0" i="0" u="none" strike="noStrike" kern="0" cap="none" spc="0" normalizeH="0" baseline="0" noProof="0" dirty="0" err="1">
                          <a:ln>
                            <a:noFill/>
                          </a:ln>
                          <a:solidFill>
                            <a:srgbClr val="0070C0"/>
                          </a:solidFill>
                          <a:effectLst/>
                          <a:uLnTx/>
                          <a:uFillTx/>
                          <a:latin typeface="Arial" panose="020B0604020202020204" pitchFamily="34" charset="0"/>
                          <a:ea typeface="Calibri"/>
                          <a:cs typeface="Arial" panose="020B0604020202020204" pitchFamily="34" charset="0"/>
                          <a:sym typeface="Arial"/>
                        </a:rPr>
                        <a:t>App+L</a:t>
                      </a:r>
                      <a:r>
                        <a:rPr kumimoji="0" lang="en-US" altLang="ko-KR"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/D)</a:t>
                      </a:r>
                      <a:r>
                        <a:rPr kumimoji="0" lang="ko-KR" altLang="en-US"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rPr>
                        <a:t> </a:t>
                      </a:r>
                      <a:endParaRPr kumimoji="0" lang="en-US" altLang="ko-KR" sz="800" b="0" i="0" u="none" strike="noStrike" kern="0" cap="none" spc="0" normalizeH="0" baseline="0" noProof="0" dirty="0">
                        <a:ln>
                          <a:noFill/>
                        </a:ln>
                        <a:solidFill>
                          <a:srgbClr val="0070C0"/>
                        </a:solidFill>
                        <a:effectLst/>
                        <a:uLnTx/>
                        <a:uFillTx/>
                        <a:latin typeface="Arial" panose="020B0604020202020204" pitchFamily="34" charset="0"/>
                        <a:ea typeface="Calibri"/>
                        <a:cs typeface="Arial" panose="020B0604020202020204" pitchFamily="34" charset="0"/>
                        <a:sym typeface="Arial"/>
                      </a:endParaRPr>
                    </a:p>
                  </a:txBody>
                  <a:tcPr marL="36000" marR="36000" marT="36000" marB="36000"/>
                </a:tc>
                <a:extLst>
                  <a:ext uri="{0D108BD9-81ED-4DB2-BD59-A6C34878D82A}">
                    <a16:rowId xmlns:a16="http://schemas.microsoft.com/office/drawing/2014/main" val="3077422953"/>
                  </a:ext>
                </a:extLst>
              </a:tr>
            </a:tbl>
          </a:graphicData>
        </a:graphic>
      </p:graphicFrame>
      <p:graphicFrame>
        <p:nvGraphicFramePr>
          <p:cNvPr id="5" name="Google Shape;402;p31">
            <a:extLst>
              <a:ext uri="{FF2B5EF4-FFF2-40B4-BE49-F238E27FC236}">
                <a16:creationId xmlns:a16="http://schemas.microsoft.com/office/drawing/2014/main" id="{CC58B19C-6D0D-9F37-979E-48EB84619961}"/>
              </a:ext>
            </a:extLst>
          </p:cNvPr>
          <p:cNvGraphicFramePr/>
          <p:nvPr>
            <p:extLst>
              <p:ext uri="{D42A27DB-BD31-4B8C-83A1-F6EECF244321}">
                <p14:modId xmlns:p14="http://schemas.microsoft.com/office/powerpoint/2010/main" val="3903043588"/>
              </p:ext>
            </p:extLst>
          </p:nvPr>
        </p:nvGraphicFramePr>
        <p:xfrm>
          <a:off x="3864" y="3117984"/>
          <a:ext cx="2328875" cy="1302685"/>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22625">
                <a:tc>
                  <a:txBody>
                    <a:bodyPr/>
                    <a:lstStyle/>
                    <a:p>
                      <a:pPr marL="0" marR="0" lvl="0" indent="0" algn="l" rtl="0">
                        <a:spcBef>
                          <a:spcPts val="0"/>
                        </a:spcBef>
                        <a:spcAft>
                          <a:spcPts val="0"/>
                        </a:spcAft>
                        <a:buNone/>
                      </a:pPr>
                      <a:r>
                        <a:rPr lang="en-US" sz="1000" dirty="0">
                          <a:solidFill>
                            <a:srgbClr val="FFC000"/>
                          </a:solidFill>
                          <a:latin typeface="+mn-lt"/>
                          <a:ea typeface="+mn-ea"/>
                          <a:cs typeface="Calibri" panose="020F0502020204030204" pitchFamily="34" charset="0"/>
                        </a:rPr>
                        <a:t>FUEL Loading</a:t>
                      </a:r>
                      <a:endParaRPr sz="1000" dirty="0">
                        <a:solidFill>
                          <a:srgbClr val="FFC000"/>
                        </a:solidFill>
                        <a:latin typeface="+mn-lt"/>
                        <a:ea typeface="+mn-ea"/>
                        <a:cs typeface="Calibri" panose="020F0502020204030204" pitchFamily="34" charset="0"/>
                      </a:endParaRPr>
                    </a:p>
                  </a:txBody>
                  <a:tcPr marL="36000" marR="36000" marT="36000" marB="36000"/>
                </a:tc>
                <a:extLst>
                  <a:ext uri="{0D108BD9-81ED-4DB2-BD59-A6C34878D82A}">
                    <a16:rowId xmlns:a16="http://schemas.microsoft.com/office/drawing/2014/main" val="10000"/>
                  </a:ext>
                </a:extLst>
              </a:tr>
              <a:tr h="214363">
                <a:tc>
                  <a:txBody>
                    <a:bodyPr/>
                    <a:lstStyle/>
                    <a:p>
                      <a:pPr marL="0" marR="0" lvl="0" indent="0" algn="l" rtl="0">
                        <a:lnSpc>
                          <a:spcPct val="150000"/>
                        </a:lnSpc>
                        <a:spcBef>
                          <a:spcPts val="0"/>
                        </a:spcBef>
                        <a:spcAft>
                          <a:spcPts val="0"/>
                        </a:spcAft>
                        <a:buNone/>
                      </a:pPr>
                      <a:r>
                        <a:rPr lang="en-US" altLang="ko-KR" sz="900" b="1" dirty="0">
                          <a:solidFill>
                            <a:schemeClr val="bg1"/>
                          </a:solidFill>
                          <a:latin typeface="Calibri" panose="020F0502020204030204" pitchFamily="34" charset="0"/>
                          <a:ea typeface="+mn-ea"/>
                          <a:cs typeface="Calibri" panose="020F0502020204030204" pitchFamily="34" charset="0"/>
                        </a:rPr>
                        <a:t>Tail</a:t>
                      </a:r>
                      <a:r>
                        <a:rPr lang="ko-KR" altLang="en-US" sz="900" b="1" dirty="0">
                          <a:solidFill>
                            <a:schemeClr val="bg1"/>
                          </a:solidFill>
                          <a:latin typeface="Calibri" panose="020F0502020204030204" pitchFamily="34" charset="0"/>
                          <a:ea typeface="+mn-ea"/>
                          <a:cs typeface="Calibri" panose="020F0502020204030204" pitchFamily="34" charset="0"/>
                        </a:rPr>
                        <a:t> </a:t>
                      </a:r>
                      <a:r>
                        <a:rPr lang="en-US" altLang="ko-KR" sz="900" b="1" dirty="0">
                          <a:solidFill>
                            <a:schemeClr val="bg1"/>
                          </a:solidFill>
                          <a:latin typeface="Calibri" panose="020F0502020204030204" pitchFamily="34" charset="0"/>
                          <a:ea typeface="+mn-ea"/>
                          <a:cs typeface="Calibri" panose="020F0502020204030204" pitchFamily="34" charset="0"/>
                        </a:rPr>
                        <a:t>Tank</a:t>
                      </a:r>
                      <a:r>
                        <a:rPr lang="ko-KR" altLang="en-US" sz="900" b="1" dirty="0">
                          <a:solidFill>
                            <a:schemeClr val="bg1"/>
                          </a:solidFill>
                          <a:latin typeface="Calibri" panose="020F0502020204030204" pitchFamily="34" charset="0"/>
                          <a:ea typeface="+mn-ea"/>
                          <a:cs typeface="Calibri" panose="020F0502020204030204" pitchFamily="34" charset="0"/>
                        </a:rPr>
                        <a:t> </a:t>
                      </a:r>
                      <a:r>
                        <a:rPr lang="en-US" altLang="ko-KR" sz="900" b="1" dirty="0">
                          <a:solidFill>
                            <a:schemeClr val="bg1"/>
                          </a:solidFill>
                          <a:latin typeface="Calibri" panose="020F0502020204030204" pitchFamily="34" charset="0"/>
                          <a:ea typeface="+mn-ea"/>
                          <a:cs typeface="Calibri" panose="020F0502020204030204" pitchFamily="34" charset="0"/>
                        </a:rPr>
                        <a:t>:</a:t>
                      </a:r>
                      <a:r>
                        <a:rPr lang="ko-KR" altLang="en-US" sz="900" b="1" dirty="0">
                          <a:solidFill>
                            <a:schemeClr val="bg1"/>
                          </a:solidFill>
                          <a:latin typeface="Calibri" panose="020F0502020204030204" pitchFamily="34" charset="0"/>
                          <a:ea typeface="+mn-ea"/>
                          <a:cs typeface="Calibri" panose="020F0502020204030204" pitchFamily="34" charset="0"/>
                        </a:rPr>
                        <a:t> </a:t>
                      </a:r>
                      <a:endParaRPr lang="en-US" altLang="ko-KR" sz="900" b="1" dirty="0">
                        <a:solidFill>
                          <a:schemeClr val="bg1"/>
                        </a:solidFill>
                        <a:latin typeface="Calibri" panose="020F0502020204030204" pitchFamily="34" charset="0"/>
                        <a:ea typeface="+mn-ea"/>
                        <a:cs typeface="Calibri" panose="020F0502020204030204" pitchFamily="34" charset="0"/>
                      </a:endParaRPr>
                    </a:p>
                    <a:p>
                      <a:pPr marL="0" marR="0" lvl="0" indent="0" algn="l" rtl="0">
                        <a:lnSpc>
                          <a:spcPct val="150000"/>
                        </a:lnSpc>
                        <a:spcBef>
                          <a:spcPts val="0"/>
                        </a:spcBef>
                        <a:spcAft>
                          <a:spcPts val="0"/>
                        </a:spcAft>
                        <a:buNone/>
                      </a:pPr>
                      <a:r>
                        <a:rPr lang="en-US" sz="900" b="0" dirty="0">
                          <a:solidFill>
                            <a:srgbClr val="0070C0"/>
                          </a:solidFill>
                          <a:latin typeface="Calibri" panose="020F0502020204030204" pitchFamily="34" charset="0"/>
                          <a:ea typeface="+mn-ea"/>
                          <a:cs typeface="Calibri" panose="020F0502020204030204" pitchFamily="34" charset="0"/>
                        </a:rPr>
                        <a:t>C</a:t>
                      </a:r>
                      <a:r>
                        <a:rPr lang="en-US" altLang="ko-KR" sz="900" b="0" dirty="0">
                          <a:solidFill>
                            <a:srgbClr val="0070C0"/>
                          </a:solidFill>
                          <a:latin typeface="Calibri" panose="020F0502020204030204" pitchFamily="34" charset="0"/>
                          <a:ea typeface="+mn-ea"/>
                          <a:cs typeface="Calibri" panose="020F0502020204030204" pitchFamily="34" charset="0"/>
                        </a:rPr>
                        <a:t>L</a:t>
                      </a:r>
                      <a:r>
                        <a:rPr lang="ko-KR" altLang="en-US" sz="900" b="0" dirty="0">
                          <a:solidFill>
                            <a:srgbClr val="0070C0"/>
                          </a:solidFill>
                          <a:latin typeface="Calibri" panose="020F0502020204030204" pitchFamily="34" charset="0"/>
                          <a:ea typeface="+mn-ea"/>
                          <a:cs typeface="Calibri" panose="020F0502020204030204" pitchFamily="34" charset="0"/>
                        </a:rPr>
                        <a:t> </a:t>
                      </a:r>
                      <a:r>
                        <a:rPr lang="en-US" altLang="ko-KR" sz="900" b="0" dirty="0">
                          <a:solidFill>
                            <a:srgbClr val="0070C0"/>
                          </a:solidFill>
                          <a:latin typeface="Calibri" panose="020F0502020204030204" pitchFamily="34" charset="0"/>
                          <a:ea typeface="+mn-ea"/>
                          <a:cs typeface="Calibri" panose="020F0502020204030204" pitchFamily="34" charset="0"/>
                        </a:rPr>
                        <a:t>TANK</a:t>
                      </a:r>
                      <a:r>
                        <a:rPr lang="ko-KR" altLang="en-US" sz="900" b="0" dirty="0">
                          <a:solidFill>
                            <a:srgbClr val="0070C0"/>
                          </a:solidFill>
                          <a:latin typeface="Calibri" panose="020F0502020204030204" pitchFamily="34" charset="0"/>
                          <a:ea typeface="+mn-ea"/>
                          <a:cs typeface="Calibri" panose="020F0502020204030204" pitchFamily="34" charset="0"/>
                        </a:rPr>
                        <a:t> </a:t>
                      </a:r>
                      <a:r>
                        <a:rPr lang="en-US" sz="900" b="0" dirty="0">
                          <a:solidFill>
                            <a:srgbClr val="0070C0"/>
                          </a:solidFill>
                          <a:latin typeface="Calibri" panose="020F0502020204030204" pitchFamily="34" charset="0"/>
                          <a:ea typeface="+mn-ea"/>
                          <a:cs typeface="Calibri" panose="020F0502020204030204" pitchFamily="34" charset="0"/>
                        </a:rPr>
                        <a:t> 80000LBS </a:t>
                      </a:r>
                      <a:r>
                        <a:rPr lang="ko-KR" altLang="en-US" sz="900" b="0" dirty="0">
                          <a:solidFill>
                            <a:srgbClr val="0070C0"/>
                          </a:solidFill>
                          <a:latin typeface="Calibri" panose="020F0502020204030204" pitchFamily="34" charset="0"/>
                          <a:ea typeface="+mn-ea"/>
                          <a:cs typeface="Calibri" panose="020F0502020204030204" pitchFamily="34" charset="0"/>
                        </a:rPr>
                        <a:t>이상</a:t>
                      </a:r>
                      <a:r>
                        <a:rPr lang="en-US" altLang="ko-KR" sz="900" b="0" dirty="0">
                          <a:solidFill>
                            <a:srgbClr val="0070C0"/>
                          </a:solidFill>
                          <a:latin typeface="Calibri" panose="020F0502020204030204" pitchFamily="34" charset="0"/>
                          <a:ea typeface="+mn-ea"/>
                          <a:cs typeface="Calibri" panose="020F0502020204030204" pitchFamily="34" charset="0"/>
                        </a:rPr>
                        <a:t> 5000LBS</a:t>
                      </a:r>
                      <a:r>
                        <a:rPr lang="ko-KR" altLang="en-US" sz="900" b="0" dirty="0">
                          <a:solidFill>
                            <a:srgbClr val="0070C0"/>
                          </a:solidFill>
                          <a:latin typeface="Calibri" panose="020F0502020204030204" pitchFamily="34" charset="0"/>
                          <a:ea typeface="+mn-ea"/>
                          <a:cs typeface="Calibri" panose="020F0502020204030204" pitchFamily="34" charset="0"/>
                        </a:rPr>
                        <a:t> 까지</a:t>
                      </a:r>
                      <a:endParaRPr lang="en-US" altLang="ko-KR" sz="900" b="0" dirty="0">
                        <a:solidFill>
                          <a:srgbClr val="0070C0"/>
                        </a:solidFill>
                        <a:latin typeface="Calibri" panose="020F0502020204030204" pitchFamily="34" charset="0"/>
                        <a:ea typeface="+mn-ea"/>
                        <a:cs typeface="Calibri" panose="020F0502020204030204" pitchFamily="34" charset="0"/>
                      </a:endParaRPr>
                    </a:p>
                    <a:p>
                      <a:pPr marL="0" marR="0" lvl="0" indent="0" algn="l" rtl="0">
                        <a:lnSpc>
                          <a:spcPct val="150000"/>
                        </a:lnSpc>
                        <a:spcBef>
                          <a:spcPts val="0"/>
                        </a:spcBef>
                        <a:spcAft>
                          <a:spcPts val="0"/>
                        </a:spcAft>
                        <a:buNone/>
                      </a:pPr>
                      <a:r>
                        <a:rPr lang="en-US" altLang="ko-KR" sz="900" b="0" dirty="0">
                          <a:solidFill>
                            <a:srgbClr val="0070C0"/>
                          </a:solidFill>
                          <a:latin typeface="Calibri" panose="020F0502020204030204" pitchFamily="34" charset="0"/>
                          <a:ea typeface="+mn-ea"/>
                          <a:cs typeface="Calibri" panose="020F0502020204030204" pitchFamily="34" charset="0"/>
                        </a:rPr>
                        <a:t>CL</a:t>
                      </a:r>
                      <a:r>
                        <a:rPr lang="ko-KR" altLang="en-US" sz="900" b="0" dirty="0">
                          <a:solidFill>
                            <a:srgbClr val="0070C0"/>
                          </a:solidFill>
                          <a:latin typeface="Calibri" panose="020F0502020204030204" pitchFamily="34" charset="0"/>
                          <a:ea typeface="+mn-ea"/>
                          <a:cs typeface="Calibri" panose="020F0502020204030204" pitchFamily="34" charset="0"/>
                        </a:rPr>
                        <a:t> </a:t>
                      </a:r>
                      <a:r>
                        <a:rPr lang="en-US" altLang="ko-KR" sz="900" b="0" dirty="0">
                          <a:solidFill>
                            <a:srgbClr val="0070C0"/>
                          </a:solidFill>
                          <a:latin typeface="Calibri" panose="020F0502020204030204" pitchFamily="34" charset="0"/>
                          <a:ea typeface="+mn-ea"/>
                          <a:cs typeface="Calibri" panose="020F0502020204030204" pitchFamily="34" charset="0"/>
                        </a:rPr>
                        <a:t>TANK</a:t>
                      </a:r>
                      <a:r>
                        <a:rPr lang="ko-KR" altLang="en-US" sz="900" b="0" dirty="0">
                          <a:solidFill>
                            <a:srgbClr val="0070C0"/>
                          </a:solidFill>
                          <a:latin typeface="Calibri" panose="020F0502020204030204" pitchFamily="34" charset="0"/>
                          <a:ea typeface="+mn-ea"/>
                          <a:cs typeface="Calibri" panose="020F0502020204030204" pitchFamily="34" charset="0"/>
                        </a:rPr>
                        <a:t> </a:t>
                      </a:r>
                      <a:r>
                        <a:rPr lang="en-US" altLang="ko-KR" sz="900" b="0" dirty="0">
                          <a:solidFill>
                            <a:srgbClr val="0070C0"/>
                          </a:solidFill>
                          <a:latin typeface="Calibri" panose="020F0502020204030204" pitchFamily="34" charset="0"/>
                          <a:ea typeface="+mn-ea"/>
                          <a:cs typeface="Calibri" panose="020F0502020204030204" pitchFamily="34" charset="0"/>
                        </a:rPr>
                        <a:t>160000LBS </a:t>
                      </a:r>
                      <a:r>
                        <a:rPr lang="ko-KR" altLang="en-US" sz="900" b="0" dirty="0">
                          <a:solidFill>
                            <a:srgbClr val="0070C0"/>
                          </a:solidFill>
                          <a:latin typeface="Calibri" panose="020F0502020204030204" pitchFamily="34" charset="0"/>
                          <a:ea typeface="+mn-ea"/>
                          <a:cs typeface="Calibri" panose="020F0502020204030204" pitchFamily="34" charset="0"/>
                        </a:rPr>
                        <a:t>이상 </a:t>
                      </a:r>
                      <a:r>
                        <a:rPr lang="en-US" altLang="ko-KR" sz="900" b="0" dirty="0">
                          <a:solidFill>
                            <a:srgbClr val="0070C0"/>
                          </a:solidFill>
                          <a:latin typeface="Calibri" panose="020F0502020204030204" pitchFamily="34" charset="0"/>
                          <a:ea typeface="+mn-ea"/>
                          <a:cs typeface="Calibri" panose="020F0502020204030204" pitchFamily="34" charset="0"/>
                        </a:rPr>
                        <a:t>10000</a:t>
                      </a:r>
                      <a:r>
                        <a:rPr lang="ko-KR" altLang="en-US" sz="900" b="0" dirty="0">
                          <a:solidFill>
                            <a:srgbClr val="0070C0"/>
                          </a:solidFill>
                          <a:latin typeface="Calibri" panose="020F0502020204030204" pitchFamily="34" charset="0"/>
                          <a:ea typeface="+mn-ea"/>
                          <a:cs typeface="Calibri" panose="020F0502020204030204" pitchFamily="34" charset="0"/>
                        </a:rPr>
                        <a:t> </a:t>
                      </a:r>
                      <a:r>
                        <a:rPr lang="en-US" altLang="ko-KR" sz="900" b="0" dirty="0">
                          <a:solidFill>
                            <a:srgbClr val="0070C0"/>
                          </a:solidFill>
                          <a:latin typeface="Calibri" panose="020F0502020204030204" pitchFamily="34" charset="0"/>
                          <a:ea typeface="+mn-ea"/>
                          <a:cs typeface="Calibri" panose="020F0502020204030204" pitchFamily="34" charset="0"/>
                        </a:rPr>
                        <a:t>LBS</a:t>
                      </a:r>
                      <a:r>
                        <a:rPr lang="ko-KR" altLang="en-US" sz="900" b="0" dirty="0">
                          <a:solidFill>
                            <a:srgbClr val="0070C0"/>
                          </a:solidFill>
                          <a:latin typeface="Calibri" panose="020F0502020204030204" pitchFamily="34" charset="0"/>
                          <a:ea typeface="+mn-ea"/>
                          <a:cs typeface="Calibri" panose="020F0502020204030204" pitchFamily="34" charset="0"/>
                        </a:rPr>
                        <a:t> 까지</a:t>
                      </a:r>
                      <a:endParaRPr lang="en-US" altLang="ko-KR" sz="900" b="0" dirty="0">
                        <a:solidFill>
                          <a:srgbClr val="0070C0"/>
                        </a:solidFill>
                        <a:latin typeface="Calibri" panose="020F0502020204030204" pitchFamily="34" charset="0"/>
                        <a:ea typeface="+mn-ea"/>
                        <a:cs typeface="Calibri" panose="020F0502020204030204" pitchFamily="34" charset="0"/>
                      </a:endParaRPr>
                    </a:p>
                    <a:p>
                      <a:pPr marL="0" marR="0" lvl="0" indent="0" algn="l" rtl="0">
                        <a:lnSpc>
                          <a:spcPct val="150000"/>
                        </a:lnSpc>
                        <a:spcBef>
                          <a:spcPts val="0"/>
                        </a:spcBef>
                        <a:spcAft>
                          <a:spcPts val="0"/>
                        </a:spcAft>
                        <a:buNone/>
                      </a:pPr>
                      <a:endParaRPr lang="en-US" altLang="ko-KR" sz="900" b="0" dirty="0">
                        <a:solidFill>
                          <a:srgbClr val="0070C0"/>
                        </a:solidFill>
                        <a:latin typeface="Calibri" panose="020F0502020204030204" pitchFamily="34" charset="0"/>
                        <a:ea typeface="+mn-ea"/>
                        <a:cs typeface="Calibri" panose="020F0502020204030204" pitchFamily="34" charset="0"/>
                      </a:endParaRPr>
                    </a:p>
                    <a:p>
                      <a:pPr marL="0" marR="0" lvl="0" indent="0" algn="l" rtl="0">
                        <a:lnSpc>
                          <a:spcPct val="150000"/>
                        </a:lnSpc>
                        <a:spcBef>
                          <a:spcPts val="0"/>
                        </a:spcBef>
                        <a:spcAft>
                          <a:spcPts val="0"/>
                        </a:spcAft>
                        <a:buNone/>
                      </a:pPr>
                      <a:r>
                        <a:rPr lang="en-US" altLang="ko-KR" sz="900" b="1" dirty="0">
                          <a:solidFill>
                            <a:schemeClr val="bg1"/>
                          </a:solidFill>
                          <a:latin typeface="Calibri" panose="020F0502020204030204" pitchFamily="34" charset="0"/>
                          <a:ea typeface="+mn-ea"/>
                          <a:cs typeface="Calibri" panose="020F0502020204030204" pitchFamily="34" charset="0"/>
                        </a:rPr>
                        <a:t>FUEL Overfill </a:t>
                      </a:r>
                      <a:r>
                        <a:rPr lang="en-US" altLang="ko-KR" sz="900" b="0" dirty="0">
                          <a:solidFill>
                            <a:srgbClr val="0070C0"/>
                          </a:solidFill>
                          <a:latin typeface="Calibri" panose="020F0502020204030204" pitchFamily="34" charset="0"/>
                          <a:ea typeface="+mn-ea"/>
                          <a:cs typeface="Calibri" panose="020F0502020204030204" pitchFamily="34" charset="0"/>
                        </a:rPr>
                        <a:t>: 1000LBS</a:t>
                      </a:r>
                      <a:r>
                        <a:rPr lang="ko-KR" altLang="en-US" sz="900" b="0" dirty="0">
                          <a:solidFill>
                            <a:srgbClr val="0070C0"/>
                          </a:solidFill>
                          <a:latin typeface="Calibri" panose="020F0502020204030204" pitchFamily="34" charset="0"/>
                          <a:ea typeface="+mn-ea"/>
                          <a:cs typeface="Calibri" panose="020F0502020204030204" pitchFamily="34" charset="0"/>
                        </a:rPr>
                        <a:t> 기준</a:t>
                      </a:r>
                      <a:endParaRPr lang="en-US" altLang="ko-KR" sz="900" b="0" dirty="0">
                        <a:solidFill>
                          <a:srgbClr val="0070C0"/>
                        </a:solidFill>
                        <a:latin typeface="Calibri" panose="020F0502020204030204" pitchFamily="34" charset="0"/>
                        <a:ea typeface="+mn-ea"/>
                        <a:cs typeface="Calibri" panose="020F0502020204030204" pitchFamily="34" charset="0"/>
                      </a:endParaRPr>
                    </a:p>
                  </a:txBody>
                  <a:tcPr marL="36000" marR="36000" marT="36000" marB="36000"/>
                </a:tc>
                <a:extLst>
                  <a:ext uri="{0D108BD9-81ED-4DB2-BD59-A6C34878D82A}">
                    <a16:rowId xmlns:a16="http://schemas.microsoft.com/office/drawing/2014/main" val="2985261219"/>
                  </a:ext>
                </a:extLst>
              </a:tr>
            </a:tbl>
          </a:graphicData>
        </a:graphic>
      </p:graphicFrame>
      <p:pic>
        <p:nvPicPr>
          <p:cNvPr id="4" name="그래픽 3" descr="집 Wi-Fi에서 작업 단색으로 채워진">
            <a:hlinkClick r:id="" action="ppaction://hlinkshowjump?jump=firstslide"/>
            <a:extLst>
              <a:ext uri="{FF2B5EF4-FFF2-40B4-BE49-F238E27FC236}">
                <a16:creationId xmlns:a16="http://schemas.microsoft.com/office/drawing/2014/main" id="{57B6D3FA-CA08-0C61-8430-D0EEC186AD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0954" y="508605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248076159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698CCE74-225A-5B48-546A-BC090DAF84F8}"/>
            </a:ext>
          </a:extLst>
        </p:cNvPr>
        <p:cNvGrpSpPr/>
        <p:nvPr/>
      </p:nvGrpSpPr>
      <p:grpSpPr>
        <a:xfrm>
          <a:off x="0" y="0"/>
          <a:ext cx="0" cy="0"/>
          <a:chOff x="0" y="0"/>
          <a:chExt cx="0" cy="0"/>
        </a:xfrm>
      </p:grpSpPr>
      <p:graphicFrame>
        <p:nvGraphicFramePr>
          <p:cNvPr id="2" name="Google Shape;402;p31">
            <a:extLst>
              <a:ext uri="{FF2B5EF4-FFF2-40B4-BE49-F238E27FC236}">
                <a16:creationId xmlns:a16="http://schemas.microsoft.com/office/drawing/2014/main" id="{CA0D40F7-CCBB-4721-CC1E-053973477207}"/>
              </a:ext>
            </a:extLst>
          </p:cNvPr>
          <p:cNvGraphicFramePr/>
          <p:nvPr>
            <p:extLst>
              <p:ext uri="{D42A27DB-BD31-4B8C-83A1-F6EECF244321}">
                <p14:modId xmlns:p14="http://schemas.microsoft.com/office/powerpoint/2010/main" val="3149340787"/>
              </p:ext>
            </p:extLst>
          </p:nvPr>
        </p:nvGraphicFramePr>
        <p:xfrm>
          <a:off x="0" y="3194"/>
          <a:ext cx="2328875" cy="4818480"/>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19483">
                <a:tc>
                  <a:txBody>
                    <a:bodyPr/>
                    <a:lstStyle/>
                    <a:p>
                      <a:pPr marL="0" marR="0" lvl="0" indent="0" algn="l" rtl="0">
                        <a:spcBef>
                          <a:spcPts val="0"/>
                        </a:spcBef>
                        <a:spcAft>
                          <a:spcPts val="0"/>
                        </a:spcAft>
                        <a:buNone/>
                      </a:pPr>
                      <a:r>
                        <a:rPr lang="en-US" sz="1000" dirty="0">
                          <a:latin typeface="Arial" panose="020B0604020202020204" pitchFamily="34" charset="0"/>
                          <a:cs typeface="Arial" panose="020B0604020202020204" pitchFamily="34" charset="0"/>
                        </a:rPr>
                        <a:t>ONE ENG TAXI AT ARRIVAL</a:t>
                      </a:r>
                      <a:endParaRPr sz="10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0"/>
                  </a:ext>
                </a:extLst>
              </a:tr>
              <a:tr h="308919">
                <a:tc>
                  <a:txBody>
                    <a:bodyPr/>
                    <a:lstStyle/>
                    <a:p>
                      <a:pPr marL="0" marR="0" lvl="0" indent="0" algn="l" rtl="0">
                        <a:spcBef>
                          <a:spcPts val="0"/>
                        </a:spcBef>
                        <a:spcAft>
                          <a:spcPts val="0"/>
                        </a:spcAft>
                        <a:buNone/>
                      </a:pPr>
                      <a:r>
                        <a:rPr lang="en-US" altLang="ko-KR" sz="800" dirty="0">
                          <a:latin typeface="Arial" panose="020B0604020202020204" pitchFamily="34" charset="0"/>
                          <a:ea typeface="+mn-ea"/>
                          <a:cs typeface="Arial" panose="020B0604020202020204" pitchFamily="34" charset="0"/>
                        </a:rPr>
                        <a:t> Taxi with engine 1 is recommended in order to pressurize the blue hydraulic system to ensure brake accumulator pressure</a:t>
                      </a:r>
                    </a:p>
                    <a:p>
                      <a:pPr marL="0" marR="0" lvl="0" indent="0" algn="l" rtl="0">
                        <a:spcBef>
                          <a:spcPts val="0"/>
                        </a:spcBef>
                        <a:spcAft>
                          <a:spcPts val="0"/>
                        </a:spcAft>
                        <a:buNone/>
                      </a:pPr>
                      <a:endParaRPr lang="en-US" altLang="ko-KR" sz="800" dirty="0">
                        <a:latin typeface="Arial" panose="020B0604020202020204" pitchFamily="34" charset="0"/>
                        <a:ea typeface="+mn-ea"/>
                        <a:cs typeface="Arial" panose="020B0604020202020204" pitchFamily="34" charset="0"/>
                      </a:endParaRPr>
                    </a:p>
                    <a:p>
                      <a:pPr marL="0" marR="0" lvl="0" indent="0" algn="l" rtl="0">
                        <a:spcBef>
                          <a:spcPts val="0"/>
                        </a:spcBef>
                        <a:spcAft>
                          <a:spcPts val="0"/>
                        </a:spcAft>
                        <a:buNone/>
                      </a:pPr>
                      <a:r>
                        <a:rPr lang="en-US" altLang="ko-KR" sz="800" dirty="0">
                          <a:solidFill>
                            <a:srgbClr val="0070C0"/>
                          </a:solidFill>
                          <a:latin typeface="Arial" panose="020B0604020202020204" pitchFamily="34" charset="0"/>
                          <a:ea typeface="+mn-ea"/>
                          <a:cs typeface="Arial" panose="020B0604020202020204" pitchFamily="34" charset="0"/>
                        </a:rPr>
                        <a:t>Note: </a:t>
                      </a:r>
                      <a:r>
                        <a:rPr lang="en-US" altLang="ko-KR" sz="800" dirty="0">
                          <a:latin typeface="Arial" panose="020B0604020202020204" pitchFamily="34" charset="0"/>
                          <a:ea typeface="+mn-ea"/>
                          <a:cs typeface="Arial" panose="020B0604020202020204" pitchFamily="34" charset="0"/>
                        </a:rPr>
                        <a:t>If taxi is performed with engine 2, the flight crew must check that the brake accumulator pressure on the BRAKES and ACCU PRESS indicator is normal.</a:t>
                      </a:r>
                    </a:p>
                  </a:txBody>
                  <a:tcPr marL="36000" marR="36000" marT="36000" marB="36000"/>
                </a:tc>
                <a:extLst>
                  <a:ext uri="{0D108BD9-81ED-4DB2-BD59-A6C34878D82A}">
                    <a16:rowId xmlns:a16="http://schemas.microsoft.com/office/drawing/2014/main" val="10001"/>
                  </a:ext>
                </a:extLst>
              </a:tr>
              <a:tr h="949879">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AT ARRIVAL</a:t>
                      </a:r>
                    </a:p>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APU.............. START / CHECK AVAIL F/O</a:t>
                      </a:r>
                      <a:endPar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After high thrust operations: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MIN COOL TIME ...CONSIDER CAPT</a:t>
                      </a:r>
                      <a:endPar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 </a:t>
                      </a: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The flight crew should operate the engines at or near idle thrust for a cooling period of 5 min before engine shutdown, in order to thermally stabilize the engines.</a:t>
                      </a:r>
                    </a:p>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When taxiing in a straight line: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2 SHUTDOWN ............ORDER CAPT</a:t>
                      </a:r>
                      <a:endPar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 </a:t>
                      </a: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During engine shutdown, a slight jerk forward may occur if the brakes are applied while the aircraft is moving. </a:t>
                      </a:r>
                    </a:p>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2 ANTI ICE pb-</a:t>
                      </a:r>
                      <a:r>
                        <a:rPr kumimoji="0" lang="en-US" altLang="ko-Kore-KR" sz="900" b="1" i="0" u="none" strike="noStrike" kern="1200" cap="none" spc="0" normalizeH="0" baseline="0" noProof="0" dirty="0" err="1">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sw</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 OFF F/O</a:t>
                      </a:r>
                    </a:p>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2 MASTER lever.................. OFF F/O</a:t>
                      </a:r>
                    </a:p>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2 PARAMETERS ............CHECK F/O</a:t>
                      </a:r>
                    </a:p>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X-BLEED ................................... OPEN F/O</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(To supply both packs from ENG 1)</a:t>
                      </a:r>
                    </a:p>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At parking: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1 ......................... SHUT DOWN CAPT</a:t>
                      </a:r>
                      <a:endParaRPr kumimoji="0" lang="en-US" altLang="ko-Kore-KR" sz="7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2955124980"/>
                  </a:ext>
                </a:extLst>
              </a:tr>
            </a:tbl>
          </a:graphicData>
        </a:graphic>
      </p:graphicFrame>
      <p:pic>
        <p:nvPicPr>
          <p:cNvPr id="7" name="그래픽 6" descr="집 Wi-Fi에서 작업 단색으로 채워진">
            <a:hlinkClick r:id="" action="ppaction://hlinkshowjump?jump=firstslide"/>
            <a:extLst>
              <a:ext uri="{FF2B5EF4-FFF2-40B4-BE49-F238E27FC236}">
                <a16:creationId xmlns:a16="http://schemas.microsoft.com/office/drawing/2014/main" id="{7496F070-7341-F645-630C-E319924198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3619" y="5168139"/>
            <a:ext cx="321623" cy="321623"/>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7258307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graphicFrame>
        <p:nvGraphicFramePr>
          <p:cNvPr id="402" name="Google Shape;402;p31"/>
          <p:cNvGraphicFramePr/>
          <p:nvPr>
            <p:extLst>
              <p:ext uri="{D42A27DB-BD31-4B8C-83A1-F6EECF244321}">
                <p14:modId xmlns:p14="http://schemas.microsoft.com/office/powerpoint/2010/main" val="3324418108"/>
              </p:ext>
            </p:extLst>
          </p:nvPr>
        </p:nvGraphicFramePr>
        <p:xfrm>
          <a:off x="0" y="2425153"/>
          <a:ext cx="2328875" cy="2705647"/>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377058">
                <a:tc>
                  <a:txBody>
                    <a:bodyPr/>
                    <a:lstStyle/>
                    <a:p>
                      <a:pPr marL="0" marR="0" lvl="0" indent="0" algn="l" rtl="0">
                        <a:spcBef>
                          <a:spcPts val="0"/>
                        </a:spcBef>
                        <a:spcAft>
                          <a:spcPts val="0"/>
                        </a:spcAft>
                        <a:buNone/>
                      </a:pPr>
                      <a:r>
                        <a:rPr lang="en-US" sz="1000" dirty="0">
                          <a:latin typeface="Arial" panose="020B0604020202020204" pitchFamily="34" charset="0"/>
                          <a:cs typeface="Arial" panose="020B0604020202020204" pitchFamily="34" charset="0"/>
                        </a:rPr>
                        <a:t>APU BLEED USE WITH HP AIR START UNIT</a:t>
                      </a:r>
                      <a:r>
                        <a:rPr lang="ko-KR" altLang="en-US" sz="1000" dirty="0">
                          <a:latin typeface="Arial" panose="020B0604020202020204" pitchFamily="34" charset="0"/>
                          <a:cs typeface="Arial" panose="020B0604020202020204" pitchFamily="34" charset="0"/>
                        </a:rPr>
                        <a:t> </a:t>
                      </a:r>
                      <a:r>
                        <a:rPr lang="en-US" altLang="ko-KR" sz="1000" dirty="0">
                          <a:solidFill>
                            <a:srgbClr val="FFC000"/>
                          </a:solidFill>
                          <a:latin typeface="Arial" panose="020B0604020202020204" pitchFamily="34" charset="0"/>
                          <a:cs typeface="Arial" panose="020B0604020202020204" pitchFamily="34" charset="0"/>
                        </a:rPr>
                        <a:t>(SD</a:t>
                      </a:r>
                      <a:r>
                        <a:rPr lang="ko-KR" altLang="en-US" sz="1000" dirty="0">
                          <a:solidFill>
                            <a:srgbClr val="FFC000"/>
                          </a:solidFill>
                          <a:latin typeface="Arial" panose="020B0604020202020204" pitchFamily="34" charset="0"/>
                          <a:cs typeface="Arial" panose="020B0604020202020204" pitchFamily="34" charset="0"/>
                        </a:rPr>
                        <a:t> 연결 </a:t>
                      </a:r>
                      <a:r>
                        <a:rPr lang="ko-KR" altLang="en-US" sz="1000" dirty="0" err="1">
                          <a:solidFill>
                            <a:srgbClr val="FFC000"/>
                          </a:solidFill>
                          <a:latin typeface="Arial" panose="020B0604020202020204" pitchFamily="34" charset="0"/>
                          <a:cs typeface="Arial" panose="020B0604020202020204" pitchFamily="34" charset="0"/>
                        </a:rPr>
                        <a:t>표시없음</a:t>
                      </a:r>
                      <a:r>
                        <a:rPr lang="en-US" altLang="ko-KR" sz="1000" dirty="0">
                          <a:solidFill>
                            <a:srgbClr val="FFC000"/>
                          </a:solidFill>
                          <a:latin typeface="Arial" panose="020B0604020202020204" pitchFamily="34" charset="0"/>
                          <a:cs typeface="Arial" panose="020B0604020202020204" pitchFamily="34" charset="0"/>
                        </a:rPr>
                        <a:t>)</a:t>
                      </a:r>
                      <a:endParaRPr lang="en-US" sz="1000" dirty="0">
                        <a:solidFill>
                          <a:srgbClr val="FFC000"/>
                        </a:solidFill>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0"/>
                  </a:ext>
                </a:extLst>
              </a:tr>
              <a:tr h="392308">
                <a:tc>
                  <a:txBody>
                    <a:bodyPr/>
                    <a:lstStyle/>
                    <a:p>
                      <a:pPr marL="0" marR="0" lvl="0" indent="0" algn="l" rtl="0">
                        <a:spcBef>
                          <a:spcPts val="0"/>
                        </a:spcBef>
                        <a:spcAft>
                          <a:spcPts val="0"/>
                        </a:spcAft>
                        <a:buNone/>
                      </a:pPr>
                      <a:r>
                        <a:rPr lang="en-US" sz="700" dirty="0">
                          <a:latin typeface="Arial" panose="020B0604020202020204" pitchFamily="34" charset="0"/>
                          <a:cs typeface="Arial" panose="020B0604020202020204" pitchFamily="34" charset="0"/>
                        </a:rPr>
                        <a:t>APU </a:t>
                      </a:r>
                      <a:r>
                        <a:rPr lang="ko-KR" altLang="en-US" sz="700" dirty="0">
                          <a:latin typeface="Arial" panose="020B0604020202020204" pitchFamily="34" charset="0"/>
                          <a:cs typeface="Arial" panose="020B0604020202020204" pitchFamily="34" charset="0"/>
                        </a:rPr>
                        <a:t>부작동시 </a:t>
                      </a:r>
                      <a:r>
                        <a:rPr lang="en-US" altLang="ko-KR" sz="700" dirty="0">
                          <a:latin typeface="Arial" panose="020B0604020202020204" pitchFamily="34" charset="0"/>
                          <a:cs typeface="Arial" panose="020B0604020202020204" pitchFamily="34" charset="0"/>
                        </a:rPr>
                        <a:t>AIR START UNIT</a:t>
                      </a:r>
                      <a:r>
                        <a:rPr lang="ko-KR" altLang="en-US" sz="700" dirty="0" err="1">
                          <a:latin typeface="Arial" panose="020B0604020202020204" pitchFamily="34" charset="0"/>
                          <a:cs typeface="Arial" panose="020B0604020202020204" pitchFamily="34" charset="0"/>
                        </a:rPr>
                        <a:t>으로</a:t>
                      </a:r>
                      <a:r>
                        <a:rPr lang="ko-KR" altLang="en-US" sz="700" dirty="0">
                          <a:latin typeface="Arial" panose="020B0604020202020204" pitchFamily="34" charset="0"/>
                          <a:cs typeface="Arial" panose="020B0604020202020204" pitchFamily="34" charset="0"/>
                        </a:rPr>
                        <a:t> 시동을 위해 사용</a:t>
                      </a:r>
                      <a:endParaRPr lang="en-US" altLang="ko-KR" sz="7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ko-KR" altLang="en-US" sz="700" dirty="0">
                          <a:latin typeface="Arial" panose="020B0604020202020204" pitchFamily="34" charset="0"/>
                          <a:cs typeface="Arial" panose="020B0604020202020204" pitchFamily="34" charset="0"/>
                        </a:rPr>
                        <a:t>외부 </a:t>
                      </a:r>
                      <a:r>
                        <a:rPr lang="en-US" altLang="ko-KR" sz="700" dirty="0">
                          <a:latin typeface="Arial" panose="020B0604020202020204" pitchFamily="34" charset="0"/>
                          <a:cs typeface="Arial" panose="020B0604020202020204" pitchFamily="34" charset="0"/>
                        </a:rPr>
                        <a:t>BLEED</a:t>
                      </a:r>
                      <a:r>
                        <a:rPr lang="ko-KR" altLang="en-US" sz="700" dirty="0">
                          <a:latin typeface="Arial" panose="020B0604020202020204" pitchFamily="34" charset="0"/>
                          <a:cs typeface="Arial" panose="020B0604020202020204" pitchFamily="34" charset="0"/>
                        </a:rPr>
                        <a:t> </a:t>
                      </a:r>
                      <a:r>
                        <a:rPr lang="en-US" altLang="ko-KR" sz="700" dirty="0">
                          <a:latin typeface="Arial" panose="020B0604020202020204" pitchFamily="34" charset="0"/>
                          <a:cs typeface="Arial" panose="020B0604020202020204" pitchFamily="34" charset="0"/>
                        </a:rPr>
                        <a:t>AIR</a:t>
                      </a:r>
                      <a:r>
                        <a:rPr lang="ko-KR" altLang="en-US" sz="700" dirty="0">
                          <a:latin typeface="Arial" panose="020B0604020202020204" pitchFamily="34" charset="0"/>
                          <a:cs typeface="Arial" panose="020B0604020202020204" pitchFamily="34" charset="0"/>
                        </a:rPr>
                        <a:t>의 역할을 함</a:t>
                      </a:r>
                      <a:r>
                        <a:rPr lang="en-US" altLang="ko-KR" sz="700" dirty="0">
                          <a:latin typeface="Arial" panose="020B0604020202020204" pitchFamily="34" charset="0"/>
                          <a:cs typeface="Arial" panose="020B0604020202020204" pitchFamily="34" charset="0"/>
                        </a:rPr>
                        <a:t>.</a:t>
                      </a:r>
                      <a:r>
                        <a:rPr lang="ko-KR" altLang="en-US" sz="700" dirty="0">
                          <a:latin typeface="Arial" panose="020B0604020202020204" pitchFamily="34" charset="0"/>
                          <a:cs typeface="Arial" panose="020B0604020202020204" pitchFamily="34" charset="0"/>
                        </a:rPr>
                        <a:t> </a:t>
                      </a:r>
                      <a:r>
                        <a:rPr lang="en-US" altLang="ko-KR" sz="700" dirty="0">
                          <a:latin typeface="Arial" panose="020B0604020202020204" pitchFamily="34" charset="0"/>
                          <a:cs typeface="Arial" panose="020B0604020202020204" pitchFamily="34" charset="0"/>
                        </a:rPr>
                        <a:t>APU BLEED </a:t>
                      </a:r>
                      <a:r>
                        <a:rPr lang="ko-KR" altLang="en-US" sz="700" dirty="0">
                          <a:latin typeface="Arial" panose="020B0604020202020204" pitchFamily="34" charset="0"/>
                          <a:cs typeface="Arial" panose="020B0604020202020204" pitchFamily="34" charset="0"/>
                        </a:rPr>
                        <a:t>동시사용 금지</a:t>
                      </a:r>
                      <a:endParaRPr sz="7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1"/>
                  </a:ext>
                </a:extLst>
              </a:tr>
              <a:tr h="781450">
                <a:tc>
                  <a:txBody>
                    <a:bodyPr/>
                    <a:lstStyle/>
                    <a:p>
                      <a:pPr marL="0" marR="0" lvl="0" indent="0" algn="l" rtl="0">
                        <a:lnSpc>
                          <a:spcPct val="150000"/>
                        </a:lnSpc>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The flight crew must not use bleed air from the APU BLEED and from the HP Air Start Unit at the same time, to prevent any adverse effect on the Bleed Air System.</a:t>
                      </a:r>
                      <a:endParaRPr kumimoji="0" lang="en-US" altLang="ko-Kore-KR" sz="700" b="0"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3"/>
                  </a:ext>
                </a:extLst>
              </a:tr>
              <a:tr h="1154831">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Before connecting the air start unit: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PACK 1</a:t>
                      </a:r>
                      <a:r>
                        <a:rPr kumimoji="0" lang="ko-KR" altLang="en-US"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R"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&amp;</a:t>
                      </a:r>
                      <a:r>
                        <a:rPr kumimoji="0" lang="ko-KR" altLang="en-US"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R"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2</a:t>
                      </a:r>
                      <a:r>
                        <a:rPr kumimoji="0" lang="ko-KR" altLang="en-US"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ore-KR"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a:t>
                      </a:r>
                      <a:r>
                        <a:rPr kumimoji="0" lang="ko-KR" altLang="en-US"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R"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as REQ</a:t>
                      </a:r>
                      <a:r>
                        <a:rPr kumimoji="0" lang="en-US" altLang="ko-Kore-KR"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R"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F/O</a:t>
                      </a:r>
                      <a:endParaRPr kumimoji="0" lang="en-US" altLang="ko-Kore-KR" sz="9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HP AIR </a:t>
                      </a:r>
                      <a:r>
                        <a:rPr kumimoji="0" lang="ko-KR" altLang="en-US" sz="600" b="1" i="0" u="none" strike="noStrike" kern="1200" cap="none" spc="0" normalizeH="0" baseline="0" noProof="0" dirty="0" err="1">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시동전</a:t>
                      </a:r>
                      <a:r>
                        <a:rPr kumimoji="0" lang="ko-KR" altLang="en-US"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R"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Air Condition</a:t>
                      </a:r>
                      <a:r>
                        <a:rPr kumimoji="0" lang="ko-KR" altLang="en-US" sz="600" b="1" i="0" u="none" strike="noStrike" kern="1200" cap="none" spc="0" normalizeH="0" baseline="0" noProof="0" dirty="0" err="1">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으로</a:t>
                      </a:r>
                      <a:r>
                        <a:rPr kumimoji="0" lang="ko-KR" altLang="en-US"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사용시</a:t>
                      </a:r>
                      <a:r>
                        <a:rPr kumimoji="0" lang="en-US" altLang="ko-KR"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a:t>
                      </a:r>
                      <a:r>
                        <a:rPr kumimoji="0" lang="ko-KR" altLang="en-US" sz="600" b="1" i="0" u="none" strike="noStrike" kern="1200" cap="none" spc="0" normalizeH="0" baseline="0" noProof="0" dirty="0" err="1">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시동시</a:t>
                      </a:r>
                      <a:r>
                        <a:rPr kumimoji="0" lang="ko-KR" altLang="en-US"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R"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OFF)</a:t>
                      </a:r>
                      <a:endParaRPr kumimoji="0" lang="en-US" altLang="ko-Kore-KR"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APU BLEED .................................. OFF F/O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1 &amp; 2  BLEED ....................... OFF F/O</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X BLEED .................................... OPEN F/O</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AIR START UNIT CONNECT ... REQ CAP</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Two ground air start units may be used in parallel if the pressure/flow relation is expected to be marginal.</a:t>
                      </a:r>
                    </a:p>
                  </a:txBody>
                  <a:tcPr marL="36000" marR="36000" marT="36000" marB="36000"/>
                </a:tc>
                <a:extLst>
                  <a:ext uri="{0D108BD9-81ED-4DB2-BD59-A6C34878D82A}">
                    <a16:rowId xmlns:a16="http://schemas.microsoft.com/office/drawing/2014/main" val="1724847737"/>
                  </a:ext>
                </a:extLst>
              </a:tr>
            </a:tbl>
          </a:graphicData>
        </a:graphic>
      </p:graphicFrame>
      <p:graphicFrame>
        <p:nvGraphicFramePr>
          <p:cNvPr id="2" name="Google Shape;402;p31">
            <a:extLst>
              <a:ext uri="{FF2B5EF4-FFF2-40B4-BE49-F238E27FC236}">
                <a16:creationId xmlns:a16="http://schemas.microsoft.com/office/drawing/2014/main" id="{EB44648E-001A-8E9D-2B8C-BD5155466247}"/>
              </a:ext>
            </a:extLst>
          </p:cNvPr>
          <p:cNvGraphicFramePr/>
          <p:nvPr>
            <p:extLst>
              <p:ext uri="{D42A27DB-BD31-4B8C-83A1-F6EECF244321}">
                <p14:modId xmlns:p14="http://schemas.microsoft.com/office/powerpoint/2010/main" val="991725793"/>
              </p:ext>
            </p:extLst>
          </p:nvPr>
        </p:nvGraphicFramePr>
        <p:xfrm>
          <a:off x="-12" y="9492"/>
          <a:ext cx="2328875" cy="2406868"/>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75922">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1000" dirty="0">
                          <a:latin typeface="Arial" panose="020B0604020202020204" pitchFamily="34" charset="0"/>
                          <a:cs typeface="Arial" panose="020B0604020202020204" pitchFamily="34" charset="0"/>
                        </a:rPr>
                        <a:t>PACKS USE WITH LP AIR</a:t>
                      </a:r>
                      <a:r>
                        <a:rPr lang="ko-KR" altLang="en-US" sz="1000" dirty="0">
                          <a:latin typeface="Arial" panose="020B0604020202020204" pitchFamily="34" charset="0"/>
                          <a:cs typeface="Arial" panose="020B0604020202020204" pitchFamily="34" charset="0"/>
                        </a:rPr>
                        <a:t> </a:t>
                      </a:r>
                      <a:r>
                        <a:rPr lang="en-US" sz="1000" dirty="0">
                          <a:latin typeface="Arial" panose="020B0604020202020204" pitchFamily="34" charset="0"/>
                          <a:cs typeface="Arial" panose="020B0604020202020204" pitchFamily="34" charset="0"/>
                        </a:rPr>
                        <a:t>CONDITION UNIT </a:t>
                      </a:r>
                      <a:r>
                        <a:rPr lang="en-US" sz="1000" dirty="0">
                          <a:solidFill>
                            <a:srgbClr val="FFC000"/>
                          </a:solidFill>
                          <a:latin typeface="Arial" panose="020B0604020202020204" pitchFamily="34" charset="0"/>
                          <a:cs typeface="Arial" panose="020B0604020202020204" pitchFamily="34" charset="0"/>
                        </a:rPr>
                        <a:t>(SD </a:t>
                      </a:r>
                      <a:r>
                        <a:rPr lang="ko-KR" altLang="en-US" sz="1000" dirty="0">
                          <a:solidFill>
                            <a:srgbClr val="FFC000"/>
                          </a:solidFill>
                          <a:latin typeface="Arial" panose="020B0604020202020204" pitchFamily="34" charset="0"/>
                          <a:cs typeface="Arial" panose="020B0604020202020204" pitchFamily="34" charset="0"/>
                        </a:rPr>
                        <a:t>연결 </a:t>
                      </a:r>
                      <a:r>
                        <a:rPr lang="ko-KR" altLang="en-US" sz="1000" dirty="0" err="1">
                          <a:solidFill>
                            <a:srgbClr val="FFC000"/>
                          </a:solidFill>
                          <a:latin typeface="Arial" panose="020B0604020202020204" pitchFamily="34" charset="0"/>
                          <a:cs typeface="Arial" panose="020B0604020202020204" pitchFamily="34" charset="0"/>
                        </a:rPr>
                        <a:t>표시없음</a:t>
                      </a:r>
                      <a:r>
                        <a:rPr lang="en-US" altLang="ko-KR" sz="1000" dirty="0">
                          <a:solidFill>
                            <a:srgbClr val="FFC000"/>
                          </a:solidFill>
                          <a:latin typeface="Arial" panose="020B0604020202020204" pitchFamily="34" charset="0"/>
                          <a:cs typeface="Arial" panose="020B0604020202020204" pitchFamily="34" charset="0"/>
                        </a:rPr>
                        <a:t>)</a:t>
                      </a:r>
                      <a:endParaRPr lang="en-US" sz="1000" dirty="0">
                        <a:solidFill>
                          <a:srgbClr val="FFC000"/>
                        </a:solidFill>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0"/>
                  </a:ext>
                </a:extLst>
              </a:tr>
              <a:tr h="208962">
                <a:tc>
                  <a:txBody>
                    <a:bodyPr/>
                    <a:lstStyle/>
                    <a:p>
                      <a:pPr marL="0" marR="0" lvl="0" indent="0" algn="l" rtl="0">
                        <a:spcBef>
                          <a:spcPts val="0"/>
                        </a:spcBef>
                        <a:spcAft>
                          <a:spcPts val="0"/>
                        </a:spcAft>
                        <a:buNone/>
                      </a:pPr>
                      <a:r>
                        <a:rPr lang="ko-KR" altLang="en-US" sz="700" dirty="0">
                          <a:latin typeface="Arial" panose="020B0604020202020204" pitchFamily="34" charset="0"/>
                          <a:cs typeface="Arial" panose="020B0604020202020204" pitchFamily="34" charset="0"/>
                        </a:rPr>
                        <a:t>공항 요구로 </a:t>
                      </a:r>
                      <a:r>
                        <a:rPr lang="en-US" altLang="ko-KR" sz="700" dirty="0">
                          <a:latin typeface="Arial" panose="020B0604020202020204" pitchFamily="34" charset="0"/>
                          <a:cs typeface="Arial" panose="020B0604020202020204" pitchFamily="34" charset="0"/>
                        </a:rPr>
                        <a:t>APU OFF</a:t>
                      </a:r>
                      <a:r>
                        <a:rPr lang="ko-KR" altLang="en-US" sz="700" dirty="0">
                          <a:latin typeface="Arial" panose="020B0604020202020204" pitchFamily="34" charset="0"/>
                          <a:cs typeface="Arial" panose="020B0604020202020204" pitchFamily="34" charset="0"/>
                        </a:rPr>
                        <a:t>후 기내 온도 조절을 위한 방법</a:t>
                      </a:r>
                      <a:endParaRPr lang="en-US" altLang="ko-KR" sz="7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700" dirty="0">
                          <a:latin typeface="Arial" panose="020B0604020202020204" pitchFamily="34" charset="0"/>
                          <a:cs typeface="Arial" panose="020B0604020202020204" pitchFamily="34" charset="0"/>
                        </a:rPr>
                        <a:t>Low Press Unit</a:t>
                      </a:r>
                      <a:r>
                        <a:rPr lang="ko-KR" altLang="en-US" sz="700" dirty="0">
                          <a:latin typeface="Arial" panose="020B0604020202020204" pitchFamily="34" charset="0"/>
                          <a:cs typeface="Arial" panose="020B0604020202020204" pitchFamily="34" charset="0"/>
                        </a:rPr>
                        <a:t>을 연결하며 </a:t>
                      </a:r>
                      <a:r>
                        <a:rPr lang="en-US" altLang="ko-KR" sz="700" dirty="0">
                          <a:latin typeface="Arial" panose="020B0604020202020204" pitchFamily="34" charset="0"/>
                          <a:cs typeface="Arial" panose="020B0604020202020204" pitchFamily="34" charset="0"/>
                        </a:rPr>
                        <a:t>APU</a:t>
                      </a:r>
                      <a:r>
                        <a:rPr lang="ko-KR" altLang="en-US" sz="700" dirty="0">
                          <a:latin typeface="Arial" panose="020B0604020202020204" pitchFamily="34" charset="0"/>
                          <a:cs typeface="Arial" panose="020B0604020202020204" pitchFamily="34" charset="0"/>
                        </a:rPr>
                        <a:t>와 동시사용 금지</a:t>
                      </a:r>
                      <a:endParaRPr sz="7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1"/>
                  </a:ext>
                </a:extLst>
              </a:tr>
              <a:tr h="506328">
                <a:tc>
                  <a:txBody>
                    <a:bodyPr/>
                    <a:lstStyle/>
                    <a:p>
                      <a:pPr marL="0" marR="0" lvl="0" indent="0" algn="l" rtl="0">
                        <a:lnSpc>
                          <a:spcPct val="150000"/>
                        </a:lnSpc>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The flight crew must not use conditioned air from the packs and from the LP Air Conditioning Unit at the same time, to prevent any adverse effect on the Air Conditioning system.</a:t>
                      </a:r>
                      <a:endParaRPr lang="en-US" sz="900" b="1" dirty="0">
                        <a:solidFill>
                          <a:srgbClr val="0070C0"/>
                        </a:solidFill>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3"/>
                  </a:ext>
                </a:extLst>
              </a:tr>
              <a:tr h="255724">
                <a:tc>
                  <a:txBody>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ko-KR" altLang="en-US"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절차 </a:t>
                      </a:r>
                      <a:r>
                        <a:rPr lang="en-US" altLang="ko-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POM, FCOM</a:t>
                      </a:r>
                      <a:r>
                        <a:rPr lang="ko-KR" altLang="en-US" sz="800" b="0" i="0" u="none" strike="noStrike" cap="none" dirty="0" err="1">
                          <a:solidFill>
                            <a:schemeClr val="bg1"/>
                          </a:solidFill>
                          <a:latin typeface="Arial" panose="020B0604020202020204" pitchFamily="34" charset="0"/>
                          <a:ea typeface="Helvetica Neue"/>
                          <a:cs typeface="Arial" panose="020B0604020202020204" pitchFamily="34" charset="0"/>
                          <a:sym typeface="Helvetica Neue"/>
                        </a:rPr>
                        <a:t>에</a:t>
                      </a:r>
                      <a:r>
                        <a:rPr lang="ko-KR" altLang="en-US"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 없음</a:t>
                      </a:r>
                      <a:endParaRPr lang="en-US" altLang="ko-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en-US" altLang="ko-Kore-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APU BLEED OFF </a:t>
                      </a:r>
                      <a:r>
                        <a:rPr lang="ko-KR" altLang="en-US"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후 </a:t>
                      </a:r>
                      <a:r>
                        <a:rPr lang="en-US" altLang="ko-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LP AIR </a:t>
                      </a:r>
                      <a:r>
                        <a:rPr lang="ko-KR" altLang="en-US"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연결</a:t>
                      </a:r>
                      <a:endParaRPr lang="en-US" altLang="ko-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en-US" altLang="ko-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EXT PWR </a:t>
                      </a:r>
                      <a:r>
                        <a:rPr lang="ko-KR" altLang="en-US" sz="800" b="0" i="0" u="none" strike="noStrike" cap="none" dirty="0" err="1">
                          <a:solidFill>
                            <a:schemeClr val="bg1"/>
                          </a:solidFill>
                          <a:latin typeface="Arial" panose="020B0604020202020204" pitchFamily="34" charset="0"/>
                          <a:ea typeface="Helvetica Neue"/>
                          <a:cs typeface="Arial" panose="020B0604020202020204" pitchFamily="34" charset="0"/>
                          <a:sym typeface="Helvetica Neue"/>
                        </a:rPr>
                        <a:t>연결후</a:t>
                      </a:r>
                      <a:r>
                        <a:rPr lang="ko-KR" altLang="en-US"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 </a:t>
                      </a:r>
                      <a:r>
                        <a:rPr lang="en-US" altLang="ko-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APU OFF</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en-US" altLang="ko-Kore-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APU Start - LP Disconnect</a:t>
                      </a:r>
                      <a:r>
                        <a:rPr lang="ko-KR" altLang="en-US"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 </a:t>
                      </a:r>
                      <a:r>
                        <a:rPr lang="en-US" altLang="ko-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 APU BLEED ON </a:t>
                      </a:r>
                      <a:endParaRPr lang="en-US" altLang="ko-Kore-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3004037912"/>
                  </a:ext>
                </a:extLst>
              </a:tr>
            </a:tbl>
          </a:graphicData>
        </a:graphic>
      </p:graphicFrame>
      <p:sp>
        <p:nvSpPr>
          <p:cNvPr id="4" name="TextBox 3">
            <a:extLst>
              <a:ext uri="{FF2B5EF4-FFF2-40B4-BE49-F238E27FC236}">
                <a16:creationId xmlns:a16="http://schemas.microsoft.com/office/drawing/2014/main" id="{28409F7C-9A34-07D3-B638-05B5A50E1A63}"/>
              </a:ext>
            </a:extLst>
          </p:cNvPr>
          <p:cNvSpPr txBox="1"/>
          <p:nvPr/>
        </p:nvSpPr>
        <p:spPr>
          <a:xfrm>
            <a:off x="1406773" y="5170979"/>
            <a:ext cx="994183" cy="430887"/>
          </a:xfrm>
          <a:prstGeom prst="rect">
            <a:avLst/>
          </a:prstGeom>
          <a:noFill/>
        </p:spPr>
        <p:txBody>
          <a:bodyPr wrap="none" rtlCol="0">
            <a:spAutoFit/>
          </a:bodyPr>
          <a:lstStyle/>
          <a:p>
            <a:r>
              <a:rPr kumimoji="1" lang="en-US" altLang="ko-Kore-KR" sz="1100" dirty="0">
                <a:solidFill>
                  <a:srgbClr val="C00000"/>
                </a:solidFill>
                <a:latin typeface="+mn-lt"/>
              </a:rPr>
              <a:t>ENG START</a:t>
            </a:r>
          </a:p>
          <a:p>
            <a:r>
              <a:rPr kumimoji="1" lang="en-US" altLang="ko-Kore-KR" sz="1100" dirty="0">
                <a:solidFill>
                  <a:srgbClr val="C00000"/>
                </a:solidFill>
                <a:latin typeface="+mn-lt"/>
              </a:rPr>
              <a:t>Next Page</a:t>
            </a:r>
            <a:endParaRPr kumimoji="1" lang="ko-Kore-KR" altLang="en-US" sz="1100" dirty="0">
              <a:solidFill>
                <a:srgbClr val="C00000"/>
              </a:solidFill>
              <a:latin typeface="+mn-lt"/>
            </a:endParaRPr>
          </a:p>
        </p:txBody>
      </p:sp>
      <p:pic>
        <p:nvPicPr>
          <p:cNvPr id="3" name="그래픽 2" descr="집 Wi-Fi에서 작업 단색으로 채워진">
            <a:hlinkClick r:id="" action="ppaction://hlinkshowjump?jump=firstslide"/>
            <a:extLst>
              <a:ext uri="{FF2B5EF4-FFF2-40B4-BE49-F238E27FC236}">
                <a16:creationId xmlns:a16="http://schemas.microsoft.com/office/drawing/2014/main" id="{63D5603B-EFED-76F2-BE27-3683BBBE5E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0954" y="5105931"/>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427057112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3" name="직사각형 2">
            <a:hlinkClick r:id="" action="ppaction://hlinkshowjump?jump=firstslide"/>
            <a:extLst>
              <a:ext uri="{FF2B5EF4-FFF2-40B4-BE49-F238E27FC236}">
                <a16:creationId xmlns:a16="http://schemas.microsoft.com/office/drawing/2014/main" id="{3C10DF26-E717-6E81-27C6-F6B26E149BB6}"/>
              </a:ext>
            </a:extLst>
          </p:cNvPr>
          <p:cNvSpPr/>
          <p:nvPr/>
        </p:nvSpPr>
        <p:spPr>
          <a:xfrm>
            <a:off x="847353" y="5222131"/>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2" name="Google Shape;402;p31">
            <a:extLst>
              <a:ext uri="{FF2B5EF4-FFF2-40B4-BE49-F238E27FC236}">
                <a16:creationId xmlns:a16="http://schemas.microsoft.com/office/drawing/2014/main" id="{EB44648E-001A-8E9D-2B8C-BD5155466247}"/>
              </a:ext>
            </a:extLst>
          </p:cNvPr>
          <p:cNvGraphicFramePr/>
          <p:nvPr>
            <p:extLst>
              <p:ext uri="{D42A27DB-BD31-4B8C-83A1-F6EECF244321}">
                <p14:modId xmlns:p14="http://schemas.microsoft.com/office/powerpoint/2010/main" val="2594004568"/>
              </p:ext>
            </p:extLst>
          </p:nvPr>
        </p:nvGraphicFramePr>
        <p:xfrm>
          <a:off x="0" y="3194"/>
          <a:ext cx="2328875" cy="5536984"/>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19483">
                <a:tc>
                  <a:txBody>
                    <a:bodyPr/>
                    <a:lstStyle/>
                    <a:p>
                      <a:pPr marL="0" marR="0" lvl="0" indent="0" algn="l" rtl="0">
                        <a:spcBef>
                          <a:spcPts val="0"/>
                        </a:spcBef>
                        <a:spcAft>
                          <a:spcPts val="0"/>
                        </a:spcAft>
                        <a:buNone/>
                      </a:pPr>
                      <a:r>
                        <a:rPr lang="en-US" sz="1000" dirty="0">
                          <a:latin typeface="Arial" panose="020B0604020202020204" pitchFamily="34" charset="0"/>
                          <a:cs typeface="Arial" panose="020B0604020202020204" pitchFamily="34" charset="0"/>
                        </a:rPr>
                        <a:t>STARTING with AIR START UNIT</a:t>
                      </a:r>
                      <a:endParaRPr sz="10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0"/>
                  </a:ext>
                </a:extLst>
              </a:tr>
              <a:tr h="308919">
                <a:tc>
                  <a:txBody>
                    <a:bodyPr/>
                    <a:lstStyle/>
                    <a:p>
                      <a:pPr marL="0" marR="0" lvl="0" indent="0" algn="l" rtl="0">
                        <a:spcBef>
                          <a:spcPts val="0"/>
                        </a:spcBef>
                        <a:spcAft>
                          <a:spcPts val="0"/>
                        </a:spcAft>
                        <a:buNone/>
                      </a:pPr>
                      <a:r>
                        <a:rPr lang="ko-KR" altLang="en-US" sz="800" dirty="0">
                          <a:latin typeface="Arial" panose="020B0604020202020204" pitchFamily="34" charset="0"/>
                          <a:ea typeface="+mn-ea"/>
                          <a:cs typeface="Arial" panose="020B0604020202020204" pitchFamily="34" charset="0"/>
                        </a:rPr>
                        <a:t>통상 </a:t>
                      </a:r>
                      <a:r>
                        <a:rPr lang="en-US" altLang="ko-KR" sz="800" dirty="0">
                          <a:latin typeface="Arial" panose="020B0604020202020204" pitchFamily="34" charset="0"/>
                          <a:ea typeface="+mn-ea"/>
                          <a:cs typeface="Arial" panose="020B0604020202020204" pitchFamily="34" charset="0"/>
                        </a:rPr>
                        <a:t>ENG 1</a:t>
                      </a:r>
                      <a:r>
                        <a:rPr lang="ko-KR" altLang="en-US" sz="800" dirty="0">
                          <a:latin typeface="Arial" panose="020B0604020202020204" pitchFamily="34" charset="0"/>
                          <a:ea typeface="+mn-ea"/>
                          <a:cs typeface="Arial" panose="020B0604020202020204" pitchFamily="34" charset="0"/>
                        </a:rPr>
                        <a:t> 먼저 </a:t>
                      </a:r>
                      <a:r>
                        <a:rPr lang="en-US" altLang="ko-KR" sz="800" b="1" dirty="0">
                          <a:solidFill>
                            <a:srgbClr val="0070C0"/>
                          </a:solidFill>
                          <a:latin typeface="Arial" panose="020B0604020202020204" pitchFamily="34" charset="0"/>
                          <a:ea typeface="+mn-ea"/>
                          <a:cs typeface="Arial" panose="020B0604020202020204" pitchFamily="34" charset="0"/>
                        </a:rPr>
                        <a:t>(EXT PWR Start 2 ENG)</a:t>
                      </a:r>
                    </a:p>
                    <a:p>
                      <a:pPr marL="0" marR="0" lvl="0" indent="0" algn="l" rtl="0">
                        <a:spcBef>
                          <a:spcPts val="0"/>
                        </a:spcBef>
                        <a:spcAft>
                          <a:spcPts val="0"/>
                        </a:spcAft>
                        <a:buNone/>
                      </a:pPr>
                      <a:r>
                        <a:rPr lang="en-US" altLang="ko-KR" sz="800" b="1" dirty="0">
                          <a:solidFill>
                            <a:srgbClr val="00B050"/>
                          </a:solidFill>
                          <a:latin typeface="Arial" panose="020B0604020202020204" pitchFamily="34" charset="0"/>
                          <a:cs typeface="Arial" panose="020B0604020202020204" pitchFamily="34" charset="0"/>
                        </a:rPr>
                        <a:t>“Req Engine Start up Present </a:t>
                      </a:r>
                      <a:r>
                        <a:rPr lang="en-US" altLang="ko-KR" sz="800" b="1" dirty="0" err="1">
                          <a:solidFill>
                            <a:srgbClr val="00B050"/>
                          </a:solidFill>
                          <a:latin typeface="Arial" panose="020B0604020202020204" pitchFamily="34" charset="0"/>
                          <a:cs typeface="Arial" panose="020B0604020202020204" pitchFamily="34" charset="0"/>
                        </a:rPr>
                        <a:t>Positon</a:t>
                      </a:r>
                      <a:r>
                        <a:rPr lang="en-US" altLang="ko-KR" sz="800" b="1" dirty="0">
                          <a:solidFill>
                            <a:srgbClr val="00B050"/>
                          </a:solidFill>
                          <a:latin typeface="Arial" panose="020B0604020202020204" pitchFamily="34" charset="0"/>
                          <a:cs typeface="Arial" panose="020B0604020202020204" pitchFamily="34" charset="0"/>
                        </a:rPr>
                        <a:t>~~~”</a:t>
                      </a:r>
                    </a:p>
                  </a:txBody>
                  <a:tcPr marL="36000" marR="36000" marT="36000" marB="36000"/>
                </a:tc>
                <a:extLst>
                  <a:ext uri="{0D108BD9-81ED-4DB2-BD59-A6C34878D82A}">
                    <a16:rowId xmlns:a16="http://schemas.microsoft.com/office/drawing/2014/main" val="10001"/>
                  </a:ext>
                </a:extLst>
              </a:tr>
              <a:tr h="1218188">
                <a:tc>
                  <a:txBody>
                    <a:bodyPr/>
                    <a:lstStyle/>
                    <a:p>
                      <a:pPr marL="0" marR="0" lvl="0" indent="0" algn="l" rtl="0">
                        <a:lnSpc>
                          <a:spcPct val="100000"/>
                        </a:lnSpc>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 Before connecting the air start unit:</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PACK 1</a:t>
                      </a:r>
                      <a:r>
                        <a:rPr lang="ko-KR" alt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altLang="ko-KR" sz="900" b="1" dirty="0">
                          <a:solidFill>
                            <a:srgbClr val="0070C0"/>
                          </a:solidFill>
                          <a:latin typeface="Arial" panose="020B0604020202020204" pitchFamily="34" charset="0"/>
                          <a:ea typeface="Helvetica Neue"/>
                          <a:cs typeface="Arial" panose="020B0604020202020204" pitchFamily="34" charset="0"/>
                          <a:sym typeface="Helvetica Neue"/>
                        </a:rPr>
                        <a:t>&amp;</a:t>
                      </a:r>
                      <a:r>
                        <a:rPr lang="ko-KR" alt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altLang="ko-KR" sz="900" b="1" dirty="0">
                          <a:solidFill>
                            <a:srgbClr val="0070C0"/>
                          </a:solidFill>
                          <a:latin typeface="Arial" panose="020B0604020202020204" pitchFamily="34" charset="0"/>
                          <a:ea typeface="Helvetica Neue"/>
                          <a:cs typeface="Arial" panose="020B0604020202020204" pitchFamily="34" charset="0"/>
                          <a:sym typeface="Helvetica Neue"/>
                        </a:rPr>
                        <a:t>2</a:t>
                      </a:r>
                      <a:r>
                        <a:rPr lang="ko-KR" alt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a:t>
                      </a:r>
                      <a:r>
                        <a:rPr lang="ko-KR" alt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OFF </a:t>
                      </a:r>
                      <a:r>
                        <a:rPr lang="en-US" altLang="ko-KR" sz="900" b="1" dirty="0">
                          <a:solidFill>
                            <a:srgbClr val="0070C0"/>
                          </a:solidFill>
                          <a:latin typeface="Arial" panose="020B0604020202020204" pitchFamily="34" charset="0"/>
                          <a:ea typeface="Helvetica Neue"/>
                          <a:cs typeface="Arial" panose="020B0604020202020204" pitchFamily="34" charset="0"/>
                          <a:sym typeface="Helvetica Neue"/>
                        </a:rPr>
                        <a:t>F/O</a:t>
                      </a:r>
                      <a:endParaRPr lang="en-US" sz="9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None/>
                      </a:pPr>
                      <a:r>
                        <a:rPr lang="en-US" sz="600" b="1" dirty="0">
                          <a:solidFill>
                            <a:schemeClr val="bg1"/>
                          </a:solidFill>
                          <a:latin typeface="Arial" panose="020B0604020202020204" pitchFamily="34" charset="0"/>
                          <a:ea typeface="Helvetica Neue"/>
                          <a:cs typeface="Arial" panose="020B0604020202020204" pitchFamily="34" charset="0"/>
                          <a:sym typeface="Helvetica Neue"/>
                        </a:rPr>
                        <a:t>prevent any possible contamination of the packs by the air start unit.</a:t>
                      </a:r>
                      <a:r>
                        <a:rPr lang="ko-KR" altLang="en-US" sz="600" b="1" dirty="0">
                          <a:solidFill>
                            <a:schemeClr val="bg1"/>
                          </a:solidFill>
                          <a:latin typeface="Arial" panose="020B0604020202020204" pitchFamily="34" charset="0"/>
                          <a:ea typeface="Helvetica Neue"/>
                          <a:cs typeface="Arial" panose="020B0604020202020204" pitchFamily="34" charset="0"/>
                          <a:sym typeface="Helvetica Neue"/>
                        </a:rPr>
                        <a:t> </a:t>
                      </a:r>
                      <a:r>
                        <a:rPr lang="en-US" altLang="ko-KR" sz="600" b="1" u="sng" dirty="0">
                          <a:solidFill>
                            <a:srgbClr val="C00000"/>
                          </a:solidFill>
                          <a:latin typeface="+mn-ea"/>
                          <a:ea typeface="+mn-ea"/>
                          <a:cs typeface="Arial" panose="020B0604020202020204" pitchFamily="34" charset="0"/>
                          <a:sym typeface="Helvetica Neue"/>
                        </a:rPr>
                        <a:t>OFF L/T </a:t>
                      </a:r>
                      <a:r>
                        <a:rPr lang="ko-KR" altLang="en-US" sz="600" b="1" u="sng" dirty="0" err="1">
                          <a:solidFill>
                            <a:srgbClr val="C00000"/>
                          </a:solidFill>
                          <a:latin typeface="+mn-ea"/>
                          <a:ea typeface="+mn-ea"/>
                          <a:cs typeface="Arial" panose="020B0604020202020204" pitchFamily="34" charset="0"/>
                          <a:sym typeface="Helvetica Neue"/>
                        </a:rPr>
                        <a:t>들어와야함</a:t>
                      </a:r>
                      <a:r>
                        <a:rPr lang="en-US" altLang="ko-KR" sz="600" b="1" u="sng" dirty="0">
                          <a:solidFill>
                            <a:srgbClr val="C00000"/>
                          </a:solidFill>
                          <a:latin typeface="+mn-ea"/>
                          <a:ea typeface="+mn-ea"/>
                          <a:cs typeface="Arial" panose="020B0604020202020204" pitchFamily="34" charset="0"/>
                          <a:sym typeface="Helvetica Neue"/>
                        </a:rPr>
                        <a:t>.</a:t>
                      </a:r>
                      <a:r>
                        <a:rPr lang="ko-KR" altLang="en-US" sz="600" b="1" u="sng" dirty="0">
                          <a:solidFill>
                            <a:srgbClr val="C00000"/>
                          </a:solidFill>
                          <a:latin typeface="+mn-ea"/>
                          <a:ea typeface="+mn-ea"/>
                          <a:cs typeface="Arial" panose="020B0604020202020204" pitchFamily="34" charset="0"/>
                          <a:sym typeface="Helvetica Neue"/>
                        </a:rPr>
                        <a:t> </a:t>
                      </a:r>
                      <a:endParaRPr lang="en-US" sz="600" b="1" u="sng" dirty="0">
                        <a:solidFill>
                          <a:srgbClr val="C00000"/>
                        </a:solidFill>
                        <a:latin typeface="+mn-ea"/>
                        <a:ea typeface="+mn-ea"/>
                        <a:cs typeface="Arial" panose="020B0604020202020204" pitchFamily="34" charset="0"/>
                        <a:sym typeface="Helvetica Neue"/>
                      </a:endParaRP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APU BLEED .................................. OFF F/O </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 1 &amp; 2  BLEED ....................... OFF F/O</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X BLEED .................................... OPEN F/O</a:t>
                      </a:r>
                    </a:p>
                    <a:p>
                      <a:pPr marL="0" marR="0" lvl="0" indent="0" algn="l" rtl="0">
                        <a:lnSpc>
                          <a:spcPct val="100000"/>
                        </a:lnSpc>
                        <a:spcBef>
                          <a:spcPts val="0"/>
                        </a:spcBef>
                        <a:spcAft>
                          <a:spcPts val="0"/>
                        </a:spcAft>
                        <a:buNone/>
                      </a:pPr>
                      <a:r>
                        <a:rPr lang="en-US" sz="900" b="1" dirty="0">
                          <a:solidFill>
                            <a:schemeClr val="bg1"/>
                          </a:solidFill>
                          <a:latin typeface="Arial" panose="020B0604020202020204" pitchFamily="34" charset="0"/>
                          <a:ea typeface="Helvetica Neue"/>
                          <a:cs typeface="Arial" panose="020B0604020202020204" pitchFamily="34" charset="0"/>
                          <a:sym typeface="Helvetica Neue"/>
                        </a:rPr>
                        <a:t>AIR START UNIT CONNECT ... REQ CAP</a:t>
                      </a:r>
                    </a:p>
                    <a:p>
                      <a:pPr marL="0" marR="0" lvl="0" indent="0" algn="l" rtl="0">
                        <a:lnSpc>
                          <a:spcPct val="100000"/>
                        </a:lnSpc>
                        <a:spcBef>
                          <a:spcPts val="0"/>
                        </a:spcBef>
                        <a:spcAft>
                          <a:spcPts val="0"/>
                        </a:spcAft>
                        <a:buNone/>
                      </a:pPr>
                      <a:r>
                        <a:rPr lang="en-US" sz="600" b="1" dirty="0">
                          <a:solidFill>
                            <a:schemeClr val="bg1"/>
                          </a:solidFill>
                          <a:latin typeface="Arial" panose="020B0604020202020204" pitchFamily="34" charset="0"/>
                          <a:ea typeface="Helvetica Neue"/>
                          <a:cs typeface="Arial" panose="020B0604020202020204" pitchFamily="34" charset="0"/>
                          <a:sym typeface="Helvetica Neue"/>
                        </a:rPr>
                        <a:t>Two ground air start units may be used in parallel if the pressure/flow relation is expected to be marginal.</a:t>
                      </a:r>
                    </a:p>
                  </a:txBody>
                  <a:tcPr marL="36000" marR="36000" marT="36000" marB="36000"/>
                </a:tc>
                <a:extLst>
                  <a:ext uri="{0D108BD9-81ED-4DB2-BD59-A6C34878D82A}">
                    <a16:rowId xmlns:a16="http://schemas.microsoft.com/office/drawing/2014/main" val="10003"/>
                  </a:ext>
                </a:extLst>
              </a:tr>
              <a:tr h="949879">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When cleared to start: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a:t>
                      </a: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The </a:t>
                      </a:r>
                      <a:r>
                        <a:rPr kumimoji="0" lang="en-US" altLang="ko-Kore-KR" sz="600" b="1" i="0" u="none" strike="noStrike" kern="120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AIR ABNORM BLEED CONFIG </a:t>
                      </a: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alert is triggered after the first engine start. It can be disregarded.</a:t>
                      </a:r>
                      <a:endParaRPr kumimoji="0" lang="en-US" altLang="ko-Kore-KR" sz="5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1 ..................................... START CAP</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 </a:t>
                      </a: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As necessary, engine 2 can be started first.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In this case, check the brake ACCU pressure prior to engine start.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 </a:t>
                      </a: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The minimum recommended starter air supply pressure is 25 PSI when the start valve is open.</a:t>
                      </a:r>
                    </a:p>
                  </a:txBody>
                  <a:tcPr marL="36000" marR="36000" marT="36000" marB="36000"/>
                </a:tc>
                <a:extLst>
                  <a:ext uri="{0D108BD9-81ED-4DB2-BD59-A6C34878D82A}">
                    <a16:rowId xmlns:a16="http://schemas.microsoft.com/office/drawing/2014/main" val="2955124980"/>
                  </a:ext>
                </a:extLst>
              </a:tr>
              <a:tr h="1069128">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After engine 1 is started: </a:t>
                      </a:r>
                      <a:r>
                        <a:rPr kumimoji="0" lang="en-US" altLang="ko-Kore-KR" sz="800" b="1" i="0" u="none" strike="noStrike" kern="1200" cap="none" spc="0" normalizeH="0" baseline="0" noProof="0" dirty="0">
                          <a:ln>
                            <a:noFill/>
                          </a:ln>
                          <a:solidFill>
                            <a:srgbClr val="C00000"/>
                          </a:solidFill>
                          <a:effectLst/>
                          <a:uLnTx/>
                          <a:uFillTx/>
                          <a:latin typeface="+mn-ea"/>
                          <a:ea typeface="+mn-ea"/>
                          <a:cs typeface="Arial" panose="020B0604020202020204" pitchFamily="34" charset="0"/>
                          <a:sym typeface="Helvetica Neue"/>
                        </a:rPr>
                        <a:t>AVOD </a:t>
                      </a:r>
                      <a:r>
                        <a:rPr kumimoji="0" lang="ko-KR" altLang="en-US" sz="800" b="1" i="0" u="none" strike="noStrike" kern="1200" cap="none" spc="0" normalizeH="0" baseline="0" noProof="0" dirty="0">
                          <a:ln>
                            <a:noFill/>
                          </a:ln>
                          <a:solidFill>
                            <a:srgbClr val="C00000"/>
                          </a:solidFill>
                          <a:effectLst/>
                          <a:uLnTx/>
                          <a:uFillTx/>
                          <a:latin typeface="+mn-ea"/>
                          <a:ea typeface="+mn-ea"/>
                          <a:cs typeface="Arial" panose="020B0604020202020204" pitchFamily="34" charset="0"/>
                          <a:sym typeface="Helvetica Neue"/>
                        </a:rPr>
                        <a:t>다 꺼짐</a:t>
                      </a:r>
                      <a:endParaRPr kumimoji="0" lang="en-US" altLang="ko-Kore-KR" sz="800" b="1" i="0" u="none" strike="noStrike" kern="1200" cap="none" spc="0" normalizeH="0" baseline="0" noProof="0" dirty="0">
                        <a:ln>
                          <a:noFill/>
                        </a:ln>
                        <a:solidFill>
                          <a:srgbClr val="C00000"/>
                        </a:solidFill>
                        <a:effectLst/>
                        <a:uLnTx/>
                        <a:uFillTx/>
                        <a:latin typeface="+mn-ea"/>
                        <a:ea typeface="+mn-ea"/>
                        <a:cs typeface="Arial" panose="020B0604020202020204" pitchFamily="34" charset="0"/>
                        <a:sym typeface="Helvetica Neue"/>
                      </a:endParaRPr>
                    </a:p>
                    <a:p>
                      <a:pPr marL="116449" marR="0" lvl="1"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If the air start unit is used to start engine 2:</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2 .............................. START CAP</a:t>
                      </a:r>
                      <a:endParaRPr kumimoji="0" lang="en-US" altLang="ko-Kore-KR" sz="5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When engine 2 is started:</a:t>
                      </a:r>
                      <a:endPar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AIR START UNIT DISC . . . . REQ CAP</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X BLEED ............................ AUTO F/O</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1 &amp; 2 BLEED .................  ON F/O</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PACK 1 &amp; 2 ............................. ON F/O</a:t>
                      </a:r>
                      <a:endParaRPr kumimoji="0" lang="en-US" altLang="ko-Kore-KR" sz="5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3396707165"/>
                  </a:ext>
                </a:extLst>
              </a:tr>
              <a:tr h="815725">
                <a:tc>
                  <a:txBody>
                    <a:bodyPr/>
                    <a:lstStyle/>
                    <a:p>
                      <a:pPr marL="116449" marR="0" lvl="1"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If the </a:t>
                      </a:r>
                      <a:r>
                        <a:rPr kumimoji="0" lang="en-US" altLang="ko-Kore-KR" sz="700" b="1" i="0" u="none" strike="noStrike" kern="1200" cap="none" spc="0" normalizeH="0" baseline="0" noProof="0" dirty="0" err="1">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crossbleed</a:t>
                      </a: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engine start procedure is used to start engine 2: </a:t>
                      </a:r>
                      <a:r>
                        <a:rPr kumimoji="0" lang="en-US" altLang="ko-Kore-KR" sz="700" b="1" i="0" u="sng"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EXT PWR – AVAIL first!!!</a:t>
                      </a:r>
                      <a:endParaRPr kumimoji="0" lang="en-US" altLang="ko-Kore-KR" sz="500" b="1" i="0" u="sng"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endParaRP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AIR START UNIT</a:t>
                      </a:r>
                      <a:r>
                        <a:rPr kumimoji="0" lang="en-US" altLang="ko-KR" sz="6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(EXT PWR)</a:t>
                      </a: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DISC.RQ CAP</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ENG 1 BLEED </a:t>
                      </a: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ON F/O</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PACK 1 &amp; 2 ............................. ON F/O</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CRSBLD ENG START PROC.APPLY</a:t>
                      </a:r>
                    </a:p>
                  </a:txBody>
                  <a:tcPr marL="36000" marR="0" marT="36000" marB="36000"/>
                </a:tc>
                <a:extLst>
                  <a:ext uri="{0D108BD9-81ED-4DB2-BD59-A6C34878D82A}">
                    <a16:rowId xmlns:a16="http://schemas.microsoft.com/office/drawing/2014/main" val="1371695389"/>
                  </a:ext>
                </a:extLst>
              </a:tr>
              <a:tr h="853024">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EXT PWR ...................... CHK AVAIL CAP</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EXT PWR DISCONNECT ........ REQ CAP</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 </a:t>
                      </a:r>
                      <a:r>
                        <a:rPr kumimoji="0" lang="en-US" altLang="ko-Kore-KR" sz="6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ore-KR" sz="6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EXT PWR removed after 1 ENG start.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but FCOM </a:t>
                      </a: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a:t>
                      </a:r>
                      <a:r>
                        <a:rPr kumimoji="0" lang="en-US" altLang="ko-Kore-KR"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In order to ensure that the entire network remains electrically supplied, it is recommended to start both engines before the disconnection of the external electrical power.</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NOR PROC - AFTER START .......RESUME </a:t>
                      </a:r>
                    </a:p>
                  </a:txBody>
                  <a:tcPr marL="36000" marR="36000" marT="36000" marB="36000"/>
                </a:tc>
                <a:extLst>
                  <a:ext uri="{0D108BD9-81ED-4DB2-BD59-A6C34878D82A}">
                    <a16:rowId xmlns:a16="http://schemas.microsoft.com/office/drawing/2014/main" val="2133151072"/>
                  </a:ext>
                </a:extLst>
              </a:tr>
            </a:tbl>
          </a:graphicData>
        </a:graphic>
      </p:graphicFrame>
      <p:sp>
        <p:nvSpPr>
          <p:cNvPr id="5" name="오른쪽 화살표[R] 4">
            <a:extLst>
              <a:ext uri="{FF2B5EF4-FFF2-40B4-BE49-F238E27FC236}">
                <a16:creationId xmlns:a16="http://schemas.microsoft.com/office/drawing/2014/main" id="{AF57E50A-60B4-FA69-DE5E-89621E992E28}"/>
              </a:ext>
            </a:extLst>
          </p:cNvPr>
          <p:cNvSpPr/>
          <p:nvPr/>
        </p:nvSpPr>
        <p:spPr>
          <a:xfrm rot="7022060">
            <a:off x="50376" y="4554223"/>
            <a:ext cx="254847" cy="1133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6" name="오른쪽 화살표[R] 5">
            <a:extLst>
              <a:ext uri="{FF2B5EF4-FFF2-40B4-BE49-F238E27FC236}">
                <a16:creationId xmlns:a16="http://schemas.microsoft.com/office/drawing/2014/main" id="{4D0F56F8-ED4B-E9D9-1193-B74DD5FCDFF9}"/>
              </a:ext>
            </a:extLst>
          </p:cNvPr>
          <p:cNvSpPr/>
          <p:nvPr/>
        </p:nvSpPr>
        <p:spPr>
          <a:xfrm rot="16200000">
            <a:off x="627928" y="4716731"/>
            <a:ext cx="214819" cy="1068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7" name="그래픽 6" descr="집 Wi-Fi에서 작업 단색으로 채워진">
            <a:hlinkClick r:id="" action="ppaction://hlinkshowjump?jump=firstslide"/>
            <a:extLst>
              <a:ext uri="{FF2B5EF4-FFF2-40B4-BE49-F238E27FC236}">
                <a16:creationId xmlns:a16="http://schemas.microsoft.com/office/drawing/2014/main" id="{CB9A69EC-5074-67EA-BB93-96CA384FDF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77628" y="2630831"/>
            <a:ext cx="321623" cy="321623"/>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71616780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F59BC2A-DE73-E830-B7D9-1BA53BB021E9}"/>
              </a:ext>
            </a:extLst>
          </p:cNvPr>
          <p:cNvSpPr>
            <a:spLocks noGrp="1"/>
          </p:cNvSpPr>
          <p:nvPr>
            <p:ph type="title"/>
          </p:nvPr>
        </p:nvSpPr>
        <p:spPr/>
        <p:txBody>
          <a:bodyPr/>
          <a:lstStyle/>
          <a:p>
            <a:endParaRPr kumimoji="1" lang="ko-Kore-KR" altLang="en-US"/>
          </a:p>
        </p:txBody>
      </p:sp>
      <p:graphicFrame>
        <p:nvGraphicFramePr>
          <p:cNvPr id="4" name="Google Shape;402;p31">
            <a:extLst>
              <a:ext uri="{FF2B5EF4-FFF2-40B4-BE49-F238E27FC236}">
                <a16:creationId xmlns:a16="http://schemas.microsoft.com/office/drawing/2014/main" id="{EB24B94C-B974-2D89-F60E-0B9B51FD523E}"/>
              </a:ext>
            </a:extLst>
          </p:cNvPr>
          <p:cNvGraphicFramePr/>
          <p:nvPr>
            <p:extLst>
              <p:ext uri="{D42A27DB-BD31-4B8C-83A1-F6EECF244321}">
                <p14:modId xmlns:p14="http://schemas.microsoft.com/office/powerpoint/2010/main" val="2271391481"/>
              </p:ext>
            </p:extLst>
          </p:nvPr>
        </p:nvGraphicFramePr>
        <p:xfrm>
          <a:off x="0" y="4"/>
          <a:ext cx="2328875" cy="4801374"/>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04043">
                <a:tc>
                  <a:txBody>
                    <a:bodyPr/>
                    <a:lstStyle/>
                    <a:p>
                      <a:pPr marL="0" marR="0" lvl="0" indent="0" algn="l" rtl="0">
                        <a:lnSpc>
                          <a:spcPct val="100000"/>
                        </a:lnSpc>
                        <a:spcBef>
                          <a:spcPts val="0"/>
                        </a:spcBef>
                        <a:spcAft>
                          <a:spcPts val="0"/>
                        </a:spcAft>
                        <a:buNone/>
                      </a:pPr>
                      <a:r>
                        <a:rPr lang="en-US" sz="1000" dirty="0">
                          <a:latin typeface="Arial" panose="020B0604020202020204" pitchFamily="34" charset="0"/>
                          <a:cs typeface="Arial" panose="020B0604020202020204" pitchFamily="34" charset="0"/>
                        </a:rPr>
                        <a:t>ENG CROSSBLEED START</a:t>
                      </a:r>
                      <a:endParaRPr sz="10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0"/>
                  </a:ext>
                </a:extLst>
              </a:tr>
              <a:tr h="173880">
                <a:tc>
                  <a:txBody>
                    <a:bodyPr/>
                    <a:lstStyle/>
                    <a:p>
                      <a:pPr marL="0" marR="0" lvl="0" indent="0" algn="l" rtl="0">
                        <a:lnSpc>
                          <a:spcPct val="100000"/>
                        </a:lnSpc>
                        <a:spcBef>
                          <a:spcPts val="0"/>
                        </a:spcBef>
                        <a:spcAft>
                          <a:spcPts val="0"/>
                        </a:spcAft>
                        <a:buNone/>
                      </a:pPr>
                      <a:r>
                        <a:rPr lang="en-US" sz="800" dirty="0">
                          <a:latin typeface="Arial" panose="020B0604020202020204" pitchFamily="34" charset="0"/>
                          <a:cs typeface="Arial" panose="020B0604020202020204" pitchFamily="34" charset="0"/>
                        </a:rPr>
                        <a:t>#1 ENG BLEED </a:t>
                      </a:r>
                      <a:r>
                        <a:rPr lang="ko-KR" altLang="en-US" sz="800" dirty="0">
                          <a:latin typeface="Arial" panose="020B0604020202020204" pitchFamily="34" charset="0"/>
                          <a:cs typeface="Arial" panose="020B0604020202020204" pitchFamily="34" charset="0"/>
                        </a:rPr>
                        <a:t>로 </a:t>
                      </a:r>
                      <a:r>
                        <a:rPr lang="en-US" altLang="ko-KR" sz="800" dirty="0">
                          <a:latin typeface="Arial" panose="020B0604020202020204" pitchFamily="34" charset="0"/>
                          <a:cs typeface="Arial" panose="020B0604020202020204" pitchFamily="34" charset="0"/>
                        </a:rPr>
                        <a:t>#2</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ENG START</a:t>
                      </a:r>
                    </a:p>
                    <a:p>
                      <a:pPr marL="0" marR="0" lvl="0" indent="0" algn="l" defTabSz="116449" rtl="0" eaLnBrk="1" fontAlgn="auto" latinLnBrk="0" hangingPunct="1">
                        <a:lnSpc>
                          <a:spcPct val="100000"/>
                        </a:lnSpc>
                        <a:spcBef>
                          <a:spcPts val="0"/>
                        </a:spcBef>
                        <a:spcAft>
                          <a:spcPts val="0"/>
                        </a:spcAft>
                        <a:buClrTx/>
                        <a:buSzTx/>
                        <a:buFontTx/>
                        <a:buNone/>
                        <a:tabLst/>
                        <a:defRPr/>
                      </a:pPr>
                      <a:r>
                        <a:rPr lang="en-US" altLang="ko-Kore-KR" sz="800" b="1" dirty="0">
                          <a:solidFill>
                            <a:srgbClr val="00B050"/>
                          </a:solidFill>
                          <a:latin typeface="Arial" panose="020B0604020202020204" pitchFamily="34" charset="0"/>
                          <a:ea typeface="Helvetica Neue"/>
                          <a:cs typeface="Arial" panose="020B0604020202020204" pitchFamily="34" charset="0"/>
                          <a:sym typeface="Helvetica Neue"/>
                        </a:rPr>
                        <a:t>Req </a:t>
                      </a:r>
                      <a:r>
                        <a:rPr lang="en-US" altLang="ko-Kore-KR" sz="800" b="1" dirty="0" err="1">
                          <a:solidFill>
                            <a:srgbClr val="00B050"/>
                          </a:solidFill>
                          <a:latin typeface="Arial" panose="020B0604020202020204" pitchFamily="34" charset="0"/>
                          <a:ea typeface="Helvetica Neue"/>
                          <a:cs typeface="Arial" panose="020B0604020202020204" pitchFamily="34" charset="0"/>
                          <a:sym typeface="Helvetica Neue"/>
                        </a:rPr>
                        <a:t>PushBack</a:t>
                      </a:r>
                      <a:endParaRPr lang="en-US" altLang="ko-Kore-KR" sz="800" b="1" dirty="0">
                        <a:solidFill>
                          <a:srgbClr val="00B050"/>
                        </a:solidFill>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1"/>
                  </a:ext>
                </a:extLst>
              </a:tr>
              <a:tr h="1679059">
                <a:tc>
                  <a:txBody>
                    <a:bodyPr/>
                    <a:lstStyle/>
                    <a:p>
                      <a:pPr marL="0" marR="0" lvl="0" indent="0" algn="l" rtl="0">
                        <a:lnSpc>
                          <a:spcPct val="100000"/>
                        </a:lnSpc>
                        <a:spcBef>
                          <a:spcPts val="0"/>
                        </a:spcBef>
                        <a:spcAft>
                          <a:spcPts val="0"/>
                        </a:spcAft>
                        <a:buNone/>
                      </a:pPr>
                      <a:r>
                        <a:rPr lang="en-US" sz="800" b="1" dirty="0" err="1">
                          <a:solidFill>
                            <a:srgbClr val="C00000"/>
                          </a:solidFill>
                          <a:latin typeface="Arial" panose="020B0604020202020204" pitchFamily="34" charset="0"/>
                          <a:ea typeface="Helvetica Neue"/>
                          <a:cs typeface="Arial" panose="020B0604020202020204" pitchFamily="34" charset="0"/>
                          <a:sym typeface="Helvetica Neue"/>
                        </a:rPr>
                        <a:t>PushBack</a:t>
                      </a:r>
                      <a:r>
                        <a:rPr lang="en-US" sz="800" b="1" dirty="0">
                          <a:solidFill>
                            <a:srgbClr val="C00000"/>
                          </a:solidFill>
                          <a:latin typeface="Arial" panose="020B0604020202020204" pitchFamily="34" charset="0"/>
                          <a:ea typeface="Helvetica Neue"/>
                          <a:cs typeface="Arial" panose="020B0604020202020204" pitchFamily="34" charset="0"/>
                          <a:sym typeface="Helvetica Neue"/>
                        </a:rPr>
                        <a:t> </a:t>
                      </a:r>
                      <a:r>
                        <a:rPr lang="ko-KR" altLang="en-US" sz="800" b="1" dirty="0">
                          <a:solidFill>
                            <a:srgbClr val="C00000"/>
                          </a:solidFill>
                          <a:latin typeface="Arial" panose="020B0604020202020204" pitchFamily="34" charset="0"/>
                          <a:ea typeface="Helvetica Neue"/>
                          <a:cs typeface="Arial" panose="020B0604020202020204" pitchFamily="34" charset="0"/>
                          <a:sym typeface="Helvetica Neue"/>
                        </a:rPr>
                        <a:t>완료</a:t>
                      </a:r>
                      <a:r>
                        <a:rPr lang="en-US" altLang="ko-KR" sz="800" b="1" dirty="0">
                          <a:solidFill>
                            <a:srgbClr val="C00000"/>
                          </a:solidFill>
                          <a:latin typeface="Arial" panose="020B0604020202020204" pitchFamily="34" charset="0"/>
                          <a:ea typeface="Helvetica Neue"/>
                          <a:cs typeface="Arial" panose="020B0604020202020204" pitchFamily="34" charset="0"/>
                          <a:sym typeface="Helvetica Neue"/>
                        </a:rPr>
                        <a:t>(Parking Brake set)</a:t>
                      </a:r>
                    </a:p>
                    <a:p>
                      <a:pPr marL="0" marR="0" lvl="0" indent="0" algn="l" rtl="0">
                        <a:lnSpc>
                          <a:spcPct val="100000"/>
                        </a:lnSpc>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One engine must be running in order to supply air for other engine start.</a:t>
                      </a:r>
                    </a:p>
                    <a:p>
                      <a:pPr marL="0" marR="0" lvl="0" indent="0" algn="l" rtl="0">
                        <a:lnSpc>
                          <a:spcPct val="100000"/>
                        </a:lnSpc>
                        <a:spcBef>
                          <a:spcPts val="0"/>
                        </a:spcBef>
                        <a:spcAft>
                          <a:spcPts val="0"/>
                        </a:spcAft>
                        <a:buNone/>
                      </a:pPr>
                      <a:endParaRPr lang="en-US" sz="9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 Before second engine start :</a:t>
                      </a:r>
                      <a:endParaRPr lang="en-US" sz="9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APU BLEED ................................. OFF F/O</a:t>
                      </a:r>
                    </a:p>
                    <a:p>
                      <a:pPr marL="0" marR="0" lvl="0" indent="0" algn="l" rtl="0">
                        <a:lnSpc>
                          <a:spcPct val="100000"/>
                        </a:lnSpc>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The BLEED valve of the supplying engine reopens and the cross bleed</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sz="700" b="1" dirty="0">
                          <a:solidFill>
                            <a:schemeClr val="bg1"/>
                          </a:solidFill>
                          <a:latin typeface="Arial" panose="020B0604020202020204" pitchFamily="34" charset="0"/>
                          <a:ea typeface="Helvetica Neue"/>
                          <a:cs typeface="Arial" panose="020B0604020202020204" pitchFamily="34" charset="0"/>
                          <a:sym typeface="Helvetica Neue"/>
                        </a:rPr>
                        <a:t>valve closes.</a:t>
                      </a:r>
                      <a:endParaRPr lang="en-US" sz="9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None/>
                      </a:pPr>
                      <a:r>
                        <a:rPr lang="en-US" sz="900" b="1" dirty="0">
                          <a:solidFill>
                            <a:srgbClr val="00B050"/>
                          </a:solidFill>
                          <a:latin typeface="Arial" panose="020B0604020202020204" pitchFamily="34" charset="0"/>
                          <a:ea typeface="Helvetica Neue"/>
                          <a:cs typeface="Arial" panose="020B0604020202020204" pitchFamily="34" charset="0"/>
                          <a:sym typeface="Helvetica Neue"/>
                        </a:rPr>
                        <a:t>ENG BLEED (supply engine) .</a:t>
                      </a:r>
                      <a:r>
                        <a:rPr lang="en-US" altLang="ko-Kore-KR" sz="900" b="1" i="0" kern="1200" dirty="0">
                          <a:solidFill>
                            <a:srgbClr val="00B050"/>
                          </a:solidFill>
                          <a:latin typeface="Arial" panose="020B0604020202020204" pitchFamily="34" charset="0"/>
                          <a:ea typeface="Helvetica Neue"/>
                          <a:cs typeface="Arial" panose="020B0604020202020204" pitchFamily="34" charset="0"/>
                          <a:sym typeface="Helvetica Neue"/>
                        </a:rPr>
                        <a:t>..</a:t>
                      </a:r>
                      <a:r>
                        <a:rPr lang="en-US" sz="900" b="1" dirty="0">
                          <a:solidFill>
                            <a:srgbClr val="00B050"/>
                          </a:solidFill>
                          <a:latin typeface="Arial" panose="020B0604020202020204" pitchFamily="34" charset="0"/>
                          <a:ea typeface="Helvetica Neue"/>
                          <a:cs typeface="Arial" panose="020B0604020202020204" pitchFamily="34" charset="0"/>
                          <a:sym typeface="Helvetica Neue"/>
                        </a:rPr>
                        <a:t>.... ON F/O</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 BLEED (receive engine) ..... OFF F/O</a:t>
                      </a:r>
                    </a:p>
                    <a:p>
                      <a:pPr marL="0" marR="0" lvl="0" indent="0" algn="l" rtl="0">
                        <a:lnSpc>
                          <a:spcPct val="100000"/>
                        </a:lnSpc>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The bleed valves of receiving engines are closed to avoid reverse flow leakage.</a:t>
                      </a:r>
                      <a:endParaRPr lang="en-US" sz="9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X BLEED..................................... OPEN F/O</a:t>
                      </a:r>
                    </a:p>
                  </a:txBody>
                  <a:tcPr marL="36000" marR="36000" marT="36000" marB="36000"/>
                </a:tc>
                <a:extLst>
                  <a:ext uri="{0D108BD9-81ED-4DB2-BD59-A6C34878D82A}">
                    <a16:rowId xmlns:a16="http://schemas.microsoft.com/office/drawing/2014/main" val="10003"/>
                  </a:ext>
                </a:extLst>
              </a:tr>
              <a:tr h="1717595">
                <a:tc>
                  <a:txBody>
                    <a:bodyPr/>
                    <a:lstStyle/>
                    <a:p>
                      <a:pPr marL="0" marR="0" lvl="0" indent="0" algn="l" rtl="0">
                        <a:lnSpc>
                          <a:spcPct val="100000"/>
                        </a:lnSpc>
                        <a:spcBef>
                          <a:spcPts val="0"/>
                        </a:spcBef>
                        <a:spcAft>
                          <a:spcPts val="0"/>
                        </a:spcAft>
                        <a:buNone/>
                      </a:pPr>
                      <a:endParaRPr lang="en-US" sz="800" b="1" dirty="0">
                        <a:solidFill>
                          <a:schemeClr val="bg1"/>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800" b="1" dirty="0">
                          <a:solidFill>
                            <a:schemeClr val="bg1"/>
                          </a:solidFill>
                          <a:latin typeface="Arial" panose="020B0604020202020204" pitchFamily="34" charset="0"/>
                          <a:cs typeface="Arial" panose="020B0604020202020204" pitchFamily="34" charset="0"/>
                        </a:rPr>
                        <a:t>● When cleared to start :</a:t>
                      </a:r>
                      <a:endParaRPr lang="en-US" sz="1050" b="1" dirty="0">
                        <a:solidFill>
                          <a:srgbClr val="00B050"/>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900" b="1" dirty="0">
                          <a:solidFill>
                            <a:srgbClr val="C00000"/>
                          </a:solidFill>
                          <a:latin typeface="Arial" panose="020B0604020202020204" pitchFamily="34" charset="0"/>
                          <a:cs typeface="Arial" panose="020B0604020202020204" pitchFamily="34" charset="0"/>
                        </a:rPr>
                        <a:t>AREA CLEAR OF OBS ........... CONF CAP</a:t>
                      </a:r>
                      <a:endParaRPr lang="en-US" sz="1000" b="1" dirty="0">
                        <a:solidFill>
                          <a:srgbClr val="C00000"/>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700" b="1" dirty="0">
                          <a:solidFill>
                            <a:schemeClr val="bg1"/>
                          </a:solidFill>
                          <a:latin typeface="Arial" panose="020B0604020202020204" pitchFamily="34" charset="0"/>
                          <a:cs typeface="Arial" panose="020B0604020202020204" pitchFamily="34" charset="0"/>
                        </a:rPr>
                        <a:t>Ensure increased power jet wake does not constitute any hazard to people or installations behind the aircraft.</a:t>
                      </a:r>
                    </a:p>
                    <a:p>
                      <a:pPr marL="0" marR="0" lvl="0" indent="0" algn="l" defTabSz="116449" rtl="0" eaLnBrk="1" fontAlgn="auto" latinLnBrk="0" hangingPunct="1">
                        <a:lnSpc>
                          <a:spcPct val="100000"/>
                        </a:lnSpc>
                        <a:spcBef>
                          <a:spcPts val="0"/>
                        </a:spcBef>
                        <a:spcAft>
                          <a:spcPts val="0"/>
                        </a:spcAft>
                        <a:buClrTx/>
                        <a:buSzTx/>
                        <a:buFontTx/>
                        <a:buNone/>
                        <a:tabLst/>
                        <a:defRPr/>
                      </a:pPr>
                      <a:r>
                        <a:rPr lang="en-US" sz="900" b="1" dirty="0">
                          <a:solidFill>
                            <a:srgbClr val="0070C0"/>
                          </a:solidFill>
                          <a:latin typeface="Arial" panose="020B0604020202020204" pitchFamily="34" charset="0"/>
                          <a:cs typeface="Arial" panose="020B0604020202020204" pitchFamily="34" charset="0"/>
                        </a:rPr>
                        <a:t>THR LVR (sup </a:t>
                      </a:r>
                      <a:r>
                        <a:rPr lang="en-US" sz="900" b="1" dirty="0" err="1">
                          <a:solidFill>
                            <a:srgbClr val="0070C0"/>
                          </a:solidFill>
                          <a:latin typeface="Arial" panose="020B0604020202020204" pitchFamily="34" charset="0"/>
                          <a:cs typeface="Arial" panose="020B0604020202020204" pitchFamily="34" charset="0"/>
                        </a:rPr>
                        <a:t>eng</a:t>
                      </a:r>
                      <a:r>
                        <a:rPr lang="en-US" sz="900" b="1" dirty="0">
                          <a:solidFill>
                            <a:srgbClr val="0070C0"/>
                          </a:solidFill>
                          <a:latin typeface="Arial" panose="020B0604020202020204" pitchFamily="34" charset="0"/>
                          <a:cs typeface="Arial" panose="020B0604020202020204" pitchFamily="34" charset="0"/>
                        </a:rPr>
                        <a:t>) .</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cs typeface="Arial" panose="020B0604020202020204" pitchFamily="34" charset="0"/>
                        </a:rPr>
                        <a:t> </a:t>
                      </a:r>
                      <a:r>
                        <a:rPr lang="en-US" sz="900" b="1" dirty="0">
                          <a:solidFill>
                            <a:srgbClr val="0070C0"/>
                          </a:solidFill>
                          <a:latin typeface="Arial" panose="020B0604020202020204" pitchFamily="34" charset="0"/>
                          <a:cs typeface="Arial" panose="020B0604020202020204" pitchFamily="34" charset="0"/>
                        </a:rPr>
                        <a:t>ADJ BLD PRES CAP</a:t>
                      </a:r>
                      <a:endParaRPr lang="en-US" sz="700" b="1" dirty="0">
                        <a:solidFill>
                          <a:schemeClr val="bg1"/>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700" b="1" dirty="0">
                          <a:solidFill>
                            <a:schemeClr val="bg1"/>
                          </a:solidFill>
                          <a:latin typeface="Arial" panose="020B0604020202020204" pitchFamily="34" charset="0"/>
                          <a:cs typeface="Arial" panose="020B0604020202020204" pitchFamily="34" charset="0"/>
                        </a:rPr>
                        <a:t>Adjust thrust of supplying engine to obtain an engine bleed pressure of </a:t>
                      </a:r>
                      <a:r>
                        <a:rPr lang="en-US" sz="700" b="1" dirty="0">
                          <a:solidFill>
                            <a:srgbClr val="00B050"/>
                          </a:solidFill>
                          <a:latin typeface="Arial" panose="020B0604020202020204" pitchFamily="34" charset="0"/>
                          <a:cs typeface="Arial" panose="020B0604020202020204" pitchFamily="34" charset="0"/>
                        </a:rPr>
                        <a:t>30 PSI. </a:t>
                      </a:r>
                      <a:r>
                        <a:rPr lang="en-US" sz="700" b="1" dirty="0">
                          <a:solidFill>
                            <a:schemeClr val="bg1"/>
                          </a:solidFill>
                          <a:latin typeface="Arial" panose="020B0604020202020204" pitchFamily="34" charset="0"/>
                          <a:cs typeface="Arial" panose="020B0604020202020204" pitchFamily="34" charset="0"/>
                        </a:rPr>
                        <a:t>If the thrust required to obtain the appropriate engine bleed pressure exceeds </a:t>
                      </a:r>
                      <a:r>
                        <a:rPr lang="en-US" sz="700" b="1" dirty="0">
                          <a:solidFill>
                            <a:srgbClr val="C00000"/>
                          </a:solidFill>
                          <a:latin typeface="Arial" panose="020B0604020202020204" pitchFamily="34" charset="0"/>
                          <a:cs typeface="Arial" panose="020B0604020202020204" pitchFamily="34" charset="0"/>
                        </a:rPr>
                        <a:t>40 % N1</a:t>
                      </a:r>
                      <a:r>
                        <a:rPr lang="en-US" sz="700" b="1" dirty="0">
                          <a:solidFill>
                            <a:schemeClr val="bg1"/>
                          </a:solidFill>
                          <a:latin typeface="Arial" panose="020B0604020202020204" pitchFamily="34" charset="0"/>
                          <a:cs typeface="Arial" panose="020B0604020202020204" pitchFamily="34" charset="0"/>
                        </a:rPr>
                        <a:t>, pay particular attention to the surrounding area.</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cs typeface="Arial" panose="020B0604020202020204" pitchFamily="34" charset="0"/>
                        </a:rPr>
                        <a:t>RECEIVING ENGINE .............. START ALL</a:t>
                      </a:r>
                      <a:endParaRPr lang="en-US" sz="700" b="1" dirty="0">
                        <a:solidFill>
                          <a:schemeClr val="bg1"/>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700" b="1" dirty="0">
                          <a:solidFill>
                            <a:schemeClr val="bg1"/>
                          </a:solidFill>
                          <a:latin typeface="Arial" panose="020B0604020202020204" pitchFamily="34" charset="0"/>
                          <a:cs typeface="Arial" panose="020B0604020202020204" pitchFamily="34" charset="0"/>
                        </a:rPr>
                        <a:t>Apply the normal engine start procedure.</a:t>
                      </a:r>
                      <a:endParaRPr sz="700" b="1" dirty="0">
                        <a:solidFill>
                          <a:schemeClr val="bg1"/>
                        </a:solidFill>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141454693"/>
                  </a:ext>
                </a:extLst>
              </a:tr>
              <a:tr h="788455">
                <a:tc>
                  <a:txBody>
                    <a:bodyPr/>
                    <a:lstStyle/>
                    <a:p>
                      <a:pPr marL="0" marR="0" lvl="0" indent="0" algn="l" rtl="0">
                        <a:lnSpc>
                          <a:spcPct val="100000"/>
                        </a:lnSpc>
                        <a:spcBef>
                          <a:spcPts val="0"/>
                        </a:spcBef>
                        <a:spcAft>
                          <a:spcPts val="0"/>
                        </a:spcAft>
                        <a:buNone/>
                      </a:pPr>
                      <a:endParaRPr lang="en-US" sz="800" b="1" dirty="0">
                        <a:solidFill>
                          <a:schemeClr val="bg1"/>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800" b="1" dirty="0">
                          <a:solidFill>
                            <a:schemeClr val="bg1"/>
                          </a:solidFill>
                          <a:latin typeface="Arial" panose="020B0604020202020204" pitchFamily="34" charset="0"/>
                          <a:cs typeface="Arial" panose="020B0604020202020204" pitchFamily="34" charset="0"/>
                        </a:rPr>
                        <a:t>● After start :</a:t>
                      </a:r>
                      <a:endParaRPr lang="en-US" sz="700" b="1" dirty="0">
                        <a:solidFill>
                          <a:schemeClr val="bg1"/>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cs typeface="Arial" panose="020B0604020202020204" pitchFamily="34" charset="0"/>
                        </a:rPr>
                        <a:t>THR LVR (supply engine) ......... IDLE CAP</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cs typeface="Arial" panose="020B0604020202020204" pitchFamily="34" charset="0"/>
                        </a:rPr>
                        <a:t>X BLEED.................................... AUTO F/O</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cs typeface="Arial" panose="020B0604020202020204" pitchFamily="34" charset="0"/>
                        </a:rPr>
                        <a:t>ENG BLEED (receive engine) ...... ON F/O</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cs typeface="Arial" panose="020B0604020202020204" pitchFamily="34" charset="0"/>
                        </a:rPr>
                        <a:t>PACK 1 &amp;2 .................................... ON F/O</a:t>
                      </a:r>
                    </a:p>
                  </a:txBody>
                  <a:tcPr marL="36000" marR="36000" marT="36000" marB="36000"/>
                </a:tc>
                <a:extLst>
                  <a:ext uri="{0D108BD9-81ED-4DB2-BD59-A6C34878D82A}">
                    <a16:rowId xmlns:a16="http://schemas.microsoft.com/office/drawing/2014/main" val="87037673"/>
                  </a:ext>
                </a:extLst>
              </a:tr>
            </a:tbl>
          </a:graphicData>
        </a:graphic>
      </p:graphicFrame>
      <p:pic>
        <p:nvPicPr>
          <p:cNvPr id="6" name="그래픽 5" descr="집 Wi-Fi에서 작업 단색으로 채워진">
            <a:hlinkClick r:id="" action="ppaction://hlinkshowjump?jump=firstslide"/>
            <a:extLst>
              <a:ext uri="{FF2B5EF4-FFF2-40B4-BE49-F238E27FC236}">
                <a16:creationId xmlns:a16="http://schemas.microsoft.com/office/drawing/2014/main" id="{2FB399ED-C222-F6FA-4BE9-D2801A10B8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0954" y="508605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58269834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graphicFrame>
        <p:nvGraphicFramePr>
          <p:cNvPr id="377" name="Google Shape;377;p28"/>
          <p:cNvGraphicFramePr/>
          <p:nvPr>
            <p:extLst>
              <p:ext uri="{D42A27DB-BD31-4B8C-83A1-F6EECF244321}">
                <p14:modId xmlns:p14="http://schemas.microsoft.com/office/powerpoint/2010/main" val="2732521415"/>
              </p:ext>
            </p:extLst>
          </p:nvPr>
        </p:nvGraphicFramePr>
        <p:xfrm>
          <a:off x="7" y="1099855"/>
          <a:ext cx="2328775" cy="1357440"/>
        </p:xfrm>
        <a:graphic>
          <a:graphicData uri="http://schemas.openxmlformats.org/drawingml/2006/table">
            <a:tbl>
              <a:tblPr firstRow="1" bandRow="1">
                <a:noFill/>
                <a:tableStyleId>{A521BE36-7E6F-4EC9-8D66-1CF97A6895EC}</a:tableStyleId>
              </a:tblPr>
              <a:tblGrid>
                <a:gridCol w="333250">
                  <a:extLst>
                    <a:ext uri="{9D8B030D-6E8A-4147-A177-3AD203B41FA5}">
                      <a16:colId xmlns:a16="http://schemas.microsoft.com/office/drawing/2014/main" val="20000"/>
                    </a:ext>
                  </a:extLst>
                </a:gridCol>
                <a:gridCol w="285075">
                  <a:extLst>
                    <a:ext uri="{9D8B030D-6E8A-4147-A177-3AD203B41FA5}">
                      <a16:colId xmlns:a16="http://schemas.microsoft.com/office/drawing/2014/main" val="20001"/>
                    </a:ext>
                  </a:extLst>
                </a:gridCol>
                <a:gridCol w="285075">
                  <a:extLst>
                    <a:ext uri="{9D8B030D-6E8A-4147-A177-3AD203B41FA5}">
                      <a16:colId xmlns:a16="http://schemas.microsoft.com/office/drawing/2014/main" val="20002"/>
                    </a:ext>
                  </a:extLst>
                </a:gridCol>
                <a:gridCol w="285075">
                  <a:extLst>
                    <a:ext uri="{9D8B030D-6E8A-4147-A177-3AD203B41FA5}">
                      <a16:colId xmlns:a16="http://schemas.microsoft.com/office/drawing/2014/main" val="20003"/>
                    </a:ext>
                  </a:extLst>
                </a:gridCol>
                <a:gridCol w="285075">
                  <a:extLst>
                    <a:ext uri="{9D8B030D-6E8A-4147-A177-3AD203B41FA5}">
                      <a16:colId xmlns:a16="http://schemas.microsoft.com/office/drawing/2014/main" val="20004"/>
                    </a:ext>
                  </a:extLst>
                </a:gridCol>
                <a:gridCol w="285075">
                  <a:extLst>
                    <a:ext uri="{9D8B030D-6E8A-4147-A177-3AD203B41FA5}">
                      <a16:colId xmlns:a16="http://schemas.microsoft.com/office/drawing/2014/main" val="20005"/>
                    </a:ext>
                  </a:extLst>
                </a:gridCol>
                <a:gridCol w="285075">
                  <a:extLst>
                    <a:ext uri="{9D8B030D-6E8A-4147-A177-3AD203B41FA5}">
                      <a16:colId xmlns:a16="http://schemas.microsoft.com/office/drawing/2014/main" val="20006"/>
                    </a:ext>
                  </a:extLst>
                </a:gridCol>
                <a:gridCol w="285075">
                  <a:extLst>
                    <a:ext uri="{9D8B030D-6E8A-4147-A177-3AD203B41FA5}">
                      <a16:colId xmlns:a16="http://schemas.microsoft.com/office/drawing/2014/main" val="20007"/>
                    </a:ext>
                  </a:extLst>
                </a:gridCol>
              </a:tblGrid>
              <a:tr h="134173">
                <a:tc gridSpan="8">
                  <a:txBody>
                    <a:bodyPr/>
                    <a:lstStyle/>
                    <a:p>
                      <a:pPr marL="0" marR="0" lvl="0" indent="0" algn="ctr" rtl="0">
                        <a:spcBef>
                          <a:spcPts val="0"/>
                        </a:spcBef>
                        <a:spcAft>
                          <a:spcPts val="0"/>
                        </a:spcAft>
                        <a:buNone/>
                      </a:pPr>
                      <a:r>
                        <a:rPr lang="en-US" sz="800" dirty="0"/>
                        <a:t>Height Above FE (Feet) </a:t>
                      </a:r>
                      <a:r>
                        <a:rPr lang="en-US" sz="800" dirty="0">
                          <a:solidFill>
                            <a:srgbClr val="FFC000"/>
                          </a:solidFill>
                        </a:rPr>
                        <a:t>200-800ft</a:t>
                      </a:r>
                      <a:endParaRPr sz="800" dirty="0">
                        <a:solidFill>
                          <a:srgbClr val="FFC00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6613">
                <a:tc>
                  <a:txBody>
                    <a:bodyPr/>
                    <a:lstStyle/>
                    <a:p>
                      <a:pPr marL="0" marR="0" lvl="0" indent="0" algn="ctr" rtl="0">
                        <a:spcBef>
                          <a:spcPts val="0"/>
                        </a:spcBef>
                        <a:spcAft>
                          <a:spcPts val="0"/>
                        </a:spcAft>
                        <a:buNone/>
                      </a:pPr>
                      <a:r>
                        <a:rPr lang="en-US" sz="800" b="1" dirty="0">
                          <a:solidFill>
                            <a:schemeClr val="dk1"/>
                          </a:solidFill>
                        </a:rPr>
                        <a:t>TEMP</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200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300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400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500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600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700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800</a:t>
                      </a:r>
                      <a:endParaRPr sz="800" b="1" dirty="0">
                        <a:solidFill>
                          <a:schemeClr val="dk1"/>
                        </a:solidFill>
                      </a:endParaRPr>
                    </a:p>
                  </a:txBody>
                  <a:tcPr marL="36000" marR="36000" marT="36000" marB="36000" anchor="ctr"/>
                </a:tc>
                <a:extLst>
                  <a:ext uri="{0D108BD9-81ED-4DB2-BD59-A6C34878D82A}">
                    <a16:rowId xmlns:a16="http://schemas.microsoft.com/office/drawing/2014/main" val="10001"/>
                  </a:ext>
                </a:extLst>
              </a:tr>
              <a:tr h="136613">
                <a:tc>
                  <a:txBody>
                    <a:bodyPr/>
                    <a:lstStyle/>
                    <a:p>
                      <a:pPr marL="0" marR="0" lvl="0" indent="0" algn="ctr" rtl="0">
                        <a:spcBef>
                          <a:spcPts val="0"/>
                        </a:spcBef>
                        <a:spcAft>
                          <a:spcPts val="0"/>
                        </a:spcAft>
                        <a:buNone/>
                      </a:pPr>
                      <a:r>
                        <a:rPr lang="en-US" sz="800" b="1" dirty="0">
                          <a:solidFill>
                            <a:srgbClr val="0070C0"/>
                          </a:solidFill>
                        </a:rPr>
                        <a:t>0</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40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40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50</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36613">
                <a:tc>
                  <a:txBody>
                    <a:bodyPr/>
                    <a:lstStyle/>
                    <a:p>
                      <a:pPr marL="0" marR="0" lvl="0" indent="0" algn="ctr" rtl="0">
                        <a:spcBef>
                          <a:spcPts val="0"/>
                        </a:spcBef>
                        <a:spcAft>
                          <a:spcPts val="0"/>
                        </a:spcAft>
                        <a:buNone/>
                      </a:pPr>
                      <a:r>
                        <a:rPr lang="en-US" sz="800" b="1" dirty="0">
                          <a:solidFill>
                            <a:srgbClr val="00B050"/>
                          </a:solidFill>
                        </a:rPr>
                        <a:t>-5</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20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30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40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40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50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60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70</a:t>
                      </a:r>
                      <a:endParaRPr sz="800" b="1" dirty="0">
                        <a:solidFill>
                          <a:srgbClr val="00B050"/>
                        </a:solidFill>
                      </a:endParaRPr>
                    </a:p>
                  </a:txBody>
                  <a:tcPr marL="36000" marR="36000" marT="36000" marB="36000" anchor="ctr"/>
                </a:tc>
                <a:extLst>
                  <a:ext uri="{0D108BD9-81ED-4DB2-BD59-A6C34878D82A}">
                    <a16:rowId xmlns:a16="http://schemas.microsoft.com/office/drawing/2014/main" val="10003"/>
                  </a:ext>
                </a:extLst>
              </a:tr>
              <a:tr h="136613">
                <a:tc>
                  <a:txBody>
                    <a:bodyPr/>
                    <a:lstStyle/>
                    <a:p>
                      <a:pPr marL="0" marR="0" lvl="0" indent="0" algn="ctr" rtl="0">
                        <a:spcBef>
                          <a:spcPts val="0"/>
                        </a:spcBef>
                        <a:spcAft>
                          <a:spcPts val="0"/>
                        </a:spcAft>
                        <a:buNone/>
                      </a:pPr>
                      <a:r>
                        <a:rPr lang="en-US" sz="800" b="1" dirty="0">
                          <a:solidFill>
                            <a:srgbClr val="0070C0"/>
                          </a:solidFill>
                        </a:rPr>
                        <a:t>-10</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40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60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70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80</a:t>
                      </a:r>
                      <a:endParaRPr sz="800" b="1" dirty="0">
                        <a:solidFill>
                          <a:srgbClr val="0070C0"/>
                        </a:solidFill>
                      </a:endParaRPr>
                    </a:p>
                  </a:txBody>
                  <a:tcPr marL="36000" marR="36000" marT="36000" marB="36000" anchor="ctr"/>
                </a:tc>
                <a:extLst>
                  <a:ext uri="{0D108BD9-81ED-4DB2-BD59-A6C34878D82A}">
                    <a16:rowId xmlns:a16="http://schemas.microsoft.com/office/drawing/2014/main" val="10004"/>
                  </a:ext>
                </a:extLst>
              </a:tr>
              <a:tr h="136613">
                <a:tc>
                  <a:txBody>
                    <a:bodyPr/>
                    <a:lstStyle/>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30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40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50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60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80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90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100</a:t>
                      </a:r>
                      <a:endParaRPr sz="800" b="1" dirty="0"/>
                    </a:p>
                  </a:txBody>
                  <a:tcPr marL="36000" marR="36000" marT="36000" marB="36000" anchor="ctr"/>
                </a:tc>
                <a:extLst>
                  <a:ext uri="{0D108BD9-81ED-4DB2-BD59-A6C34878D82A}">
                    <a16:rowId xmlns:a16="http://schemas.microsoft.com/office/drawing/2014/main" val="10005"/>
                  </a:ext>
                </a:extLst>
              </a:tr>
              <a:tr h="13661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-20</a:t>
                      </a: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60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70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90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100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120</a:t>
                      </a:r>
                      <a:endParaRPr sz="800" b="1" dirty="0">
                        <a:solidFill>
                          <a:srgbClr val="0070C0"/>
                        </a:solidFill>
                      </a:endParaRPr>
                    </a:p>
                  </a:txBody>
                  <a:tcPr marL="36000" marR="36000" marT="36000" marB="36000" anchor="ctr"/>
                </a:tc>
                <a:extLst>
                  <a:ext uri="{0D108BD9-81ED-4DB2-BD59-A6C34878D82A}">
                    <a16:rowId xmlns:a16="http://schemas.microsoft.com/office/drawing/2014/main" val="156798653"/>
                  </a:ext>
                </a:extLst>
              </a:tr>
            </a:tbl>
          </a:graphicData>
        </a:graphic>
      </p:graphicFrame>
      <p:graphicFrame>
        <p:nvGraphicFramePr>
          <p:cNvPr id="381" name="Google Shape;381;p28"/>
          <p:cNvGraphicFramePr/>
          <p:nvPr>
            <p:extLst>
              <p:ext uri="{D42A27DB-BD31-4B8C-83A1-F6EECF244321}">
                <p14:modId xmlns:p14="http://schemas.microsoft.com/office/powerpoint/2010/main" val="3609790984"/>
              </p:ext>
            </p:extLst>
          </p:nvPr>
        </p:nvGraphicFramePr>
        <p:xfrm>
          <a:off x="7" y="0"/>
          <a:ext cx="2328850" cy="106683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63700">
                <a:tc>
                  <a:txBody>
                    <a:bodyPr/>
                    <a:lstStyle/>
                    <a:p>
                      <a:pPr marL="0" marR="0" lvl="0" indent="0" algn="l" rtl="0">
                        <a:spcBef>
                          <a:spcPts val="0"/>
                        </a:spcBef>
                        <a:spcAft>
                          <a:spcPts val="0"/>
                        </a:spcAft>
                        <a:buNone/>
                      </a:pPr>
                      <a:r>
                        <a:rPr lang="en-US" sz="1000" dirty="0">
                          <a:solidFill>
                            <a:srgbClr val="FFC000"/>
                          </a:solidFill>
                        </a:rPr>
                        <a:t>COLD TEMP CORRECTION General</a:t>
                      </a:r>
                    </a:p>
                    <a:p>
                      <a:pPr marL="0" marR="0" lvl="0" indent="0" algn="l" rtl="0">
                        <a:spcBef>
                          <a:spcPts val="0"/>
                        </a:spcBef>
                        <a:spcAft>
                          <a:spcPts val="0"/>
                        </a:spcAft>
                        <a:buNone/>
                      </a:pPr>
                      <a:r>
                        <a:rPr lang="en-US" altLang="ko-KR" sz="700" b="0" dirty="0">
                          <a:solidFill>
                            <a:schemeClr val="tx1"/>
                          </a:solidFill>
                        </a:rPr>
                        <a:t>5</a:t>
                      </a:r>
                      <a:r>
                        <a:rPr lang="ko-KR" altLang="en-US" sz="700" b="0" dirty="0">
                          <a:solidFill>
                            <a:schemeClr val="tx1"/>
                          </a:solidFill>
                        </a:rPr>
                        <a:t>도 간격은 보수적으로 </a:t>
                      </a:r>
                      <a:r>
                        <a:rPr lang="ko-KR" altLang="en-US" sz="700" b="0" dirty="0" err="1">
                          <a:solidFill>
                            <a:schemeClr val="tx1"/>
                          </a:solidFill>
                        </a:rPr>
                        <a:t>보간법</a:t>
                      </a:r>
                      <a:r>
                        <a:rPr lang="ko-KR" altLang="en-US" sz="700" b="0" dirty="0">
                          <a:solidFill>
                            <a:schemeClr val="tx1"/>
                          </a:solidFill>
                        </a:rPr>
                        <a:t> 적용됨</a:t>
                      </a:r>
                      <a:endParaRPr sz="700" b="0" dirty="0">
                        <a:solidFill>
                          <a:schemeClr val="tx1"/>
                        </a:solidFill>
                      </a:endParaRPr>
                    </a:p>
                  </a:txBody>
                  <a:tcPr marL="91450" marR="91450" marT="45725" marB="45725"/>
                </a:tc>
                <a:extLst>
                  <a:ext uri="{0D108BD9-81ED-4DB2-BD59-A6C34878D82A}">
                    <a16:rowId xmlns:a16="http://schemas.microsoft.com/office/drawing/2014/main" val="10000"/>
                  </a:ext>
                </a:extLst>
              </a:tr>
              <a:tr h="248975">
                <a:tc>
                  <a:txBody>
                    <a:bodyPr/>
                    <a:lstStyle/>
                    <a:p>
                      <a:pPr marL="0" marR="0" lvl="0" indent="0" algn="l" rtl="0">
                        <a:spcBef>
                          <a:spcPts val="0"/>
                        </a:spcBef>
                        <a:spcAft>
                          <a:spcPts val="0"/>
                        </a:spcAft>
                        <a:buNone/>
                      </a:pPr>
                      <a:r>
                        <a:rPr lang="en-US" sz="700" b="1" dirty="0">
                          <a:solidFill>
                            <a:srgbClr val="00B050"/>
                          </a:solidFill>
                        </a:rPr>
                        <a:t>Min</a:t>
                      </a:r>
                      <a:r>
                        <a:rPr lang="en-US" sz="700" dirty="0"/>
                        <a:t> </a:t>
                      </a:r>
                      <a:r>
                        <a:rPr lang="ko-KR" altLang="en-US" sz="700" dirty="0"/>
                        <a:t>제외한 모든 고도 수정은 </a:t>
                      </a:r>
                      <a:r>
                        <a:rPr lang="en-US" altLang="ko-KR" sz="700" dirty="0"/>
                        <a:t>ATC </a:t>
                      </a:r>
                      <a:r>
                        <a:rPr lang="ko-KR" altLang="en-US" sz="700" dirty="0"/>
                        <a:t>인가 필요</a:t>
                      </a:r>
                      <a:endParaRPr dirty="0"/>
                    </a:p>
                    <a:p>
                      <a:pPr marL="0" marR="0" lvl="0" indent="0" algn="l" rtl="0">
                        <a:spcBef>
                          <a:spcPts val="0"/>
                        </a:spcBef>
                        <a:spcAft>
                          <a:spcPts val="0"/>
                        </a:spcAft>
                        <a:buNone/>
                      </a:pPr>
                      <a:r>
                        <a:rPr lang="en-US" sz="700" b="1" dirty="0">
                          <a:solidFill>
                            <a:srgbClr val="C00000"/>
                          </a:solidFill>
                        </a:rPr>
                        <a:t>Mandatory</a:t>
                      </a:r>
                      <a:r>
                        <a:rPr lang="en-US" altLang="ko-KR" sz="700" b="1" dirty="0">
                          <a:solidFill>
                            <a:srgbClr val="C00000"/>
                          </a:solidFill>
                        </a:rPr>
                        <a:t>,</a:t>
                      </a:r>
                      <a:r>
                        <a:rPr lang="ko-KR" altLang="en-US" sz="700" b="1" dirty="0">
                          <a:solidFill>
                            <a:srgbClr val="C00000"/>
                          </a:solidFill>
                        </a:rPr>
                        <a:t> </a:t>
                      </a:r>
                      <a:r>
                        <a:rPr lang="en-US" sz="700" b="1" dirty="0">
                          <a:solidFill>
                            <a:srgbClr val="C00000"/>
                          </a:solidFill>
                        </a:rPr>
                        <a:t>Missed App </a:t>
                      </a:r>
                      <a:r>
                        <a:rPr lang="en-US" sz="700" b="1" dirty="0" err="1">
                          <a:solidFill>
                            <a:srgbClr val="C00000"/>
                          </a:solidFill>
                        </a:rPr>
                        <a:t>고도</a:t>
                      </a:r>
                      <a:r>
                        <a:rPr lang="ko-KR" altLang="en-US" sz="700" b="1" dirty="0">
                          <a:solidFill>
                            <a:srgbClr val="C00000"/>
                          </a:solidFill>
                        </a:rPr>
                        <a:t> </a:t>
                      </a:r>
                      <a:r>
                        <a:rPr lang="en-US" altLang="ko-KR" sz="700" dirty="0"/>
                        <a:t>ATC </a:t>
                      </a:r>
                      <a:r>
                        <a:rPr lang="ko-KR" altLang="en-US" sz="700" dirty="0"/>
                        <a:t>사전 인가 없이 금지</a:t>
                      </a:r>
                      <a:endParaRPr sz="700" dirty="0"/>
                    </a:p>
                  </a:txBody>
                  <a:tcPr marL="91450" marR="91450" marT="45725" marB="45725"/>
                </a:tc>
                <a:extLst>
                  <a:ext uri="{0D108BD9-81ED-4DB2-BD59-A6C34878D82A}">
                    <a16:rowId xmlns:a16="http://schemas.microsoft.com/office/drawing/2014/main" val="10001"/>
                  </a:ext>
                </a:extLst>
              </a:tr>
              <a:tr h="248975">
                <a:tc>
                  <a:txBody>
                    <a:bodyPr/>
                    <a:lstStyle/>
                    <a:p>
                      <a:pPr marL="0" marR="0" lvl="0" indent="0" algn="l" rtl="0">
                        <a:spcBef>
                          <a:spcPts val="0"/>
                        </a:spcBef>
                        <a:spcAft>
                          <a:spcPts val="0"/>
                        </a:spcAft>
                        <a:buNone/>
                      </a:pPr>
                      <a:r>
                        <a:rPr lang="ko-KR" altLang="en-US" sz="700" b="1" dirty="0">
                          <a:solidFill>
                            <a:srgbClr val="0070C0"/>
                          </a:solidFill>
                        </a:rPr>
                        <a:t>반드시 고도 </a:t>
                      </a:r>
                      <a:r>
                        <a:rPr lang="en-US" altLang="ko-KR" sz="700" b="1" dirty="0">
                          <a:solidFill>
                            <a:srgbClr val="0070C0"/>
                          </a:solidFill>
                        </a:rPr>
                        <a:t>–</a:t>
                      </a:r>
                      <a:r>
                        <a:rPr lang="ko-KR" altLang="en-US" sz="700" b="1" dirty="0">
                          <a:solidFill>
                            <a:srgbClr val="0070C0"/>
                          </a:solidFill>
                        </a:rPr>
                        <a:t> </a:t>
                      </a:r>
                      <a:r>
                        <a:rPr lang="en-US" altLang="ko-KR" sz="700" b="1" dirty="0">
                          <a:solidFill>
                            <a:srgbClr val="0070C0"/>
                          </a:solidFill>
                        </a:rPr>
                        <a:t>FE </a:t>
                      </a:r>
                      <a:r>
                        <a:rPr lang="ko-KR" altLang="en-US" sz="700" b="1" dirty="0">
                          <a:solidFill>
                            <a:srgbClr val="0070C0"/>
                          </a:solidFill>
                        </a:rPr>
                        <a:t>후의 고도를 </a:t>
                      </a:r>
                      <a:r>
                        <a:rPr lang="ko-KR" altLang="en-US" sz="700" b="1" dirty="0" err="1">
                          <a:solidFill>
                            <a:srgbClr val="0070C0"/>
                          </a:solidFill>
                        </a:rPr>
                        <a:t>보정해야함</a:t>
                      </a:r>
                      <a:r>
                        <a:rPr lang="en-US" altLang="ko-KR" sz="700" b="1" dirty="0">
                          <a:solidFill>
                            <a:srgbClr val="0070C0"/>
                          </a:solidFill>
                        </a:rPr>
                        <a:t>.</a:t>
                      </a:r>
                      <a:r>
                        <a:rPr lang="ko-KR" altLang="en-US" sz="700" b="1" dirty="0">
                          <a:solidFill>
                            <a:srgbClr val="0070C0"/>
                          </a:solidFill>
                        </a:rPr>
                        <a:t> </a:t>
                      </a:r>
                      <a:endParaRPr lang="en-US" altLang="ko-KR" sz="700" b="1" dirty="0">
                        <a:solidFill>
                          <a:srgbClr val="0070C0"/>
                        </a:solidFill>
                      </a:endParaRPr>
                    </a:p>
                    <a:p>
                      <a:pPr marL="0" marR="0" lvl="0" indent="0" algn="l" rtl="0">
                        <a:spcBef>
                          <a:spcPts val="0"/>
                        </a:spcBef>
                        <a:spcAft>
                          <a:spcPts val="0"/>
                        </a:spcAft>
                        <a:buNone/>
                      </a:pPr>
                      <a:endParaRPr lang="en-US" altLang="ko-KR" sz="700" b="1" dirty="0">
                        <a:solidFill>
                          <a:srgbClr val="0070C0"/>
                        </a:solidFill>
                      </a:endParaRPr>
                    </a:p>
                    <a:p>
                      <a:pPr marL="0" marR="0" lvl="0" indent="0" algn="l" rtl="0">
                        <a:spcBef>
                          <a:spcPts val="0"/>
                        </a:spcBef>
                        <a:spcAft>
                          <a:spcPts val="0"/>
                        </a:spcAft>
                        <a:buNone/>
                      </a:pPr>
                      <a:r>
                        <a:rPr lang="en-US" sz="700" b="1" dirty="0">
                          <a:solidFill>
                            <a:srgbClr val="0070C0"/>
                          </a:solidFill>
                        </a:rPr>
                        <a:t>Ex) FE 200</a:t>
                      </a:r>
                      <a:r>
                        <a:rPr lang="en-US" altLang="ko-KR" sz="700" b="1" dirty="0">
                          <a:solidFill>
                            <a:srgbClr val="0070C0"/>
                          </a:solidFill>
                        </a:rPr>
                        <a:t>ft </a:t>
                      </a:r>
                      <a:r>
                        <a:rPr lang="ko-KR" altLang="en-US" sz="700" b="1" dirty="0">
                          <a:solidFill>
                            <a:srgbClr val="0070C0"/>
                          </a:solidFill>
                        </a:rPr>
                        <a:t>공항 </a:t>
                      </a:r>
                      <a:r>
                        <a:rPr lang="en-US" altLang="ko-KR" sz="700" b="1" dirty="0">
                          <a:solidFill>
                            <a:srgbClr val="0070C0"/>
                          </a:solidFill>
                        </a:rPr>
                        <a:t>:</a:t>
                      </a:r>
                      <a:r>
                        <a:rPr lang="ko-KR" altLang="en-US" sz="700" b="1" dirty="0">
                          <a:solidFill>
                            <a:srgbClr val="0070C0"/>
                          </a:solidFill>
                        </a:rPr>
                        <a:t> </a:t>
                      </a:r>
                      <a:r>
                        <a:rPr lang="en-US" altLang="ko-KR" sz="700" b="1" dirty="0">
                          <a:solidFill>
                            <a:srgbClr val="0070C0"/>
                          </a:solidFill>
                        </a:rPr>
                        <a:t>5000ft</a:t>
                      </a:r>
                      <a:r>
                        <a:rPr lang="ko-KR" altLang="en-US" sz="700" b="1" dirty="0">
                          <a:solidFill>
                            <a:srgbClr val="0070C0"/>
                          </a:solidFill>
                        </a:rPr>
                        <a:t>는 </a:t>
                      </a:r>
                      <a:r>
                        <a:rPr lang="en-US" altLang="ko-KR" sz="700" b="1" dirty="0">
                          <a:solidFill>
                            <a:srgbClr val="0070C0"/>
                          </a:solidFill>
                        </a:rPr>
                        <a:t>4800ft</a:t>
                      </a:r>
                      <a:r>
                        <a:rPr lang="ko-KR" altLang="en-US" sz="700" b="1" dirty="0">
                          <a:solidFill>
                            <a:srgbClr val="0070C0"/>
                          </a:solidFill>
                        </a:rPr>
                        <a:t>만 </a:t>
                      </a:r>
                      <a:r>
                        <a:rPr lang="ko-KR" altLang="en-US" sz="700" b="1" dirty="0" err="1">
                          <a:solidFill>
                            <a:srgbClr val="0070C0"/>
                          </a:solidFill>
                        </a:rPr>
                        <a:t>보정해야함</a:t>
                      </a:r>
                      <a:r>
                        <a:rPr lang="en-US" altLang="ko-KR" sz="700" b="1" dirty="0">
                          <a:solidFill>
                            <a:srgbClr val="0070C0"/>
                          </a:solidFill>
                        </a:rPr>
                        <a:t>.</a:t>
                      </a:r>
                      <a:r>
                        <a:rPr lang="ko-KR" altLang="en-US" sz="700" b="1" dirty="0">
                          <a:solidFill>
                            <a:srgbClr val="0070C0"/>
                          </a:solidFill>
                        </a:rPr>
                        <a:t> </a:t>
                      </a:r>
                      <a:endParaRPr sz="700" b="1" dirty="0">
                        <a:solidFill>
                          <a:srgbClr val="0070C0"/>
                        </a:solidFill>
                      </a:endParaRPr>
                    </a:p>
                  </a:txBody>
                  <a:tcPr marL="91450" marR="91450" marT="45725" marB="45725"/>
                </a:tc>
                <a:extLst>
                  <a:ext uri="{0D108BD9-81ED-4DB2-BD59-A6C34878D82A}">
                    <a16:rowId xmlns:a16="http://schemas.microsoft.com/office/drawing/2014/main" val="1226436469"/>
                  </a:ext>
                </a:extLst>
              </a:tr>
            </a:tbl>
          </a:graphicData>
        </a:graphic>
      </p:graphicFrame>
      <p:sp>
        <p:nvSpPr>
          <p:cNvPr id="382" name="Google Shape;382;p28"/>
          <p:cNvSpPr txBox="1"/>
          <p:nvPr/>
        </p:nvSpPr>
        <p:spPr>
          <a:xfrm>
            <a:off x="0" y="5241265"/>
            <a:ext cx="1584088" cy="253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dirty="0">
                <a:solidFill>
                  <a:srgbClr val="00B050"/>
                </a:solidFill>
                <a:latin typeface="Calibri"/>
                <a:ea typeface="Calibri"/>
                <a:cs typeface="Calibri"/>
                <a:sym typeface="Calibri"/>
              </a:rPr>
              <a:t>GMP, CJU, PUS next page</a:t>
            </a:r>
            <a:endParaRPr sz="1050" dirty="0">
              <a:solidFill>
                <a:srgbClr val="00B050"/>
              </a:solidFill>
              <a:latin typeface="Calibri"/>
              <a:ea typeface="Calibri"/>
              <a:cs typeface="Calibri"/>
              <a:sym typeface="Calibri"/>
            </a:endParaRPr>
          </a:p>
        </p:txBody>
      </p:sp>
      <p:graphicFrame>
        <p:nvGraphicFramePr>
          <p:cNvPr id="3" name="Google Shape;377;p28">
            <a:extLst>
              <a:ext uri="{FF2B5EF4-FFF2-40B4-BE49-F238E27FC236}">
                <a16:creationId xmlns:a16="http://schemas.microsoft.com/office/drawing/2014/main" id="{87F6FFF9-91B5-765E-7C49-0198867FA84B}"/>
              </a:ext>
            </a:extLst>
          </p:cNvPr>
          <p:cNvGraphicFramePr/>
          <p:nvPr>
            <p:extLst>
              <p:ext uri="{D42A27DB-BD31-4B8C-83A1-F6EECF244321}">
                <p14:modId xmlns:p14="http://schemas.microsoft.com/office/powerpoint/2010/main" val="3325032359"/>
              </p:ext>
            </p:extLst>
          </p:nvPr>
        </p:nvGraphicFramePr>
        <p:xfrm>
          <a:off x="2356" y="2496279"/>
          <a:ext cx="2328775" cy="1357440"/>
        </p:xfrm>
        <a:graphic>
          <a:graphicData uri="http://schemas.openxmlformats.org/drawingml/2006/table">
            <a:tbl>
              <a:tblPr firstRow="1" bandRow="1">
                <a:noFill/>
                <a:tableStyleId>{A521BE36-7E6F-4EC9-8D66-1CF97A6895EC}</a:tableStyleId>
              </a:tblPr>
              <a:tblGrid>
                <a:gridCol w="333250">
                  <a:extLst>
                    <a:ext uri="{9D8B030D-6E8A-4147-A177-3AD203B41FA5}">
                      <a16:colId xmlns:a16="http://schemas.microsoft.com/office/drawing/2014/main" val="20000"/>
                    </a:ext>
                  </a:extLst>
                </a:gridCol>
                <a:gridCol w="285075">
                  <a:extLst>
                    <a:ext uri="{9D8B030D-6E8A-4147-A177-3AD203B41FA5}">
                      <a16:colId xmlns:a16="http://schemas.microsoft.com/office/drawing/2014/main" val="20001"/>
                    </a:ext>
                  </a:extLst>
                </a:gridCol>
                <a:gridCol w="285075">
                  <a:extLst>
                    <a:ext uri="{9D8B030D-6E8A-4147-A177-3AD203B41FA5}">
                      <a16:colId xmlns:a16="http://schemas.microsoft.com/office/drawing/2014/main" val="20002"/>
                    </a:ext>
                  </a:extLst>
                </a:gridCol>
                <a:gridCol w="285075">
                  <a:extLst>
                    <a:ext uri="{9D8B030D-6E8A-4147-A177-3AD203B41FA5}">
                      <a16:colId xmlns:a16="http://schemas.microsoft.com/office/drawing/2014/main" val="20003"/>
                    </a:ext>
                  </a:extLst>
                </a:gridCol>
                <a:gridCol w="285075">
                  <a:extLst>
                    <a:ext uri="{9D8B030D-6E8A-4147-A177-3AD203B41FA5}">
                      <a16:colId xmlns:a16="http://schemas.microsoft.com/office/drawing/2014/main" val="20004"/>
                    </a:ext>
                  </a:extLst>
                </a:gridCol>
                <a:gridCol w="285075">
                  <a:extLst>
                    <a:ext uri="{9D8B030D-6E8A-4147-A177-3AD203B41FA5}">
                      <a16:colId xmlns:a16="http://schemas.microsoft.com/office/drawing/2014/main" val="20005"/>
                    </a:ext>
                  </a:extLst>
                </a:gridCol>
                <a:gridCol w="285075">
                  <a:extLst>
                    <a:ext uri="{9D8B030D-6E8A-4147-A177-3AD203B41FA5}">
                      <a16:colId xmlns:a16="http://schemas.microsoft.com/office/drawing/2014/main" val="20006"/>
                    </a:ext>
                  </a:extLst>
                </a:gridCol>
                <a:gridCol w="285075">
                  <a:extLst>
                    <a:ext uri="{9D8B030D-6E8A-4147-A177-3AD203B41FA5}">
                      <a16:colId xmlns:a16="http://schemas.microsoft.com/office/drawing/2014/main" val="20007"/>
                    </a:ext>
                  </a:extLst>
                </a:gridCol>
              </a:tblGrid>
              <a:tr h="134574">
                <a:tc gridSpan="8">
                  <a:txBody>
                    <a:bodyPr/>
                    <a:lstStyle/>
                    <a:p>
                      <a:pPr marL="0" marR="0" lvl="0" indent="0" algn="ctr" rtl="0">
                        <a:spcBef>
                          <a:spcPts val="0"/>
                        </a:spcBef>
                        <a:spcAft>
                          <a:spcPts val="0"/>
                        </a:spcAft>
                        <a:buNone/>
                      </a:pPr>
                      <a:r>
                        <a:rPr lang="en-US" sz="800" dirty="0"/>
                        <a:t>Height Above FE (Feet) </a:t>
                      </a:r>
                      <a:r>
                        <a:rPr lang="en-US" sz="800" dirty="0">
                          <a:solidFill>
                            <a:srgbClr val="FFC000"/>
                          </a:solidFill>
                        </a:rPr>
                        <a:t>900-5000ft</a:t>
                      </a:r>
                      <a:endParaRPr sz="800" dirty="0">
                        <a:solidFill>
                          <a:srgbClr val="FFC00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6613">
                <a:tc>
                  <a:txBody>
                    <a:bodyPr/>
                    <a:lstStyle/>
                    <a:p>
                      <a:pPr marL="0" marR="0" lvl="0" indent="0" algn="ctr" rtl="0">
                        <a:spcBef>
                          <a:spcPts val="0"/>
                        </a:spcBef>
                        <a:spcAft>
                          <a:spcPts val="0"/>
                        </a:spcAft>
                        <a:buNone/>
                      </a:pPr>
                      <a:r>
                        <a:rPr lang="en-US" sz="800" b="1" dirty="0">
                          <a:solidFill>
                            <a:schemeClr val="dk1"/>
                          </a:solidFill>
                        </a:rPr>
                        <a:t>TEMP</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900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1000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1500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2000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3000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4000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5000</a:t>
                      </a:r>
                      <a:endParaRPr sz="800" b="1" dirty="0">
                        <a:solidFill>
                          <a:schemeClr val="dk1"/>
                        </a:solidFill>
                      </a:endParaRPr>
                    </a:p>
                  </a:txBody>
                  <a:tcPr marL="36000" marR="36000" marT="36000" marB="36000" anchor="ctr"/>
                </a:tc>
                <a:extLst>
                  <a:ext uri="{0D108BD9-81ED-4DB2-BD59-A6C34878D82A}">
                    <a16:rowId xmlns:a16="http://schemas.microsoft.com/office/drawing/2014/main" val="10001"/>
                  </a:ext>
                </a:extLst>
              </a:tr>
              <a:tr h="136613">
                <a:tc>
                  <a:txBody>
                    <a:bodyPr/>
                    <a:lstStyle/>
                    <a:p>
                      <a:pPr marL="0" marR="0" lvl="0" indent="0" algn="ctr" rtl="0">
                        <a:spcBef>
                          <a:spcPts val="0"/>
                        </a:spcBef>
                        <a:spcAft>
                          <a:spcPts val="0"/>
                        </a:spcAft>
                        <a:buNone/>
                      </a:pPr>
                      <a:r>
                        <a:rPr lang="en-US" sz="800" b="1" dirty="0">
                          <a:solidFill>
                            <a:srgbClr val="0070C0"/>
                          </a:solidFill>
                        </a:rPr>
                        <a:t>0</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60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90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120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170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280</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36613">
                <a:tc>
                  <a:txBody>
                    <a:bodyPr/>
                    <a:lstStyle/>
                    <a:p>
                      <a:pPr marL="0" marR="0" lvl="0" indent="0" algn="ctr" rtl="0">
                        <a:spcBef>
                          <a:spcPts val="0"/>
                        </a:spcBef>
                        <a:spcAft>
                          <a:spcPts val="0"/>
                        </a:spcAft>
                        <a:buNone/>
                      </a:pPr>
                      <a:r>
                        <a:rPr lang="en-US" sz="800" b="1" dirty="0">
                          <a:solidFill>
                            <a:srgbClr val="00B050"/>
                          </a:solidFill>
                        </a:rPr>
                        <a:t>-5</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70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80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120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160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230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310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390</a:t>
                      </a:r>
                      <a:endParaRPr sz="800" b="1" dirty="0">
                        <a:solidFill>
                          <a:srgbClr val="00B050"/>
                        </a:solidFill>
                      </a:endParaRPr>
                    </a:p>
                  </a:txBody>
                  <a:tcPr marL="36000" marR="36000" marT="36000" marB="36000" anchor="ctr"/>
                </a:tc>
                <a:extLst>
                  <a:ext uri="{0D108BD9-81ED-4DB2-BD59-A6C34878D82A}">
                    <a16:rowId xmlns:a16="http://schemas.microsoft.com/office/drawing/2014/main" val="10003"/>
                  </a:ext>
                </a:extLst>
              </a:tr>
              <a:tr h="136613">
                <a:tc>
                  <a:txBody>
                    <a:bodyPr/>
                    <a:lstStyle/>
                    <a:p>
                      <a:pPr marL="0" marR="0" lvl="0" indent="0" algn="ctr" rtl="0">
                        <a:spcBef>
                          <a:spcPts val="0"/>
                        </a:spcBef>
                        <a:spcAft>
                          <a:spcPts val="0"/>
                        </a:spcAft>
                        <a:buNone/>
                      </a:pPr>
                      <a:r>
                        <a:rPr lang="en-US" sz="800" b="1" dirty="0">
                          <a:solidFill>
                            <a:srgbClr val="0070C0"/>
                          </a:solidFill>
                        </a:rPr>
                        <a:t>-10</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90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100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150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200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290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390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490</a:t>
                      </a:r>
                      <a:endParaRPr sz="800" b="1" dirty="0">
                        <a:solidFill>
                          <a:srgbClr val="0070C0"/>
                        </a:solidFill>
                      </a:endParaRPr>
                    </a:p>
                  </a:txBody>
                  <a:tcPr marL="36000" marR="36000" marT="36000" marB="36000" anchor="ctr"/>
                </a:tc>
                <a:extLst>
                  <a:ext uri="{0D108BD9-81ED-4DB2-BD59-A6C34878D82A}">
                    <a16:rowId xmlns:a16="http://schemas.microsoft.com/office/drawing/2014/main" val="10004"/>
                  </a:ext>
                </a:extLst>
              </a:tr>
              <a:tr h="136613">
                <a:tc>
                  <a:txBody>
                    <a:bodyPr/>
                    <a:lstStyle/>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110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120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180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240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360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480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600</a:t>
                      </a:r>
                      <a:endParaRPr sz="800" b="1" dirty="0"/>
                    </a:p>
                  </a:txBody>
                  <a:tcPr marL="36000" marR="36000" marT="36000" marB="36000" anchor="ctr"/>
                </a:tc>
                <a:extLst>
                  <a:ext uri="{0D108BD9-81ED-4DB2-BD59-A6C34878D82A}">
                    <a16:rowId xmlns:a16="http://schemas.microsoft.com/office/drawing/2014/main" val="10005"/>
                  </a:ext>
                </a:extLst>
              </a:tr>
              <a:tr h="13661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-20</a:t>
                      </a: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140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210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280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420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570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710</a:t>
                      </a:r>
                      <a:endParaRPr sz="800" b="1" dirty="0">
                        <a:solidFill>
                          <a:srgbClr val="0070C0"/>
                        </a:solidFill>
                      </a:endParaRPr>
                    </a:p>
                  </a:txBody>
                  <a:tcPr marL="36000" marR="36000" marT="36000" marB="36000" anchor="ctr"/>
                </a:tc>
                <a:extLst>
                  <a:ext uri="{0D108BD9-81ED-4DB2-BD59-A6C34878D82A}">
                    <a16:rowId xmlns:a16="http://schemas.microsoft.com/office/drawing/2014/main" val="156798653"/>
                  </a:ext>
                </a:extLst>
              </a:tr>
            </a:tbl>
          </a:graphicData>
        </a:graphic>
      </p:graphicFrame>
      <p:pic>
        <p:nvPicPr>
          <p:cNvPr id="7" name="그래픽 6" descr="집 Wi-Fi에서 작업 단색으로 채워진">
            <a:hlinkClick r:id="" action="ppaction://hlinkshowjump?jump=firstslide"/>
            <a:extLst>
              <a:ext uri="{FF2B5EF4-FFF2-40B4-BE49-F238E27FC236}">
                <a16:creationId xmlns:a16="http://schemas.microsoft.com/office/drawing/2014/main" id="{11AD4EBE-7260-7598-A427-A3B9DBCBE5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32467" y="508605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30007039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graphicFrame>
        <p:nvGraphicFramePr>
          <p:cNvPr id="377" name="Google Shape;377;p28"/>
          <p:cNvGraphicFramePr/>
          <p:nvPr>
            <p:extLst>
              <p:ext uri="{D42A27DB-BD31-4B8C-83A1-F6EECF244321}">
                <p14:modId xmlns:p14="http://schemas.microsoft.com/office/powerpoint/2010/main" val="1810471796"/>
              </p:ext>
            </p:extLst>
          </p:nvPr>
        </p:nvGraphicFramePr>
        <p:xfrm>
          <a:off x="7" y="550180"/>
          <a:ext cx="2328775" cy="1745280"/>
        </p:xfrm>
        <a:graphic>
          <a:graphicData uri="http://schemas.openxmlformats.org/drawingml/2006/table">
            <a:tbl>
              <a:tblPr firstRow="1" bandRow="1">
                <a:noFill/>
                <a:tableStyleId>{A521BE36-7E6F-4EC9-8D66-1CF97A6895EC}</a:tableStyleId>
              </a:tblPr>
              <a:tblGrid>
                <a:gridCol w="333250">
                  <a:extLst>
                    <a:ext uri="{9D8B030D-6E8A-4147-A177-3AD203B41FA5}">
                      <a16:colId xmlns:a16="http://schemas.microsoft.com/office/drawing/2014/main" val="20000"/>
                    </a:ext>
                  </a:extLst>
                </a:gridCol>
                <a:gridCol w="285075">
                  <a:extLst>
                    <a:ext uri="{9D8B030D-6E8A-4147-A177-3AD203B41FA5}">
                      <a16:colId xmlns:a16="http://schemas.microsoft.com/office/drawing/2014/main" val="20001"/>
                    </a:ext>
                  </a:extLst>
                </a:gridCol>
                <a:gridCol w="285075">
                  <a:extLst>
                    <a:ext uri="{9D8B030D-6E8A-4147-A177-3AD203B41FA5}">
                      <a16:colId xmlns:a16="http://schemas.microsoft.com/office/drawing/2014/main" val="20002"/>
                    </a:ext>
                  </a:extLst>
                </a:gridCol>
                <a:gridCol w="285075">
                  <a:extLst>
                    <a:ext uri="{9D8B030D-6E8A-4147-A177-3AD203B41FA5}">
                      <a16:colId xmlns:a16="http://schemas.microsoft.com/office/drawing/2014/main" val="20003"/>
                    </a:ext>
                  </a:extLst>
                </a:gridCol>
                <a:gridCol w="285075">
                  <a:extLst>
                    <a:ext uri="{9D8B030D-6E8A-4147-A177-3AD203B41FA5}">
                      <a16:colId xmlns:a16="http://schemas.microsoft.com/office/drawing/2014/main" val="20004"/>
                    </a:ext>
                  </a:extLst>
                </a:gridCol>
                <a:gridCol w="285075">
                  <a:extLst>
                    <a:ext uri="{9D8B030D-6E8A-4147-A177-3AD203B41FA5}">
                      <a16:colId xmlns:a16="http://schemas.microsoft.com/office/drawing/2014/main" val="20005"/>
                    </a:ext>
                  </a:extLst>
                </a:gridCol>
                <a:gridCol w="285075">
                  <a:extLst>
                    <a:ext uri="{9D8B030D-6E8A-4147-A177-3AD203B41FA5}">
                      <a16:colId xmlns:a16="http://schemas.microsoft.com/office/drawing/2014/main" val="20006"/>
                    </a:ext>
                  </a:extLst>
                </a:gridCol>
                <a:gridCol w="285075">
                  <a:extLst>
                    <a:ext uri="{9D8B030D-6E8A-4147-A177-3AD203B41FA5}">
                      <a16:colId xmlns:a16="http://schemas.microsoft.com/office/drawing/2014/main" val="20007"/>
                    </a:ext>
                  </a:extLst>
                </a:gridCol>
              </a:tblGrid>
              <a:tr h="101600">
                <a:tc gridSpan="8">
                  <a:txBody>
                    <a:bodyPr/>
                    <a:lstStyle/>
                    <a:p>
                      <a:pPr marL="0" marR="0" lvl="0" indent="0" algn="ctr" rtl="0">
                        <a:spcBef>
                          <a:spcPts val="0"/>
                        </a:spcBef>
                        <a:spcAft>
                          <a:spcPts val="0"/>
                        </a:spcAft>
                        <a:buNone/>
                      </a:pPr>
                      <a:r>
                        <a:rPr lang="en-US" sz="800"/>
                        <a:t>GMP 32L (261’) / 32R (262’) / 14R (254’)</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solidFill>
                            <a:schemeClr val="dk1"/>
                          </a:solidFill>
                        </a:rPr>
                        <a:t>32L/R</a:t>
                      </a: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chemeClr val="dk1"/>
                          </a:solidFill>
                        </a:rPr>
                        <a:t>8000</a:t>
                      </a: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chemeClr val="dk1"/>
                          </a:solidFill>
                        </a:rPr>
                        <a:t>5500</a:t>
                      </a: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5300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4000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chemeClr val="dk1"/>
                          </a:solidFill>
                        </a:rPr>
                        <a:t>2800</a:t>
                      </a: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chemeClr val="dk1"/>
                          </a:solidFill>
                        </a:rPr>
                        <a:t>2300</a:t>
                      </a: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chemeClr val="dk1"/>
                          </a:solidFill>
                        </a:rPr>
                        <a:t>2000</a:t>
                      </a:r>
                      <a:endParaRPr sz="800" b="1">
                        <a:solidFill>
                          <a:schemeClr val="dk1"/>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solidFill>
                            <a:srgbClr val="0070C0"/>
                          </a:solidFill>
                        </a:rPr>
                        <a:t>0</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8450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5810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5600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4230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2970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2440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2120</a:t>
                      </a:r>
                      <a:endParaRPr sz="800" b="1">
                        <a:solidFill>
                          <a:srgbClr val="0070C0"/>
                        </a:solidFill>
                      </a:endParaRPr>
                    </a:p>
                  </a:txBody>
                  <a:tcPr marL="36000" marR="36000" marT="36000" marB="36000" anchor="ctr"/>
                </a:tc>
                <a:extLst>
                  <a:ext uri="{0D108BD9-81ED-4DB2-BD59-A6C34878D82A}">
                    <a16:rowId xmlns:a16="http://schemas.microsoft.com/office/drawing/2014/main" val="10002"/>
                  </a:ext>
                </a:extLst>
              </a:tr>
              <a:tr h="101600">
                <a:tc>
                  <a:txBody>
                    <a:bodyPr/>
                    <a:lstStyle/>
                    <a:p>
                      <a:pPr marL="0" marR="0" lvl="0" indent="0" algn="ctr" rtl="0">
                        <a:spcBef>
                          <a:spcPts val="0"/>
                        </a:spcBef>
                        <a:spcAft>
                          <a:spcPts val="0"/>
                        </a:spcAft>
                        <a:buNone/>
                      </a:pPr>
                      <a:r>
                        <a:rPr lang="en-US" sz="800" b="1">
                          <a:solidFill>
                            <a:srgbClr val="00B050"/>
                          </a:solidFill>
                        </a:rPr>
                        <a:t>-5</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8620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5930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5710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4310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3030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2490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2160</a:t>
                      </a:r>
                      <a:endParaRPr sz="800" b="1">
                        <a:solidFill>
                          <a:srgbClr val="00B050"/>
                        </a:solidFill>
                      </a:endParaRPr>
                    </a:p>
                  </a:txBody>
                  <a:tcPr marL="36000" marR="36000" marT="36000" marB="36000" anchor="ctr"/>
                </a:tc>
                <a:extLst>
                  <a:ext uri="{0D108BD9-81ED-4DB2-BD59-A6C34878D82A}">
                    <a16:rowId xmlns:a16="http://schemas.microsoft.com/office/drawing/2014/main" val="10003"/>
                  </a:ext>
                </a:extLst>
              </a:tr>
              <a:tr h="101600">
                <a:tc>
                  <a:txBody>
                    <a:bodyPr/>
                    <a:lstStyle/>
                    <a:p>
                      <a:pPr marL="0" marR="0" lvl="0" indent="0" algn="ctr" rtl="0">
                        <a:spcBef>
                          <a:spcPts val="0"/>
                        </a:spcBef>
                        <a:spcAft>
                          <a:spcPts val="0"/>
                        </a:spcAft>
                        <a:buNone/>
                      </a:pPr>
                      <a:r>
                        <a:rPr lang="en-US" sz="800" b="1">
                          <a:solidFill>
                            <a:srgbClr val="0070C0"/>
                          </a:solidFill>
                        </a:rPr>
                        <a:t>-10</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8780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6040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5820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4390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3080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2530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2200</a:t>
                      </a:r>
                      <a:endParaRPr sz="800" b="1" dirty="0">
                        <a:solidFill>
                          <a:srgbClr val="0070C0"/>
                        </a:solidFill>
                      </a:endParaRPr>
                    </a:p>
                  </a:txBody>
                  <a:tcPr marL="36000" marR="36000" marT="36000" marB="36000" anchor="ctr"/>
                </a:tc>
                <a:extLst>
                  <a:ext uri="{0D108BD9-81ED-4DB2-BD59-A6C34878D82A}">
                    <a16:rowId xmlns:a16="http://schemas.microsoft.com/office/drawing/2014/main" val="10004"/>
                  </a:ext>
                </a:extLst>
              </a:tr>
              <a:tr h="176800">
                <a:tc>
                  <a:txBody>
                    <a:bodyPr/>
                    <a:lstStyle/>
                    <a:p>
                      <a:pPr marL="0" marR="0" lvl="0" indent="0" algn="ctr" rtl="0">
                        <a:spcBef>
                          <a:spcPts val="0"/>
                        </a:spcBef>
                        <a:spcAft>
                          <a:spcPts val="0"/>
                        </a:spcAft>
                        <a:buNone/>
                      </a:pPr>
                      <a:r>
                        <a:rPr lang="en-US" sz="800" b="1"/>
                        <a:t>R14</a:t>
                      </a:r>
                      <a:endParaRPr/>
                    </a:p>
                  </a:txBody>
                  <a:tcPr marL="36000" marR="36000" marT="36000" marB="36000" anchor="ctr"/>
                </a:tc>
                <a:tc>
                  <a:txBody>
                    <a:bodyPr/>
                    <a:lstStyle/>
                    <a:p>
                      <a:pPr marL="0" marR="0" lvl="0" indent="0" algn="ctr" rtl="0">
                        <a:spcBef>
                          <a:spcPts val="0"/>
                        </a:spcBef>
                        <a:spcAft>
                          <a:spcPts val="0"/>
                        </a:spcAft>
                        <a:buNone/>
                      </a:pPr>
                      <a:r>
                        <a:rPr lang="en-US" sz="800" b="1"/>
                        <a:t>4000</a:t>
                      </a:r>
                      <a:endParaRPr sz="800" b="1"/>
                    </a:p>
                  </a:txBody>
                  <a:tcPr marL="36000" marR="36000" marT="36000" marB="36000" anchor="ctr"/>
                </a:tc>
                <a:tc>
                  <a:txBody>
                    <a:bodyPr/>
                    <a:lstStyle/>
                    <a:p>
                      <a:pPr marL="0" marR="0" lvl="0" indent="0" algn="ctr" rtl="0">
                        <a:spcBef>
                          <a:spcPts val="0"/>
                        </a:spcBef>
                        <a:spcAft>
                          <a:spcPts val="0"/>
                        </a:spcAft>
                        <a:buNone/>
                      </a:pPr>
                      <a:r>
                        <a:rPr lang="en-US" sz="800" b="1"/>
                        <a:t>2800</a:t>
                      </a:r>
                      <a:endParaRPr/>
                    </a:p>
                  </a:txBody>
                  <a:tcPr marL="36000" marR="36000" marT="36000" marB="36000" anchor="ctr"/>
                </a:tc>
                <a:tc>
                  <a:txBody>
                    <a:bodyPr/>
                    <a:lstStyle/>
                    <a:p>
                      <a:pPr marL="0" marR="0" lvl="0" indent="0" algn="ctr" rtl="0">
                        <a:spcBef>
                          <a:spcPts val="0"/>
                        </a:spcBef>
                        <a:spcAft>
                          <a:spcPts val="0"/>
                        </a:spcAft>
                        <a:buNone/>
                      </a:pPr>
                      <a:r>
                        <a:rPr lang="en-US" sz="800" b="1"/>
                        <a:t>1400</a:t>
                      </a:r>
                      <a:endParaRPr/>
                    </a:p>
                  </a:txBody>
                  <a:tcPr marL="36000" marR="36000" marT="36000" marB="36000" anchor="ctr"/>
                </a:tc>
                <a:tc>
                  <a:txBody>
                    <a:bodyPr/>
                    <a:lstStyle/>
                    <a:p>
                      <a:pPr marL="0" marR="0" lvl="0" indent="0" algn="ctr" rtl="0">
                        <a:spcBef>
                          <a:spcPts val="0"/>
                        </a:spcBef>
                        <a:spcAft>
                          <a:spcPts val="0"/>
                        </a:spcAft>
                        <a:buNone/>
                      </a:pPr>
                      <a:endParaRPr sz="800" b="1"/>
                    </a:p>
                  </a:txBody>
                  <a:tcPr marL="36000" marR="36000" marT="36000" marB="36000" anchor="ctr"/>
                </a:tc>
                <a:tc>
                  <a:txBody>
                    <a:bodyPr/>
                    <a:lstStyle/>
                    <a:p>
                      <a:pPr marL="0" marR="0" lvl="0" indent="0" algn="ctr" rtl="0">
                        <a:spcBef>
                          <a:spcPts val="0"/>
                        </a:spcBef>
                        <a:spcAft>
                          <a:spcPts val="0"/>
                        </a:spcAft>
                        <a:buNone/>
                      </a:pPr>
                      <a:r>
                        <a:rPr lang="en-US" sz="800" b="1">
                          <a:solidFill>
                            <a:srgbClr val="FF0000"/>
                          </a:solidFill>
                        </a:rPr>
                        <a:t>4000</a:t>
                      </a:r>
                      <a:endParaRPr/>
                    </a:p>
                  </a:txBody>
                  <a:tcPr marL="36000" marR="36000" marT="36000" marB="36000" anchor="ctr"/>
                </a:tc>
                <a:tc>
                  <a:txBody>
                    <a:bodyPr/>
                    <a:lstStyle/>
                    <a:p>
                      <a:pPr marL="0" marR="0" lvl="0" indent="0" algn="ctr" rtl="0">
                        <a:spcBef>
                          <a:spcPts val="0"/>
                        </a:spcBef>
                        <a:spcAft>
                          <a:spcPts val="0"/>
                        </a:spcAft>
                        <a:buNone/>
                      </a:pPr>
                      <a:endParaRPr sz="800" b="1"/>
                    </a:p>
                  </a:txBody>
                  <a:tcPr marL="36000" marR="36000" marT="36000" marB="36000" anchor="ctr"/>
                </a:tc>
                <a:tc>
                  <a:txBody>
                    <a:bodyPr/>
                    <a:lstStyle/>
                    <a:p>
                      <a:pPr marL="0" marR="0" lvl="0" indent="0" algn="ctr" rtl="0">
                        <a:spcBef>
                          <a:spcPts val="0"/>
                        </a:spcBef>
                        <a:spcAft>
                          <a:spcPts val="0"/>
                        </a:spcAft>
                        <a:buNone/>
                      </a:pPr>
                      <a:endParaRPr sz="800" b="1"/>
                    </a:p>
                  </a:txBody>
                  <a:tcPr marL="36000" marR="36000" marT="36000" marB="36000" anchor="ctr"/>
                </a:tc>
                <a:extLst>
                  <a:ext uri="{0D108BD9-81ED-4DB2-BD59-A6C34878D82A}">
                    <a16:rowId xmlns:a16="http://schemas.microsoft.com/office/drawing/2014/main" val="10005"/>
                  </a:ext>
                </a:extLst>
              </a:tr>
              <a:tr h="176800">
                <a:tc>
                  <a:txBody>
                    <a:bodyPr/>
                    <a:lstStyle/>
                    <a:p>
                      <a:pPr marL="0" marR="0" lvl="0" indent="0" algn="ctr" rtl="0">
                        <a:spcBef>
                          <a:spcPts val="0"/>
                        </a:spcBef>
                        <a:spcAft>
                          <a:spcPts val="0"/>
                        </a:spcAft>
                        <a:buNone/>
                      </a:pPr>
                      <a:r>
                        <a:rPr lang="en-US" sz="800" b="1">
                          <a:solidFill>
                            <a:srgbClr val="0070C0"/>
                          </a:solidFill>
                        </a:rPr>
                        <a:t>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4230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2970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1490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4230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extLst>
                  <a:ext uri="{0D108BD9-81ED-4DB2-BD59-A6C34878D82A}">
                    <a16:rowId xmlns:a16="http://schemas.microsoft.com/office/drawing/2014/main" val="10006"/>
                  </a:ext>
                </a:extLst>
              </a:tr>
              <a:tr h="176800">
                <a:tc>
                  <a:txBody>
                    <a:bodyPr/>
                    <a:lstStyle/>
                    <a:p>
                      <a:pPr marL="0" marR="0" lvl="0" indent="0" algn="ctr" rtl="0">
                        <a:spcBef>
                          <a:spcPts val="0"/>
                        </a:spcBef>
                        <a:spcAft>
                          <a:spcPts val="0"/>
                        </a:spcAft>
                        <a:buNone/>
                      </a:pPr>
                      <a:r>
                        <a:rPr lang="en-US" sz="800" b="1">
                          <a:solidFill>
                            <a:srgbClr val="00B050"/>
                          </a:solidFill>
                        </a:rPr>
                        <a:t>-5</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4310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3030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1520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4310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extLst>
                  <a:ext uri="{0D108BD9-81ED-4DB2-BD59-A6C34878D82A}">
                    <a16:rowId xmlns:a16="http://schemas.microsoft.com/office/drawing/2014/main" val="10007"/>
                  </a:ext>
                </a:extLst>
              </a:tr>
              <a:tr h="176800">
                <a:tc>
                  <a:txBody>
                    <a:bodyPr/>
                    <a:lstStyle/>
                    <a:p>
                      <a:pPr marL="0" marR="0" lvl="0" indent="0" algn="ctr" rtl="0">
                        <a:spcBef>
                          <a:spcPts val="0"/>
                        </a:spcBef>
                        <a:spcAft>
                          <a:spcPts val="0"/>
                        </a:spcAft>
                        <a:buNone/>
                      </a:pPr>
                      <a:r>
                        <a:rPr lang="en-US" sz="800" b="1">
                          <a:solidFill>
                            <a:srgbClr val="0070C0"/>
                          </a:solidFill>
                        </a:rPr>
                        <a:t>-10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4390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3080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1540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4390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extLst>
                  <a:ext uri="{0D108BD9-81ED-4DB2-BD59-A6C34878D82A}">
                    <a16:rowId xmlns:a16="http://schemas.microsoft.com/office/drawing/2014/main" val="10008"/>
                  </a:ext>
                </a:extLst>
              </a:tr>
            </a:tbl>
          </a:graphicData>
        </a:graphic>
      </p:graphicFrame>
      <p:graphicFrame>
        <p:nvGraphicFramePr>
          <p:cNvPr id="378" name="Google Shape;378;p28"/>
          <p:cNvGraphicFramePr/>
          <p:nvPr>
            <p:extLst>
              <p:ext uri="{D42A27DB-BD31-4B8C-83A1-F6EECF244321}">
                <p14:modId xmlns:p14="http://schemas.microsoft.com/office/powerpoint/2010/main" val="3338715404"/>
              </p:ext>
            </p:extLst>
          </p:nvPr>
        </p:nvGraphicFramePr>
        <p:xfrm>
          <a:off x="7" y="2357843"/>
          <a:ext cx="2328800" cy="969600"/>
        </p:xfrm>
        <a:graphic>
          <a:graphicData uri="http://schemas.openxmlformats.org/drawingml/2006/table">
            <a:tbl>
              <a:tblPr firstRow="1" bandRow="1">
                <a:noFill/>
                <a:tableStyleId>{A521BE36-7E6F-4EC9-8D66-1CF97A6895EC}</a:tableStyleId>
              </a:tblPr>
              <a:tblGrid>
                <a:gridCol w="291100">
                  <a:extLst>
                    <a:ext uri="{9D8B030D-6E8A-4147-A177-3AD203B41FA5}">
                      <a16:colId xmlns:a16="http://schemas.microsoft.com/office/drawing/2014/main" val="20000"/>
                    </a:ext>
                  </a:extLst>
                </a:gridCol>
                <a:gridCol w="291100">
                  <a:extLst>
                    <a:ext uri="{9D8B030D-6E8A-4147-A177-3AD203B41FA5}">
                      <a16:colId xmlns:a16="http://schemas.microsoft.com/office/drawing/2014/main" val="20001"/>
                    </a:ext>
                  </a:extLst>
                </a:gridCol>
                <a:gridCol w="291100">
                  <a:extLst>
                    <a:ext uri="{9D8B030D-6E8A-4147-A177-3AD203B41FA5}">
                      <a16:colId xmlns:a16="http://schemas.microsoft.com/office/drawing/2014/main" val="20002"/>
                    </a:ext>
                  </a:extLst>
                </a:gridCol>
                <a:gridCol w="291100">
                  <a:extLst>
                    <a:ext uri="{9D8B030D-6E8A-4147-A177-3AD203B41FA5}">
                      <a16:colId xmlns:a16="http://schemas.microsoft.com/office/drawing/2014/main" val="20003"/>
                    </a:ext>
                  </a:extLst>
                </a:gridCol>
                <a:gridCol w="291100">
                  <a:extLst>
                    <a:ext uri="{9D8B030D-6E8A-4147-A177-3AD203B41FA5}">
                      <a16:colId xmlns:a16="http://schemas.microsoft.com/office/drawing/2014/main" val="20004"/>
                    </a:ext>
                  </a:extLst>
                </a:gridCol>
                <a:gridCol w="291100">
                  <a:extLst>
                    <a:ext uri="{9D8B030D-6E8A-4147-A177-3AD203B41FA5}">
                      <a16:colId xmlns:a16="http://schemas.microsoft.com/office/drawing/2014/main" val="20005"/>
                    </a:ext>
                  </a:extLst>
                </a:gridCol>
                <a:gridCol w="291100">
                  <a:extLst>
                    <a:ext uri="{9D8B030D-6E8A-4147-A177-3AD203B41FA5}">
                      <a16:colId xmlns:a16="http://schemas.microsoft.com/office/drawing/2014/main" val="20006"/>
                    </a:ext>
                  </a:extLst>
                </a:gridCol>
                <a:gridCol w="291100">
                  <a:extLst>
                    <a:ext uri="{9D8B030D-6E8A-4147-A177-3AD203B41FA5}">
                      <a16:colId xmlns:a16="http://schemas.microsoft.com/office/drawing/2014/main" val="20007"/>
                    </a:ext>
                  </a:extLst>
                </a:gridCol>
              </a:tblGrid>
              <a:tr h="101600">
                <a:tc gridSpan="8">
                  <a:txBody>
                    <a:bodyPr/>
                    <a:lstStyle/>
                    <a:p>
                      <a:pPr marL="0" marR="0" lvl="0" indent="0" algn="ctr" rtl="0">
                        <a:spcBef>
                          <a:spcPts val="0"/>
                        </a:spcBef>
                        <a:spcAft>
                          <a:spcPts val="0"/>
                        </a:spcAft>
                        <a:buNone/>
                      </a:pPr>
                      <a:r>
                        <a:rPr lang="en-US" sz="800"/>
                        <a:t>CJU 07 (307’) / 25 (296’)</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t>4000</a:t>
                      </a:r>
                      <a:endParaRPr sz="800" b="1"/>
                    </a:p>
                  </a:txBody>
                  <a:tcPr marL="36000" marR="36000" marT="36000" marB="36000" anchor="ctr"/>
                </a:tc>
                <a:tc>
                  <a:txBody>
                    <a:bodyPr/>
                    <a:lstStyle/>
                    <a:p>
                      <a:pPr marL="0" marR="0" lvl="0" indent="0" algn="ctr" rtl="0">
                        <a:spcBef>
                          <a:spcPts val="0"/>
                        </a:spcBef>
                        <a:spcAft>
                          <a:spcPts val="0"/>
                        </a:spcAft>
                        <a:buNone/>
                      </a:pPr>
                      <a:r>
                        <a:rPr lang="en-US" sz="800" b="1"/>
                        <a:t>2900</a:t>
                      </a:r>
                      <a:endParaRPr/>
                    </a:p>
                  </a:txBody>
                  <a:tcPr marL="36000" marR="36000" marT="36000" marB="36000" anchor="ctr"/>
                </a:tc>
                <a:tc>
                  <a:txBody>
                    <a:bodyPr/>
                    <a:lstStyle/>
                    <a:p>
                      <a:pPr marL="0" marR="0" lvl="0" indent="0" algn="ctr" rtl="0">
                        <a:spcBef>
                          <a:spcPts val="0"/>
                        </a:spcBef>
                        <a:spcAft>
                          <a:spcPts val="0"/>
                        </a:spcAft>
                        <a:buNone/>
                      </a:pPr>
                      <a:r>
                        <a:rPr lang="en-US" sz="800" b="1"/>
                        <a:t>1800</a:t>
                      </a:r>
                      <a:endParaRPr/>
                    </a:p>
                  </a:txBody>
                  <a:tcPr marL="36000" marR="36000" marT="36000" marB="36000" anchor="ctr"/>
                </a:tc>
                <a:tc>
                  <a:txBody>
                    <a:bodyPr/>
                    <a:lstStyle/>
                    <a:p>
                      <a:pPr marL="0" marR="0" lvl="0" indent="0" algn="ctr" rtl="0">
                        <a:spcBef>
                          <a:spcPts val="0"/>
                        </a:spcBef>
                        <a:spcAft>
                          <a:spcPts val="0"/>
                        </a:spcAft>
                        <a:buNone/>
                      </a:pPr>
                      <a:r>
                        <a:rPr lang="en-US" sz="800" b="1"/>
                        <a:t>07</a:t>
                      </a:r>
                      <a:endParaRPr sz="800" b="1"/>
                    </a:p>
                  </a:txBody>
                  <a:tcPr marL="36000" marR="36000" marT="36000" marB="36000" anchor="ctr"/>
                </a:tc>
                <a:tc>
                  <a:txBody>
                    <a:bodyPr/>
                    <a:lstStyle/>
                    <a:p>
                      <a:pPr marL="0" marR="0" lvl="0" indent="0" algn="ctr" rtl="0">
                        <a:spcBef>
                          <a:spcPts val="0"/>
                        </a:spcBef>
                        <a:spcAft>
                          <a:spcPts val="0"/>
                        </a:spcAft>
                        <a:buNone/>
                      </a:pPr>
                      <a:r>
                        <a:rPr lang="en-US" sz="800" b="1">
                          <a:solidFill>
                            <a:srgbClr val="FF0000"/>
                          </a:solidFill>
                        </a:rPr>
                        <a:t>8000</a:t>
                      </a:r>
                      <a:endParaRPr/>
                    </a:p>
                  </a:txBody>
                  <a:tcPr marL="36000" marR="36000" marT="36000" marB="36000" anchor="ctr"/>
                </a:tc>
                <a:tc>
                  <a:txBody>
                    <a:bodyPr/>
                    <a:lstStyle/>
                    <a:p>
                      <a:pPr marL="0" marR="0" lvl="0" indent="0" algn="ctr" rtl="0">
                        <a:spcBef>
                          <a:spcPts val="0"/>
                        </a:spcBef>
                        <a:spcAft>
                          <a:spcPts val="0"/>
                        </a:spcAft>
                        <a:buNone/>
                      </a:pPr>
                      <a:r>
                        <a:rPr lang="en-US" sz="800" b="1">
                          <a:solidFill>
                            <a:schemeClr val="dk1"/>
                          </a:solidFill>
                        </a:rPr>
                        <a:t>25</a:t>
                      </a: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FF0000"/>
                          </a:solidFill>
                        </a:rPr>
                        <a:t>6000</a:t>
                      </a:r>
                      <a:endParaRPr sz="800" b="1">
                        <a:solidFill>
                          <a:srgbClr val="FF000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solidFill>
                            <a:srgbClr val="0070C0"/>
                          </a:solidFill>
                        </a:rPr>
                        <a:t>0</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4220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3070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1900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8450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6340</a:t>
                      </a:r>
                      <a:endParaRPr sz="800" b="1">
                        <a:solidFill>
                          <a:srgbClr val="0070C0"/>
                        </a:solidFill>
                      </a:endParaRPr>
                    </a:p>
                  </a:txBody>
                  <a:tcPr marL="36000" marR="36000" marT="36000" marB="36000" anchor="ctr"/>
                </a:tc>
                <a:extLst>
                  <a:ext uri="{0D108BD9-81ED-4DB2-BD59-A6C34878D82A}">
                    <a16:rowId xmlns:a16="http://schemas.microsoft.com/office/drawing/2014/main" val="10002"/>
                  </a:ext>
                </a:extLst>
              </a:tr>
              <a:tr h="101600">
                <a:tc>
                  <a:txBody>
                    <a:bodyPr/>
                    <a:lstStyle/>
                    <a:p>
                      <a:pPr marL="0" marR="0" lvl="0" indent="0" algn="ctr" rtl="0">
                        <a:spcBef>
                          <a:spcPts val="0"/>
                        </a:spcBef>
                        <a:spcAft>
                          <a:spcPts val="0"/>
                        </a:spcAft>
                        <a:buNone/>
                      </a:pPr>
                      <a:r>
                        <a:rPr lang="en-US" sz="800" b="1">
                          <a:solidFill>
                            <a:srgbClr val="00B050"/>
                          </a:solidFill>
                        </a:rPr>
                        <a:t>-5</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4300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3130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1940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8620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6460</a:t>
                      </a:r>
                      <a:endParaRPr sz="800" b="1">
                        <a:solidFill>
                          <a:srgbClr val="00B050"/>
                        </a:solidFill>
                      </a:endParaRPr>
                    </a:p>
                  </a:txBody>
                  <a:tcPr marL="36000" marR="36000" marT="36000" marB="36000" anchor="ctr"/>
                </a:tc>
                <a:extLst>
                  <a:ext uri="{0D108BD9-81ED-4DB2-BD59-A6C34878D82A}">
                    <a16:rowId xmlns:a16="http://schemas.microsoft.com/office/drawing/2014/main" val="10003"/>
                  </a:ext>
                </a:extLst>
              </a:tr>
              <a:tr h="101600">
                <a:tc>
                  <a:txBody>
                    <a:bodyPr/>
                    <a:lstStyle/>
                    <a:p>
                      <a:pPr marL="0" marR="0" lvl="0" indent="0" algn="ctr" rtl="0">
                        <a:spcBef>
                          <a:spcPts val="0"/>
                        </a:spcBef>
                        <a:spcAft>
                          <a:spcPts val="0"/>
                        </a:spcAft>
                        <a:buNone/>
                      </a:pPr>
                      <a:r>
                        <a:rPr lang="en-US" sz="800" b="1">
                          <a:solidFill>
                            <a:srgbClr val="0070C0"/>
                          </a:solidFill>
                        </a:rPr>
                        <a:t>-10</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4380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3180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1970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8780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6590</a:t>
                      </a:r>
                      <a:endParaRPr sz="800" b="1" dirty="0">
                        <a:solidFill>
                          <a:srgbClr val="0070C0"/>
                        </a:solidFill>
                      </a:endParaRPr>
                    </a:p>
                  </a:txBody>
                  <a:tcPr marL="36000" marR="36000" marT="36000" marB="36000" anchor="ctr"/>
                </a:tc>
                <a:extLst>
                  <a:ext uri="{0D108BD9-81ED-4DB2-BD59-A6C34878D82A}">
                    <a16:rowId xmlns:a16="http://schemas.microsoft.com/office/drawing/2014/main" val="10004"/>
                  </a:ext>
                </a:extLst>
              </a:tr>
            </a:tbl>
          </a:graphicData>
        </a:graphic>
      </p:graphicFrame>
      <p:graphicFrame>
        <p:nvGraphicFramePr>
          <p:cNvPr id="381" name="Google Shape;381;p28"/>
          <p:cNvGraphicFramePr/>
          <p:nvPr>
            <p:extLst>
              <p:ext uri="{D42A27DB-BD31-4B8C-83A1-F6EECF244321}">
                <p14:modId xmlns:p14="http://schemas.microsoft.com/office/powerpoint/2010/main" val="2447582750"/>
              </p:ext>
            </p:extLst>
          </p:nvPr>
        </p:nvGraphicFramePr>
        <p:xfrm>
          <a:off x="7" y="0"/>
          <a:ext cx="2328850" cy="54866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63700">
                <a:tc>
                  <a:txBody>
                    <a:bodyPr/>
                    <a:lstStyle/>
                    <a:p>
                      <a:pPr marL="0" marR="0" lvl="0" indent="0" algn="l" rtl="0">
                        <a:spcBef>
                          <a:spcPts val="0"/>
                        </a:spcBef>
                        <a:spcAft>
                          <a:spcPts val="0"/>
                        </a:spcAft>
                        <a:buNone/>
                      </a:pPr>
                      <a:r>
                        <a:rPr lang="en-US" sz="1000" dirty="0"/>
                        <a:t>COLD TEMP CORRECTION (Domestic)</a:t>
                      </a:r>
                      <a:endParaRPr sz="1000" dirty="0"/>
                    </a:p>
                  </a:txBody>
                  <a:tcPr marL="91450" marR="91450" marT="45725" marB="45725"/>
                </a:tc>
                <a:extLst>
                  <a:ext uri="{0D108BD9-81ED-4DB2-BD59-A6C34878D82A}">
                    <a16:rowId xmlns:a16="http://schemas.microsoft.com/office/drawing/2014/main" val="10000"/>
                  </a:ext>
                </a:extLst>
              </a:tr>
              <a:tr h="248975">
                <a:tc>
                  <a:txBody>
                    <a:bodyPr/>
                    <a:lstStyle/>
                    <a:p>
                      <a:pPr marL="0" marR="0" lvl="0" indent="0" algn="l" rtl="0">
                        <a:spcBef>
                          <a:spcPts val="0"/>
                        </a:spcBef>
                        <a:spcAft>
                          <a:spcPts val="0"/>
                        </a:spcAft>
                        <a:buNone/>
                      </a:pPr>
                      <a:r>
                        <a:rPr lang="en-US" sz="700" dirty="0"/>
                        <a:t>Min </a:t>
                      </a:r>
                      <a:r>
                        <a:rPr lang="en-US" sz="700" dirty="0" err="1"/>
                        <a:t>은</a:t>
                      </a:r>
                      <a:r>
                        <a:rPr lang="en-US" sz="700" dirty="0"/>
                        <a:t> </a:t>
                      </a:r>
                      <a:r>
                        <a:rPr lang="en-US" sz="700" dirty="0" err="1"/>
                        <a:t>반드시</a:t>
                      </a:r>
                      <a:r>
                        <a:rPr lang="en-US" sz="700" dirty="0"/>
                        <a:t> </a:t>
                      </a:r>
                      <a:r>
                        <a:rPr lang="en-US" sz="700" dirty="0" err="1"/>
                        <a:t>수정</a:t>
                      </a:r>
                      <a:r>
                        <a:rPr lang="en-US" sz="700" dirty="0"/>
                        <a:t> (</a:t>
                      </a:r>
                      <a:r>
                        <a:rPr lang="en-US" sz="700" dirty="0" err="1"/>
                        <a:t>중간</a:t>
                      </a:r>
                      <a:r>
                        <a:rPr lang="en-US" sz="700" dirty="0"/>
                        <a:t> </a:t>
                      </a:r>
                      <a:r>
                        <a:rPr lang="en-US" sz="700" dirty="0" err="1"/>
                        <a:t>고도</a:t>
                      </a:r>
                      <a:r>
                        <a:rPr lang="en-US" sz="700" dirty="0"/>
                        <a:t> </a:t>
                      </a:r>
                      <a:r>
                        <a:rPr lang="en-US" sz="700" dirty="0" err="1"/>
                        <a:t>CORRECTION은</a:t>
                      </a:r>
                      <a:r>
                        <a:rPr lang="en-US" sz="700" dirty="0"/>
                        <a:t> PIC </a:t>
                      </a:r>
                      <a:r>
                        <a:rPr lang="en-US" sz="700" dirty="0" err="1"/>
                        <a:t>결정</a:t>
                      </a:r>
                      <a:r>
                        <a:rPr lang="en-US" sz="700" dirty="0"/>
                        <a:t>)</a:t>
                      </a:r>
                      <a:endParaRPr dirty="0"/>
                    </a:p>
                    <a:p>
                      <a:pPr marL="0" marR="0" lvl="0" indent="0" algn="l" rtl="0">
                        <a:spcBef>
                          <a:spcPts val="0"/>
                        </a:spcBef>
                        <a:spcAft>
                          <a:spcPts val="0"/>
                        </a:spcAft>
                        <a:buNone/>
                      </a:pPr>
                      <a:r>
                        <a:rPr lang="en-US" sz="700" dirty="0"/>
                        <a:t>Missed App </a:t>
                      </a:r>
                      <a:r>
                        <a:rPr lang="en-US" sz="700" dirty="0" err="1"/>
                        <a:t>고도는</a:t>
                      </a:r>
                      <a:r>
                        <a:rPr lang="en-US" sz="700" dirty="0"/>
                        <a:t> ATC </a:t>
                      </a:r>
                      <a:r>
                        <a:rPr lang="en-US" sz="700" dirty="0" err="1"/>
                        <a:t>협조</a:t>
                      </a:r>
                      <a:r>
                        <a:rPr lang="en-US" sz="700" dirty="0"/>
                        <a:t> </a:t>
                      </a:r>
                      <a:r>
                        <a:rPr lang="en-US" sz="700" dirty="0" err="1"/>
                        <a:t>필요</a:t>
                      </a:r>
                      <a:endParaRPr sz="700" dirty="0"/>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3" name="Google Shape;389;p29">
            <a:extLst>
              <a:ext uri="{FF2B5EF4-FFF2-40B4-BE49-F238E27FC236}">
                <a16:creationId xmlns:a16="http://schemas.microsoft.com/office/drawing/2014/main" id="{BC46C6F3-A4C3-1AF2-23EC-BBACBA6ACAAA}"/>
              </a:ext>
            </a:extLst>
          </p:cNvPr>
          <p:cNvGraphicFramePr/>
          <p:nvPr>
            <p:extLst>
              <p:ext uri="{D42A27DB-BD31-4B8C-83A1-F6EECF244321}">
                <p14:modId xmlns:p14="http://schemas.microsoft.com/office/powerpoint/2010/main" val="884900013"/>
              </p:ext>
            </p:extLst>
          </p:nvPr>
        </p:nvGraphicFramePr>
        <p:xfrm>
          <a:off x="0" y="3389460"/>
          <a:ext cx="2328775" cy="1745280"/>
        </p:xfrm>
        <a:graphic>
          <a:graphicData uri="http://schemas.openxmlformats.org/drawingml/2006/table">
            <a:tbl>
              <a:tblPr firstRow="1" bandRow="1">
                <a:noFill/>
                <a:tableStyleId>{A521BE36-7E6F-4EC9-8D66-1CF97A6895EC}</a:tableStyleId>
              </a:tblPr>
              <a:tblGrid>
                <a:gridCol w="333250">
                  <a:extLst>
                    <a:ext uri="{9D8B030D-6E8A-4147-A177-3AD203B41FA5}">
                      <a16:colId xmlns:a16="http://schemas.microsoft.com/office/drawing/2014/main" val="20000"/>
                    </a:ext>
                  </a:extLst>
                </a:gridCol>
                <a:gridCol w="285075">
                  <a:extLst>
                    <a:ext uri="{9D8B030D-6E8A-4147-A177-3AD203B41FA5}">
                      <a16:colId xmlns:a16="http://schemas.microsoft.com/office/drawing/2014/main" val="20001"/>
                    </a:ext>
                  </a:extLst>
                </a:gridCol>
                <a:gridCol w="285075">
                  <a:extLst>
                    <a:ext uri="{9D8B030D-6E8A-4147-A177-3AD203B41FA5}">
                      <a16:colId xmlns:a16="http://schemas.microsoft.com/office/drawing/2014/main" val="20002"/>
                    </a:ext>
                  </a:extLst>
                </a:gridCol>
                <a:gridCol w="285075">
                  <a:extLst>
                    <a:ext uri="{9D8B030D-6E8A-4147-A177-3AD203B41FA5}">
                      <a16:colId xmlns:a16="http://schemas.microsoft.com/office/drawing/2014/main" val="20003"/>
                    </a:ext>
                  </a:extLst>
                </a:gridCol>
                <a:gridCol w="285075">
                  <a:extLst>
                    <a:ext uri="{9D8B030D-6E8A-4147-A177-3AD203B41FA5}">
                      <a16:colId xmlns:a16="http://schemas.microsoft.com/office/drawing/2014/main" val="20004"/>
                    </a:ext>
                  </a:extLst>
                </a:gridCol>
                <a:gridCol w="285075">
                  <a:extLst>
                    <a:ext uri="{9D8B030D-6E8A-4147-A177-3AD203B41FA5}">
                      <a16:colId xmlns:a16="http://schemas.microsoft.com/office/drawing/2014/main" val="20005"/>
                    </a:ext>
                  </a:extLst>
                </a:gridCol>
                <a:gridCol w="285075">
                  <a:extLst>
                    <a:ext uri="{9D8B030D-6E8A-4147-A177-3AD203B41FA5}">
                      <a16:colId xmlns:a16="http://schemas.microsoft.com/office/drawing/2014/main" val="20006"/>
                    </a:ext>
                  </a:extLst>
                </a:gridCol>
                <a:gridCol w="285075">
                  <a:extLst>
                    <a:ext uri="{9D8B030D-6E8A-4147-A177-3AD203B41FA5}">
                      <a16:colId xmlns:a16="http://schemas.microsoft.com/office/drawing/2014/main" val="20007"/>
                    </a:ext>
                  </a:extLst>
                </a:gridCol>
              </a:tblGrid>
              <a:tr h="164650">
                <a:tc gridSpan="8">
                  <a:txBody>
                    <a:bodyPr/>
                    <a:lstStyle/>
                    <a:p>
                      <a:pPr marL="0" marR="0" lvl="0" indent="0" algn="ctr" rtl="0">
                        <a:spcBef>
                          <a:spcPts val="0"/>
                        </a:spcBef>
                        <a:spcAft>
                          <a:spcPts val="0"/>
                        </a:spcAft>
                        <a:buNone/>
                      </a:pPr>
                      <a:r>
                        <a:rPr lang="en-US" sz="800"/>
                        <a:t>PUS 36L(233’),36R(228’) / 18L/R (see below)</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4650">
                <a:tc>
                  <a:txBody>
                    <a:bodyPr/>
                    <a:lstStyle/>
                    <a:p>
                      <a:pPr marL="0" marR="0" lvl="0" indent="0" algn="ctr" rtl="0">
                        <a:spcBef>
                          <a:spcPts val="0"/>
                        </a:spcBef>
                        <a:spcAft>
                          <a:spcPts val="0"/>
                        </a:spcAft>
                        <a:buNone/>
                      </a:pPr>
                      <a:r>
                        <a:rPr lang="en-US" sz="800" b="1" dirty="0">
                          <a:solidFill>
                            <a:schemeClr val="dk1"/>
                          </a:solidFill>
                        </a:rPr>
                        <a:t>36L/R</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t>6000</a:t>
                      </a:r>
                      <a:endParaRPr sz="800" b="1"/>
                    </a:p>
                  </a:txBody>
                  <a:tcPr marL="36000" marR="36000" marT="36000" marB="36000" anchor="ctr"/>
                </a:tc>
                <a:tc>
                  <a:txBody>
                    <a:bodyPr/>
                    <a:lstStyle/>
                    <a:p>
                      <a:pPr marL="0" marR="0" lvl="0" indent="0" algn="ctr" rtl="0">
                        <a:spcBef>
                          <a:spcPts val="0"/>
                        </a:spcBef>
                        <a:spcAft>
                          <a:spcPts val="0"/>
                        </a:spcAft>
                        <a:buNone/>
                      </a:pPr>
                      <a:r>
                        <a:rPr lang="en-US" sz="800" b="1"/>
                        <a:t>5000</a:t>
                      </a:r>
                      <a:endParaRPr/>
                    </a:p>
                  </a:txBody>
                  <a:tcPr marL="36000" marR="36000" marT="36000" marB="36000" anchor="ctr"/>
                </a:tc>
                <a:tc>
                  <a:txBody>
                    <a:bodyPr/>
                    <a:lstStyle/>
                    <a:p>
                      <a:pPr marL="0" marR="0" lvl="0" indent="0" algn="ctr" rtl="0">
                        <a:spcBef>
                          <a:spcPts val="0"/>
                        </a:spcBef>
                        <a:spcAft>
                          <a:spcPts val="0"/>
                        </a:spcAft>
                        <a:buNone/>
                      </a:pPr>
                      <a:r>
                        <a:rPr lang="en-US" sz="800" b="1"/>
                        <a:t>3300</a:t>
                      </a:r>
                      <a:endParaRPr/>
                    </a:p>
                  </a:txBody>
                  <a:tcPr marL="36000" marR="36000" marT="36000" marB="36000" anchor="ctr"/>
                </a:tc>
                <a:tc>
                  <a:txBody>
                    <a:bodyPr/>
                    <a:lstStyle/>
                    <a:p>
                      <a:pPr marL="0" marR="0" lvl="0" indent="0" algn="ctr" rtl="0">
                        <a:spcBef>
                          <a:spcPts val="0"/>
                        </a:spcBef>
                        <a:spcAft>
                          <a:spcPts val="0"/>
                        </a:spcAft>
                        <a:buNone/>
                      </a:pPr>
                      <a:r>
                        <a:rPr lang="en-US" sz="800" b="1"/>
                        <a:t>2100</a:t>
                      </a:r>
                      <a:endParaRPr sz="800" b="1"/>
                    </a:p>
                  </a:txBody>
                  <a:tcPr marL="36000" marR="36000" marT="36000" marB="36000" anchor="ctr"/>
                </a:tc>
                <a:tc>
                  <a:txBody>
                    <a:bodyPr/>
                    <a:lstStyle/>
                    <a:p>
                      <a:pPr marL="0" marR="0" lvl="0" indent="0" algn="ctr" rtl="0">
                        <a:spcBef>
                          <a:spcPts val="0"/>
                        </a:spcBef>
                        <a:spcAft>
                          <a:spcPts val="0"/>
                        </a:spcAft>
                        <a:buNone/>
                      </a:pPr>
                      <a:endParaRPr sz="800" b="1"/>
                    </a:p>
                  </a:txBody>
                  <a:tcPr marL="36000" marR="36000" marT="36000" marB="36000" anchor="ctr"/>
                </a:tc>
                <a:tc>
                  <a:txBody>
                    <a:bodyPr/>
                    <a:lstStyle/>
                    <a:p>
                      <a:pPr marL="0" marR="0" lvl="0" indent="0" algn="ctr" rtl="0">
                        <a:spcBef>
                          <a:spcPts val="0"/>
                        </a:spcBef>
                        <a:spcAft>
                          <a:spcPts val="0"/>
                        </a:spcAft>
                        <a:buNone/>
                      </a:pPr>
                      <a:r>
                        <a:rPr lang="en-US" sz="800" b="1">
                          <a:solidFill>
                            <a:srgbClr val="FF0000"/>
                          </a:solidFill>
                        </a:rPr>
                        <a:t>6000</a:t>
                      </a:r>
                      <a:endParaRPr sz="800" b="1">
                        <a:solidFill>
                          <a:srgbClr val="FF0000"/>
                        </a:solidFill>
                      </a:endParaRPr>
                    </a:p>
                  </a:txBody>
                  <a:tcPr marL="36000" marR="36000" marT="36000" marB="36000" anchor="ctr"/>
                </a:tc>
                <a:tc>
                  <a:txBody>
                    <a:bodyPr/>
                    <a:lstStyle/>
                    <a:p>
                      <a:pPr marL="0" marR="0" lvl="0" indent="0" algn="ctr" rtl="0">
                        <a:spcBef>
                          <a:spcPts val="0"/>
                        </a:spcBef>
                        <a:spcAft>
                          <a:spcPts val="0"/>
                        </a:spcAft>
                        <a:buNone/>
                      </a:pPr>
                      <a:endParaRPr sz="800" b="1">
                        <a:solidFill>
                          <a:schemeClr val="dk1"/>
                        </a:solidFill>
                      </a:endParaRPr>
                    </a:p>
                  </a:txBody>
                  <a:tcPr marL="36000" marR="36000" marT="36000" marB="36000" anchor="ctr"/>
                </a:tc>
                <a:extLst>
                  <a:ext uri="{0D108BD9-81ED-4DB2-BD59-A6C34878D82A}">
                    <a16:rowId xmlns:a16="http://schemas.microsoft.com/office/drawing/2014/main" val="10001"/>
                  </a:ext>
                </a:extLst>
              </a:tr>
              <a:tr h="164650">
                <a:tc>
                  <a:txBody>
                    <a:bodyPr/>
                    <a:lstStyle/>
                    <a:p>
                      <a:pPr marL="0" marR="0" lvl="0" indent="0" algn="ctr" rtl="0">
                        <a:spcBef>
                          <a:spcPts val="0"/>
                        </a:spcBef>
                        <a:spcAft>
                          <a:spcPts val="0"/>
                        </a:spcAft>
                        <a:buNone/>
                      </a:pPr>
                      <a:r>
                        <a:rPr lang="en-US" sz="800" b="1">
                          <a:solidFill>
                            <a:srgbClr val="0070C0"/>
                          </a:solidFill>
                        </a:rPr>
                        <a:t>0</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6340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5290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3490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2210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6340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extLst>
                  <a:ext uri="{0D108BD9-81ED-4DB2-BD59-A6C34878D82A}">
                    <a16:rowId xmlns:a16="http://schemas.microsoft.com/office/drawing/2014/main" val="10002"/>
                  </a:ext>
                </a:extLst>
              </a:tr>
              <a:tr h="164650">
                <a:tc>
                  <a:txBody>
                    <a:bodyPr/>
                    <a:lstStyle/>
                    <a:p>
                      <a:pPr marL="0" marR="0" lvl="0" indent="0" algn="ctr" rtl="0">
                        <a:spcBef>
                          <a:spcPts val="0"/>
                        </a:spcBef>
                        <a:spcAft>
                          <a:spcPts val="0"/>
                        </a:spcAft>
                        <a:buNone/>
                      </a:pPr>
                      <a:r>
                        <a:rPr lang="en-US" sz="800" b="1">
                          <a:solidFill>
                            <a:srgbClr val="00B050"/>
                          </a:solidFill>
                        </a:rPr>
                        <a:t>-5</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6460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5390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3560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2250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6460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extLst>
                  <a:ext uri="{0D108BD9-81ED-4DB2-BD59-A6C34878D82A}">
                    <a16:rowId xmlns:a16="http://schemas.microsoft.com/office/drawing/2014/main" val="10003"/>
                  </a:ext>
                </a:extLst>
              </a:tr>
              <a:tr h="164650">
                <a:tc>
                  <a:txBody>
                    <a:bodyPr/>
                    <a:lstStyle/>
                    <a:p>
                      <a:pPr marL="0" marR="0" lvl="0" indent="0" algn="ctr" rtl="0">
                        <a:spcBef>
                          <a:spcPts val="0"/>
                        </a:spcBef>
                        <a:spcAft>
                          <a:spcPts val="0"/>
                        </a:spcAft>
                        <a:buNone/>
                      </a:pPr>
                      <a:r>
                        <a:rPr lang="en-US" sz="800" b="1">
                          <a:solidFill>
                            <a:srgbClr val="0070C0"/>
                          </a:solidFill>
                        </a:rPr>
                        <a:t>-10</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6580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5490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3620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2290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6580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extLst>
                  <a:ext uri="{0D108BD9-81ED-4DB2-BD59-A6C34878D82A}">
                    <a16:rowId xmlns:a16="http://schemas.microsoft.com/office/drawing/2014/main" val="10004"/>
                  </a:ext>
                </a:extLst>
              </a:tr>
              <a:tr h="164650">
                <a:tc>
                  <a:txBody>
                    <a:bodyPr/>
                    <a:lstStyle/>
                    <a:p>
                      <a:pPr marL="0" marR="0" lvl="0" indent="0" algn="ctr" rtl="0">
                        <a:spcBef>
                          <a:spcPts val="0"/>
                        </a:spcBef>
                        <a:spcAft>
                          <a:spcPts val="0"/>
                        </a:spcAft>
                        <a:buNone/>
                      </a:pPr>
                      <a:r>
                        <a:rPr lang="en-US" sz="800" b="1"/>
                        <a:t>18L/R</a:t>
                      </a:r>
                      <a:endParaRPr/>
                    </a:p>
                  </a:txBody>
                  <a:tcPr marL="36000" marR="36000" marT="36000" marB="36000" anchor="ctr"/>
                </a:tc>
                <a:tc>
                  <a:txBody>
                    <a:bodyPr/>
                    <a:lstStyle/>
                    <a:p>
                      <a:pPr marL="0" marR="0" lvl="0" indent="0" algn="ctr" rtl="0">
                        <a:spcBef>
                          <a:spcPts val="0"/>
                        </a:spcBef>
                        <a:spcAft>
                          <a:spcPts val="0"/>
                        </a:spcAft>
                        <a:buNone/>
                      </a:pPr>
                      <a:r>
                        <a:rPr lang="en-US" sz="800" b="1"/>
                        <a:t>6000</a:t>
                      </a:r>
                      <a:endParaRPr sz="800" b="1"/>
                    </a:p>
                  </a:txBody>
                  <a:tcPr marL="36000" marR="36000" marT="36000" marB="36000" anchor="ctr"/>
                </a:tc>
                <a:tc>
                  <a:txBody>
                    <a:bodyPr/>
                    <a:lstStyle/>
                    <a:p>
                      <a:pPr marL="0" marR="0" lvl="0" indent="0" algn="ctr" rtl="0">
                        <a:spcBef>
                          <a:spcPts val="0"/>
                        </a:spcBef>
                        <a:spcAft>
                          <a:spcPts val="0"/>
                        </a:spcAft>
                        <a:buNone/>
                      </a:pPr>
                      <a:r>
                        <a:rPr lang="en-US" sz="800" b="1"/>
                        <a:t>5000</a:t>
                      </a:r>
                      <a:endParaRPr/>
                    </a:p>
                  </a:txBody>
                  <a:tcPr marL="36000" marR="36000" marT="36000" marB="36000" anchor="ctr"/>
                </a:tc>
                <a:tc>
                  <a:txBody>
                    <a:bodyPr/>
                    <a:lstStyle/>
                    <a:p>
                      <a:pPr marL="0" marR="0" lvl="0" indent="0" algn="ctr" rtl="0">
                        <a:spcBef>
                          <a:spcPts val="0"/>
                        </a:spcBef>
                        <a:spcAft>
                          <a:spcPts val="0"/>
                        </a:spcAft>
                        <a:buNone/>
                      </a:pPr>
                      <a:r>
                        <a:rPr lang="en-US" sz="800" b="1"/>
                        <a:t>4000</a:t>
                      </a:r>
                      <a:endParaRPr/>
                    </a:p>
                  </a:txBody>
                  <a:tcPr marL="36000" marR="36000" marT="36000" marB="36000" anchor="ctr"/>
                </a:tc>
                <a:tc>
                  <a:txBody>
                    <a:bodyPr/>
                    <a:lstStyle/>
                    <a:p>
                      <a:pPr marL="0" marR="0" lvl="0" indent="0" algn="ctr" rtl="0">
                        <a:spcBef>
                          <a:spcPts val="0"/>
                        </a:spcBef>
                        <a:spcAft>
                          <a:spcPts val="0"/>
                        </a:spcAft>
                        <a:buNone/>
                      </a:pPr>
                      <a:r>
                        <a:rPr lang="en-US" sz="800" b="1"/>
                        <a:t>2600</a:t>
                      </a:r>
                      <a:endParaRPr sz="800" b="1"/>
                    </a:p>
                  </a:txBody>
                  <a:tcPr marL="36000" marR="36000" marT="36000" marB="36000" anchor="ctr"/>
                </a:tc>
                <a:tc>
                  <a:txBody>
                    <a:bodyPr/>
                    <a:lstStyle/>
                    <a:p>
                      <a:pPr marL="0" marR="0" lvl="0" indent="0" algn="ctr" rtl="0">
                        <a:spcBef>
                          <a:spcPts val="0"/>
                        </a:spcBef>
                        <a:spcAft>
                          <a:spcPts val="0"/>
                        </a:spcAft>
                        <a:buNone/>
                      </a:pPr>
                      <a:r>
                        <a:rPr lang="en-US" sz="800" b="1"/>
                        <a:t>1700</a:t>
                      </a:r>
                      <a:endParaRPr/>
                    </a:p>
                  </a:txBody>
                  <a:tcPr marL="36000" marR="36000" marT="36000" marB="36000" anchor="ctr"/>
                </a:tc>
                <a:tc>
                  <a:txBody>
                    <a:bodyPr/>
                    <a:lstStyle/>
                    <a:p>
                      <a:pPr marL="0" marR="0" lvl="0" indent="0" algn="ctr" rtl="0">
                        <a:spcBef>
                          <a:spcPts val="0"/>
                        </a:spcBef>
                        <a:spcAft>
                          <a:spcPts val="0"/>
                        </a:spcAft>
                        <a:buNone/>
                      </a:pPr>
                      <a:endParaRPr sz="800" b="1"/>
                    </a:p>
                  </a:txBody>
                  <a:tcPr marL="36000" marR="36000" marT="36000" marB="36000" anchor="ctr"/>
                </a:tc>
                <a:tc>
                  <a:txBody>
                    <a:bodyPr/>
                    <a:lstStyle/>
                    <a:p>
                      <a:pPr marL="0" marR="0" lvl="0" indent="0" algn="ctr" rtl="0">
                        <a:spcBef>
                          <a:spcPts val="0"/>
                        </a:spcBef>
                        <a:spcAft>
                          <a:spcPts val="0"/>
                        </a:spcAft>
                        <a:buNone/>
                      </a:pPr>
                      <a:r>
                        <a:rPr lang="en-US" sz="800" b="1">
                          <a:solidFill>
                            <a:srgbClr val="FF0000"/>
                          </a:solidFill>
                        </a:rPr>
                        <a:t>6000</a:t>
                      </a:r>
                      <a:endParaRPr sz="800" b="1">
                        <a:solidFill>
                          <a:srgbClr val="FF0000"/>
                        </a:solidFill>
                      </a:endParaRPr>
                    </a:p>
                  </a:txBody>
                  <a:tcPr marL="36000" marR="36000" marT="36000" marB="36000" anchor="ctr"/>
                </a:tc>
                <a:extLst>
                  <a:ext uri="{0D108BD9-81ED-4DB2-BD59-A6C34878D82A}">
                    <a16:rowId xmlns:a16="http://schemas.microsoft.com/office/drawing/2014/main" val="10005"/>
                  </a:ext>
                </a:extLst>
              </a:tr>
              <a:tr h="164650">
                <a:tc>
                  <a:txBody>
                    <a:bodyPr/>
                    <a:lstStyle/>
                    <a:p>
                      <a:pPr marL="0" marR="0" lvl="0" indent="0" algn="ctr" rtl="0">
                        <a:spcBef>
                          <a:spcPts val="0"/>
                        </a:spcBef>
                        <a:spcAft>
                          <a:spcPts val="0"/>
                        </a:spcAft>
                        <a:buNone/>
                      </a:pPr>
                      <a:r>
                        <a:rPr lang="en-US" sz="800" b="1">
                          <a:solidFill>
                            <a:srgbClr val="0070C0"/>
                          </a:solidFill>
                        </a:rPr>
                        <a:t>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6340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5290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4230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2760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1800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6340</a:t>
                      </a:r>
                      <a:endParaRPr sz="800" b="1">
                        <a:solidFill>
                          <a:srgbClr val="0070C0"/>
                        </a:solidFill>
                      </a:endParaRPr>
                    </a:p>
                  </a:txBody>
                  <a:tcPr marL="36000" marR="36000" marT="36000" marB="36000" anchor="ctr"/>
                </a:tc>
                <a:extLst>
                  <a:ext uri="{0D108BD9-81ED-4DB2-BD59-A6C34878D82A}">
                    <a16:rowId xmlns:a16="http://schemas.microsoft.com/office/drawing/2014/main" val="10006"/>
                  </a:ext>
                </a:extLst>
              </a:tr>
              <a:tr h="164650">
                <a:tc>
                  <a:txBody>
                    <a:bodyPr/>
                    <a:lstStyle/>
                    <a:p>
                      <a:pPr marL="0" marR="0" lvl="0" indent="0" algn="ctr" rtl="0">
                        <a:spcBef>
                          <a:spcPts val="0"/>
                        </a:spcBef>
                        <a:spcAft>
                          <a:spcPts val="0"/>
                        </a:spcAft>
                        <a:buNone/>
                      </a:pPr>
                      <a:r>
                        <a:rPr lang="en-US" sz="800" b="1">
                          <a:solidFill>
                            <a:srgbClr val="00B050"/>
                          </a:solidFill>
                        </a:rPr>
                        <a:t>-5</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6460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5390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4310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2810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1830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6460</a:t>
                      </a:r>
                      <a:endParaRPr sz="800" b="1">
                        <a:solidFill>
                          <a:srgbClr val="00B050"/>
                        </a:solidFill>
                      </a:endParaRPr>
                    </a:p>
                  </a:txBody>
                  <a:tcPr marL="36000" marR="36000" marT="36000" marB="36000" anchor="ctr"/>
                </a:tc>
                <a:extLst>
                  <a:ext uri="{0D108BD9-81ED-4DB2-BD59-A6C34878D82A}">
                    <a16:rowId xmlns:a16="http://schemas.microsoft.com/office/drawing/2014/main" val="10007"/>
                  </a:ext>
                </a:extLst>
              </a:tr>
              <a:tr h="164650">
                <a:tc>
                  <a:txBody>
                    <a:bodyPr/>
                    <a:lstStyle/>
                    <a:p>
                      <a:pPr marL="0" marR="0" lvl="0" indent="0" algn="ctr" rtl="0">
                        <a:spcBef>
                          <a:spcPts val="0"/>
                        </a:spcBef>
                        <a:spcAft>
                          <a:spcPts val="0"/>
                        </a:spcAft>
                        <a:buNone/>
                      </a:pPr>
                      <a:r>
                        <a:rPr lang="en-US" sz="800" b="1">
                          <a:solidFill>
                            <a:srgbClr val="0070C0"/>
                          </a:solidFill>
                        </a:rPr>
                        <a:t>-10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6580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5490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4390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2860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1870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6580</a:t>
                      </a:r>
                      <a:endParaRPr sz="800" b="1" dirty="0">
                        <a:solidFill>
                          <a:srgbClr val="0070C0"/>
                        </a:solidFill>
                      </a:endParaRPr>
                    </a:p>
                  </a:txBody>
                  <a:tcPr marL="36000" marR="36000" marT="36000" marB="36000" anchor="ctr"/>
                </a:tc>
                <a:extLst>
                  <a:ext uri="{0D108BD9-81ED-4DB2-BD59-A6C34878D82A}">
                    <a16:rowId xmlns:a16="http://schemas.microsoft.com/office/drawing/2014/main" val="10008"/>
                  </a:ext>
                </a:extLst>
              </a:tr>
            </a:tbl>
          </a:graphicData>
        </a:graphic>
      </p:graphicFrame>
      <p:pic>
        <p:nvPicPr>
          <p:cNvPr id="4" name="그래픽 3" descr="집 Wi-Fi에서 작업 단색으로 채워진">
            <a:hlinkClick r:id="" action="ppaction://hlinkshowjump?jump=firstslide"/>
            <a:extLst>
              <a:ext uri="{FF2B5EF4-FFF2-40B4-BE49-F238E27FC236}">
                <a16:creationId xmlns:a16="http://schemas.microsoft.com/office/drawing/2014/main" id="{6CBDA6B3-38AC-2807-0F8D-0DFCBF6633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0954" y="5105931"/>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graphicFrame>
        <p:nvGraphicFramePr>
          <p:cNvPr id="402" name="Google Shape;402;p31"/>
          <p:cNvGraphicFramePr/>
          <p:nvPr>
            <p:extLst>
              <p:ext uri="{D42A27DB-BD31-4B8C-83A1-F6EECF244321}">
                <p14:modId xmlns:p14="http://schemas.microsoft.com/office/powerpoint/2010/main" val="2543467362"/>
              </p:ext>
            </p:extLst>
          </p:nvPr>
        </p:nvGraphicFramePr>
        <p:xfrm>
          <a:off x="12706" y="8862"/>
          <a:ext cx="2328875" cy="5594160"/>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22849">
                <a:tc>
                  <a:txBody>
                    <a:bodyPr/>
                    <a:lstStyle/>
                    <a:p>
                      <a:pPr marL="0" marR="0" lvl="0" indent="0" algn="l" rtl="0">
                        <a:spcBef>
                          <a:spcPts val="0"/>
                        </a:spcBef>
                        <a:spcAft>
                          <a:spcPts val="0"/>
                        </a:spcAft>
                        <a:buNone/>
                      </a:pPr>
                      <a:r>
                        <a:rPr lang="en-US" sz="1000" dirty="0">
                          <a:latin typeface="Arial" panose="020B0604020202020204" pitchFamily="34" charset="0"/>
                          <a:cs typeface="Arial" panose="020B0604020202020204" pitchFamily="34" charset="0"/>
                        </a:rPr>
                        <a:t>COLD </a:t>
                      </a:r>
                      <a:r>
                        <a:rPr lang="en-US" sz="1000" dirty="0" err="1">
                          <a:latin typeface="Arial" panose="020B0604020202020204" pitchFamily="34" charset="0"/>
                          <a:cs typeface="Arial" panose="020B0604020202020204" pitchFamily="34" charset="0"/>
                        </a:rPr>
                        <a:t>Wx</a:t>
                      </a:r>
                      <a:r>
                        <a:rPr lang="en-US" sz="1000" dirty="0">
                          <a:latin typeface="Arial" panose="020B0604020202020204" pitchFamily="34" charset="0"/>
                          <a:cs typeface="Arial" panose="020B0604020202020204" pitchFamily="34" charset="0"/>
                        </a:rPr>
                        <a:t> Operation 1/2</a:t>
                      </a:r>
                      <a:endParaRPr sz="10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0"/>
                  </a:ext>
                </a:extLst>
              </a:tr>
              <a:tr h="676890">
                <a:tc>
                  <a:txBody>
                    <a:bodyPr/>
                    <a:lstStyle/>
                    <a:p>
                      <a:pPr marL="0" marR="0" lvl="0" indent="0" algn="l" rtl="0">
                        <a:spcBef>
                          <a:spcPts val="0"/>
                        </a:spcBef>
                        <a:spcAft>
                          <a:spcPts val="0"/>
                        </a:spcAft>
                        <a:buNone/>
                      </a:pPr>
                      <a:r>
                        <a:rPr lang="en-US" sz="800" dirty="0">
                          <a:latin typeface="Arial" panose="020B0604020202020204" pitchFamily="34" charset="0"/>
                          <a:ea typeface="Helvetica Neue"/>
                          <a:cs typeface="Arial" panose="020B0604020202020204" pitchFamily="34" charset="0"/>
                          <a:sym typeface="Helvetica Neue"/>
                        </a:rPr>
                        <a:t>OAT (GND) / TAT (TAT) is 10°C (50°F) or below :</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800" dirty="0">
                          <a:latin typeface="Arial" panose="020B0604020202020204" pitchFamily="34" charset="0"/>
                          <a:ea typeface="Helvetica Neue"/>
                          <a:cs typeface="Arial" panose="020B0604020202020204" pitchFamily="34" charset="0"/>
                          <a:sym typeface="Helvetica Neue"/>
                        </a:rPr>
                        <a:t>  • visible moisture (clouds, fog with VIS 1SM (1600 m) or rain, snow, sleet, ice crystals...)</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800" dirty="0">
                          <a:latin typeface="Arial" panose="020B0604020202020204" pitchFamily="34" charset="0"/>
                          <a:ea typeface="Helvetica Neue"/>
                          <a:cs typeface="Arial" panose="020B0604020202020204" pitchFamily="34" charset="0"/>
                          <a:sym typeface="Helvetica Neue"/>
                        </a:rPr>
                        <a:t>  • ice, snow, slush and standing water is present on the ramps, taxiways, or runways.</a:t>
                      </a:r>
                      <a:endParaRPr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1"/>
                  </a:ext>
                </a:extLst>
              </a:tr>
              <a:tr h="642705">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900" b="1" dirty="0">
                          <a:latin typeface="Arial" panose="020B0604020202020204" pitchFamily="34" charset="0"/>
                          <a:ea typeface="Helvetica Neue"/>
                          <a:cs typeface="Arial" panose="020B0604020202020204" pitchFamily="34" charset="0"/>
                          <a:sym typeface="Helvetica Neue"/>
                        </a:rPr>
                        <a:t>PRELIMINARY (OAT 3</a:t>
                      </a:r>
                      <a:r>
                        <a:rPr kumimoji="0" lang="en-US" altLang="ko-Kore-KR"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°C </a:t>
                      </a:r>
                      <a:r>
                        <a:rPr kumimoji="0" lang="ko-Kore-KR" altLang="en-US"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이하</a:t>
                      </a:r>
                      <a:r>
                        <a:rPr kumimoji="0" lang="en-US" altLang="ko-Kore-KR"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800" b="1" dirty="0">
                          <a:solidFill>
                            <a:srgbClr val="C00000"/>
                          </a:solidFill>
                          <a:latin typeface="Arial" panose="020B0604020202020204" pitchFamily="34" charset="0"/>
                          <a:ea typeface="Helvetica Neue"/>
                          <a:cs typeface="Arial" panose="020B0604020202020204" pitchFamily="34" charset="0"/>
                          <a:sym typeface="Helvetica Neue"/>
                        </a:rPr>
                        <a:t>PROBE/WIN HEAT – ON (ENG START</a:t>
                      </a:r>
                      <a:r>
                        <a:rPr lang="ko-KR" altLang="en-US" sz="800" b="1" dirty="0">
                          <a:solidFill>
                            <a:srgbClr val="C00000"/>
                          </a:solidFill>
                          <a:latin typeface="Arial" panose="020B0604020202020204" pitchFamily="34" charset="0"/>
                          <a:ea typeface="Helvetica Neue"/>
                          <a:cs typeface="Arial" panose="020B0604020202020204" pitchFamily="34" charset="0"/>
                          <a:sym typeface="Helvetica Neue"/>
                        </a:rPr>
                        <a:t>후 </a:t>
                      </a:r>
                      <a:r>
                        <a:rPr lang="en-US" altLang="ko-KR" sz="800" b="1" dirty="0">
                          <a:solidFill>
                            <a:srgbClr val="C00000"/>
                          </a:solidFill>
                          <a:latin typeface="Arial" panose="020B0604020202020204" pitchFamily="34" charset="0"/>
                          <a:ea typeface="Helvetica Neue"/>
                          <a:cs typeface="Arial" panose="020B0604020202020204" pitchFamily="34" charset="0"/>
                          <a:sym typeface="Helvetica Neue"/>
                        </a:rPr>
                        <a:t>AUTO)</a:t>
                      </a:r>
                      <a:endParaRPr lang="en-US" sz="800" b="1" dirty="0">
                        <a:solidFill>
                          <a:srgbClr val="C0000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LOGBOOK </a:t>
                      </a:r>
                      <a:r>
                        <a:rPr lang="en-US" altLang="ko-KR" sz="800" b="1" dirty="0">
                          <a:solidFill>
                            <a:schemeClr val="bg1"/>
                          </a:solidFill>
                          <a:latin typeface="Arial" panose="020B0604020202020204" pitchFamily="34" charset="0"/>
                          <a:ea typeface="Helvetica Neue"/>
                          <a:cs typeface="Arial" panose="020B0604020202020204" pitchFamily="34" charset="0"/>
                          <a:sym typeface="Helvetica Neue"/>
                        </a:rPr>
                        <a:t>--------------------------------------</a:t>
                      </a:r>
                      <a:r>
                        <a:rPr lang="en-US" sz="800" b="1" dirty="0">
                          <a:solidFill>
                            <a:schemeClr val="bg1"/>
                          </a:solidFill>
                          <a:latin typeface="Arial" panose="020B0604020202020204" pitchFamily="34" charset="0"/>
                          <a:ea typeface="Helvetica Neue"/>
                          <a:cs typeface="Arial" panose="020B0604020202020204" pitchFamily="34" charset="0"/>
                          <a:sym typeface="Helvetica Neue"/>
                        </a:rPr>
                        <a:t>  CHECK</a:t>
                      </a:r>
                    </a:p>
                    <a:p>
                      <a:pPr marL="0" marR="0" lvl="0" indent="0" algn="l" rtl="0">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MAX TIME TO NEXT ENG ACC ---- DETERMINE</a:t>
                      </a:r>
                    </a:p>
                    <a:p>
                      <a:pPr marL="0" marR="0" lvl="0" indent="0" algn="l" rtl="0">
                        <a:spcBef>
                          <a:spcPts val="0"/>
                        </a:spcBef>
                        <a:spcAft>
                          <a:spcPts val="0"/>
                        </a:spcAft>
                        <a:buNone/>
                      </a:pPr>
                      <a:r>
                        <a:rPr lang="en-US" sz="600" b="1" dirty="0">
                          <a:solidFill>
                            <a:schemeClr val="bg1"/>
                          </a:solidFill>
                          <a:latin typeface="Arial" panose="020B0604020202020204" pitchFamily="34" charset="0"/>
                          <a:cs typeface="Arial" panose="020B0604020202020204" pitchFamily="34" charset="0"/>
                        </a:rPr>
                        <a:t>TAXI IN TIME – NEXT ENG ACC TIME 15</a:t>
                      </a:r>
                      <a:r>
                        <a:rPr lang="ko-KR" altLang="en-US" sz="600" b="1" dirty="0">
                          <a:solidFill>
                            <a:schemeClr val="bg1"/>
                          </a:solidFill>
                          <a:latin typeface="Arial" panose="020B0604020202020204" pitchFamily="34" charset="0"/>
                          <a:cs typeface="Arial" panose="020B0604020202020204" pitchFamily="34" charset="0"/>
                        </a:rPr>
                        <a:t>분 이내인지 확인</a:t>
                      </a:r>
                      <a:endParaRPr sz="600" b="1" dirty="0">
                        <a:solidFill>
                          <a:schemeClr val="bg1"/>
                        </a:solidFill>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2"/>
                  </a:ext>
                </a:extLst>
              </a:tr>
              <a:tr h="1539345">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900" b="1" dirty="0">
                          <a:latin typeface="Arial" panose="020B0604020202020204" pitchFamily="34" charset="0"/>
                          <a:ea typeface="Helvetica Neue"/>
                          <a:cs typeface="Arial" panose="020B0604020202020204" pitchFamily="34" charset="0"/>
                          <a:sym typeface="Helvetica Neue"/>
                        </a:rPr>
                        <a:t>TAXI-OUT</a:t>
                      </a: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(OAT 3</a:t>
                      </a:r>
                      <a:r>
                        <a:rPr kumimoji="0" lang="en-US" altLang="ko-Kore-KR"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°C </a:t>
                      </a:r>
                      <a:r>
                        <a:rPr kumimoji="0" lang="ko-Kore-KR" altLang="en-US"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이하</a:t>
                      </a:r>
                      <a:r>
                        <a:rPr kumimoji="0" lang="en-US" altLang="ko-Kore-KR"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a:t>
                      </a:r>
                      <a:endParaRPr lang="en-US" sz="900" b="1" dirty="0">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TAXI TIME </a:t>
                      </a: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MONITOR</a:t>
                      </a: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a:t>
                      </a:r>
                      <a:endParaRPr lang="en-US" sz="900" b="1" dirty="0">
                        <a:latin typeface="Arial" panose="020B0604020202020204" pitchFamily="34" charset="0"/>
                        <a:ea typeface="Helvetica Neue"/>
                        <a:cs typeface="Arial" panose="020B0604020202020204" pitchFamily="34" charset="0"/>
                        <a:sym typeface="Helvetica Neue"/>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ko-KR" sz="700" b="0" dirty="0">
                          <a:latin typeface="Arial" panose="020B0604020202020204" pitchFamily="34" charset="0"/>
                          <a:ea typeface="Helvetica Neue"/>
                          <a:cs typeface="Arial" panose="020B0604020202020204" pitchFamily="34" charset="0"/>
                          <a:sym typeface="Helvetica Neue"/>
                        </a:rPr>
                        <a:t>15</a:t>
                      </a:r>
                      <a:r>
                        <a:rPr lang="ko-KR" altLang="en-US" sz="700" b="0" dirty="0">
                          <a:latin typeface="Arial" panose="020B0604020202020204" pitchFamily="34" charset="0"/>
                          <a:ea typeface="Helvetica Neue"/>
                          <a:cs typeface="Arial" panose="020B0604020202020204" pitchFamily="34" charset="0"/>
                          <a:sym typeface="Helvetica Neue"/>
                        </a:rPr>
                        <a:t>분 초과 또는 </a:t>
                      </a:r>
                      <a:r>
                        <a:rPr lang="en-US" altLang="ko-KR" sz="700" b="0" dirty="0">
                          <a:latin typeface="Arial" panose="020B0604020202020204" pitchFamily="34" charset="0"/>
                          <a:ea typeface="Helvetica Neue"/>
                          <a:cs typeface="Arial" panose="020B0604020202020204" pitchFamily="34" charset="0"/>
                          <a:sym typeface="Helvetica Neue"/>
                        </a:rPr>
                        <a:t>Eng Vibrations</a:t>
                      </a:r>
                      <a:r>
                        <a:rPr lang="ko-KR" altLang="en-US" sz="700" b="0" dirty="0">
                          <a:latin typeface="Arial" panose="020B0604020202020204" pitchFamily="34" charset="0"/>
                          <a:ea typeface="Helvetica Neue"/>
                          <a:cs typeface="Arial" panose="020B0604020202020204" pitchFamily="34" charset="0"/>
                          <a:sym typeface="Helvetica Neue"/>
                        </a:rPr>
                        <a:t>시 절차 수행</a:t>
                      </a:r>
                      <a:endParaRPr lang="en-US" altLang="ko-KR" sz="700" b="0" dirty="0">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SOP SURFACE COND &amp; AREA ---------- CHECK</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ATC ------------------------------------------------ NOTIFY</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PARKING BRAKE ------------------------------- 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0"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the aircraft starts to move, immediately retard the thrust levers to IDLE.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THR LEVERS ------</a:t>
                      </a: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----- 50% N1 (NO HOLD TIME)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THR LEVERS ------</a:t>
                      </a: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RETARD TO IDLE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Repeat this procedure at intervals not longer than 15 min, or if the engine vibrations increase.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SOP TAXI -------------------------------------- RESUME</a:t>
                      </a:r>
                    </a:p>
                  </a:txBody>
                  <a:tcPr marL="36000" marR="36000" marT="36000" marB="36000"/>
                </a:tc>
                <a:extLst>
                  <a:ext uri="{0D108BD9-81ED-4DB2-BD59-A6C34878D82A}">
                    <a16:rowId xmlns:a16="http://schemas.microsoft.com/office/drawing/2014/main" val="10003"/>
                  </a:ext>
                </a:extLst>
              </a:tr>
              <a:tr h="907287">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900" b="1" dirty="0">
                          <a:latin typeface="Arial" panose="020B0604020202020204" pitchFamily="34" charset="0"/>
                          <a:ea typeface="Helvetica Neue"/>
                          <a:cs typeface="Arial" panose="020B0604020202020204" pitchFamily="34" charset="0"/>
                          <a:sym typeface="Helvetica Neue"/>
                        </a:rPr>
                        <a:t>BEFORE TAKEOFF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FLAPS lever ------------------ SET FOR TAKEOFF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FLAPS ------------------------------------- CHECK PSN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T/O CONFIG pb ---------------------------------- TEST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T/O MEMO ------------------------ CHECK NO BLUE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AFTER START checklist ------------- COMPLETE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BEFORE TAKEOFF checklist --- ACCOMPLISH</a:t>
                      </a:r>
                      <a:endParaRPr lang="en-US" sz="900" b="1" dirty="0">
                        <a:solidFill>
                          <a:srgbClr val="AA47F5"/>
                        </a:solidFill>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4"/>
                  </a:ext>
                </a:extLst>
              </a:tr>
              <a:tr h="995482">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900" b="1" dirty="0">
                          <a:latin typeface="Arial" panose="020B0604020202020204" pitchFamily="34" charset="0"/>
                          <a:ea typeface="Helvetica Neue"/>
                          <a:cs typeface="Arial" panose="020B0604020202020204" pitchFamily="34" charset="0"/>
                          <a:sym typeface="Helvetica Neue"/>
                        </a:rPr>
                        <a:t>TAKEOFF</a:t>
                      </a: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(OAT 3</a:t>
                      </a:r>
                      <a:r>
                        <a:rPr kumimoji="0" lang="en-US" altLang="ko-Kore-KR"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°C </a:t>
                      </a:r>
                      <a:r>
                        <a:rPr kumimoji="0" lang="ko-Kore-KR" altLang="en-US"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이하</a:t>
                      </a:r>
                      <a:r>
                        <a:rPr kumimoji="0" lang="en-US" altLang="ko-Kore-KR"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 final engine acceleration must be performed before takeoff to entirely clean the engine from ice accretion.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ATC ------------------------------------------------ NOTIFY</a:t>
                      </a:r>
                      <a:endParaRPr lang="en-US" sz="900" b="1" dirty="0">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PARKING BRK(OR BRK PEDALS) ------ APPLY</a:t>
                      </a:r>
                      <a:endParaRPr sz="500" dirty="0">
                        <a:solidFill>
                          <a:srgbClr val="0070C0"/>
                        </a:solidFill>
                        <a:latin typeface="Arial" panose="020B0604020202020204" pitchFamily="34" charset="0"/>
                        <a:cs typeface="Arial" panose="020B0604020202020204" pitchFamily="34" charset="0"/>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THR LEVERS ------</a:t>
                      </a: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----- 50% N1 (NO HOLD TIME)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THR LEVERS ------</a:t>
                      </a: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RETARD TO IDLE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SOP TAKEOFF ------------------------------- RESUME</a:t>
                      </a:r>
                    </a:p>
                  </a:txBody>
                  <a:tcPr marL="36000" marR="36000" marT="36000" marB="36000"/>
                </a:tc>
                <a:extLst>
                  <a:ext uri="{0D108BD9-81ED-4DB2-BD59-A6C34878D82A}">
                    <a16:rowId xmlns:a16="http://schemas.microsoft.com/office/drawing/2014/main" val="10005"/>
                  </a:ext>
                </a:extLst>
              </a:tr>
              <a:tr h="449870">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AFTER L/D</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DO NOT RETRACT FLAPS</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Ice Shedding </a:t>
                      </a:r>
                      <a:r>
                        <a:rPr kumimoji="0" lang="ko-KR" altLang="en-US" sz="800" b="0"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절차 반복</a:t>
                      </a:r>
                      <a:endParaRPr kumimoji="0" lang="en-US" altLang="ko-KR" sz="800" b="0"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2064318730"/>
                  </a:ext>
                </a:extLst>
              </a:tr>
            </a:tbl>
          </a:graphicData>
        </a:graphic>
      </p:graphicFrame>
      <p:pic>
        <p:nvPicPr>
          <p:cNvPr id="2" name="그래픽 1" descr="집 Wi-Fi에서 작업 단색으로 채워진">
            <a:hlinkClick r:id="" action="ppaction://hlinkshowjump?jump=firstslide"/>
            <a:extLst>
              <a:ext uri="{FF2B5EF4-FFF2-40B4-BE49-F238E27FC236}">
                <a16:creationId xmlns:a16="http://schemas.microsoft.com/office/drawing/2014/main" id="{DA0CD715-5FBD-243E-3B4B-CF9DA26E5E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19822" y="5139061"/>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401">
          <a:extLst>
            <a:ext uri="{FF2B5EF4-FFF2-40B4-BE49-F238E27FC236}">
              <a16:creationId xmlns:a16="http://schemas.microsoft.com/office/drawing/2014/main" id="{812717D6-C8CE-1A9C-6E0A-C645D6E90C4E}"/>
            </a:ext>
          </a:extLst>
        </p:cNvPr>
        <p:cNvGrpSpPr/>
        <p:nvPr/>
      </p:nvGrpSpPr>
      <p:grpSpPr>
        <a:xfrm>
          <a:off x="0" y="0"/>
          <a:ext cx="0" cy="0"/>
          <a:chOff x="0" y="0"/>
          <a:chExt cx="0" cy="0"/>
        </a:xfrm>
      </p:grpSpPr>
      <p:graphicFrame>
        <p:nvGraphicFramePr>
          <p:cNvPr id="402" name="Google Shape;402;p31">
            <a:extLst>
              <a:ext uri="{FF2B5EF4-FFF2-40B4-BE49-F238E27FC236}">
                <a16:creationId xmlns:a16="http://schemas.microsoft.com/office/drawing/2014/main" id="{BA2D45B4-EED9-6111-35FA-0DC73C1E29A0}"/>
              </a:ext>
            </a:extLst>
          </p:cNvPr>
          <p:cNvGraphicFramePr/>
          <p:nvPr>
            <p:extLst>
              <p:ext uri="{D42A27DB-BD31-4B8C-83A1-F6EECF244321}">
                <p14:modId xmlns:p14="http://schemas.microsoft.com/office/powerpoint/2010/main" val="2760037043"/>
              </p:ext>
            </p:extLst>
          </p:nvPr>
        </p:nvGraphicFramePr>
        <p:xfrm>
          <a:off x="12706" y="8862"/>
          <a:ext cx="2328875" cy="3568800"/>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22849">
                <a:tc>
                  <a:txBody>
                    <a:bodyPr/>
                    <a:lstStyle/>
                    <a:p>
                      <a:pPr marL="0" marR="0" lvl="0" indent="0" algn="l" rtl="0">
                        <a:spcBef>
                          <a:spcPts val="0"/>
                        </a:spcBef>
                        <a:spcAft>
                          <a:spcPts val="0"/>
                        </a:spcAft>
                        <a:buNone/>
                      </a:pPr>
                      <a:r>
                        <a:rPr lang="en-US" sz="1000" dirty="0">
                          <a:latin typeface="Arial" panose="020B0604020202020204" pitchFamily="34" charset="0"/>
                          <a:cs typeface="Arial" panose="020B0604020202020204" pitchFamily="34" charset="0"/>
                        </a:rPr>
                        <a:t>COLD </a:t>
                      </a:r>
                      <a:r>
                        <a:rPr lang="en-US" sz="1000" dirty="0" err="1">
                          <a:latin typeface="Arial" panose="020B0604020202020204" pitchFamily="34" charset="0"/>
                          <a:cs typeface="Arial" panose="020B0604020202020204" pitchFamily="34" charset="0"/>
                        </a:rPr>
                        <a:t>Wx</a:t>
                      </a:r>
                      <a:r>
                        <a:rPr lang="en-US" sz="1000" dirty="0">
                          <a:latin typeface="Arial" panose="020B0604020202020204" pitchFamily="34" charset="0"/>
                          <a:cs typeface="Arial" panose="020B0604020202020204" pitchFamily="34" charset="0"/>
                        </a:rPr>
                        <a:t> Operation 2/2</a:t>
                      </a:r>
                      <a:endParaRPr sz="10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0"/>
                  </a:ext>
                </a:extLst>
              </a:tr>
              <a:tr h="676890">
                <a:tc>
                  <a:txBody>
                    <a:bodyPr/>
                    <a:lstStyle/>
                    <a:p>
                      <a:pPr marL="0" marR="0" lvl="0" indent="0" algn="l" rtl="0">
                        <a:spcBef>
                          <a:spcPts val="0"/>
                        </a:spcBef>
                        <a:spcAft>
                          <a:spcPts val="0"/>
                        </a:spcAft>
                        <a:buNone/>
                      </a:pPr>
                      <a:r>
                        <a:rPr lang="en-US" sz="800" dirty="0">
                          <a:latin typeface="Arial" panose="020B0604020202020204" pitchFamily="34" charset="0"/>
                          <a:ea typeface="Helvetica Neue"/>
                          <a:cs typeface="Arial" panose="020B0604020202020204" pitchFamily="34" charset="0"/>
                          <a:sym typeface="Helvetica Neue"/>
                        </a:rPr>
                        <a:t>OAT (GND) / TAT (TAT) is 10°C (50°F) or below :</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800" dirty="0">
                          <a:latin typeface="Arial" panose="020B0604020202020204" pitchFamily="34" charset="0"/>
                          <a:ea typeface="Helvetica Neue"/>
                          <a:cs typeface="Arial" panose="020B0604020202020204" pitchFamily="34" charset="0"/>
                          <a:sym typeface="Helvetica Neue"/>
                        </a:rPr>
                        <a:t>  • visible moisture (clouds, fog with VIS 1SM (1600 m) or rain, snow, sleet, ice crystals...)</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800" dirty="0">
                          <a:latin typeface="Arial" panose="020B0604020202020204" pitchFamily="34" charset="0"/>
                          <a:ea typeface="Helvetica Neue"/>
                          <a:cs typeface="Arial" panose="020B0604020202020204" pitchFamily="34" charset="0"/>
                          <a:sym typeface="Helvetica Neue"/>
                        </a:rPr>
                        <a:t>  • ice, snow, slush and standing water is present on the ramps, taxiways, or runways.</a:t>
                      </a:r>
                      <a:endParaRPr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1"/>
                  </a:ext>
                </a:extLst>
              </a:tr>
              <a:tr h="642705">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900" b="1" dirty="0">
                          <a:latin typeface="Arial" panose="020B0604020202020204" pitchFamily="34" charset="0"/>
                          <a:ea typeface="Helvetica Neue"/>
                          <a:cs typeface="Arial" panose="020B0604020202020204" pitchFamily="34" charset="0"/>
                          <a:sym typeface="Helvetica Neue"/>
                        </a:rPr>
                        <a:t>PARKING</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endParaRPr lang="en-US" sz="800" b="1"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After engine shutdown and before shutting down electrical supply:</a:t>
                      </a:r>
                      <a:endParaRPr lang="en-US" sz="800" b="1"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FLAPS / SLATS ....... CONF FREE OF CONTAM</a:t>
                      </a:r>
                    </a:p>
                    <a:p>
                      <a:pPr marL="0" marR="0" lvl="0" indent="0" algn="l" rtl="0">
                        <a:spcBef>
                          <a:spcPts val="0"/>
                        </a:spcBef>
                        <a:spcAft>
                          <a:spcPts val="0"/>
                        </a:spcAft>
                        <a:buNone/>
                      </a:pPr>
                      <a:endParaRPr lang="en-US" sz="800" b="1"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Perform a visual inspection to determine if the flaps/slats mechanism is free of contamination.</a:t>
                      </a:r>
                      <a:endParaRPr lang="en-US" sz="800" b="1"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If necessary, perform decontamination.</a:t>
                      </a:r>
                      <a:endParaRPr lang="en-US" sz="800" b="1"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Y ELEC PUMP pb .............................. AUTO F/O</a:t>
                      </a:r>
                    </a:p>
                    <a:p>
                      <a:pPr marL="0" marR="0" lvl="0" indent="0" algn="l" rtl="0">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G ELEC PUMP pb .............................. AUTO F/O</a:t>
                      </a:r>
                    </a:p>
                    <a:p>
                      <a:pPr marL="0" marR="0" lvl="0" indent="0" algn="l" rtl="0">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Y ELEC PUMP pb (guarded) ................. ON F/O</a:t>
                      </a:r>
                    </a:p>
                    <a:p>
                      <a:pPr marL="0" marR="0" lvl="0" indent="0" algn="l" rtl="0">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G ELEC PUMP pb (guarded) ................. ON F/O</a:t>
                      </a:r>
                    </a:p>
                    <a:p>
                      <a:pPr marL="0" marR="0" lvl="0" indent="0" algn="l" rtl="0">
                        <a:spcBef>
                          <a:spcPts val="0"/>
                        </a:spcBef>
                        <a:spcAft>
                          <a:spcPts val="0"/>
                        </a:spcAft>
                        <a:buNone/>
                      </a:pPr>
                      <a:endParaRPr lang="en-US" sz="800" b="1"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SLATS / FLAPS .......................... RETRACT F/O</a:t>
                      </a:r>
                    </a:p>
                    <a:p>
                      <a:pPr marL="0" marR="0" lvl="0" indent="0" algn="l" rtl="0">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Monitor slats/flaps retraction on ECAM upper display</a:t>
                      </a:r>
                      <a:endParaRPr lang="en-US" sz="800" b="1"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When slats and flaps are retracted:</a:t>
                      </a:r>
                    </a:p>
                    <a:p>
                      <a:pPr marL="0" marR="0" lvl="0" indent="0" algn="l" rtl="0">
                        <a:spcBef>
                          <a:spcPts val="0"/>
                        </a:spcBef>
                        <a:spcAft>
                          <a:spcPts val="0"/>
                        </a:spcAft>
                        <a:buNone/>
                      </a:pPr>
                      <a:endParaRPr lang="en-US" sz="8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Y ELEC PUMP pb (guarded) ............ AUTO F/O</a:t>
                      </a:r>
                    </a:p>
                    <a:p>
                      <a:pPr marL="0" marR="0" lvl="0" indent="0" algn="l" rtl="0">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G ELEC PUMP pb (guarded) ............ AUTO F/O</a:t>
                      </a:r>
                    </a:p>
                    <a:p>
                      <a:pPr marL="0" marR="0" lvl="0" indent="0" algn="l" rtl="0">
                        <a:spcBef>
                          <a:spcPts val="0"/>
                        </a:spcBef>
                        <a:spcAft>
                          <a:spcPts val="0"/>
                        </a:spcAft>
                        <a:buNone/>
                      </a:pPr>
                      <a:endParaRPr lang="en-US" sz="800" b="1"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NORMAL PROCEDURE .............. RESUME ALL</a:t>
                      </a:r>
                      <a:endParaRPr sz="600" b="1" dirty="0">
                        <a:solidFill>
                          <a:schemeClr val="bg1"/>
                        </a:solidFill>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2"/>
                  </a:ext>
                </a:extLst>
              </a:tr>
            </a:tbl>
          </a:graphicData>
        </a:graphic>
      </p:graphicFrame>
      <p:pic>
        <p:nvPicPr>
          <p:cNvPr id="2" name="그래픽 1" descr="집 Wi-Fi에서 작업 단색으로 채워진">
            <a:hlinkClick r:id="" action="ppaction://hlinkshowjump?jump=firstslide"/>
            <a:extLst>
              <a:ext uri="{FF2B5EF4-FFF2-40B4-BE49-F238E27FC236}">
                <a16:creationId xmlns:a16="http://schemas.microsoft.com/office/drawing/2014/main" id="{2536B5C3-9E66-28BE-B890-12A13404EB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0954" y="508605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38281712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graphicFrame>
        <p:nvGraphicFramePr>
          <p:cNvPr id="414" name="Google Shape;414;p33"/>
          <p:cNvGraphicFramePr/>
          <p:nvPr>
            <p:extLst>
              <p:ext uri="{D42A27DB-BD31-4B8C-83A1-F6EECF244321}">
                <p14:modId xmlns:p14="http://schemas.microsoft.com/office/powerpoint/2010/main" val="3335867734"/>
              </p:ext>
            </p:extLst>
          </p:nvPr>
        </p:nvGraphicFramePr>
        <p:xfrm>
          <a:off x="0" y="7749"/>
          <a:ext cx="2326511" cy="5472240"/>
        </p:xfrm>
        <a:graphic>
          <a:graphicData uri="http://schemas.openxmlformats.org/drawingml/2006/table">
            <a:tbl>
              <a:tblPr firstRow="1" bandRow="1">
                <a:noFill/>
                <a:tableStyleId>{A521BE36-7E6F-4EC9-8D66-1CF97A6895EC}</a:tableStyleId>
              </a:tblPr>
              <a:tblGrid>
                <a:gridCol w="2326511">
                  <a:extLst>
                    <a:ext uri="{9D8B030D-6E8A-4147-A177-3AD203B41FA5}">
                      <a16:colId xmlns:a16="http://schemas.microsoft.com/office/drawing/2014/main" val="20000"/>
                    </a:ext>
                  </a:extLst>
                </a:gridCol>
              </a:tblGrid>
              <a:tr h="315307">
                <a:tc>
                  <a:txBody>
                    <a:bodyPr/>
                    <a:lstStyle/>
                    <a:p>
                      <a:pPr marL="0" marR="0" lvl="0" indent="0" algn="l" rtl="0">
                        <a:spcBef>
                          <a:spcPts val="0"/>
                        </a:spcBef>
                        <a:spcAft>
                          <a:spcPts val="0"/>
                        </a:spcAft>
                        <a:buNone/>
                      </a:pPr>
                      <a:r>
                        <a:rPr lang="en-US" sz="1100" dirty="0">
                          <a:latin typeface="Arial" panose="020B0604020202020204" pitchFamily="34" charset="0"/>
                          <a:cs typeface="Arial" panose="020B0604020202020204" pitchFamily="34" charset="0"/>
                        </a:rPr>
                        <a:t>ENG ON Deicing in </a:t>
                      </a:r>
                      <a:r>
                        <a:rPr lang="en-US" sz="1100" dirty="0">
                          <a:solidFill>
                            <a:srgbClr val="00B050"/>
                          </a:solidFill>
                          <a:latin typeface="Arial" panose="020B0604020202020204" pitchFamily="34" charset="0"/>
                          <a:cs typeface="Arial" panose="020B0604020202020204" pitchFamily="34" charset="0"/>
                        </a:rPr>
                        <a:t>ICN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TOBT- 40min CTC KE ICN (</a:t>
                      </a:r>
                      <a:r>
                        <a:rPr kumimoji="0" lang="ko-KR" altLang="en-US" sz="800" b="1" i="0" u="none" strike="noStrike" kern="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sym typeface="Helvetica Neue"/>
                        </a:rPr>
                        <a:t>사전신청</a:t>
                      </a:r>
                      <a:r>
                        <a:rPr kumimoji="0" lang="en-US" altLang="ko-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a:t>
                      </a:r>
                      <a:r>
                        <a:rPr kumimoji="0" lang="ko-KR" altLang="en-US" sz="800" b="1" i="0" u="none" strike="noStrike" kern="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sym typeface="Helvetica Neue"/>
                        </a:rPr>
                        <a:t> 결과확인</a:t>
                      </a:r>
                      <a:r>
                        <a:rPr kumimoji="0" lang="en-US" altLang="ko-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a:t>
                      </a:r>
                      <a:endPar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0"/>
                  </a:ext>
                </a:extLst>
              </a:tr>
              <a:tr h="434920">
                <a:tc>
                  <a:txBody>
                    <a:bodyPr/>
                    <a:lstStyle/>
                    <a:p>
                      <a:pPr marL="0" marR="0" lvl="0" indent="0" algn="l" rtl="0">
                        <a:spcBef>
                          <a:spcPts val="0"/>
                        </a:spcBef>
                        <a:spcAft>
                          <a:spcPts val="0"/>
                        </a:spcAft>
                        <a:buNone/>
                      </a:pPr>
                      <a:r>
                        <a:rPr lang="en-US" sz="700" dirty="0">
                          <a:solidFill>
                            <a:srgbClr val="0070C0"/>
                          </a:solidFill>
                          <a:latin typeface="Arial" panose="020B0604020202020204" pitchFamily="34" charset="0"/>
                          <a:ea typeface="Helvetica Neue"/>
                          <a:cs typeface="Arial" panose="020B0604020202020204" pitchFamily="34" charset="0"/>
                          <a:sym typeface="Helvetica Neue"/>
                        </a:rPr>
                        <a:t>ICN Deicing </a:t>
                      </a:r>
                      <a:r>
                        <a:rPr lang="en-US" sz="700" dirty="0">
                          <a:latin typeface="Arial" panose="020B0604020202020204" pitchFamily="34" charset="0"/>
                          <a:ea typeface="Helvetica Neue"/>
                          <a:cs typeface="Arial" panose="020B0604020202020204" pitchFamily="34" charset="0"/>
                          <a:sym typeface="Helvetica Neue"/>
                        </a:rPr>
                        <a:t>”Deicing Required ENG On Deicing”</a:t>
                      </a:r>
                      <a:endParaRPr sz="7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700" dirty="0">
                          <a:solidFill>
                            <a:srgbClr val="0070C0"/>
                          </a:solidFill>
                          <a:latin typeface="Arial" panose="020B0604020202020204" pitchFamily="34" charset="0"/>
                          <a:ea typeface="Helvetica Neue"/>
                          <a:cs typeface="Arial" panose="020B0604020202020204" pitchFamily="34" charset="0"/>
                          <a:sym typeface="Helvetica Neue"/>
                        </a:rPr>
                        <a:t>ICN Apron </a:t>
                      </a:r>
                      <a:r>
                        <a:rPr lang="en-US" sz="700" dirty="0">
                          <a:latin typeface="Arial" panose="020B0604020202020204" pitchFamily="34" charset="0"/>
                          <a:ea typeface="Helvetica Neue"/>
                          <a:cs typeface="Arial" panose="020B0604020202020204" pitchFamily="34" charset="0"/>
                          <a:sym typeface="Helvetica Neue"/>
                        </a:rPr>
                        <a:t>“Req Pushback Deicing Zone xx”</a:t>
                      </a:r>
                      <a:r>
                        <a:rPr lang="ko-KR" altLang="en-US" sz="700" dirty="0">
                          <a:latin typeface="Arial" panose="020B0604020202020204" pitchFamily="34" charset="0"/>
                          <a:ea typeface="Helvetica Neue"/>
                          <a:cs typeface="Arial" panose="020B0604020202020204" pitchFamily="34" charset="0"/>
                          <a:sym typeface="Helvetica Neue"/>
                        </a:rPr>
                        <a:t> </a:t>
                      </a:r>
                      <a:r>
                        <a:rPr lang="en-US" sz="700" b="1" dirty="0">
                          <a:solidFill>
                            <a:srgbClr val="00B050"/>
                          </a:solidFill>
                          <a:latin typeface="Arial" panose="020B0604020202020204" pitchFamily="34" charset="0"/>
                          <a:ea typeface="Helvetica Neue"/>
                          <a:cs typeface="Arial" panose="020B0604020202020204" pitchFamily="34" charset="0"/>
                          <a:sym typeface="Helvetica Neue"/>
                        </a:rPr>
                        <a:t>SQ2000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700" dirty="0">
                          <a:solidFill>
                            <a:srgbClr val="0070C0"/>
                          </a:solidFill>
                          <a:latin typeface="Arial" panose="020B0604020202020204" pitchFamily="34" charset="0"/>
                          <a:ea typeface="Helvetica Neue"/>
                          <a:cs typeface="Arial" panose="020B0604020202020204" pitchFamily="34" charset="0"/>
                          <a:sym typeface="Helvetica Neue"/>
                        </a:rPr>
                        <a:t>Pad Control </a:t>
                      </a:r>
                      <a:r>
                        <a:rPr kumimoji="0" lang="en-US" sz="7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Arrange</a:t>
                      </a:r>
                      <a:r>
                        <a:rPr kumimoji="0" lang="en-US" altLang="ko-Kore-KR" sz="7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 Deicing Pad No. </a:t>
                      </a:r>
                      <a:r>
                        <a:rPr kumimoji="0" lang="en-US" altLang="ko-Kore-KR" sz="700" b="1" i="0" u="none" strike="noStrike" kern="0" cap="none" spc="0" normalizeH="0" baseline="0" noProof="0" dirty="0">
                          <a:ln>
                            <a:noFill/>
                          </a:ln>
                          <a:solidFill>
                            <a:srgbClr val="AA47F5"/>
                          </a:solidFill>
                          <a:effectLst/>
                          <a:uLnTx/>
                          <a:uFillTx/>
                          <a:latin typeface="Arial" panose="020B0604020202020204" pitchFamily="34" charset="0"/>
                          <a:ea typeface="Helvetica Neue"/>
                          <a:cs typeface="Arial" panose="020B0604020202020204" pitchFamily="34" charset="0"/>
                          <a:sym typeface="Helvetica Neue"/>
                        </a:rPr>
                        <a:t>REQ FULL BODY</a:t>
                      </a:r>
                      <a:endParaRPr lang="en-US" sz="700" b="1" dirty="0">
                        <a:solidFill>
                          <a:srgbClr val="AA47F5"/>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700" dirty="0">
                          <a:solidFill>
                            <a:srgbClr val="0070C0"/>
                          </a:solidFill>
                          <a:latin typeface="Arial" panose="020B0604020202020204" pitchFamily="34" charset="0"/>
                          <a:ea typeface="Helvetica Neue"/>
                          <a:cs typeface="Arial" panose="020B0604020202020204" pitchFamily="34" charset="0"/>
                          <a:sym typeface="Helvetica Neue"/>
                        </a:rPr>
                        <a:t>Ice Man</a:t>
                      </a:r>
                      <a:r>
                        <a:rPr lang="en-US" sz="700" dirty="0">
                          <a:latin typeface="Arial" panose="020B0604020202020204" pitchFamily="34" charset="0"/>
                          <a:ea typeface="Helvetica Neue"/>
                          <a:cs typeface="Arial" panose="020B0604020202020204" pitchFamily="34" charset="0"/>
                          <a:sym typeface="Helvetica Neue"/>
                        </a:rPr>
                        <a:t> Manage Deicing Process</a:t>
                      </a:r>
                      <a:endParaRPr sz="7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1"/>
                  </a:ext>
                </a:extLst>
              </a:tr>
              <a:tr h="1936734">
                <a:tc>
                  <a:txBody>
                    <a:bodyPr/>
                    <a:lstStyle/>
                    <a:p>
                      <a:pPr marL="0" marR="0" lvl="0" indent="0" algn="l" rtl="0">
                        <a:spcBef>
                          <a:spcPts val="0"/>
                        </a:spcBef>
                        <a:spcAft>
                          <a:spcPts val="0"/>
                        </a:spcAft>
                        <a:buNone/>
                      </a:pPr>
                      <a:r>
                        <a:rPr lang="en-US" sz="800" b="1" dirty="0">
                          <a:solidFill>
                            <a:srgbClr val="C00000"/>
                          </a:solidFill>
                          <a:latin typeface="Arial" panose="020B0604020202020204" pitchFamily="34" charset="0"/>
                          <a:ea typeface="Helvetica Neue"/>
                          <a:cs typeface="Arial" panose="020B0604020202020204" pitchFamily="34" charset="0"/>
                          <a:sym typeface="Helvetica Neue"/>
                        </a:rPr>
                        <a:t>Gate </a:t>
                      </a:r>
                      <a:r>
                        <a:rPr lang="ko-KR" altLang="en-US" sz="800" b="1" dirty="0" err="1">
                          <a:solidFill>
                            <a:srgbClr val="C00000"/>
                          </a:solidFill>
                          <a:latin typeface="Arial" panose="020B0604020202020204" pitchFamily="34" charset="0"/>
                          <a:ea typeface="Helvetica Neue"/>
                          <a:cs typeface="Arial" panose="020B0604020202020204" pitchFamily="34" charset="0"/>
                          <a:sym typeface="Helvetica Neue"/>
                        </a:rPr>
                        <a:t>시동후</a:t>
                      </a:r>
                      <a:r>
                        <a:rPr lang="ko-KR" altLang="en-US" sz="800" b="1" dirty="0">
                          <a:solidFill>
                            <a:srgbClr val="C00000"/>
                          </a:solidFill>
                          <a:latin typeface="Arial" panose="020B0604020202020204" pitchFamily="34" charset="0"/>
                          <a:ea typeface="Helvetica Neue"/>
                          <a:cs typeface="Arial" panose="020B0604020202020204" pitchFamily="34" charset="0"/>
                          <a:sym typeface="Helvetica Neue"/>
                        </a:rPr>
                        <a:t> </a:t>
                      </a:r>
                      <a:r>
                        <a:rPr lang="en-US" altLang="ko-KR" sz="800" b="1" dirty="0">
                          <a:solidFill>
                            <a:srgbClr val="C00000"/>
                          </a:solidFill>
                          <a:latin typeface="Arial" panose="020B0604020202020204" pitchFamily="34" charset="0"/>
                          <a:ea typeface="Helvetica Neue"/>
                          <a:cs typeface="Arial" panose="020B0604020202020204" pitchFamily="34" charset="0"/>
                          <a:sym typeface="Helvetica Neue"/>
                        </a:rPr>
                        <a:t>(FLAP UP, FLT CTL CHK </a:t>
                      </a:r>
                      <a:r>
                        <a:rPr lang="ko-KR" altLang="en-US" sz="800" b="1" dirty="0">
                          <a:solidFill>
                            <a:srgbClr val="C00000"/>
                          </a:solidFill>
                          <a:latin typeface="Arial" panose="020B0604020202020204" pitchFamily="34" charset="0"/>
                          <a:ea typeface="Helvetica Neue"/>
                          <a:cs typeface="Arial" panose="020B0604020202020204" pitchFamily="34" charset="0"/>
                          <a:sym typeface="Helvetica Neue"/>
                        </a:rPr>
                        <a:t>없이</a:t>
                      </a:r>
                      <a:r>
                        <a:rPr lang="en-US" altLang="ko-KR" sz="800" b="1" dirty="0">
                          <a:solidFill>
                            <a:srgbClr val="C00000"/>
                          </a:solidFill>
                          <a:latin typeface="Arial" panose="020B0604020202020204" pitchFamily="34" charset="0"/>
                          <a:ea typeface="Helvetica Neue"/>
                          <a:cs typeface="Arial" panose="020B0604020202020204" pitchFamily="34" charset="0"/>
                          <a:sym typeface="Helvetica Neue"/>
                        </a:rPr>
                        <a:t>)</a:t>
                      </a:r>
                      <a:endParaRPr lang="en-US" sz="900" b="1" dirty="0">
                        <a:solidFill>
                          <a:srgbClr val="C0000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PARKING BRAKE --------------</a:t>
                      </a:r>
                      <a:r>
                        <a:rPr lang="en-US" altLang="ko-KR" sz="900" b="1" dirty="0">
                          <a:solidFill>
                            <a:srgbClr val="0070C0"/>
                          </a:solidFill>
                          <a:latin typeface="Arial" panose="020B0604020202020204" pitchFamily="34" charset="0"/>
                          <a:ea typeface="Helvetica Neue"/>
                          <a:cs typeface="Arial" panose="020B0604020202020204" pitchFamily="34" charset="0"/>
                          <a:sym typeface="Helvetica Neue"/>
                        </a:rPr>
                        <a:t>------</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SET </a:t>
                      </a:r>
                      <a:endParaRPr dirty="0">
                        <a:solidFill>
                          <a:srgbClr val="0070C0"/>
                        </a:solidFill>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700" b="0" dirty="0">
                          <a:latin typeface="Arial" panose="020B0604020202020204" pitchFamily="34" charset="0"/>
                          <a:ea typeface="Helvetica Neue"/>
                          <a:cs typeface="Arial" panose="020B0604020202020204" pitchFamily="34" charset="0"/>
                          <a:sym typeface="Helvetica Neue"/>
                        </a:rPr>
                        <a:t>Report Parking Brake SET - &gt; Ice Man</a:t>
                      </a:r>
                      <a:endParaRPr sz="4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BROADBAND XMT </a:t>
                      </a:r>
                      <a:r>
                        <a:rPr lang="en-US" sz="900" b="1" dirty="0" err="1">
                          <a:solidFill>
                            <a:srgbClr val="0070C0"/>
                          </a:solidFill>
                          <a:latin typeface="Arial" panose="020B0604020202020204" pitchFamily="34" charset="0"/>
                          <a:ea typeface="Helvetica Neue"/>
                          <a:cs typeface="Arial" panose="020B0604020202020204" pitchFamily="34" charset="0"/>
                          <a:sym typeface="Helvetica Neue"/>
                        </a:rPr>
                        <a:t>sw</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altLang="ko-Kore-KR" sz="900" b="1" i="0" kern="1200" dirty="0">
                          <a:solidFill>
                            <a:srgbClr val="0070C0"/>
                          </a:solidFill>
                          <a:latin typeface="Arial" panose="020B0604020202020204" pitchFamily="34" charset="0"/>
                          <a:ea typeface="Helvetica Neue"/>
                          <a:cs typeface="Arial" panose="020B0604020202020204" pitchFamily="34" charset="0"/>
                          <a:sym typeface="Helvetica Neue"/>
                        </a:rPr>
                        <a:t>----------------</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OFF </a:t>
                      </a:r>
                    </a:p>
                    <a:p>
                      <a:pPr marL="0" marR="0" lvl="0" indent="0" algn="l" rtl="0">
                        <a:spcBef>
                          <a:spcPts val="0"/>
                        </a:spcBef>
                        <a:spcAft>
                          <a:spcPts val="0"/>
                        </a:spcAft>
                        <a:buNone/>
                      </a:pPr>
                      <a:r>
                        <a:rPr lang="en-US" sz="900" b="1" dirty="0">
                          <a:solidFill>
                            <a:schemeClr val="bg1"/>
                          </a:solidFill>
                          <a:latin typeface="Arial" panose="020B0604020202020204" pitchFamily="34" charset="0"/>
                          <a:ea typeface="Helvetica Neue"/>
                          <a:cs typeface="Arial" panose="020B0604020202020204" pitchFamily="34" charset="0"/>
                          <a:sym typeface="Helvetica Neue"/>
                        </a:rPr>
                        <a:t>COMMUNICATION with GND </a:t>
                      </a:r>
                      <a:r>
                        <a:rPr lang="en-US" sz="900" b="1" i="0" kern="1200" dirty="0">
                          <a:solidFill>
                            <a:schemeClr val="bg1"/>
                          </a:solidFill>
                          <a:latin typeface="Arial" panose="020B0604020202020204" pitchFamily="34" charset="0"/>
                          <a:ea typeface="Helvetica Neue"/>
                          <a:cs typeface="Arial" panose="020B0604020202020204" pitchFamily="34" charset="0"/>
                          <a:sym typeface="Helvetica Neue"/>
                        </a:rPr>
                        <a:t>------ </a:t>
                      </a:r>
                      <a:r>
                        <a:rPr lang="en-US" sz="900" b="1" dirty="0">
                          <a:solidFill>
                            <a:schemeClr val="bg1"/>
                          </a:solidFill>
                          <a:latin typeface="Arial" panose="020B0604020202020204" pitchFamily="34" charset="0"/>
                          <a:ea typeface="Helvetica Neue"/>
                          <a:cs typeface="Arial" panose="020B0604020202020204" pitchFamily="34" charset="0"/>
                          <a:sym typeface="Helvetica Neue"/>
                        </a:rPr>
                        <a:t>ESTAB</a:t>
                      </a:r>
                    </a:p>
                    <a:p>
                      <a:pPr marL="0" marR="0" lvl="0" indent="0" algn="l" rtl="0">
                        <a:spcBef>
                          <a:spcPts val="0"/>
                        </a:spcBef>
                        <a:spcAft>
                          <a:spcPts val="0"/>
                        </a:spcAft>
                        <a:buNone/>
                      </a:pPr>
                      <a:r>
                        <a:rPr lang="en-US" sz="900" b="1" dirty="0">
                          <a:solidFill>
                            <a:schemeClr val="bg1"/>
                          </a:solidFill>
                          <a:latin typeface="Arial" panose="020B0604020202020204" pitchFamily="34" charset="0"/>
                          <a:ea typeface="Helvetica Neue"/>
                          <a:cs typeface="Arial" panose="020B0604020202020204" pitchFamily="34" charset="0"/>
                          <a:sym typeface="Helvetica Neue"/>
                        </a:rPr>
                        <a:t>DE/ANTI-ICING FLUID TYPE ------ CHECK</a:t>
                      </a:r>
                    </a:p>
                    <a:p>
                      <a:pPr marL="0" marR="0" lvl="0" indent="0" algn="l" rtl="0">
                        <a:spcBef>
                          <a:spcPts val="0"/>
                        </a:spcBef>
                        <a:spcAft>
                          <a:spcPts val="0"/>
                        </a:spcAft>
                        <a:buNone/>
                      </a:pPr>
                      <a:r>
                        <a:rPr lang="en-US" sz="900" b="1" dirty="0">
                          <a:solidFill>
                            <a:schemeClr val="bg1"/>
                          </a:solidFill>
                          <a:latin typeface="Arial" panose="020B0604020202020204" pitchFamily="34" charset="0"/>
                          <a:ea typeface="Helvetica Neue"/>
                          <a:cs typeface="Arial" panose="020B0604020202020204" pitchFamily="34" charset="0"/>
                          <a:sym typeface="Helvetica Neue"/>
                        </a:rPr>
                        <a:t>CABIN PRESS MODE SEL ---- CHK AUTO</a:t>
                      </a: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 1 &amp; 2 BLEED ------------------------- OFF</a:t>
                      </a:r>
                    </a:p>
                    <a:p>
                      <a:pPr marL="0" marR="0" lvl="0" indent="0" algn="l" rtl="0">
                        <a:spcBef>
                          <a:spcPts val="0"/>
                        </a:spcBef>
                        <a:spcAft>
                          <a:spcPts val="0"/>
                        </a:spcAft>
                        <a:buNone/>
                      </a:pPr>
                      <a:r>
                        <a:rPr lang="en-US" sz="700" b="1" dirty="0">
                          <a:solidFill>
                            <a:srgbClr val="0070C0"/>
                          </a:solidFill>
                          <a:latin typeface="Arial" panose="020B0604020202020204" pitchFamily="34" charset="0"/>
                          <a:ea typeface="Helvetica Neue"/>
                          <a:cs typeface="Arial" panose="020B0604020202020204" pitchFamily="34" charset="0"/>
                          <a:sym typeface="Helvetica Neue"/>
                        </a:rPr>
                        <a:t>Note</a:t>
                      </a:r>
                      <a:r>
                        <a:rPr lang="en-US" sz="700" b="1" dirty="0">
                          <a:solidFill>
                            <a:schemeClr val="bg1"/>
                          </a:solidFill>
                          <a:latin typeface="Arial" panose="020B0604020202020204" pitchFamily="34" charset="0"/>
                          <a:ea typeface="Helvetica Neue"/>
                          <a:cs typeface="Arial" panose="020B0604020202020204" pitchFamily="34" charset="0"/>
                          <a:sym typeface="Helvetica Neue"/>
                        </a:rPr>
                        <a:t> : </a:t>
                      </a:r>
                      <a:r>
                        <a:rPr lang="en-US" sz="700" b="1" dirty="0">
                          <a:solidFill>
                            <a:schemeClr val="accent5"/>
                          </a:solidFill>
                          <a:latin typeface="Arial" panose="020B0604020202020204" pitchFamily="34" charset="0"/>
                          <a:ea typeface="Helvetica Neue"/>
                          <a:cs typeface="Arial" panose="020B0604020202020204" pitchFamily="34" charset="0"/>
                          <a:sym typeface="Helvetica Neue"/>
                        </a:rPr>
                        <a:t>AIR ENG 1+2 BLEED FAULT </a:t>
                      </a:r>
                      <a:r>
                        <a:rPr lang="en-US" sz="700" b="0" dirty="0">
                          <a:solidFill>
                            <a:schemeClr val="bg1"/>
                          </a:solidFill>
                          <a:latin typeface="Arial" panose="020B0604020202020204" pitchFamily="34" charset="0"/>
                          <a:ea typeface="Helvetica Neue"/>
                          <a:cs typeface="Arial" panose="020B0604020202020204" pitchFamily="34" charset="0"/>
                          <a:sym typeface="Helvetica Neue"/>
                        </a:rPr>
                        <a:t>– Disregard</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APU BLEED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DITCHING pb -------------------------------- 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a:t>
                      </a: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 </a:t>
                      </a:r>
                      <a:r>
                        <a:rPr kumimoji="0" lang="en-US" altLang="ko-Kore-KR" sz="700" b="1" i="0" u="none" strike="noStrike" kern="1200" cap="none" spc="0" normalizeH="0" baseline="0" noProof="0" dirty="0">
                          <a:ln>
                            <a:noFill/>
                          </a:ln>
                          <a:solidFill>
                            <a:schemeClr val="accent5"/>
                          </a:solidFill>
                          <a:effectLst/>
                          <a:uLnTx/>
                          <a:uFillTx/>
                          <a:latin typeface="Arial" panose="020B0604020202020204" pitchFamily="34" charset="0"/>
                          <a:ea typeface="Helvetica Neue"/>
                          <a:cs typeface="Arial" panose="020B0604020202020204" pitchFamily="34" charset="0"/>
                          <a:sym typeface="Helvetica Neue"/>
                        </a:rPr>
                        <a:t>CAB PR FWD OFV NOT OPEN, CAB PR AFT OFV NOT OPEN, COND LAV + GAL VENT FALUT </a:t>
                      </a:r>
                      <a:r>
                        <a:rPr kumimoji="0" lang="en-US" altLang="ko-Kore-KR" sz="7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–Disregard</a:t>
                      </a:r>
                      <a:endParaRPr lang="en-US" sz="700" b="0"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THRUST LEVERS ----------------- CHK IDLE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“A/C PREPARED FOR SPRAYING”</a:t>
                      </a:r>
                      <a:endParaRPr sz="700" b="0" dirty="0">
                        <a:solidFill>
                          <a:srgbClr val="00B050"/>
                        </a:solidFill>
                        <a:latin typeface="Arial" panose="020B0604020202020204" pitchFamily="34" charset="0"/>
                        <a:ea typeface="Helvetica Neue"/>
                        <a:cs typeface="Arial" panose="020B0604020202020204" pitchFamily="34" charset="0"/>
                        <a:sym typeface="Helvetica Neue"/>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Report Ready for Deicing - &gt; Ice Man</a:t>
                      </a:r>
                      <a:endParaRPr kumimoji="0" lang="en-US" altLang="ko-Kore-KR"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txBody>
                  <a:tcPr marL="36000" marR="36000" marT="36000" marB="36000"/>
                </a:tc>
                <a:extLst>
                  <a:ext uri="{0D108BD9-81ED-4DB2-BD59-A6C34878D82A}">
                    <a16:rowId xmlns:a16="http://schemas.microsoft.com/office/drawing/2014/main" val="10002"/>
                  </a:ext>
                </a:extLst>
              </a:tr>
              <a:tr h="182403">
                <a:tc>
                  <a:txBody>
                    <a:bodyPr/>
                    <a:lstStyle/>
                    <a:p>
                      <a:pPr marL="0" marR="0" lvl="0" indent="0" algn="l" rtl="0">
                        <a:spcBef>
                          <a:spcPts val="0"/>
                        </a:spcBef>
                        <a:spcAft>
                          <a:spcPts val="0"/>
                        </a:spcAft>
                        <a:buNone/>
                      </a:pPr>
                      <a:r>
                        <a:rPr lang="en-US" sz="900" b="1" dirty="0">
                          <a:latin typeface="Arial" panose="020B0604020202020204" pitchFamily="34" charset="0"/>
                          <a:ea typeface="Helvetica Neue"/>
                          <a:cs typeface="Arial" panose="020B0604020202020204" pitchFamily="34" charset="0"/>
                          <a:sym typeface="Helvetica Neue"/>
                        </a:rPr>
                        <a:t>START</a:t>
                      </a:r>
                      <a:r>
                        <a:rPr lang="ko-KR" altLang="en-US" sz="900" b="1" dirty="0">
                          <a:latin typeface="Arial" panose="020B0604020202020204" pitchFamily="34" charset="0"/>
                          <a:ea typeface="Helvetica Neue"/>
                          <a:cs typeface="Arial" panose="020B0604020202020204" pitchFamily="34" charset="0"/>
                          <a:sym typeface="Helvetica Neue"/>
                        </a:rPr>
                        <a:t> </a:t>
                      </a:r>
                      <a:r>
                        <a:rPr lang="en-US" altLang="ko-KR" sz="900" b="1" dirty="0">
                          <a:latin typeface="Arial" panose="020B0604020202020204" pitchFamily="34" charset="0"/>
                          <a:ea typeface="Helvetica Neue"/>
                          <a:cs typeface="Arial" panose="020B0604020202020204" pitchFamily="34" charset="0"/>
                          <a:sym typeface="Helvetica Neue"/>
                        </a:rPr>
                        <a:t>SPRAY</a:t>
                      </a:r>
                      <a:r>
                        <a:rPr lang="en-US" sz="900" b="1" dirty="0">
                          <a:latin typeface="Arial" panose="020B0604020202020204" pitchFamily="34" charset="0"/>
                          <a:ea typeface="Helvetica Neue"/>
                          <a:cs typeface="Arial" panose="020B0604020202020204" pitchFamily="34" charset="0"/>
                          <a:sym typeface="Helvetica Neue"/>
                        </a:rPr>
                        <a:t>  </a:t>
                      </a:r>
                      <a:r>
                        <a:rPr lang="en-US" sz="800" b="1" dirty="0">
                          <a:solidFill>
                            <a:srgbClr val="7030A0"/>
                          </a:solidFill>
                          <a:latin typeface="Arial" panose="020B0604020202020204" pitchFamily="34" charset="0"/>
                          <a:ea typeface="Helvetica Neue"/>
                          <a:cs typeface="Arial" panose="020B0604020202020204" pitchFamily="34" charset="0"/>
                          <a:sym typeface="Helvetica Neue"/>
                        </a:rPr>
                        <a:t>REQ DCL(CTC DEL)</a:t>
                      </a:r>
                      <a:endParaRPr sz="900" b="1" dirty="0">
                        <a:solidFill>
                          <a:srgbClr val="7030A0"/>
                        </a:solidFill>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3"/>
                  </a:ext>
                </a:extLst>
              </a:tr>
              <a:tr h="846922">
                <a:tc>
                  <a:txBody>
                    <a:bodyPr/>
                    <a:lstStyle/>
                    <a:p>
                      <a:pPr marL="0" marR="0" lvl="0" indent="0" algn="l" rtl="0">
                        <a:spcBef>
                          <a:spcPts val="0"/>
                        </a:spcBef>
                        <a:spcAft>
                          <a:spcPts val="0"/>
                        </a:spcAft>
                        <a:buNone/>
                      </a:pPr>
                      <a:r>
                        <a:rPr lang="en-US" sz="900" b="1" dirty="0">
                          <a:latin typeface="Arial" panose="020B0604020202020204" pitchFamily="34" charset="0"/>
                          <a:ea typeface="Helvetica Neue"/>
                          <a:cs typeface="Arial" panose="020B0604020202020204" pitchFamily="34" charset="0"/>
                          <a:sym typeface="Helvetica Neue"/>
                        </a:rPr>
                        <a:t>UPON COMPLETE SPRAY</a:t>
                      </a:r>
                      <a:r>
                        <a:rPr lang="en-US" sz="800" b="1" dirty="0">
                          <a:solidFill>
                            <a:srgbClr val="00B050"/>
                          </a:solidFill>
                          <a:latin typeface="Arial" panose="020B0604020202020204" pitchFamily="34" charset="0"/>
                          <a:ea typeface="Helvetica Neue"/>
                          <a:cs typeface="Arial" panose="020B0604020202020204" pitchFamily="34" charset="0"/>
                          <a:sym typeface="Helvetica Neue"/>
                        </a:rPr>
                        <a:t>(TIME CHK 1분)</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700" b="0" dirty="0" err="1">
                          <a:latin typeface="Arial" panose="020B0604020202020204" pitchFamily="34" charset="0"/>
                          <a:ea typeface="Helvetica Neue"/>
                          <a:cs typeface="Arial" panose="020B0604020202020204" pitchFamily="34" charset="0"/>
                          <a:sym typeface="Helvetica Neue"/>
                        </a:rPr>
                        <a:t>용액과</a:t>
                      </a:r>
                      <a:r>
                        <a:rPr lang="en-US" sz="700" b="0" dirty="0">
                          <a:latin typeface="Arial" panose="020B0604020202020204" pitchFamily="34" charset="0"/>
                          <a:ea typeface="Helvetica Neue"/>
                          <a:cs typeface="Arial" panose="020B0604020202020204" pitchFamily="34" charset="0"/>
                          <a:sym typeface="Helvetica Neue"/>
                        </a:rPr>
                        <a:t> </a:t>
                      </a:r>
                      <a:r>
                        <a:rPr lang="en-US" sz="700" b="0" dirty="0" err="1">
                          <a:latin typeface="Arial" panose="020B0604020202020204" pitchFamily="34" charset="0"/>
                          <a:ea typeface="Helvetica Neue"/>
                          <a:cs typeface="Arial" panose="020B0604020202020204" pitchFamily="34" charset="0"/>
                          <a:sym typeface="Helvetica Neue"/>
                        </a:rPr>
                        <a:t>마지막</a:t>
                      </a:r>
                      <a:r>
                        <a:rPr lang="en-US" sz="700" b="0" dirty="0">
                          <a:latin typeface="Arial" panose="020B0604020202020204" pitchFamily="34" charset="0"/>
                          <a:ea typeface="Helvetica Neue"/>
                          <a:cs typeface="Arial" panose="020B0604020202020204" pitchFamily="34" charset="0"/>
                          <a:sym typeface="Helvetica Neue"/>
                        </a:rPr>
                        <a:t> </a:t>
                      </a:r>
                      <a:r>
                        <a:rPr lang="en-US" sz="700" b="0" dirty="0" err="1">
                          <a:latin typeface="Arial" panose="020B0604020202020204" pitchFamily="34" charset="0"/>
                          <a:ea typeface="Helvetica Neue"/>
                          <a:cs typeface="Arial" panose="020B0604020202020204" pitchFamily="34" charset="0"/>
                          <a:sym typeface="Helvetica Neue"/>
                        </a:rPr>
                        <a:t>용액</a:t>
                      </a:r>
                      <a:r>
                        <a:rPr lang="en-US" sz="700" b="0" dirty="0">
                          <a:latin typeface="Arial" panose="020B0604020202020204" pitchFamily="34" charset="0"/>
                          <a:ea typeface="Helvetica Neue"/>
                          <a:cs typeface="Arial" panose="020B0604020202020204" pitchFamily="34" charset="0"/>
                          <a:sym typeface="Helvetica Neue"/>
                        </a:rPr>
                        <a:t> </a:t>
                      </a:r>
                      <a:r>
                        <a:rPr lang="en-US" sz="700" b="0" dirty="0" err="1">
                          <a:latin typeface="Arial" panose="020B0604020202020204" pitchFamily="34" charset="0"/>
                          <a:ea typeface="Helvetica Neue"/>
                          <a:cs typeface="Arial" panose="020B0604020202020204" pitchFamily="34" charset="0"/>
                          <a:sym typeface="Helvetica Neue"/>
                        </a:rPr>
                        <a:t>뿌린</a:t>
                      </a:r>
                      <a:r>
                        <a:rPr lang="en-US" sz="700" b="0" dirty="0">
                          <a:latin typeface="Arial" panose="020B0604020202020204" pitchFamily="34" charset="0"/>
                          <a:ea typeface="Helvetica Neue"/>
                          <a:cs typeface="Arial" panose="020B0604020202020204" pitchFamily="34" charset="0"/>
                          <a:sym typeface="Helvetica Neue"/>
                        </a:rPr>
                        <a:t> </a:t>
                      </a:r>
                      <a:r>
                        <a:rPr lang="en-US" sz="700" b="0" dirty="0" err="1">
                          <a:latin typeface="Arial" panose="020B0604020202020204" pitchFamily="34" charset="0"/>
                          <a:ea typeface="Helvetica Neue"/>
                          <a:cs typeface="Arial" panose="020B0604020202020204" pitchFamily="34" charset="0"/>
                          <a:sym typeface="Helvetica Neue"/>
                        </a:rPr>
                        <a:t>시간</a:t>
                      </a:r>
                      <a:r>
                        <a:rPr lang="en-US" sz="700" b="0" dirty="0">
                          <a:latin typeface="Arial" panose="020B0604020202020204" pitchFamily="34" charset="0"/>
                          <a:ea typeface="Helvetica Neue"/>
                          <a:cs typeface="Arial" panose="020B0604020202020204" pitchFamily="34" charset="0"/>
                          <a:sym typeface="Helvetica Neue"/>
                        </a:rPr>
                        <a:t> </a:t>
                      </a:r>
                      <a:r>
                        <a:rPr lang="en-US" sz="700" b="0" dirty="0" err="1">
                          <a:latin typeface="Arial" panose="020B0604020202020204" pitchFamily="34" charset="0"/>
                          <a:ea typeface="Helvetica Neue"/>
                          <a:cs typeface="Arial" panose="020B0604020202020204" pitchFamily="34" charset="0"/>
                          <a:sym typeface="Helvetica Neue"/>
                        </a:rPr>
                        <a:t>받고</a:t>
                      </a:r>
                      <a:r>
                        <a:rPr lang="en-US" sz="700" b="0" dirty="0">
                          <a:latin typeface="Arial" panose="020B0604020202020204" pitchFamily="34" charset="0"/>
                          <a:ea typeface="Helvetica Neue"/>
                          <a:cs typeface="Arial" panose="020B0604020202020204" pitchFamily="34" charset="0"/>
                          <a:sym typeface="Helvetica Neue"/>
                        </a:rPr>
                        <a:t> </a:t>
                      </a:r>
                      <a:r>
                        <a:rPr lang="en-US" sz="700" b="0" dirty="0" err="1">
                          <a:latin typeface="Arial" panose="020B0604020202020204" pitchFamily="34" charset="0"/>
                          <a:ea typeface="Helvetica Neue"/>
                          <a:cs typeface="Arial" panose="020B0604020202020204" pitchFamily="34" charset="0"/>
                          <a:sym typeface="Helvetica Neue"/>
                        </a:rPr>
                        <a:t>적는다</a:t>
                      </a:r>
                      <a:r>
                        <a:rPr lang="en-US" sz="700" b="0" dirty="0">
                          <a:latin typeface="Arial" panose="020B0604020202020204" pitchFamily="34" charset="0"/>
                          <a:ea typeface="Helvetica Neue"/>
                          <a:cs typeface="Arial" panose="020B0604020202020204" pitchFamily="34" charset="0"/>
                          <a:sym typeface="Helvetica Neue"/>
                        </a:rPr>
                        <a:t>. </a:t>
                      </a:r>
                      <a:endParaRPr sz="4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700" b="0" dirty="0">
                          <a:latin typeface="Arial" panose="020B0604020202020204" pitchFamily="34" charset="0"/>
                          <a:ea typeface="Helvetica Neue"/>
                          <a:cs typeface="Arial" panose="020B0604020202020204" pitchFamily="34" charset="0"/>
                          <a:sym typeface="Helvetica Neue"/>
                        </a:rPr>
                        <a:t>Holdover Time </a:t>
                      </a:r>
                      <a:r>
                        <a:rPr lang="en-US" sz="700" b="0" dirty="0" err="1">
                          <a:latin typeface="Arial" panose="020B0604020202020204" pitchFamily="34" charset="0"/>
                          <a:ea typeface="Helvetica Neue"/>
                          <a:cs typeface="Arial" panose="020B0604020202020204" pitchFamily="34" charset="0"/>
                          <a:sym typeface="Helvetica Neue"/>
                        </a:rPr>
                        <a:t>결정</a:t>
                      </a:r>
                      <a:r>
                        <a:rPr lang="en-US" sz="700" b="0" dirty="0">
                          <a:latin typeface="Arial" panose="020B0604020202020204" pitchFamily="34" charset="0"/>
                          <a:ea typeface="Helvetica Neue"/>
                          <a:cs typeface="Arial" panose="020B0604020202020204" pitchFamily="34" charset="0"/>
                          <a:sym typeface="Helvetica Neue"/>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PITOT STATICS (GND Crew) ---------- CHK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EQUIPMENT ------------------- REMOVE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DITCHING pb ------------------------------- OFF</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OUTFLOW V/V - CHK OPEN(ECAM press)</a:t>
                      </a:r>
                      <a:endParaRPr kumimoji="0" lang="en-US" altLang="ko-Kore-KR" sz="1400" b="0" i="0" u="none" strike="noStrike" kern="0" cap="none" spc="0" normalizeH="0" baseline="0" noProof="0" dirty="0">
                        <a:ln>
                          <a:noFill/>
                        </a:ln>
                        <a:solidFill>
                          <a:srgbClr val="0070C0"/>
                        </a:solidFill>
                        <a:effectLst/>
                        <a:uLnTx/>
                        <a:uFillTx/>
                        <a:latin typeface="Arial" panose="020B0604020202020204" pitchFamily="34" charset="0"/>
                        <a:cs typeface="Arial" panose="020B0604020202020204" pitchFamily="34" charset="0"/>
                        <a:sym typeface="Arial"/>
                      </a:endParaRPr>
                    </a:p>
                  </a:txBody>
                  <a:tcPr marL="36000" marR="36000" marT="36000" marB="36000"/>
                </a:tc>
                <a:extLst>
                  <a:ext uri="{0D108BD9-81ED-4DB2-BD59-A6C34878D82A}">
                    <a16:rowId xmlns:a16="http://schemas.microsoft.com/office/drawing/2014/main" val="10004"/>
                  </a:ext>
                </a:extLst>
              </a:tr>
              <a:tr h="901306">
                <a:tc>
                  <a:txBody>
                    <a:bodyPr/>
                    <a:lstStyle/>
                    <a:p>
                      <a:pPr marL="0" marR="0" lvl="0" indent="0" algn="l" rtl="0">
                        <a:lnSpc>
                          <a:spcPct val="100000"/>
                        </a:lnSpc>
                        <a:spcBef>
                          <a:spcPts val="0"/>
                        </a:spcBef>
                        <a:spcAft>
                          <a:spcPts val="0"/>
                        </a:spcAft>
                        <a:buClr>
                          <a:srgbClr val="00B050"/>
                        </a:buClr>
                        <a:buSzPts val="800"/>
                        <a:buFont typeface="Helvetica Neue"/>
                        <a:buNone/>
                      </a:pPr>
                      <a:r>
                        <a:rPr lang="en-US" sz="800" b="1" i="0" u="none" strike="noStrike" cap="none" dirty="0">
                          <a:solidFill>
                            <a:srgbClr val="00B050"/>
                          </a:solidFill>
                          <a:latin typeface="Arial" panose="020B0604020202020204" pitchFamily="34" charset="0"/>
                          <a:ea typeface="Helvetica Neue"/>
                          <a:cs typeface="Arial" panose="020B0604020202020204" pitchFamily="34" charset="0"/>
                          <a:sym typeface="Helvetica Neue"/>
                        </a:rPr>
                        <a:t>TIME CHECK 1분후 </a:t>
                      </a:r>
                      <a:endParaRPr sz="800" b="1" i="0" u="none" strike="noStrike" cap="none" dirty="0">
                        <a:solidFill>
                          <a:srgbClr val="00B05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Clr>
                          <a:schemeClr val="dk1"/>
                        </a:buClr>
                        <a:buSzPts val="900"/>
                        <a:buFont typeface="Helvetica Neue"/>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 1 &amp; 2 BLEED -</a:t>
                      </a:r>
                      <a:r>
                        <a:rPr lang="en-US" altLang="ko-KR" sz="900" b="1" dirty="0">
                          <a:solidFill>
                            <a:srgbClr val="0070C0"/>
                          </a:solidFill>
                          <a:latin typeface="Arial" panose="020B0604020202020204" pitchFamily="34" charset="0"/>
                          <a:ea typeface="Helvetica Neue"/>
                          <a:cs typeface="Arial" panose="020B0604020202020204" pitchFamily="34" charset="0"/>
                          <a:sym typeface="Helvetica Neue"/>
                        </a:rPr>
                        <a:t>----------------</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ON</a:t>
                      </a:r>
                    </a:p>
                    <a:p>
                      <a:pPr marL="0" marR="0" lvl="0" indent="0" algn="l" rtl="0">
                        <a:lnSpc>
                          <a:spcPct val="100000"/>
                        </a:lnSpc>
                        <a:spcBef>
                          <a:spcPts val="0"/>
                        </a:spcBef>
                        <a:spcAft>
                          <a:spcPts val="0"/>
                        </a:spcAft>
                        <a:buClr>
                          <a:schemeClr val="dk1"/>
                        </a:buClr>
                        <a:buSzPts val="900"/>
                        <a:buFont typeface="Helvetica Neue"/>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BROADBAND XMT </a:t>
                      </a:r>
                      <a:r>
                        <a:rPr lang="en-US" sz="900" b="1" dirty="0" err="1">
                          <a:solidFill>
                            <a:srgbClr val="0070C0"/>
                          </a:solidFill>
                          <a:latin typeface="Arial" panose="020B0604020202020204" pitchFamily="34" charset="0"/>
                          <a:ea typeface="Helvetica Neue"/>
                          <a:cs typeface="Arial" panose="020B0604020202020204" pitchFamily="34" charset="0"/>
                          <a:sym typeface="Helvetica Neue"/>
                        </a:rPr>
                        <a:t>sw</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 ON</a:t>
                      </a:r>
                    </a:p>
                    <a:p>
                      <a:pPr marL="0" marR="0" lvl="0" indent="0" algn="l" rtl="0">
                        <a:lnSpc>
                          <a:spcPct val="100000"/>
                        </a:lnSpc>
                        <a:spcBef>
                          <a:spcPts val="0"/>
                        </a:spcBef>
                        <a:spcAft>
                          <a:spcPts val="0"/>
                        </a:spcAft>
                        <a:buClr>
                          <a:schemeClr val="dk1"/>
                        </a:buClr>
                        <a:buSzPts val="900"/>
                        <a:buFont typeface="Helvetica Neue"/>
                        <a:buNone/>
                      </a:pPr>
                      <a:r>
                        <a:rPr lang="en-US" sz="900" b="1" dirty="0">
                          <a:solidFill>
                            <a:srgbClr val="00B050"/>
                          </a:solidFill>
                          <a:latin typeface="Arial" panose="020B0604020202020204" pitchFamily="34" charset="0"/>
                          <a:ea typeface="Helvetica Neue"/>
                          <a:cs typeface="Arial" panose="020B0604020202020204" pitchFamily="34" charset="0"/>
                          <a:sym typeface="Helvetica Neue"/>
                        </a:rPr>
                        <a:t>5</a:t>
                      </a:r>
                      <a:r>
                        <a:rPr lang="ko-KR" altLang="en-US" sz="900" b="1" dirty="0" err="1">
                          <a:solidFill>
                            <a:srgbClr val="00B050"/>
                          </a:solidFill>
                          <a:latin typeface="Arial" panose="020B0604020202020204" pitchFamily="34" charset="0"/>
                          <a:ea typeface="Helvetica Neue"/>
                          <a:cs typeface="Arial" panose="020B0604020202020204" pitchFamily="34" charset="0"/>
                          <a:sym typeface="Helvetica Neue"/>
                        </a:rPr>
                        <a:t>분후</a:t>
                      </a:r>
                      <a:r>
                        <a:rPr lang="ko-KR" altLang="en-US" sz="900" b="1" dirty="0">
                          <a:solidFill>
                            <a:srgbClr val="00B050"/>
                          </a:solidFill>
                          <a:latin typeface="Arial" panose="020B0604020202020204" pitchFamily="34" charset="0"/>
                          <a:ea typeface="Helvetica Neue"/>
                          <a:cs typeface="Arial" panose="020B0604020202020204" pitchFamily="34" charset="0"/>
                          <a:sym typeface="Helvetica Neue"/>
                        </a:rPr>
                        <a:t> </a:t>
                      </a:r>
                      <a:endParaRPr lang="en-US" altLang="ko-KR" sz="900" b="1" dirty="0">
                        <a:solidFill>
                          <a:srgbClr val="00B05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Clr>
                          <a:schemeClr val="dk1"/>
                        </a:buClr>
                        <a:buSzPts val="900"/>
                        <a:buFont typeface="Helvetica Neue"/>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APU BLEED -------------------------- AS RQRD </a:t>
                      </a:r>
                    </a:p>
                    <a:p>
                      <a:pPr marL="0" marR="0" lvl="0" indent="0" algn="l" rtl="0">
                        <a:lnSpc>
                          <a:spcPct val="100000"/>
                        </a:lnSpc>
                        <a:spcBef>
                          <a:spcPts val="0"/>
                        </a:spcBef>
                        <a:spcAft>
                          <a:spcPts val="0"/>
                        </a:spcAft>
                        <a:buClr>
                          <a:schemeClr val="dk1"/>
                        </a:buClr>
                        <a:buSzPts val="900"/>
                        <a:buFont typeface="Helvetica Neue"/>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NORMAL PROCEDURE ----------- RESUME</a:t>
                      </a:r>
                    </a:p>
                    <a:p>
                      <a:pPr marL="0" marR="0" lvl="0" indent="0" algn="l" rtl="0">
                        <a:lnSpc>
                          <a:spcPct val="100000"/>
                        </a:lnSpc>
                        <a:spcBef>
                          <a:spcPts val="0"/>
                        </a:spcBef>
                        <a:spcAft>
                          <a:spcPts val="0"/>
                        </a:spcAft>
                        <a:buClr>
                          <a:schemeClr val="dk1"/>
                        </a:buClr>
                        <a:buSzPts val="900"/>
                        <a:buFont typeface="Helvetica Neue"/>
                        <a:buNone/>
                      </a:pPr>
                      <a:r>
                        <a:rPr lang="en-US" sz="800" b="1" dirty="0">
                          <a:solidFill>
                            <a:srgbClr val="7030A0"/>
                          </a:solidFill>
                          <a:latin typeface="Arial" panose="020B0604020202020204" pitchFamily="34" charset="0"/>
                          <a:cs typeface="Arial" panose="020B0604020202020204" pitchFamily="34" charset="0"/>
                        </a:rPr>
                        <a:t>FLT CONTROL CHK, FLAPS UP </a:t>
                      </a:r>
                      <a:endParaRPr sz="800" b="1" dirty="0">
                        <a:solidFill>
                          <a:srgbClr val="7030A0"/>
                        </a:solidFill>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5"/>
                  </a:ext>
                </a:extLst>
              </a:tr>
              <a:tr h="18240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0000"/>
                          </a:solidFill>
                          <a:effectLst/>
                          <a:highlight>
                            <a:srgbClr val="FFFF00"/>
                          </a:highlight>
                          <a:uLnTx/>
                          <a:uFillTx/>
                          <a:latin typeface="Arial" panose="020B0604020202020204" pitchFamily="34" charset="0"/>
                          <a:ea typeface="Helvetica Neue"/>
                          <a:cs typeface="Arial" panose="020B0604020202020204" pitchFamily="34" charset="0"/>
                          <a:sym typeface="Helvetica Neue"/>
                        </a:rPr>
                        <a:t>DECISION TREE next page</a:t>
                      </a:r>
                      <a:endParaRPr kumimoji="0" lang="en-US" altLang="ko-Kore-KR"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txBody>
                  <a:tcPr marL="36000" marR="36000" marT="36000" marB="36000"/>
                </a:tc>
                <a:extLst>
                  <a:ext uri="{0D108BD9-81ED-4DB2-BD59-A6C34878D82A}">
                    <a16:rowId xmlns:a16="http://schemas.microsoft.com/office/drawing/2014/main" val="871598603"/>
                  </a:ext>
                </a:extLst>
              </a:tr>
            </a:tbl>
          </a:graphicData>
        </a:graphic>
      </p:graphicFrame>
      <p:sp>
        <p:nvSpPr>
          <p:cNvPr id="5" name="직사각형 4">
            <a:hlinkClick r:id="" action="ppaction://hlinkshowjump?jump=firstslide"/>
            <a:extLst>
              <a:ext uri="{FF2B5EF4-FFF2-40B4-BE49-F238E27FC236}">
                <a16:creationId xmlns:a16="http://schemas.microsoft.com/office/drawing/2014/main" id="{FE7F3A02-AA51-DBC3-F6F5-0AAFB47EC18F}"/>
              </a:ext>
            </a:extLst>
          </p:cNvPr>
          <p:cNvSpPr/>
          <p:nvPr/>
        </p:nvSpPr>
        <p:spPr>
          <a:xfrm>
            <a:off x="1078668" y="4176885"/>
            <a:ext cx="894198" cy="276999"/>
          </a:xfrm>
          <a:prstGeom prst="rect">
            <a:avLst/>
          </a:prstGeom>
          <a:noFill/>
        </p:spPr>
        <p:txBody>
          <a:bodyPr wrap="square" lIns="0" tIns="0" rIns="0" bIns="0">
            <a:spAutoFit/>
          </a:bodyPr>
          <a:lstStyle/>
          <a:p>
            <a:pPr algn="ctr"/>
            <a:r>
              <a:rPr lang="en-US" altLang="ko-KR" sz="1800" b="1" cap="none" spc="0" dirty="0">
                <a:ln w="0"/>
                <a:solidFill>
                  <a:srgbClr val="AA47F5"/>
                </a:solidFill>
                <a:effectLst>
                  <a:reflection blurRad="6350" stA="53000" endA="300" endPos="35500" dir="5400000" sy="-90000" algn="bl" rotWithShape="0"/>
                </a:effectLst>
                <a:latin typeface="Britannic Bold" panose="020B0903060703020204" pitchFamily="34" charset="0"/>
                <a:ea typeface="HeadLineA" pitchFamily="2" charset="-127"/>
                <a:hlinkClick r:id="rId3" action="ppaction://hlinksldjump">
                  <a:extLst>
                    <a:ext uri="{A12FA001-AC4F-418D-AE19-62706E023703}">
                      <ahyp:hlinkClr xmlns:ahyp="http://schemas.microsoft.com/office/drawing/2018/hyperlinkcolor" val="tx"/>
                    </a:ext>
                  </a:extLst>
                </a:hlinkClick>
              </a:rPr>
              <a:t>Cold Wx</a:t>
            </a:r>
            <a:endParaRPr lang="en-US" altLang="ko-KR" sz="1800" b="1" cap="none" spc="0" dirty="0">
              <a:ln w="0"/>
              <a:solidFill>
                <a:srgbClr val="AA47F5"/>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3" name="그래픽 2" descr="집 Wi-Fi에서 작업 단색으로 채워진">
            <a:hlinkClick r:id="" action="ppaction://hlinkshowjump?jump=firstslide"/>
            <a:extLst>
              <a:ext uri="{FF2B5EF4-FFF2-40B4-BE49-F238E27FC236}">
                <a16:creationId xmlns:a16="http://schemas.microsoft.com/office/drawing/2014/main" id="{D3CA9FD4-B981-CDD0-942F-FC439F849B9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2588" y="511255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4" name="Google Shape;424;p34"/>
          <p:cNvSpPr/>
          <p:nvPr/>
        </p:nvSpPr>
        <p:spPr>
          <a:xfrm>
            <a:off x="178231" y="2526223"/>
            <a:ext cx="759416" cy="348713"/>
          </a:xfrm>
          <a:prstGeom prst="frame">
            <a:avLst>
              <a:gd name="adj1" fmla="val 12500"/>
            </a:avLst>
          </a:prstGeom>
          <a:solidFill>
            <a:srgbClr val="00B0F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25" name="Google Shape;425;p34"/>
          <p:cNvSpPr/>
          <p:nvPr/>
        </p:nvSpPr>
        <p:spPr>
          <a:xfrm>
            <a:off x="1164430" y="2545838"/>
            <a:ext cx="850349" cy="406589"/>
          </a:xfrm>
          <a:prstGeom prst="frame">
            <a:avLst>
              <a:gd name="adj1" fmla="val 12500"/>
            </a:avLst>
          </a:prstGeom>
          <a:solidFill>
            <a:srgbClr val="00B0F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2" name="그림 1">
            <a:extLst>
              <a:ext uri="{FF2B5EF4-FFF2-40B4-BE49-F238E27FC236}">
                <a16:creationId xmlns:a16="http://schemas.microsoft.com/office/drawing/2014/main" id="{A7687D0D-8717-8A42-EC79-38E080108ABA}"/>
              </a:ext>
            </a:extLst>
          </p:cNvPr>
          <p:cNvPicPr>
            <a:picLocks noChangeAspect="1"/>
          </p:cNvPicPr>
          <p:nvPr/>
        </p:nvPicPr>
        <p:blipFill>
          <a:blip r:embed="rId3"/>
          <a:stretch>
            <a:fillRect/>
          </a:stretch>
        </p:blipFill>
        <p:spPr>
          <a:xfrm>
            <a:off x="0" y="279203"/>
            <a:ext cx="2328863" cy="4389011"/>
          </a:xfrm>
          <a:prstGeom prst="rect">
            <a:avLst/>
          </a:prstGeom>
        </p:spPr>
      </p:pic>
      <p:sp>
        <p:nvSpPr>
          <p:cNvPr id="4" name="직사각형 3">
            <a:extLst>
              <a:ext uri="{FF2B5EF4-FFF2-40B4-BE49-F238E27FC236}">
                <a16:creationId xmlns:a16="http://schemas.microsoft.com/office/drawing/2014/main" id="{2834F9B4-A3F9-8E74-8FCA-4558DBC4CA92}"/>
              </a:ext>
            </a:extLst>
          </p:cNvPr>
          <p:cNvSpPr/>
          <p:nvPr/>
        </p:nvSpPr>
        <p:spPr>
          <a:xfrm>
            <a:off x="168333" y="2786062"/>
            <a:ext cx="679020" cy="285751"/>
          </a:xfrm>
          <a:prstGeom prst="rect">
            <a:avLst/>
          </a:prstGeom>
          <a:noFill/>
          <a:ln w="47625"/>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ko-Kore-KR" altLang="en-US"/>
          </a:p>
        </p:txBody>
      </p:sp>
      <p:sp>
        <p:nvSpPr>
          <p:cNvPr id="5" name="직사각형 4">
            <a:extLst>
              <a:ext uri="{FF2B5EF4-FFF2-40B4-BE49-F238E27FC236}">
                <a16:creationId xmlns:a16="http://schemas.microsoft.com/office/drawing/2014/main" id="{61A8D325-7FFC-E9C0-0360-CA6286DAF7BD}"/>
              </a:ext>
            </a:extLst>
          </p:cNvPr>
          <p:cNvSpPr/>
          <p:nvPr/>
        </p:nvSpPr>
        <p:spPr>
          <a:xfrm>
            <a:off x="1170547" y="2809551"/>
            <a:ext cx="1022583" cy="285751"/>
          </a:xfrm>
          <a:prstGeom prst="rect">
            <a:avLst/>
          </a:prstGeom>
          <a:noFill/>
          <a:ln w="47625"/>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ko-Kore-KR" altLang="en-US"/>
          </a:p>
        </p:txBody>
      </p:sp>
      <p:pic>
        <p:nvPicPr>
          <p:cNvPr id="6" name="그래픽 5" descr="집 Wi-Fi에서 작업 단색으로 채워진">
            <a:hlinkClick r:id="" action="ppaction://hlinkshowjump?jump=firstslide"/>
            <a:extLst>
              <a:ext uri="{FF2B5EF4-FFF2-40B4-BE49-F238E27FC236}">
                <a16:creationId xmlns:a16="http://schemas.microsoft.com/office/drawing/2014/main" id="{A907B538-5DA4-6C49-F1EC-F2EA24F5DE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0954" y="5086053"/>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30" name="Google Shape;430;p35"/>
              <p:cNvGraphicFramePr/>
              <p:nvPr>
                <p:extLst>
                  <p:ext uri="{D42A27DB-BD31-4B8C-83A1-F6EECF244321}">
                    <p14:modId xmlns:p14="http://schemas.microsoft.com/office/powerpoint/2010/main" val="90455386"/>
                  </p:ext>
                </p:extLst>
              </p:nvPr>
            </p:nvGraphicFramePr>
            <p:xfrm>
              <a:off x="8056" y="-4101"/>
              <a:ext cx="2332393" cy="5325894"/>
            </p:xfrm>
            <a:graphic>
              <a:graphicData uri="http://schemas.openxmlformats.org/drawingml/2006/table">
                <a:tbl>
                  <a:tblPr firstRow="1" bandRow="1">
                    <a:noFill/>
                    <a:tableStyleId>{A521BE36-7E6F-4EC9-8D66-1CF97A6895EC}</a:tableStyleId>
                  </a:tblPr>
                  <a:tblGrid>
                    <a:gridCol w="2332393">
                      <a:extLst>
                        <a:ext uri="{9D8B030D-6E8A-4147-A177-3AD203B41FA5}">
                          <a16:colId xmlns:a16="http://schemas.microsoft.com/office/drawing/2014/main" val="20000"/>
                        </a:ext>
                      </a:extLst>
                    </a:gridCol>
                  </a:tblGrid>
                  <a:tr h="348428">
                    <a:tc>
                      <a:txBody>
                        <a:bodyPr/>
                        <a:lstStyle/>
                        <a:p>
                          <a:pPr marL="0" marR="0" lvl="0" indent="0" algn="l" rtl="0">
                            <a:spcBef>
                              <a:spcPts val="0"/>
                            </a:spcBef>
                            <a:spcAft>
                              <a:spcPts val="0"/>
                            </a:spcAft>
                            <a:buNone/>
                          </a:pPr>
                          <a:r>
                            <a:rPr lang="en-US" sz="1100" dirty="0">
                              <a:latin typeface="Arial" panose="020B0604020202020204" pitchFamily="34" charset="0"/>
                              <a:cs typeface="Arial" panose="020B0604020202020204" pitchFamily="34" charset="0"/>
                            </a:rPr>
                            <a:t>ENG OFF Deicing in </a:t>
                          </a:r>
                          <a:r>
                            <a:rPr lang="en-US" sz="1100" dirty="0">
                              <a:solidFill>
                                <a:srgbClr val="00B050"/>
                              </a:solidFill>
                              <a:latin typeface="Arial" panose="020B0604020202020204" pitchFamily="34" charset="0"/>
                              <a:cs typeface="Arial" panose="020B0604020202020204" pitchFamily="34" charset="0"/>
                            </a:rPr>
                            <a:t>GMP...</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TOBT- 20min CTC KE GMP (</a:t>
                          </a:r>
                          <a:r>
                            <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맑은 고딕" panose="020B0503020000020004" pitchFamily="34" charset="-127"/>
                              <a:cs typeface="Arial" panose="020B0604020202020204" pitchFamily="34" charset="0"/>
                              <a:sym typeface="Helvetica Neue"/>
                            </a:rPr>
                            <a:t>PAD, New TOBT</a:t>
                          </a:r>
                          <a:r>
                            <a:rPr kumimoji="0" lang="en-US" altLang="ko-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a:t>
                          </a:r>
                          <a:endPar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0"/>
                      </a:ext>
                    </a:extLst>
                  </a:tr>
                  <a:tr h="42186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REQ DCL</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Deicing </a:t>
                          </a:r>
                          <a:r>
                            <a:rPr kumimoji="0" lang="en-US" altLang="ko-Kore-KR" sz="8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“Deicing Required </a:t>
                          </a:r>
                          <a:r>
                            <a:rPr kumimoji="0" lang="en-US" altLang="ko-Kore-KR" sz="800" b="0" i="0" u="none" strike="noStrike" kern="0" cap="none" spc="0" normalizeH="0" baseline="0" noProof="0" dirty="0" err="1">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PADxxx</a:t>
                          </a:r>
                          <a:r>
                            <a:rPr kumimoji="0" lang="en-US" altLang="ko-Kore-KR" sz="8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 </a:t>
                          </a:r>
                          <a14:m>
                            <m:oMath xmlns:m="http://schemas.openxmlformats.org/officeDocument/2006/math">
                              <m:r>
                                <a:rPr kumimoji="0" lang="en-US" altLang="ko-Kore-KR" sz="800" b="0" i="1" u="none" strike="noStrike" kern="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Helvetica Neue"/>
                                  <a:sym typeface="Helvetica Neue"/>
                                </a:rPr>
                                <m:t>±</m:t>
                              </m:r>
                            </m:oMath>
                          </a14:m>
                          <a:r>
                            <a:rPr kumimoji="0" lang="en-US" altLang="ko-Kore-KR" sz="700" b="0" i="0" u="none" strike="noStrike" kern="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5min TOBT</a:t>
                          </a:r>
                          <a:endParaRPr lang="en-US" sz="800" dirty="0">
                            <a:solidFill>
                              <a:srgbClr val="C0000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800" dirty="0">
                              <a:solidFill>
                                <a:srgbClr val="0070C0"/>
                              </a:solidFill>
                              <a:latin typeface="Arial" panose="020B0604020202020204" pitchFamily="34" charset="0"/>
                              <a:ea typeface="Helvetica Neue"/>
                              <a:cs typeface="Arial" panose="020B0604020202020204" pitchFamily="34" charset="0"/>
                              <a:sym typeface="Helvetica Neue"/>
                            </a:rPr>
                            <a:t>Apron</a:t>
                          </a:r>
                          <a:r>
                            <a:rPr lang="en-US" sz="800" dirty="0">
                              <a:latin typeface="Arial" panose="020B0604020202020204" pitchFamily="34" charset="0"/>
                              <a:ea typeface="Helvetica Neue"/>
                              <a:cs typeface="Arial" panose="020B0604020202020204" pitchFamily="34" charset="0"/>
                              <a:sym typeface="Helvetica Neue"/>
                            </a:rPr>
                            <a:t> ”Req Pushback Deicing </a:t>
                          </a:r>
                          <a:r>
                            <a:rPr lang="en-US" sz="800" dirty="0" err="1">
                              <a:latin typeface="Arial" panose="020B0604020202020204" pitchFamily="34" charset="0"/>
                              <a:ea typeface="Helvetica Neue"/>
                              <a:cs typeface="Arial" panose="020B0604020202020204" pitchFamily="34" charset="0"/>
                              <a:sym typeface="Helvetica Neue"/>
                            </a:rPr>
                            <a:t>PADxxx</a:t>
                          </a:r>
                          <a:r>
                            <a:rPr lang="en-US" sz="800" dirty="0">
                              <a:latin typeface="Arial" panose="020B0604020202020204" pitchFamily="34" charset="0"/>
                              <a:ea typeface="Helvetica Neue"/>
                              <a:cs typeface="Arial" panose="020B0604020202020204" pitchFamily="34" charset="0"/>
                              <a:sym typeface="Helvetica Neue"/>
                            </a:rPr>
                            <a:t>”  </a:t>
                          </a:r>
                          <a:endParaRPr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1"/>
                      </a:ext>
                    </a:extLst>
                  </a:tr>
                  <a:tr h="1938622">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Gate </a:t>
                          </a:r>
                          <a:r>
                            <a:rPr kumimoji="0" lang="ko-KR" altLang="en-US" sz="700" b="1" i="0" u="none" strike="noStrike" kern="1200" cap="none" spc="0" normalizeH="0" baseline="0" noProof="0" dirty="0" err="1">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시동후</a:t>
                          </a:r>
                          <a:r>
                            <a:rPr kumimoji="0" lang="ko-KR" altLang="en-US"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R"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(FLAP UP, FLT CTL CHK, APU OFF </a:t>
                          </a:r>
                          <a:r>
                            <a:rPr kumimoji="0" lang="ko-KR" altLang="en-US"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없이</a:t>
                          </a:r>
                          <a:r>
                            <a:rPr kumimoji="0" lang="en-US" altLang="ko-KR"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a:t>
                          </a:r>
                          <a:endParaRPr lang="en-US" sz="8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Engine anti-ice </a:t>
                          </a:r>
                          <a:r>
                            <a:rPr lang="en-US" sz="900" b="1" dirty="0" err="1">
                              <a:solidFill>
                                <a:srgbClr val="0070C0"/>
                              </a:solidFill>
                              <a:latin typeface="Arial" panose="020B0604020202020204" pitchFamily="34" charset="0"/>
                              <a:ea typeface="Helvetica Neue"/>
                              <a:cs typeface="Arial" panose="020B0604020202020204" pitchFamily="34" charset="0"/>
                              <a:sym typeface="Helvetica Neue"/>
                            </a:rPr>
                            <a:t>sw</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 OFF</a:t>
                          </a: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PARKING BRAKE -------------------------- SET </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BROADBAND XMT </a:t>
                          </a:r>
                          <a:r>
                            <a:rPr lang="en-US" sz="900" b="1" dirty="0" err="1">
                              <a:solidFill>
                                <a:srgbClr val="0070C0"/>
                              </a:solidFill>
                              <a:latin typeface="Arial" panose="020B0604020202020204" pitchFamily="34" charset="0"/>
                              <a:ea typeface="Helvetica Neue"/>
                              <a:cs typeface="Arial" panose="020B0604020202020204" pitchFamily="34" charset="0"/>
                              <a:sym typeface="Helvetica Neue"/>
                            </a:rPr>
                            <a:t>sw</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COMMUNICATION with GND ------ ESTAB</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DE/ANTI-ICING FLUID TYPE ------ CHECK</a:t>
                          </a:r>
                        </a:p>
                        <a:p>
                          <a:pPr marL="0" marR="0" lvl="0" indent="0" algn="l" rtl="0">
                            <a:spcBef>
                              <a:spcPts val="0"/>
                            </a:spcBef>
                            <a:spcAft>
                              <a:spcPts val="0"/>
                            </a:spcAft>
                            <a:buNone/>
                          </a:pPr>
                          <a:r>
                            <a:rPr lang="en-US" altLang="ko-Kore-KR" sz="900" b="1" dirty="0">
                              <a:solidFill>
                                <a:schemeClr val="bg1"/>
                              </a:solidFill>
                              <a:latin typeface="Arial" panose="020B0604020202020204" pitchFamily="34" charset="0"/>
                              <a:ea typeface="Helvetica Neue"/>
                              <a:cs typeface="Arial" panose="020B0604020202020204" pitchFamily="34" charset="0"/>
                              <a:sym typeface="Helvetica Neue"/>
                            </a:rPr>
                            <a:t>CABIN PRESS MODE SEL ---- CHK AUTO</a:t>
                          </a: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sz="800" b="1" dirty="0">
                              <a:solidFill>
                                <a:srgbClr val="0070C0"/>
                              </a:solidFill>
                              <a:latin typeface="Arial" panose="020B0604020202020204" pitchFamily="34" charset="0"/>
                              <a:ea typeface="Helvetica Neue"/>
                              <a:cs typeface="Arial" panose="020B0604020202020204" pitchFamily="34" charset="0"/>
                              <a:sym typeface="Helvetica Neue"/>
                            </a:rPr>
                            <a:t>(HL7524-7720) GND COOL ----------- OFF</a:t>
                          </a:r>
                          <a:endParaRPr sz="8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altLang="ko-Kore-KR" sz="900" b="1" dirty="0">
                              <a:solidFill>
                                <a:srgbClr val="0070C0"/>
                              </a:solidFill>
                              <a:latin typeface="Arial" panose="020B0604020202020204" pitchFamily="34" charset="0"/>
                              <a:ea typeface="Helvetica Neue"/>
                              <a:cs typeface="Arial" panose="020B0604020202020204" pitchFamily="34" charset="0"/>
                              <a:sym typeface="Helvetica Neue"/>
                            </a:rPr>
                            <a:t>ENG 1 &amp; 2 BLEED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APU BLEED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DITCHING pb -------------------------------- 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a:t>
                          </a: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 </a:t>
                          </a:r>
                          <a:r>
                            <a:rPr kumimoji="0" lang="en-US" altLang="ko-Kore-KR" sz="600" b="1" i="0" u="none" strike="noStrike" kern="1200" cap="none" spc="0" normalizeH="0" baseline="0" noProof="0" dirty="0">
                              <a:ln>
                                <a:noFill/>
                              </a:ln>
                              <a:solidFill>
                                <a:schemeClr val="accent5"/>
                              </a:solidFill>
                              <a:effectLst/>
                              <a:uLnTx/>
                              <a:uFillTx/>
                              <a:latin typeface="Arial" panose="020B0604020202020204" pitchFamily="34" charset="0"/>
                              <a:ea typeface="Helvetica Neue"/>
                              <a:cs typeface="Arial" panose="020B0604020202020204" pitchFamily="34" charset="0"/>
                              <a:sym typeface="Helvetica Neue"/>
                            </a:rPr>
                            <a:t>CAB PR FWD OFV NOT OPEN, CAB PR AFT OFV NOT OPEN, COND LAV + GAL VENT FALUT </a:t>
                          </a:r>
                          <a:r>
                            <a:rPr kumimoji="0" lang="en-US" altLang="ko-Kore-KR" sz="6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–Disregard</a:t>
                          </a:r>
                          <a:endParaRPr lang="en-US" altLang="ko-Kore-KR" sz="600" b="0"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MASTER </a:t>
                          </a:r>
                          <a:r>
                            <a:rPr kumimoji="0" lang="en-US" altLang="ko-Kore-KR" sz="900" b="1" i="0" u="none" strike="noStrike" kern="1200" cap="none" spc="0" normalizeH="0" baseline="0" noProof="0" dirty="0" err="1">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sw</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SHUTDOWN CHECKLIST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“A/C PREPARED FOR SPRAYING”</a:t>
                          </a:r>
                          <a:endParaRPr lang="en-US" altLang="ko-Kore-KR" sz="700" b="0" dirty="0">
                            <a:solidFill>
                              <a:srgbClr val="00B050"/>
                            </a:solidFill>
                            <a:latin typeface="Arial" panose="020B0604020202020204" pitchFamily="34" charset="0"/>
                            <a:ea typeface="Helvetica Neue"/>
                            <a:cs typeface="Arial" panose="020B0604020202020204" pitchFamily="34" charset="0"/>
                            <a:sym typeface="Helvetica Neue"/>
                          </a:endParaRPr>
                        </a:p>
                      </a:txBody>
                      <a:tcPr marL="36000" marR="36000" marT="0" marB="0"/>
                    </a:tc>
                    <a:extLst>
                      <a:ext uri="{0D108BD9-81ED-4DB2-BD59-A6C34878D82A}">
                        <a16:rowId xmlns:a16="http://schemas.microsoft.com/office/drawing/2014/main" val="10002"/>
                      </a:ext>
                    </a:extLst>
                  </a:tr>
                  <a:tr h="955056">
                    <a:tc>
                      <a:txBody>
                        <a:bodyPr/>
                        <a:lstStyle/>
                        <a:p>
                          <a:pPr marL="0" marR="0" lvl="0" indent="0" algn="l" rtl="0">
                            <a:spcBef>
                              <a:spcPts val="0"/>
                            </a:spcBef>
                            <a:spcAft>
                              <a:spcPts val="0"/>
                            </a:spcAft>
                            <a:buNone/>
                          </a:pPr>
                          <a:r>
                            <a:rPr lang="en-US" altLang="ko-Kore-KR" sz="900" b="1" dirty="0">
                              <a:latin typeface="Arial" panose="020B0604020202020204" pitchFamily="34" charset="0"/>
                              <a:ea typeface="Helvetica Neue"/>
                              <a:cs typeface="Arial" panose="020B0604020202020204" pitchFamily="34" charset="0"/>
                              <a:sym typeface="Helvetica Neue"/>
                            </a:rPr>
                            <a:t>UPON COMPLETE SPRAY</a:t>
                          </a:r>
                          <a:r>
                            <a:rPr lang="en-US" altLang="ko-Kore-KR" sz="800" b="1" dirty="0">
                              <a:solidFill>
                                <a:srgbClr val="00B050"/>
                              </a:solidFill>
                              <a:latin typeface="Arial" panose="020B0604020202020204" pitchFamily="34" charset="0"/>
                              <a:ea typeface="Helvetica Neue"/>
                              <a:cs typeface="Arial" panose="020B0604020202020204" pitchFamily="34" charset="0"/>
                              <a:sym typeface="Helvetica Neue"/>
                            </a:rPr>
                            <a:t>(TIME CHK 1</a:t>
                          </a:r>
                          <a:r>
                            <a:rPr lang="ko-KR" altLang="en-US" sz="800" b="1" dirty="0">
                              <a:solidFill>
                                <a:srgbClr val="00B050"/>
                              </a:solidFill>
                              <a:latin typeface="Arial" panose="020B0604020202020204" pitchFamily="34" charset="0"/>
                              <a:ea typeface="Helvetica Neue"/>
                              <a:cs typeface="Arial" panose="020B0604020202020204" pitchFamily="34" charset="0"/>
                              <a:sym typeface="Helvetica Neue"/>
                            </a:rPr>
                            <a:t>분</a:t>
                          </a:r>
                          <a:r>
                            <a:rPr lang="en-US" altLang="ko-KR" sz="800" b="1" dirty="0">
                              <a:solidFill>
                                <a:srgbClr val="00B050"/>
                              </a:solidFill>
                              <a:latin typeface="Arial" panose="020B0604020202020204" pitchFamily="34" charset="0"/>
                              <a:ea typeface="Helvetica Neue"/>
                              <a:cs typeface="Arial" panose="020B0604020202020204" pitchFamily="34" charset="0"/>
                              <a:sym typeface="Helvetica Neue"/>
                            </a:rPr>
                            <a:t>)</a:t>
                          </a:r>
                          <a:endParaRPr lang="ko-KR" altLang="en-US" sz="6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ko-KR" altLang="en-US" sz="700" b="0" dirty="0">
                              <a:latin typeface="Arial" panose="020B0604020202020204" pitchFamily="34" charset="0"/>
                              <a:ea typeface="Helvetica Neue"/>
                              <a:cs typeface="Arial" panose="020B0604020202020204" pitchFamily="34" charset="0"/>
                              <a:sym typeface="Helvetica Neue"/>
                            </a:rPr>
                            <a:t>용액과 마지막 용액 뿌린 시간 받고 적는다</a:t>
                          </a:r>
                          <a:r>
                            <a:rPr lang="en-US" altLang="ko-KR" sz="700" b="0" dirty="0">
                              <a:latin typeface="Arial" panose="020B0604020202020204" pitchFamily="34" charset="0"/>
                              <a:ea typeface="Helvetica Neue"/>
                              <a:cs typeface="Arial" panose="020B0604020202020204" pitchFamily="34" charset="0"/>
                              <a:sym typeface="Helvetica Neue"/>
                            </a:rPr>
                            <a:t>. </a:t>
                          </a:r>
                          <a:endParaRPr lang="ko-KR" altLang="en-US" sz="4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altLang="ko-Kore-KR" sz="700" b="0" dirty="0">
                              <a:latin typeface="Arial" panose="020B0604020202020204" pitchFamily="34" charset="0"/>
                              <a:ea typeface="Helvetica Neue"/>
                              <a:cs typeface="Arial" panose="020B0604020202020204" pitchFamily="34" charset="0"/>
                              <a:sym typeface="Helvetica Neue"/>
                            </a:rPr>
                            <a:t>Holdover Time </a:t>
                          </a:r>
                          <a:r>
                            <a:rPr lang="ko-KR" altLang="en-US" sz="700" b="0" dirty="0">
                              <a:latin typeface="Arial" panose="020B0604020202020204" pitchFamily="34" charset="0"/>
                              <a:ea typeface="Helvetica Neue"/>
                              <a:cs typeface="Arial" panose="020B0604020202020204" pitchFamily="34" charset="0"/>
                              <a:sym typeface="Helvetica Neue"/>
                            </a:rPr>
                            <a:t>결정</a:t>
                          </a:r>
                          <a:r>
                            <a:rPr lang="en-US" altLang="ko-KR" sz="700" b="0" dirty="0">
                              <a:latin typeface="Arial" panose="020B0604020202020204" pitchFamily="34" charset="0"/>
                              <a:ea typeface="Helvetica Neue"/>
                              <a:cs typeface="Arial" panose="020B0604020202020204" pitchFamily="34" charset="0"/>
                              <a:sym typeface="Helvetica Neue"/>
                            </a:rPr>
                            <a: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(HL7524-7720) GND COOL ----------- OFF</a:t>
                          </a:r>
                          <a:endParaRPr lang="en-US" altLang="ko-KR" sz="800" b="0" dirty="0">
                            <a:latin typeface="Arial" panose="020B0604020202020204" pitchFamily="34" charset="0"/>
                            <a:ea typeface="Helvetica Neue"/>
                            <a:cs typeface="Arial" panose="020B0604020202020204" pitchFamily="34" charset="0"/>
                            <a:sym typeface="Helvetica Neue"/>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PITOT STATICS (GND Crew) ---------- CHK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EQUIPMENT ------------------- REMOVE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DITCHING pb ------------------------------- OFF</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OUTFLOW V/V - CHK OPEN(ECAM press)</a:t>
                          </a:r>
                          <a:endParaRPr kumimoji="0" lang="en-US" altLang="ko-Kore-KR" sz="1400" b="0" i="0" u="none" strike="noStrike" kern="0" cap="none" spc="0" normalizeH="0" baseline="0" noProof="0" dirty="0">
                            <a:ln>
                              <a:noFill/>
                            </a:ln>
                            <a:solidFill>
                              <a:srgbClr val="0070C0"/>
                            </a:solidFill>
                            <a:effectLst/>
                            <a:uLnTx/>
                            <a:uFillTx/>
                            <a:latin typeface="Arial" panose="020B0604020202020204" pitchFamily="34" charset="0"/>
                            <a:cs typeface="Arial" panose="020B0604020202020204" pitchFamily="34" charset="0"/>
                            <a:sym typeface="Arial"/>
                          </a:endParaRPr>
                        </a:p>
                      </a:txBody>
                      <a:tcPr marL="36000" marR="36000" marT="0" marB="0"/>
                    </a:tc>
                    <a:extLst>
                      <a:ext uri="{0D108BD9-81ED-4DB2-BD59-A6C34878D82A}">
                        <a16:rowId xmlns:a16="http://schemas.microsoft.com/office/drawing/2014/main" val="10005"/>
                      </a:ext>
                    </a:extLst>
                  </a:tr>
                  <a:tr h="969311">
                    <a:tc>
                      <a:txBody>
                        <a:bodyPr/>
                        <a:lstStyle/>
                        <a:p>
                          <a:pPr marL="0" marR="0" lvl="0" indent="0" algn="l" defTabSz="116449" rtl="0" eaLnBrk="1" fontAlgn="auto" latinLnBrk="0" hangingPunct="1">
                            <a:lnSpc>
                              <a:spcPct val="100000"/>
                            </a:lnSpc>
                            <a:spcBef>
                              <a:spcPts val="0"/>
                            </a:spcBef>
                            <a:spcAft>
                              <a:spcPts val="0"/>
                            </a:spcAft>
                            <a:buClr>
                              <a:srgbClr val="00B050"/>
                            </a:buClr>
                            <a:buSzPts val="800"/>
                            <a:buFont typeface="Helvetica Neue"/>
                            <a:buNone/>
                            <a:tabLst/>
                            <a:defRPr/>
                          </a:pPr>
                          <a:r>
                            <a:rPr kumimoji="0" lang="en-US" altLang="ko-Kore-KR" sz="8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TIME CHECK 1</a:t>
                          </a:r>
                          <a:r>
                            <a:rPr kumimoji="0" lang="ko-KR" altLang="en-US" sz="800" b="1" i="0" u="none" strike="noStrike" kern="1200" cap="none" spc="0" normalizeH="0" baseline="0" noProof="0" dirty="0" err="1">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분후</a:t>
                          </a:r>
                          <a:r>
                            <a:rPr kumimoji="0" lang="ko-KR" altLang="en-US" sz="8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1 &amp; 2 BLEED -</a:t>
                          </a:r>
                          <a:r>
                            <a:rPr kumimoji="0" lang="en-US" altLang="ko-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ON</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BROADBAND XMT </a:t>
                          </a:r>
                          <a:r>
                            <a:rPr kumimoji="0" lang="en-US" altLang="ko-Kore-KR" sz="900" b="1" i="0" u="none" strike="noStrike" kern="1200" cap="none" spc="0" normalizeH="0" baseline="0" noProof="0" dirty="0" err="1">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sw</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 ON</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5</a:t>
                          </a:r>
                          <a:r>
                            <a:rPr kumimoji="0" lang="ko-KR" altLang="en-US" sz="900" b="1" i="0" u="none" strike="noStrike" kern="1200" cap="none" spc="0" normalizeH="0" baseline="0" noProof="0" dirty="0" err="1">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분후</a:t>
                          </a:r>
                          <a:r>
                            <a:rPr kumimoji="0" lang="ko-KR" altLang="en-US"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APU BLEED ----------------------------------- ON </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NORMAL PROCEDURE ----------- RESUME</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7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 : </a:t>
                          </a:r>
                          <a:r>
                            <a:rPr kumimoji="0" lang="en-US" altLang="ko-Kore-KR" sz="7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INIT B check &amp; re-enter</a:t>
                          </a:r>
                        </a:p>
                        <a:p>
                          <a:pPr marL="0" marR="0" lvl="0" indent="0" algn="l" rtl="0">
                            <a:lnSpc>
                              <a:spcPct val="100000"/>
                            </a:lnSpc>
                            <a:spcBef>
                              <a:spcPts val="0"/>
                            </a:spcBef>
                            <a:spcAft>
                              <a:spcPts val="0"/>
                            </a:spcAft>
                            <a:buClr>
                              <a:srgbClr val="00B050"/>
                            </a:buClr>
                            <a:buSzPts val="800"/>
                            <a:buFont typeface="Helvetica Neue"/>
                            <a:buNone/>
                          </a:pPr>
                          <a:r>
                            <a:rPr lang="en-US" sz="800" b="1" dirty="0">
                              <a:solidFill>
                                <a:srgbClr val="00B050"/>
                              </a:solidFill>
                              <a:latin typeface="Arial" panose="020B0604020202020204" pitchFamily="34" charset="0"/>
                              <a:ea typeface="Helvetica Neue"/>
                              <a:cs typeface="Arial" panose="020B0604020202020204" pitchFamily="34" charset="0"/>
                              <a:sym typeface="Helvetica Neue"/>
                            </a:rPr>
                            <a:t>PREFLT </a:t>
                          </a:r>
                          <a:r>
                            <a:rPr lang="en-US" sz="800" b="1" dirty="0" err="1">
                              <a:solidFill>
                                <a:srgbClr val="00B050"/>
                              </a:solidFill>
                              <a:latin typeface="Arial" panose="020B0604020202020204" pitchFamily="34" charset="0"/>
                              <a:ea typeface="Helvetica Neue"/>
                              <a:cs typeface="Arial" panose="020B0604020202020204" pitchFamily="34" charset="0"/>
                              <a:sym typeface="Helvetica Neue"/>
                            </a:rPr>
                            <a:t>CHKlist</a:t>
                          </a:r>
                          <a:r>
                            <a:rPr lang="en-US" sz="800" b="1" dirty="0">
                              <a:solidFill>
                                <a:srgbClr val="00B050"/>
                              </a:solidFill>
                              <a:latin typeface="Arial" panose="020B0604020202020204" pitchFamily="34" charset="0"/>
                              <a:ea typeface="Helvetica Neue"/>
                              <a:cs typeface="Arial" panose="020B0604020202020204" pitchFamily="34" charset="0"/>
                              <a:sym typeface="Helvetica Neue"/>
                            </a:rPr>
                            <a:t> -&gt; Req STARTUP -&gt; </a:t>
                          </a:r>
                          <a:r>
                            <a:rPr lang="en-US" sz="800" b="1" dirty="0" err="1">
                              <a:solidFill>
                                <a:srgbClr val="00B050"/>
                              </a:solidFill>
                              <a:latin typeface="Arial" panose="020B0604020202020204" pitchFamily="34" charset="0"/>
                              <a:ea typeface="Helvetica Neue"/>
                              <a:cs typeface="Arial" panose="020B0604020202020204" pitchFamily="34" charset="0"/>
                              <a:sym typeface="Helvetica Neue"/>
                            </a:rPr>
                            <a:t>CHKlist</a:t>
                          </a:r>
                          <a:endParaRPr sz="800" b="1" dirty="0">
                            <a:solidFill>
                              <a:srgbClr val="00B050"/>
                            </a:solidFill>
                            <a:latin typeface="Arial" panose="020B0604020202020204" pitchFamily="34" charset="0"/>
                            <a:ea typeface="Helvetica Neue"/>
                            <a:cs typeface="Arial" panose="020B0604020202020204" pitchFamily="34" charset="0"/>
                            <a:sym typeface="Helvetica Neue"/>
                          </a:endParaRPr>
                        </a:p>
                      </a:txBody>
                      <a:tcPr marL="36000" marR="36000" marT="0" marB="0"/>
                    </a:tc>
                    <a:extLst>
                      <a:ext uri="{0D108BD9-81ED-4DB2-BD59-A6C34878D82A}">
                        <a16:rowId xmlns:a16="http://schemas.microsoft.com/office/drawing/2014/main" val="10006"/>
                      </a:ext>
                    </a:extLst>
                  </a:tr>
                  <a:tr h="396534">
                    <a:tc>
                      <a:txBody>
                        <a:bodyPr/>
                        <a:lstStyle/>
                        <a:p>
                          <a:pPr marL="0" marR="0" lvl="0" indent="0" algn="l" rtl="0">
                            <a:spcBef>
                              <a:spcPts val="0"/>
                            </a:spcBef>
                            <a:spcAft>
                              <a:spcPts val="0"/>
                            </a:spcAft>
                            <a:buNone/>
                          </a:pPr>
                          <a:r>
                            <a:rPr lang="en-US" sz="900" b="1" dirty="0">
                              <a:latin typeface="Arial" panose="020B0604020202020204" pitchFamily="34" charset="0"/>
                              <a:ea typeface="Helvetica Neue"/>
                              <a:cs typeface="Arial" panose="020B0604020202020204" pitchFamily="34" charset="0"/>
                              <a:sym typeface="Helvetica Neue"/>
                            </a:rPr>
                            <a:t>BOTH ENGINES ARE STARTED</a:t>
                          </a:r>
                        </a:p>
                        <a:p>
                          <a:pPr marL="0" marR="0" lvl="0" indent="0" algn="l" rtl="0">
                            <a:spcBef>
                              <a:spcPts val="0"/>
                            </a:spcBef>
                            <a:spcAft>
                              <a:spcPts val="0"/>
                            </a:spcAft>
                            <a:buNone/>
                          </a:pPr>
                          <a:r>
                            <a:rPr lang="en-US" sz="800" b="1" dirty="0">
                              <a:solidFill>
                                <a:srgbClr val="7030A0"/>
                              </a:solidFill>
                              <a:latin typeface="Arial" panose="020B0604020202020204" pitchFamily="34" charset="0"/>
                              <a:ea typeface="Helvetica Neue"/>
                              <a:cs typeface="Arial" panose="020B0604020202020204" pitchFamily="34" charset="0"/>
                              <a:sym typeface="Helvetica Neue"/>
                            </a:rPr>
                            <a:t>FLT CTL CHK, FLAPS UP, APU as REQ</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highlight>
                                <a:srgbClr val="FFFF00"/>
                              </a:highlight>
                              <a:uLnTx/>
                              <a:uFillTx/>
                              <a:latin typeface="Arial" panose="020B0604020202020204" pitchFamily="34" charset="0"/>
                              <a:ea typeface="Helvetica Neue"/>
                              <a:cs typeface="Arial" panose="020B0604020202020204" pitchFamily="34" charset="0"/>
                              <a:sym typeface="Helvetica Neue"/>
                            </a:rPr>
                            <a:t>DECISION TREE next page</a:t>
                          </a:r>
                          <a:endParaRPr sz="700" dirty="0">
                            <a:solidFill>
                              <a:srgbClr val="7030A0"/>
                            </a:solidFill>
                            <a:latin typeface="Arial" panose="020B0604020202020204" pitchFamily="34" charset="0"/>
                            <a:ea typeface="Helvetica Neue"/>
                            <a:cs typeface="Arial" panose="020B0604020202020204" pitchFamily="34" charset="0"/>
                            <a:sym typeface="Helvetica Neue"/>
                          </a:endParaRPr>
                        </a:p>
                      </a:txBody>
                      <a:tcPr marL="36000" marR="36000" marT="0" marB="0"/>
                    </a:tc>
                    <a:extLst>
                      <a:ext uri="{0D108BD9-81ED-4DB2-BD59-A6C34878D82A}">
                        <a16:rowId xmlns:a16="http://schemas.microsoft.com/office/drawing/2014/main" val="10007"/>
                      </a:ext>
                    </a:extLst>
                  </a:tr>
                </a:tbl>
              </a:graphicData>
            </a:graphic>
          </p:graphicFrame>
        </mc:Choice>
        <mc:Fallback xmlns="">
          <p:graphicFrame>
            <p:nvGraphicFramePr>
              <p:cNvPr id="430" name="Google Shape;430;p35"/>
              <p:cNvGraphicFramePr/>
              <p:nvPr>
                <p:extLst>
                  <p:ext uri="{D42A27DB-BD31-4B8C-83A1-F6EECF244321}">
                    <p14:modId xmlns:p14="http://schemas.microsoft.com/office/powerpoint/2010/main" val="90455386"/>
                  </p:ext>
                </p:extLst>
              </p:nvPr>
            </p:nvGraphicFramePr>
            <p:xfrm>
              <a:off x="8056" y="-4101"/>
              <a:ext cx="2332393" cy="5325894"/>
            </p:xfrm>
            <a:graphic>
              <a:graphicData uri="http://schemas.openxmlformats.org/drawingml/2006/table">
                <a:tbl>
                  <a:tblPr firstRow="1" bandRow="1">
                    <a:noFill/>
                    <a:tableStyleId>{A521BE36-7E6F-4EC9-8D66-1CF97A6895EC}</a:tableStyleId>
                  </a:tblPr>
                  <a:tblGrid>
                    <a:gridCol w="2332393">
                      <a:extLst>
                        <a:ext uri="{9D8B030D-6E8A-4147-A177-3AD203B41FA5}">
                          <a16:colId xmlns:a16="http://schemas.microsoft.com/office/drawing/2014/main" val="20000"/>
                        </a:ext>
                      </a:extLst>
                    </a:gridCol>
                  </a:tblGrid>
                  <a:tr h="361560">
                    <a:tc>
                      <a:txBody>
                        <a:bodyPr/>
                        <a:lstStyle/>
                        <a:p>
                          <a:pPr marL="0" marR="0" lvl="0" indent="0" algn="l" rtl="0">
                            <a:spcBef>
                              <a:spcPts val="0"/>
                            </a:spcBef>
                            <a:spcAft>
                              <a:spcPts val="0"/>
                            </a:spcAft>
                            <a:buNone/>
                          </a:pPr>
                          <a:r>
                            <a:rPr lang="en-US" sz="1100" dirty="0">
                              <a:latin typeface="Arial" panose="020B0604020202020204" pitchFamily="34" charset="0"/>
                              <a:cs typeface="Arial" panose="020B0604020202020204" pitchFamily="34" charset="0"/>
                            </a:rPr>
                            <a:t>ENG OFF Deicing in </a:t>
                          </a:r>
                          <a:r>
                            <a:rPr lang="en-US" sz="1100" dirty="0">
                              <a:solidFill>
                                <a:srgbClr val="00B050"/>
                              </a:solidFill>
                              <a:latin typeface="Arial" panose="020B0604020202020204" pitchFamily="34" charset="0"/>
                              <a:cs typeface="Arial" panose="020B0604020202020204" pitchFamily="34" charset="0"/>
                            </a:rPr>
                            <a:t>GMP...</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TOBT- 20min CTC KE GMP (</a:t>
                          </a:r>
                          <a:r>
                            <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맑은 고딕" panose="020B0503020000020004" pitchFamily="34" charset="-127"/>
                              <a:cs typeface="Arial" panose="020B0604020202020204" pitchFamily="34" charset="0"/>
                              <a:sym typeface="Helvetica Neue"/>
                            </a:rPr>
                            <a:t>PAD, New TOBT</a:t>
                          </a:r>
                          <a:r>
                            <a:rPr kumimoji="0" lang="en-US" altLang="ko-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a:t>
                          </a:r>
                          <a:endPar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0"/>
                      </a:ext>
                    </a:extLst>
                  </a:tr>
                  <a:tr h="437760">
                    <a:tc>
                      <a:txBody>
                        <a:bodyPr/>
                        <a:lstStyle/>
                        <a:p>
                          <a:endParaRPr lang="ko-Kore-KR"/>
                        </a:p>
                      </a:txBody>
                      <a:tcPr marL="36000" marR="36000" marT="36000" marB="36000">
                        <a:blipFill>
                          <a:blip r:embed="rId3"/>
                          <a:stretch>
                            <a:fillRect t="-85294" r="-1081" b="-1061765"/>
                          </a:stretch>
                        </a:blipFill>
                      </a:tcPr>
                    </a:tc>
                    <a:extLst>
                      <a:ext uri="{0D108BD9-81ED-4DB2-BD59-A6C34878D82A}">
                        <a16:rowId xmlns:a16="http://schemas.microsoft.com/office/drawing/2014/main" val="10001"/>
                      </a:ext>
                    </a:extLst>
                  </a:tr>
                  <a:tr h="2072640">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Gate </a:t>
                          </a:r>
                          <a:r>
                            <a:rPr kumimoji="0" lang="ko-KR" altLang="en-US" sz="700" b="1" i="0" u="none" strike="noStrike" kern="1200" cap="none" spc="0" normalizeH="0" baseline="0" noProof="0" dirty="0" err="1">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시동후</a:t>
                          </a:r>
                          <a:r>
                            <a:rPr kumimoji="0" lang="ko-KR" altLang="en-US"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R"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(FLAP UP, FLT CTL CHK, APU OFF </a:t>
                          </a:r>
                          <a:r>
                            <a:rPr kumimoji="0" lang="ko-KR" altLang="en-US"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없이</a:t>
                          </a:r>
                          <a:r>
                            <a:rPr kumimoji="0" lang="en-US" altLang="ko-KR"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a:t>
                          </a:r>
                          <a:endParaRPr lang="en-US" sz="8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Engine anti-ice </a:t>
                          </a:r>
                          <a:r>
                            <a:rPr lang="en-US" sz="900" b="1" dirty="0" err="1">
                              <a:solidFill>
                                <a:srgbClr val="0070C0"/>
                              </a:solidFill>
                              <a:latin typeface="Arial" panose="020B0604020202020204" pitchFamily="34" charset="0"/>
                              <a:ea typeface="Helvetica Neue"/>
                              <a:cs typeface="Arial" panose="020B0604020202020204" pitchFamily="34" charset="0"/>
                              <a:sym typeface="Helvetica Neue"/>
                            </a:rPr>
                            <a:t>sw</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 OFF</a:t>
                          </a: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PARKING BRAKE -------------------------- SET </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BROADBAND XMT </a:t>
                          </a:r>
                          <a:r>
                            <a:rPr lang="en-US" sz="900" b="1" dirty="0" err="1">
                              <a:solidFill>
                                <a:srgbClr val="0070C0"/>
                              </a:solidFill>
                              <a:latin typeface="Arial" panose="020B0604020202020204" pitchFamily="34" charset="0"/>
                              <a:ea typeface="Helvetica Neue"/>
                              <a:cs typeface="Arial" panose="020B0604020202020204" pitchFamily="34" charset="0"/>
                              <a:sym typeface="Helvetica Neue"/>
                            </a:rPr>
                            <a:t>sw</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COMMUNICATION with GND ------ ESTAB</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DE/ANTI-ICING FLUID TYPE ------ CHECK</a:t>
                          </a:r>
                        </a:p>
                        <a:p>
                          <a:pPr marL="0" marR="0" lvl="0" indent="0" algn="l" rtl="0">
                            <a:spcBef>
                              <a:spcPts val="0"/>
                            </a:spcBef>
                            <a:spcAft>
                              <a:spcPts val="0"/>
                            </a:spcAft>
                            <a:buNone/>
                          </a:pPr>
                          <a:r>
                            <a:rPr lang="en-US" altLang="ko-Kore-KR" sz="900" b="1" dirty="0">
                              <a:solidFill>
                                <a:schemeClr val="bg1"/>
                              </a:solidFill>
                              <a:latin typeface="Arial" panose="020B0604020202020204" pitchFamily="34" charset="0"/>
                              <a:ea typeface="Helvetica Neue"/>
                              <a:cs typeface="Arial" panose="020B0604020202020204" pitchFamily="34" charset="0"/>
                              <a:sym typeface="Helvetica Neue"/>
                            </a:rPr>
                            <a:t>CABIN PRESS MODE SEL ---- CHK AUTO</a:t>
                          </a: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sz="800" b="1" dirty="0">
                              <a:solidFill>
                                <a:srgbClr val="0070C0"/>
                              </a:solidFill>
                              <a:latin typeface="Arial" panose="020B0604020202020204" pitchFamily="34" charset="0"/>
                              <a:ea typeface="Helvetica Neue"/>
                              <a:cs typeface="Arial" panose="020B0604020202020204" pitchFamily="34" charset="0"/>
                              <a:sym typeface="Helvetica Neue"/>
                            </a:rPr>
                            <a:t>(HL7524-7720) GND COOL ----------- OFF</a:t>
                          </a:r>
                          <a:endParaRPr sz="8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altLang="ko-Kore-KR" sz="900" b="1" dirty="0">
                              <a:solidFill>
                                <a:srgbClr val="0070C0"/>
                              </a:solidFill>
                              <a:latin typeface="Arial" panose="020B0604020202020204" pitchFamily="34" charset="0"/>
                              <a:ea typeface="Helvetica Neue"/>
                              <a:cs typeface="Arial" panose="020B0604020202020204" pitchFamily="34" charset="0"/>
                              <a:sym typeface="Helvetica Neue"/>
                            </a:rPr>
                            <a:t>ENG 1 &amp; 2 BLEED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APU BLEED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DITCHING pb -------------------------------- 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a:t>
                          </a: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 </a:t>
                          </a:r>
                          <a:r>
                            <a:rPr kumimoji="0" lang="en-US" altLang="ko-Kore-KR" sz="600" b="1" i="0" u="none" strike="noStrike" kern="1200" cap="none" spc="0" normalizeH="0" baseline="0" noProof="0" dirty="0">
                              <a:ln>
                                <a:noFill/>
                              </a:ln>
                              <a:solidFill>
                                <a:schemeClr val="accent5"/>
                              </a:solidFill>
                              <a:effectLst/>
                              <a:uLnTx/>
                              <a:uFillTx/>
                              <a:latin typeface="Arial" panose="020B0604020202020204" pitchFamily="34" charset="0"/>
                              <a:ea typeface="Helvetica Neue"/>
                              <a:cs typeface="Arial" panose="020B0604020202020204" pitchFamily="34" charset="0"/>
                              <a:sym typeface="Helvetica Neue"/>
                            </a:rPr>
                            <a:t>CAB PR FWD OFV NOT OPEN, CAB PR AFT OFV NOT OPEN, COND LAV + GAL VENT FALUT </a:t>
                          </a:r>
                          <a:r>
                            <a:rPr kumimoji="0" lang="en-US" altLang="ko-Kore-KR" sz="6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–Disregard</a:t>
                          </a:r>
                          <a:endParaRPr lang="en-US" altLang="ko-Kore-KR" sz="600" b="0"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MASTER </a:t>
                          </a:r>
                          <a:r>
                            <a:rPr kumimoji="0" lang="en-US" altLang="ko-Kore-KR" sz="900" b="1" i="0" u="none" strike="noStrike" kern="1200" cap="none" spc="0" normalizeH="0" baseline="0" noProof="0" dirty="0" err="1">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sw</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SHUTDOWN CHECKLIST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“A/C PREPARED FOR SPRAYING”</a:t>
                          </a:r>
                          <a:endParaRPr lang="en-US" altLang="ko-Kore-KR" sz="700" b="0" dirty="0">
                            <a:solidFill>
                              <a:srgbClr val="00B050"/>
                            </a:solidFill>
                            <a:latin typeface="Arial" panose="020B0604020202020204" pitchFamily="34" charset="0"/>
                            <a:ea typeface="Helvetica Neue"/>
                            <a:cs typeface="Arial" panose="020B0604020202020204" pitchFamily="34" charset="0"/>
                            <a:sym typeface="Helvetica Neue"/>
                          </a:endParaRPr>
                        </a:p>
                      </a:txBody>
                      <a:tcPr marL="36000" marR="36000" marT="0" marB="0"/>
                    </a:tc>
                    <a:extLst>
                      <a:ext uri="{0D108BD9-81ED-4DB2-BD59-A6C34878D82A}">
                        <a16:rowId xmlns:a16="http://schemas.microsoft.com/office/drawing/2014/main" val="10002"/>
                      </a:ext>
                    </a:extLst>
                  </a:tr>
                  <a:tr h="1021080">
                    <a:tc>
                      <a:txBody>
                        <a:bodyPr/>
                        <a:lstStyle/>
                        <a:p>
                          <a:pPr marL="0" marR="0" lvl="0" indent="0" algn="l" rtl="0">
                            <a:spcBef>
                              <a:spcPts val="0"/>
                            </a:spcBef>
                            <a:spcAft>
                              <a:spcPts val="0"/>
                            </a:spcAft>
                            <a:buNone/>
                          </a:pPr>
                          <a:r>
                            <a:rPr lang="en-US" altLang="ko-Kore-KR" sz="900" b="1" dirty="0">
                              <a:latin typeface="Arial" panose="020B0604020202020204" pitchFamily="34" charset="0"/>
                              <a:ea typeface="Helvetica Neue"/>
                              <a:cs typeface="Arial" panose="020B0604020202020204" pitchFamily="34" charset="0"/>
                              <a:sym typeface="Helvetica Neue"/>
                            </a:rPr>
                            <a:t>UPON COMPLETE SPRAY</a:t>
                          </a:r>
                          <a:r>
                            <a:rPr lang="en-US" altLang="ko-Kore-KR" sz="800" b="1" dirty="0">
                              <a:solidFill>
                                <a:srgbClr val="00B050"/>
                              </a:solidFill>
                              <a:latin typeface="Arial" panose="020B0604020202020204" pitchFamily="34" charset="0"/>
                              <a:ea typeface="Helvetica Neue"/>
                              <a:cs typeface="Arial" panose="020B0604020202020204" pitchFamily="34" charset="0"/>
                              <a:sym typeface="Helvetica Neue"/>
                            </a:rPr>
                            <a:t>(TIME CHK 1</a:t>
                          </a:r>
                          <a:r>
                            <a:rPr lang="ko-KR" altLang="en-US" sz="800" b="1" dirty="0">
                              <a:solidFill>
                                <a:srgbClr val="00B050"/>
                              </a:solidFill>
                              <a:latin typeface="Arial" panose="020B0604020202020204" pitchFamily="34" charset="0"/>
                              <a:ea typeface="Helvetica Neue"/>
                              <a:cs typeface="Arial" panose="020B0604020202020204" pitchFamily="34" charset="0"/>
                              <a:sym typeface="Helvetica Neue"/>
                            </a:rPr>
                            <a:t>분</a:t>
                          </a:r>
                          <a:r>
                            <a:rPr lang="en-US" altLang="ko-KR" sz="800" b="1" dirty="0">
                              <a:solidFill>
                                <a:srgbClr val="00B050"/>
                              </a:solidFill>
                              <a:latin typeface="Arial" panose="020B0604020202020204" pitchFamily="34" charset="0"/>
                              <a:ea typeface="Helvetica Neue"/>
                              <a:cs typeface="Arial" panose="020B0604020202020204" pitchFamily="34" charset="0"/>
                              <a:sym typeface="Helvetica Neue"/>
                            </a:rPr>
                            <a:t>)</a:t>
                          </a:r>
                          <a:endParaRPr lang="ko-KR" altLang="en-US" sz="6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ko-KR" altLang="en-US" sz="700" b="0" dirty="0">
                              <a:latin typeface="Arial" panose="020B0604020202020204" pitchFamily="34" charset="0"/>
                              <a:ea typeface="Helvetica Neue"/>
                              <a:cs typeface="Arial" panose="020B0604020202020204" pitchFamily="34" charset="0"/>
                              <a:sym typeface="Helvetica Neue"/>
                            </a:rPr>
                            <a:t>용액과 마지막 용액 뿌린 시간 받고 적는다</a:t>
                          </a:r>
                          <a:r>
                            <a:rPr lang="en-US" altLang="ko-KR" sz="700" b="0" dirty="0">
                              <a:latin typeface="Arial" panose="020B0604020202020204" pitchFamily="34" charset="0"/>
                              <a:ea typeface="Helvetica Neue"/>
                              <a:cs typeface="Arial" panose="020B0604020202020204" pitchFamily="34" charset="0"/>
                              <a:sym typeface="Helvetica Neue"/>
                            </a:rPr>
                            <a:t>. </a:t>
                          </a:r>
                          <a:endParaRPr lang="ko-KR" altLang="en-US" sz="4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altLang="ko-Kore-KR" sz="700" b="0" dirty="0">
                              <a:latin typeface="Arial" panose="020B0604020202020204" pitchFamily="34" charset="0"/>
                              <a:ea typeface="Helvetica Neue"/>
                              <a:cs typeface="Arial" panose="020B0604020202020204" pitchFamily="34" charset="0"/>
                              <a:sym typeface="Helvetica Neue"/>
                            </a:rPr>
                            <a:t>Holdover Time </a:t>
                          </a:r>
                          <a:r>
                            <a:rPr lang="ko-KR" altLang="en-US" sz="700" b="0" dirty="0">
                              <a:latin typeface="Arial" panose="020B0604020202020204" pitchFamily="34" charset="0"/>
                              <a:ea typeface="Helvetica Neue"/>
                              <a:cs typeface="Arial" panose="020B0604020202020204" pitchFamily="34" charset="0"/>
                              <a:sym typeface="Helvetica Neue"/>
                            </a:rPr>
                            <a:t>결정</a:t>
                          </a:r>
                          <a:r>
                            <a:rPr lang="en-US" altLang="ko-KR" sz="700" b="0" dirty="0">
                              <a:latin typeface="Arial" panose="020B0604020202020204" pitchFamily="34" charset="0"/>
                              <a:ea typeface="Helvetica Neue"/>
                              <a:cs typeface="Arial" panose="020B0604020202020204" pitchFamily="34" charset="0"/>
                              <a:sym typeface="Helvetica Neue"/>
                            </a:rPr>
                            <a: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(HL7524-7720) GND COOL ----------- OFF</a:t>
                          </a:r>
                          <a:endParaRPr lang="en-US" altLang="ko-KR" sz="800" b="0" dirty="0">
                            <a:latin typeface="Arial" panose="020B0604020202020204" pitchFamily="34" charset="0"/>
                            <a:ea typeface="Helvetica Neue"/>
                            <a:cs typeface="Arial" panose="020B0604020202020204" pitchFamily="34" charset="0"/>
                            <a:sym typeface="Helvetica Neue"/>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PITOT STATICS (GND Crew) ---------- CHK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EQUIPMENT ------------------- REMOVE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DITCHING pb ------------------------------- OFF</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OUTFLOW V/V - CHK OPEN(ECAM press)</a:t>
                          </a:r>
                          <a:endParaRPr kumimoji="0" lang="en-US" altLang="ko-Kore-KR" sz="1400" b="0" i="0" u="none" strike="noStrike" kern="0" cap="none" spc="0" normalizeH="0" baseline="0" noProof="0" dirty="0">
                            <a:ln>
                              <a:noFill/>
                            </a:ln>
                            <a:solidFill>
                              <a:srgbClr val="0070C0"/>
                            </a:solidFill>
                            <a:effectLst/>
                            <a:uLnTx/>
                            <a:uFillTx/>
                            <a:latin typeface="Arial" panose="020B0604020202020204" pitchFamily="34" charset="0"/>
                            <a:cs typeface="Arial" panose="020B0604020202020204" pitchFamily="34" charset="0"/>
                            <a:sym typeface="Arial"/>
                          </a:endParaRPr>
                        </a:p>
                      </a:txBody>
                      <a:tcPr marL="36000" marR="36000" marT="0" marB="0"/>
                    </a:tc>
                    <a:extLst>
                      <a:ext uri="{0D108BD9-81ED-4DB2-BD59-A6C34878D82A}">
                        <a16:rowId xmlns:a16="http://schemas.microsoft.com/office/drawing/2014/main" val="10005"/>
                      </a:ext>
                    </a:extLst>
                  </a:tr>
                  <a:tr h="1036320">
                    <a:tc>
                      <a:txBody>
                        <a:bodyPr/>
                        <a:lstStyle/>
                        <a:p>
                          <a:pPr marL="0" marR="0" lvl="0" indent="0" algn="l" defTabSz="116449" rtl="0" eaLnBrk="1" fontAlgn="auto" latinLnBrk="0" hangingPunct="1">
                            <a:lnSpc>
                              <a:spcPct val="100000"/>
                            </a:lnSpc>
                            <a:spcBef>
                              <a:spcPts val="0"/>
                            </a:spcBef>
                            <a:spcAft>
                              <a:spcPts val="0"/>
                            </a:spcAft>
                            <a:buClr>
                              <a:srgbClr val="00B050"/>
                            </a:buClr>
                            <a:buSzPts val="800"/>
                            <a:buFont typeface="Helvetica Neue"/>
                            <a:buNone/>
                            <a:tabLst/>
                            <a:defRPr/>
                          </a:pPr>
                          <a:r>
                            <a:rPr kumimoji="0" lang="en-US" altLang="ko-Kore-KR" sz="8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TIME CHECK 1</a:t>
                          </a:r>
                          <a:r>
                            <a:rPr kumimoji="0" lang="ko-KR" altLang="en-US" sz="800" b="1" i="0" u="none" strike="noStrike" kern="1200" cap="none" spc="0" normalizeH="0" baseline="0" noProof="0" dirty="0" err="1">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분후</a:t>
                          </a:r>
                          <a:r>
                            <a:rPr kumimoji="0" lang="ko-KR" altLang="en-US" sz="8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1 &amp; 2 BLEED -</a:t>
                          </a:r>
                          <a:r>
                            <a:rPr kumimoji="0" lang="en-US" altLang="ko-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ON</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BROADBAND XMT </a:t>
                          </a:r>
                          <a:r>
                            <a:rPr kumimoji="0" lang="en-US" altLang="ko-Kore-KR" sz="900" b="1" i="0" u="none" strike="noStrike" kern="1200" cap="none" spc="0" normalizeH="0" baseline="0" noProof="0" dirty="0" err="1">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sw</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 ON</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5</a:t>
                          </a:r>
                          <a:r>
                            <a:rPr kumimoji="0" lang="ko-KR" altLang="en-US" sz="900" b="1" i="0" u="none" strike="noStrike" kern="1200" cap="none" spc="0" normalizeH="0" baseline="0" noProof="0" dirty="0" err="1">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분후</a:t>
                          </a:r>
                          <a:r>
                            <a:rPr kumimoji="0" lang="ko-KR" altLang="en-US"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APU BLEED ----------------------------------- ON </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NORMAL PROCEDURE ----------- RESUME</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7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 : </a:t>
                          </a:r>
                          <a:r>
                            <a:rPr kumimoji="0" lang="en-US" altLang="ko-Kore-KR" sz="7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INIT B check &amp; re-enter</a:t>
                          </a:r>
                        </a:p>
                        <a:p>
                          <a:pPr marL="0" marR="0" lvl="0" indent="0" algn="l" rtl="0">
                            <a:lnSpc>
                              <a:spcPct val="100000"/>
                            </a:lnSpc>
                            <a:spcBef>
                              <a:spcPts val="0"/>
                            </a:spcBef>
                            <a:spcAft>
                              <a:spcPts val="0"/>
                            </a:spcAft>
                            <a:buClr>
                              <a:srgbClr val="00B050"/>
                            </a:buClr>
                            <a:buSzPts val="800"/>
                            <a:buFont typeface="Helvetica Neue"/>
                            <a:buNone/>
                          </a:pPr>
                          <a:r>
                            <a:rPr lang="en-US" sz="800" b="1" dirty="0">
                              <a:solidFill>
                                <a:srgbClr val="00B050"/>
                              </a:solidFill>
                              <a:latin typeface="Arial" panose="020B0604020202020204" pitchFamily="34" charset="0"/>
                              <a:ea typeface="Helvetica Neue"/>
                              <a:cs typeface="Arial" panose="020B0604020202020204" pitchFamily="34" charset="0"/>
                              <a:sym typeface="Helvetica Neue"/>
                            </a:rPr>
                            <a:t>PREFLT </a:t>
                          </a:r>
                          <a:r>
                            <a:rPr lang="en-US" sz="800" b="1" dirty="0" err="1">
                              <a:solidFill>
                                <a:srgbClr val="00B050"/>
                              </a:solidFill>
                              <a:latin typeface="Arial" panose="020B0604020202020204" pitchFamily="34" charset="0"/>
                              <a:ea typeface="Helvetica Neue"/>
                              <a:cs typeface="Arial" panose="020B0604020202020204" pitchFamily="34" charset="0"/>
                              <a:sym typeface="Helvetica Neue"/>
                            </a:rPr>
                            <a:t>CHKlist</a:t>
                          </a:r>
                          <a:r>
                            <a:rPr lang="en-US" sz="800" b="1" dirty="0">
                              <a:solidFill>
                                <a:srgbClr val="00B050"/>
                              </a:solidFill>
                              <a:latin typeface="Arial" panose="020B0604020202020204" pitchFamily="34" charset="0"/>
                              <a:ea typeface="Helvetica Neue"/>
                              <a:cs typeface="Arial" panose="020B0604020202020204" pitchFamily="34" charset="0"/>
                              <a:sym typeface="Helvetica Neue"/>
                            </a:rPr>
                            <a:t> -&gt; Req STARTUP -&gt; </a:t>
                          </a:r>
                          <a:r>
                            <a:rPr lang="en-US" sz="800" b="1" dirty="0" err="1">
                              <a:solidFill>
                                <a:srgbClr val="00B050"/>
                              </a:solidFill>
                              <a:latin typeface="Arial" panose="020B0604020202020204" pitchFamily="34" charset="0"/>
                              <a:ea typeface="Helvetica Neue"/>
                              <a:cs typeface="Arial" panose="020B0604020202020204" pitchFamily="34" charset="0"/>
                              <a:sym typeface="Helvetica Neue"/>
                            </a:rPr>
                            <a:t>CHKlist</a:t>
                          </a:r>
                          <a:endParaRPr sz="800" b="1" dirty="0">
                            <a:solidFill>
                              <a:srgbClr val="00B050"/>
                            </a:solidFill>
                            <a:latin typeface="Arial" panose="020B0604020202020204" pitchFamily="34" charset="0"/>
                            <a:ea typeface="Helvetica Neue"/>
                            <a:cs typeface="Arial" panose="020B0604020202020204" pitchFamily="34" charset="0"/>
                            <a:sym typeface="Helvetica Neue"/>
                          </a:endParaRPr>
                        </a:p>
                      </a:txBody>
                      <a:tcPr marL="36000" marR="36000" marT="0" marB="0"/>
                    </a:tc>
                    <a:extLst>
                      <a:ext uri="{0D108BD9-81ED-4DB2-BD59-A6C34878D82A}">
                        <a16:rowId xmlns:a16="http://schemas.microsoft.com/office/drawing/2014/main" val="10006"/>
                      </a:ext>
                    </a:extLst>
                  </a:tr>
                  <a:tr h="396534">
                    <a:tc>
                      <a:txBody>
                        <a:bodyPr/>
                        <a:lstStyle/>
                        <a:p>
                          <a:pPr marL="0" marR="0" lvl="0" indent="0" algn="l" rtl="0">
                            <a:spcBef>
                              <a:spcPts val="0"/>
                            </a:spcBef>
                            <a:spcAft>
                              <a:spcPts val="0"/>
                            </a:spcAft>
                            <a:buNone/>
                          </a:pPr>
                          <a:r>
                            <a:rPr lang="en-US" sz="900" b="1" dirty="0">
                              <a:latin typeface="Arial" panose="020B0604020202020204" pitchFamily="34" charset="0"/>
                              <a:ea typeface="Helvetica Neue"/>
                              <a:cs typeface="Arial" panose="020B0604020202020204" pitchFamily="34" charset="0"/>
                              <a:sym typeface="Helvetica Neue"/>
                            </a:rPr>
                            <a:t>BOTH ENGINES ARE STARTED</a:t>
                          </a:r>
                        </a:p>
                        <a:p>
                          <a:pPr marL="0" marR="0" lvl="0" indent="0" algn="l" rtl="0">
                            <a:spcBef>
                              <a:spcPts val="0"/>
                            </a:spcBef>
                            <a:spcAft>
                              <a:spcPts val="0"/>
                            </a:spcAft>
                            <a:buNone/>
                          </a:pPr>
                          <a:r>
                            <a:rPr lang="en-US" sz="800" b="1" dirty="0">
                              <a:solidFill>
                                <a:srgbClr val="7030A0"/>
                              </a:solidFill>
                              <a:latin typeface="Arial" panose="020B0604020202020204" pitchFamily="34" charset="0"/>
                              <a:ea typeface="Helvetica Neue"/>
                              <a:cs typeface="Arial" panose="020B0604020202020204" pitchFamily="34" charset="0"/>
                              <a:sym typeface="Helvetica Neue"/>
                            </a:rPr>
                            <a:t>FLT CTL CHK, FLAPS UP, APU as REQ</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highlight>
                                <a:srgbClr val="FFFF00"/>
                              </a:highlight>
                              <a:uLnTx/>
                              <a:uFillTx/>
                              <a:latin typeface="Arial" panose="020B0604020202020204" pitchFamily="34" charset="0"/>
                              <a:ea typeface="Helvetica Neue"/>
                              <a:cs typeface="Arial" panose="020B0604020202020204" pitchFamily="34" charset="0"/>
                              <a:sym typeface="Helvetica Neue"/>
                            </a:rPr>
                            <a:t>DECISION TREE next page</a:t>
                          </a:r>
                          <a:endParaRPr sz="700" dirty="0">
                            <a:solidFill>
                              <a:srgbClr val="7030A0"/>
                            </a:solidFill>
                            <a:latin typeface="Arial" panose="020B0604020202020204" pitchFamily="34" charset="0"/>
                            <a:ea typeface="Helvetica Neue"/>
                            <a:cs typeface="Arial" panose="020B0604020202020204" pitchFamily="34" charset="0"/>
                            <a:sym typeface="Helvetica Neue"/>
                          </a:endParaRPr>
                        </a:p>
                      </a:txBody>
                      <a:tcPr marL="36000" marR="36000" marT="0" marB="0"/>
                    </a:tc>
                    <a:extLst>
                      <a:ext uri="{0D108BD9-81ED-4DB2-BD59-A6C34878D82A}">
                        <a16:rowId xmlns:a16="http://schemas.microsoft.com/office/drawing/2014/main" val="10007"/>
                      </a:ext>
                    </a:extLst>
                  </a:tr>
                </a:tbl>
              </a:graphicData>
            </a:graphic>
          </p:graphicFrame>
        </mc:Fallback>
      </mc:AlternateContent>
      <p:sp>
        <p:nvSpPr>
          <p:cNvPr id="3" name="직사각형 2">
            <a:hlinkClick r:id="" action="ppaction://hlinkshowjump?jump=firstslide"/>
            <a:extLst>
              <a:ext uri="{FF2B5EF4-FFF2-40B4-BE49-F238E27FC236}">
                <a16:creationId xmlns:a16="http://schemas.microsoft.com/office/drawing/2014/main" id="{FBAAC3CB-C309-1E4C-1777-F739C1CDA2CB}"/>
              </a:ext>
            </a:extLst>
          </p:cNvPr>
          <p:cNvSpPr/>
          <p:nvPr/>
        </p:nvSpPr>
        <p:spPr>
          <a:xfrm>
            <a:off x="345701" y="5287626"/>
            <a:ext cx="894198" cy="276999"/>
          </a:xfrm>
          <a:prstGeom prst="rect">
            <a:avLst/>
          </a:prstGeom>
          <a:noFill/>
        </p:spPr>
        <p:txBody>
          <a:bodyPr wrap="square" lIns="0" tIns="0" rIns="0" bIns="0">
            <a:spAutoFit/>
          </a:bodyPr>
          <a:lstStyle/>
          <a:p>
            <a:pPr algn="ctr"/>
            <a:r>
              <a:rPr lang="en-US" altLang="ko-KR" sz="1800" b="1" cap="none" spc="0" dirty="0">
                <a:ln w="0"/>
                <a:solidFill>
                  <a:srgbClr val="AA47F5"/>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Cold Wx</a:t>
            </a:r>
            <a:endParaRPr lang="en-US" altLang="ko-KR" sz="1800" b="1" cap="none" spc="0" dirty="0">
              <a:ln w="0"/>
              <a:solidFill>
                <a:srgbClr val="AA47F5"/>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4" name="그래픽 3" descr="집 Wi-Fi에서 작업 단색으로 채워진">
            <a:hlinkClick r:id="" action="ppaction://hlinkshowjump?jump=firstslide"/>
            <a:extLst>
              <a:ext uri="{FF2B5EF4-FFF2-40B4-BE49-F238E27FC236}">
                <a16:creationId xmlns:a16="http://schemas.microsoft.com/office/drawing/2014/main" id="{0617EA81-24BF-09EC-0EC3-CA21BA6EAF1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45109" y="5112557"/>
            <a:ext cx="457200" cy="457200"/>
          </a:xfrm>
          <a:prstGeom prst="rect">
            <a:avLst/>
          </a:prstGeom>
          <a:effectLst>
            <a:outerShdw blurRad="50800" dist="50800" dir="3660000" algn="ctr" rotWithShape="0">
              <a:schemeClr val="bg1">
                <a:alpha val="82714"/>
              </a:schemeClr>
            </a:outerShdw>
          </a:effectLst>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419">
          <a:extLst>
            <a:ext uri="{FF2B5EF4-FFF2-40B4-BE49-F238E27FC236}">
              <a16:creationId xmlns:a16="http://schemas.microsoft.com/office/drawing/2014/main" id="{FC9246D4-B972-04E3-AE79-33BCB48D6A9F}"/>
            </a:ext>
          </a:extLst>
        </p:cNvPr>
        <p:cNvGrpSpPr/>
        <p:nvPr/>
      </p:nvGrpSpPr>
      <p:grpSpPr>
        <a:xfrm>
          <a:off x="0" y="0"/>
          <a:ext cx="0" cy="0"/>
          <a:chOff x="0" y="0"/>
          <a:chExt cx="0" cy="0"/>
        </a:xfrm>
      </p:grpSpPr>
      <p:sp>
        <p:nvSpPr>
          <p:cNvPr id="424" name="Google Shape;424;p34">
            <a:extLst>
              <a:ext uri="{FF2B5EF4-FFF2-40B4-BE49-F238E27FC236}">
                <a16:creationId xmlns:a16="http://schemas.microsoft.com/office/drawing/2014/main" id="{9CD364A1-1923-FCA2-DF50-03CD66D3AB74}"/>
              </a:ext>
            </a:extLst>
          </p:cNvPr>
          <p:cNvSpPr/>
          <p:nvPr/>
        </p:nvSpPr>
        <p:spPr>
          <a:xfrm>
            <a:off x="178231" y="2526223"/>
            <a:ext cx="759416" cy="348713"/>
          </a:xfrm>
          <a:prstGeom prst="frame">
            <a:avLst>
              <a:gd name="adj1" fmla="val 12500"/>
            </a:avLst>
          </a:prstGeom>
          <a:solidFill>
            <a:srgbClr val="00B0F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25" name="Google Shape;425;p34">
            <a:extLst>
              <a:ext uri="{FF2B5EF4-FFF2-40B4-BE49-F238E27FC236}">
                <a16:creationId xmlns:a16="http://schemas.microsoft.com/office/drawing/2014/main" id="{43B46998-1C73-5B27-ED54-E51E6F8BC458}"/>
              </a:ext>
            </a:extLst>
          </p:cNvPr>
          <p:cNvSpPr/>
          <p:nvPr/>
        </p:nvSpPr>
        <p:spPr>
          <a:xfrm>
            <a:off x="1164430" y="2545838"/>
            <a:ext cx="850349" cy="406589"/>
          </a:xfrm>
          <a:prstGeom prst="frame">
            <a:avLst>
              <a:gd name="adj1" fmla="val 12500"/>
            </a:avLst>
          </a:prstGeom>
          <a:solidFill>
            <a:srgbClr val="00B0F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2" name="그림 1">
            <a:extLst>
              <a:ext uri="{FF2B5EF4-FFF2-40B4-BE49-F238E27FC236}">
                <a16:creationId xmlns:a16="http://schemas.microsoft.com/office/drawing/2014/main" id="{93D88787-488F-7509-F6B4-97C0E60F836D}"/>
              </a:ext>
            </a:extLst>
          </p:cNvPr>
          <p:cNvPicPr>
            <a:picLocks noChangeAspect="1"/>
          </p:cNvPicPr>
          <p:nvPr/>
        </p:nvPicPr>
        <p:blipFill>
          <a:blip r:embed="rId3"/>
          <a:stretch>
            <a:fillRect/>
          </a:stretch>
        </p:blipFill>
        <p:spPr>
          <a:xfrm>
            <a:off x="0" y="279203"/>
            <a:ext cx="2328863" cy="4389011"/>
          </a:xfrm>
          <a:prstGeom prst="rect">
            <a:avLst/>
          </a:prstGeom>
        </p:spPr>
      </p:pic>
      <p:sp>
        <p:nvSpPr>
          <p:cNvPr id="4" name="직사각형 3">
            <a:extLst>
              <a:ext uri="{FF2B5EF4-FFF2-40B4-BE49-F238E27FC236}">
                <a16:creationId xmlns:a16="http://schemas.microsoft.com/office/drawing/2014/main" id="{292BB7D8-0156-671C-13CE-CA7A119EA787}"/>
              </a:ext>
            </a:extLst>
          </p:cNvPr>
          <p:cNvSpPr/>
          <p:nvPr/>
        </p:nvSpPr>
        <p:spPr>
          <a:xfrm>
            <a:off x="168333" y="2786062"/>
            <a:ext cx="679020" cy="285751"/>
          </a:xfrm>
          <a:prstGeom prst="rect">
            <a:avLst/>
          </a:prstGeom>
          <a:noFill/>
          <a:ln w="47625"/>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ko-Kore-KR" altLang="en-US"/>
          </a:p>
        </p:txBody>
      </p:sp>
      <p:sp>
        <p:nvSpPr>
          <p:cNvPr id="5" name="직사각형 4">
            <a:extLst>
              <a:ext uri="{FF2B5EF4-FFF2-40B4-BE49-F238E27FC236}">
                <a16:creationId xmlns:a16="http://schemas.microsoft.com/office/drawing/2014/main" id="{0FD562C0-A7DF-85F6-E24B-3FCFEA41881D}"/>
              </a:ext>
            </a:extLst>
          </p:cNvPr>
          <p:cNvSpPr/>
          <p:nvPr/>
        </p:nvSpPr>
        <p:spPr>
          <a:xfrm>
            <a:off x="1170547" y="2809551"/>
            <a:ext cx="1022583" cy="285751"/>
          </a:xfrm>
          <a:prstGeom prst="rect">
            <a:avLst/>
          </a:prstGeom>
          <a:noFill/>
          <a:ln w="47625"/>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ko-Kore-KR" altLang="en-US"/>
          </a:p>
        </p:txBody>
      </p:sp>
      <p:pic>
        <p:nvPicPr>
          <p:cNvPr id="6" name="그래픽 5" descr="집 Wi-Fi에서 작업 단색으로 채워진">
            <a:hlinkClick r:id="" action="ppaction://hlinkshowjump?jump=firstslide"/>
            <a:extLst>
              <a:ext uri="{FF2B5EF4-FFF2-40B4-BE49-F238E27FC236}">
                <a16:creationId xmlns:a16="http://schemas.microsoft.com/office/drawing/2014/main" id="{ED891116-FCAC-4CB1-ED21-BEE7C874216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0954" y="508605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55276175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graphicFrame>
        <p:nvGraphicFramePr>
          <p:cNvPr id="145" name="Google Shape;138;p4">
            <a:extLst>
              <a:ext uri="{FF2B5EF4-FFF2-40B4-BE49-F238E27FC236}">
                <a16:creationId xmlns:a16="http://schemas.microsoft.com/office/drawing/2014/main" id="{2DD2492E-25C7-6F3E-A765-74CDA0855231}"/>
              </a:ext>
            </a:extLst>
          </p:cNvPr>
          <p:cNvGraphicFramePr/>
          <p:nvPr>
            <p:extLst>
              <p:ext uri="{D42A27DB-BD31-4B8C-83A1-F6EECF244321}">
                <p14:modId xmlns:p14="http://schemas.microsoft.com/office/powerpoint/2010/main" val="763859038"/>
              </p:ext>
            </p:extLst>
          </p:nvPr>
        </p:nvGraphicFramePr>
        <p:xfrm>
          <a:off x="-4122" y="4139510"/>
          <a:ext cx="2328850" cy="93228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52551">
                <a:tc>
                  <a:txBody>
                    <a:bodyPr/>
                    <a:lstStyle/>
                    <a:p>
                      <a:pPr marL="0" marR="0" lvl="0" indent="0" algn="ctr" rtl="0">
                        <a:spcBef>
                          <a:spcPts val="0"/>
                        </a:spcBef>
                        <a:spcAft>
                          <a:spcPts val="0"/>
                        </a:spcAft>
                        <a:buNone/>
                      </a:pPr>
                      <a:r>
                        <a:rPr lang="en-US" sz="1100" dirty="0"/>
                        <a:t>Missed App</a:t>
                      </a:r>
                    </a:p>
                  </a:txBody>
                  <a:tcPr marL="36000" marR="36000" marT="36000" marB="36000" anchor="ctr"/>
                </a:tc>
                <a:extLst>
                  <a:ext uri="{0D108BD9-81ED-4DB2-BD59-A6C34878D82A}">
                    <a16:rowId xmlns:a16="http://schemas.microsoft.com/office/drawing/2014/main" val="10000"/>
                  </a:ext>
                </a:extLst>
              </a:tr>
              <a:tr h="220461">
                <a:tc>
                  <a:txBody>
                    <a:bodyPr/>
                    <a:lstStyle/>
                    <a:p>
                      <a:pPr marL="0" marR="0" lvl="0" indent="0" algn="l" rtl="0">
                        <a:spcBef>
                          <a:spcPts val="0"/>
                        </a:spcBef>
                        <a:spcAft>
                          <a:spcPts val="0"/>
                        </a:spcAft>
                        <a:buNone/>
                      </a:pPr>
                      <a:r>
                        <a:rPr lang="en-US" altLang="ko-Kore-KR" sz="900" dirty="0"/>
                        <a:t>Base Turn </a:t>
                      </a:r>
                      <a:r>
                        <a:rPr lang="ko-KR" altLang="en-US" sz="900" dirty="0"/>
                        <a:t>이전 </a:t>
                      </a:r>
                      <a:r>
                        <a:rPr lang="en-US" altLang="ko-KR" sz="900" dirty="0"/>
                        <a:t>:</a:t>
                      </a:r>
                      <a:r>
                        <a:rPr lang="ko-KR" altLang="en-US" sz="900" dirty="0"/>
                        <a:t> </a:t>
                      </a:r>
                      <a:r>
                        <a:rPr lang="en-US" altLang="ko-KR" sz="900" dirty="0"/>
                        <a:t>L/H Turn </a:t>
                      </a:r>
                      <a:r>
                        <a:rPr lang="en-US" altLang="ko-KR" sz="900" b="1" dirty="0">
                          <a:solidFill>
                            <a:srgbClr val="C00000"/>
                          </a:solidFill>
                        </a:rPr>
                        <a:t>KMH 284 </a:t>
                      </a:r>
                      <a:r>
                        <a:rPr lang="en-US" altLang="ko-KR" sz="900" dirty="0"/>
                        <a:t>OUTBD </a:t>
                      </a:r>
                    </a:p>
                    <a:p>
                      <a:pPr marL="0" marR="0" lvl="0" indent="0" algn="l" rtl="0">
                        <a:spcBef>
                          <a:spcPts val="0"/>
                        </a:spcBef>
                        <a:spcAft>
                          <a:spcPts val="0"/>
                        </a:spcAft>
                        <a:buNone/>
                      </a:pPr>
                      <a:r>
                        <a:rPr lang="en-US" altLang="ko-KR" sz="900" dirty="0"/>
                        <a:t>(PULL TRK) </a:t>
                      </a:r>
                    </a:p>
                  </a:txBody>
                  <a:tcPr marL="36000" marR="36000" marT="36000" marB="36000" anchor="ctr"/>
                </a:tc>
                <a:extLst>
                  <a:ext uri="{0D108BD9-81ED-4DB2-BD59-A6C34878D82A}">
                    <a16:rowId xmlns:a16="http://schemas.microsoft.com/office/drawing/2014/main" val="10001"/>
                  </a:ext>
                </a:extLst>
              </a:tr>
              <a:tr h="30777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ko-KR" sz="900" dirty="0"/>
                        <a:t>Base Turn </a:t>
                      </a:r>
                      <a:r>
                        <a:rPr lang="ko-KR" altLang="en-US" sz="900" dirty="0"/>
                        <a:t>이후 </a:t>
                      </a:r>
                      <a:r>
                        <a:rPr lang="en-US" altLang="ko-KR" sz="900" dirty="0"/>
                        <a:t>:</a:t>
                      </a:r>
                      <a:r>
                        <a:rPr lang="ko-KR" altLang="en-US" sz="900" dirty="0"/>
                        <a:t> </a:t>
                      </a:r>
                      <a:r>
                        <a:rPr lang="en-US" altLang="ko-KR" sz="900" dirty="0"/>
                        <a:t>Continue R/H Turn </a:t>
                      </a:r>
                      <a:r>
                        <a:rPr lang="en-US" altLang="ko-KR" sz="900" b="1" dirty="0">
                          <a:solidFill>
                            <a:srgbClr val="C00000"/>
                          </a:solidFill>
                        </a:rPr>
                        <a:t>KMH 284 </a:t>
                      </a:r>
                      <a:r>
                        <a:rPr lang="en-US" altLang="ko-KR" sz="900" dirty="0"/>
                        <a:t>OUTBD (PULL TRK)</a:t>
                      </a:r>
                    </a:p>
                  </a:txBody>
                  <a:tcPr marL="36000" marR="36000" marT="36000" marB="36000" anchor="ctr"/>
                </a:tc>
                <a:extLst>
                  <a:ext uri="{0D108BD9-81ED-4DB2-BD59-A6C34878D82A}">
                    <a16:rowId xmlns:a16="http://schemas.microsoft.com/office/drawing/2014/main" val="3324277550"/>
                  </a:ext>
                </a:extLst>
              </a:tr>
            </a:tbl>
          </a:graphicData>
        </a:graphic>
      </p:graphicFrame>
      <p:grpSp>
        <p:nvGrpSpPr>
          <p:cNvPr id="152" name="그룹 151">
            <a:extLst>
              <a:ext uri="{FF2B5EF4-FFF2-40B4-BE49-F238E27FC236}">
                <a16:creationId xmlns:a16="http://schemas.microsoft.com/office/drawing/2014/main" id="{4BE8B393-F758-B69E-C71F-41B24ABD3B39}"/>
              </a:ext>
            </a:extLst>
          </p:cNvPr>
          <p:cNvGrpSpPr/>
          <p:nvPr/>
        </p:nvGrpSpPr>
        <p:grpSpPr>
          <a:xfrm>
            <a:off x="-55490" y="1019432"/>
            <a:ext cx="2394309" cy="3138086"/>
            <a:chOff x="-48346" y="990763"/>
            <a:chExt cx="2394309" cy="3138086"/>
          </a:xfrm>
        </p:grpSpPr>
        <p:pic>
          <p:nvPicPr>
            <p:cNvPr id="12" name="그림 11" descr="나무, 식물이(가) 표시된 사진&#10;&#10;자동 생성된 설명">
              <a:extLst>
                <a:ext uri="{FF2B5EF4-FFF2-40B4-BE49-F238E27FC236}">
                  <a16:creationId xmlns:a16="http://schemas.microsoft.com/office/drawing/2014/main" id="{CDDBC3DB-6733-2907-F7DB-E2FDA5AE9F63}"/>
                </a:ext>
              </a:extLst>
            </p:cNvPr>
            <p:cNvPicPr>
              <a:picLocks noChangeAspect="1"/>
            </p:cNvPicPr>
            <p:nvPr/>
          </p:nvPicPr>
          <p:blipFill rotWithShape="1">
            <a:blip r:embed="rId3"/>
            <a:stretch/>
          </p:blipFill>
          <p:spPr>
            <a:xfrm>
              <a:off x="-361" y="1021136"/>
              <a:ext cx="2346324" cy="3107713"/>
            </a:xfrm>
            <a:prstGeom prst="rect">
              <a:avLst/>
            </a:prstGeom>
          </p:spPr>
        </p:pic>
        <p:cxnSp>
          <p:nvCxnSpPr>
            <p:cNvPr id="27" name="직선 연결선[R] 26">
              <a:extLst>
                <a:ext uri="{FF2B5EF4-FFF2-40B4-BE49-F238E27FC236}">
                  <a16:creationId xmlns:a16="http://schemas.microsoft.com/office/drawing/2014/main" id="{A447B34E-85E3-7041-0027-4D72BCEB8F48}"/>
                </a:ext>
              </a:extLst>
            </p:cNvPr>
            <p:cNvCxnSpPr>
              <a:cxnSpLocks/>
              <a:endCxn id="29" idx="0"/>
            </p:cNvCxnSpPr>
            <p:nvPr/>
          </p:nvCxnSpPr>
          <p:spPr>
            <a:xfrm flipH="1" flipV="1">
              <a:off x="647706" y="1548692"/>
              <a:ext cx="35808" cy="1196606"/>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41" name="직선 연결선[R] 40">
              <a:extLst>
                <a:ext uri="{FF2B5EF4-FFF2-40B4-BE49-F238E27FC236}">
                  <a16:creationId xmlns:a16="http://schemas.microsoft.com/office/drawing/2014/main" id="{AF422B5F-7DE7-D8E9-59E5-31D47952B5A3}"/>
                </a:ext>
              </a:extLst>
            </p:cNvPr>
            <p:cNvCxnSpPr>
              <a:cxnSpLocks/>
            </p:cNvCxnSpPr>
            <p:nvPr/>
          </p:nvCxnSpPr>
          <p:spPr>
            <a:xfrm flipV="1">
              <a:off x="331437" y="2745299"/>
              <a:ext cx="354533" cy="488137"/>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sp>
          <p:nvSpPr>
            <p:cNvPr id="23" name="포인트가 4개인 별 22">
              <a:extLst>
                <a:ext uri="{FF2B5EF4-FFF2-40B4-BE49-F238E27FC236}">
                  <a16:creationId xmlns:a16="http://schemas.microsoft.com/office/drawing/2014/main" id="{34EBE2B8-A456-4BC0-19B9-499481DE4E5C}"/>
                </a:ext>
              </a:extLst>
            </p:cNvPr>
            <p:cNvSpPr/>
            <p:nvPr/>
          </p:nvSpPr>
          <p:spPr>
            <a:xfrm>
              <a:off x="590749" y="2639281"/>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9" name="호 28">
              <a:extLst>
                <a:ext uri="{FF2B5EF4-FFF2-40B4-BE49-F238E27FC236}">
                  <a16:creationId xmlns:a16="http://schemas.microsoft.com/office/drawing/2014/main" id="{0EDEDCBE-E5F5-DEFE-E89D-A65BA4BB793D}"/>
                </a:ext>
              </a:extLst>
            </p:cNvPr>
            <p:cNvSpPr/>
            <p:nvPr/>
          </p:nvSpPr>
          <p:spPr>
            <a:xfrm>
              <a:off x="647194" y="1114257"/>
              <a:ext cx="956185" cy="911025"/>
            </a:xfrm>
            <a:prstGeom prst="arc">
              <a:avLst>
                <a:gd name="adj1" fmla="val 10951624"/>
                <a:gd name="adj2" fmla="val 61662"/>
              </a:avLst>
            </a:prstGeom>
            <a:ln w="28575">
              <a:solidFill>
                <a:srgbClr val="AA47F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31" name="포인트가 4개인 별 30">
              <a:extLst>
                <a:ext uri="{FF2B5EF4-FFF2-40B4-BE49-F238E27FC236}">
                  <a16:creationId xmlns:a16="http://schemas.microsoft.com/office/drawing/2014/main" id="{58BD0D03-CFFD-7313-7A4A-408AE9CE381A}"/>
                </a:ext>
              </a:extLst>
            </p:cNvPr>
            <p:cNvSpPr/>
            <p:nvPr/>
          </p:nvSpPr>
          <p:spPr>
            <a:xfrm>
              <a:off x="573819" y="1967600"/>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5" name="호 34">
              <a:extLst>
                <a:ext uri="{FF2B5EF4-FFF2-40B4-BE49-F238E27FC236}">
                  <a16:creationId xmlns:a16="http://schemas.microsoft.com/office/drawing/2014/main" id="{930CEE6A-5EFE-59E6-5594-85206F09186A}"/>
                </a:ext>
              </a:extLst>
            </p:cNvPr>
            <p:cNvSpPr/>
            <p:nvPr/>
          </p:nvSpPr>
          <p:spPr>
            <a:xfrm>
              <a:off x="686711" y="1114708"/>
              <a:ext cx="973831" cy="1004707"/>
            </a:xfrm>
            <a:prstGeom prst="arc">
              <a:avLst>
                <a:gd name="adj1" fmla="val 16012884"/>
                <a:gd name="adj2" fmla="val 21134675"/>
              </a:avLst>
            </a:prstGeom>
            <a:ln w="28575">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38" name="포인트가 4개인 별 37">
              <a:extLst>
                <a:ext uri="{FF2B5EF4-FFF2-40B4-BE49-F238E27FC236}">
                  <a16:creationId xmlns:a16="http://schemas.microsoft.com/office/drawing/2014/main" id="{7EB48E4E-D41B-9BE2-A6CB-DE56A1828C44}"/>
                </a:ext>
              </a:extLst>
            </p:cNvPr>
            <p:cNvSpPr/>
            <p:nvPr/>
          </p:nvSpPr>
          <p:spPr>
            <a:xfrm>
              <a:off x="539954" y="1019339"/>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9" name="포인트가 4개인 별 38">
              <a:extLst>
                <a:ext uri="{FF2B5EF4-FFF2-40B4-BE49-F238E27FC236}">
                  <a16:creationId xmlns:a16="http://schemas.microsoft.com/office/drawing/2014/main" id="{4623912B-268E-11E3-0FE7-B2FCDA90C0C0}"/>
                </a:ext>
              </a:extLst>
            </p:cNvPr>
            <p:cNvSpPr/>
            <p:nvPr/>
          </p:nvSpPr>
          <p:spPr>
            <a:xfrm>
              <a:off x="1431776" y="996764"/>
              <a:ext cx="185531" cy="212035"/>
            </a:xfrm>
            <a:prstGeom prst="star4">
              <a:avLst>
                <a:gd name="adj" fmla="val 18750"/>
              </a:avLst>
            </a:prstGeom>
            <a:solidFill>
              <a:srgbClr val="AA47F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40" name="포인트가 4개인 별 39">
              <a:extLst>
                <a:ext uri="{FF2B5EF4-FFF2-40B4-BE49-F238E27FC236}">
                  <a16:creationId xmlns:a16="http://schemas.microsoft.com/office/drawing/2014/main" id="{00C949CF-AF86-BF74-7612-33AF2285DACA}"/>
                </a:ext>
              </a:extLst>
            </p:cNvPr>
            <p:cNvSpPr/>
            <p:nvPr/>
          </p:nvSpPr>
          <p:spPr>
            <a:xfrm>
              <a:off x="1539024" y="991120"/>
              <a:ext cx="185531" cy="212035"/>
            </a:xfrm>
            <a:prstGeom prst="star4">
              <a:avLst>
                <a:gd name="adj" fmla="val 18750"/>
              </a:avLst>
            </a:prstGeom>
            <a:solidFill>
              <a:srgbClr val="92D05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cxnSp>
          <p:nvCxnSpPr>
            <p:cNvPr id="44" name="직선 연결선[R] 43">
              <a:extLst>
                <a:ext uri="{FF2B5EF4-FFF2-40B4-BE49-F238E27FC236}">
                  <a16:creationId xmlns:a16="http://schemas.microsoft.com/office/drawing/2014/main" id="{868CF2DE-D380-1488-974D-31BDE8684A05}"/>
                </a:ext>
              </a:extLst>
            </p:cNvPr>
            <p:cNvCxnSpPr>
              <a:cxnSpLocks/>
              <a:endCxn id="29" idx="2"/>
            </p:cNvCxnSpPr>
            <p:nvPr/>
          </p:nvCxnSpPr>
          <p:spPr>
            <a:xfrm flipH="1" flipV="1">
              <a:off x="1603294" y="1578344"/>
              <a:ext cx="22873" cy="389256"/>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49" name="직선 연결선[R] 48">
              <a:extLst>
                <a:ext uri="{FF2B5EF4-FFF2-40B4-BE49-F238E27FC236}">
                  <a16:creationId xmlns:a16="http://schemas.microsoft.com/office/drawing/2014/main" id="{66964C75-BD54-9870-DA4E-4CA275254DF7}"/>
                </a:ext>
              </a:extLst>
            </p:cNvPr>
            <p:cNvCxnSpPr>
              <a:cxnSpLocks/>
              <a:endCxn id="35" idx="2"/>
            </p:cNvCxnSpPr>
            <p:nvPr/>
          </p:nvCxnSpPr>
          <p:spPr>
            <a:xfrm flipH="1" flipV="1">
              <a:off x="1656354" y="1551319"/>
              <a:ext cx="22321" cy="421925"/>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4" name="직선 연결선[R] 53">
              <a:extLst>
                <a:ext uri="{FF2B5EF4-FFF2-40B4-BE49-F238E27FC236}">
                  <a16:creationId xmlns:a16="http://schemas.microsoft.com/office/drawing/2014/main" id="{DA8E6069-ABB3-A90D-9CB2-412A7718E23F}"/>
                </a:ext>
              </a:extLst>
            </p:cNvPr>
            <p:cNvCxnSpPr>
              <a:cxnSpLocks/>
            </p:cNvCxnSpPr>
            <p:nvPr/>
          </p:nvCxnSpPr>
          <p:spPr>
            <a:xfrm>
              <a:off x="79022" y="1374350"/>
              <a:ext cx="1538285" cy="603307"/>
            </a:xfrm>
            <a:prstGeom prst="line">
              <a:avLst/>
            </a:prstGeom>
            <a:ln w="19050">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E0B4524-D5ED-0F82-3605-CE03D6D8F41C}"/>
                </a:ext>
              </a:extLst>
            </p:cNvPr>
            <p:cNvSpPr txBox="1"/>
            <p:nvPr/>
          </p:nvSpPr>
          <p:spPr>
            <a:xfrm>
              <a:off x="1670760" y="990763"/>
              <a:ext cx="527709" cy="338554"/>
            </a:xfrm>
            <a:prstGeom prst="rect">
              <a:avLst/>
            </a:prstGeom>
            <a:noFill/>
          </p:spPr>
          <p:txBody>
            <a:bodyPr wrap="none" rtlCol="0">
              <a:spAutoFit/>
            </a:bodyPr>
            <a:lstStyle/>
            <a:p>
              <a:pPr algn="ctr"/>
              <a:r>
                <a:rPr kumimoji="1" lang="en-US" altLang="ko-Kore-KR" sz="800" b="1" dirty="0">
                  <a:solidFill>
                    <a:srgbClr val="92D050"/>
                  </a:solidFill>
                </a:rPr>
                <a:t>KMH35</a:t>
              </a:r>
            </a:p>
            <a:p>
              <a:pPr algn="ctr"/>
              <a:r>
                <a:rPr kumimoji="1" lang="en-US" altLang="ko-Kore-KR" sz="800" b="1" dirty="0">
                  <a:solidFill>
                    <a:srgbClr val="92D050"/>
                  </a:solidFill>
                </a:rPr>
                <a:t>(18L)</a:t>
              </a:r>
              <a:endParaRPr kumimoji="1" lang="ko-Kore-KR" altLang="en-US" sz="800" b="1" dirty="0">
                <a:solidFill>
                  <a:srgbClr val="92D050"/>
                </a:solidFill>
              </a:endParaRPr>
            </a:p>
          </p:txBody>
        </p:sp>
        <p:sp>
          <p:nvSpPr>
            <p:cNvPr id="62" name="TextBox 61">
              <a:extLst>
                <a:ext uri="{FF2B5EF4-FFF2-40B4-BE49-F238E27FC236}">
                  <a16:creationId xmlns:a16="http://schemas.microsoft.com/office/drawing/2014/main" id="{BAB56EBB-C6CC-544B-6B1B-7AD74DDE9799}"/>
                </a:ext>
              </a:extLst>
            </p:cNvPr>
            <p:cNvSpPr txBox="1"/>
            <p:nvPr/>
          </p:nvSpPr>
          <p:spPr>
            <a:xfrm>
              <a:off x="70193" y="1013484"/>
              <a:ext cx="527709" cy="215444"/>
            </a:xfrm>
            <a:prstGeom prst="rect">
              <a:avLst/>
            </a:prstGeom>
            <a:noFill/>
          </p:spPr>
          <p:txBody>
            <a:bodyPr wrap="none" rtlCol="0">
              <a:spAutoFit/>
            </a:bodyPr>
            <a:lstStyle/>
            <a:p>
              <a:r>
                <a:rPr kumimoji="1" lang="en-US" altLang="ko-Kore-KR" sz="800" dirty="0"/>
                <a:t>KMH32</a:t>
              </a:r>
              <a:endParaRPr kumimoji="1" lang="ko-Kore-KR" altLang="en-US" sz="800" dirty="0"/>
            </a:p>
          </p:txBody>
        </p:sp>
        <p:sp>
          <p:nvSpPr>
            <p:cNvPr id="63" name="TextBox 62">
              <a:extLst>
                <a:ext uri="{FF2B5EF4-FFF2-40B4-BE49-F238E27FC236}">
                  <a16:creationId xmlns:a16="http://schemas.microsoft.com/office/drawing/2014/main" id="{F26F0C7B-7DBA-0E46-EAB1-02BB391E9101}"/>
                </a:ext>
              </a:extLst>
            </p:cNvPr>
            <p:cNvSpPr txBox="1"/>
            <p:nvPr/>
          </p:nvSpPr>
          <p:spPr>
            <a:xfrm>
              <a:off x="104058" y="1956094"/>
              <a:ext cx="527709" cy="215444"/>
            </a:xfrm>
            <a:prstGeom prst="rect">
              <a:avLst/>
            </a:prstGeom>
            <a:noFill/>
          </p:spPr>
          <p:txBody>
            <a:bodyPr wrap="none" rtlCol="0">
              <a:spAutoFit/>
            </a:bodyPr>
            <a:lstStyle/>
            <a:p>
              <a:r>
                <a:rPr kumimoji="1" lang="en-US" altLang="ko-Kore-KR" sz="800" dirty="0"/>
                <a:t>KMH30</a:t>
              </a:r>
              <a:endParaRPr kumimoji="1" lang="ko-Kore-KR" altLang="en-US" sz="800" dirty="0"/>
            </a:p>
          </p:txBody>
        </p:sp>
        <p:sp>
          <p:nvSpPr>
            <p:cNvPr id="128" name="TextBox 127">
              <a:extLst>
                <a:ext uri="{FF2B5EF4-FFF2-40B4-BE49-F238E27FC236}">
                  <a16:creationId xmlns:a16="http://schemas.microsoft.com/office/drawing/2014/main" id="{246E7BA4-156E-250A-F438-49FB015FCB5C}"/>
                </a:ext>
              </a:extLst>
            </p:cNvPr>
            <p:cNvSpPr txBox="1"/>
            <p:nvPr/>
          </p:nvSpPr>
          <p:spPr>
            <a:xfrm>
              <a:off x="76709" y="2599564"/>
              <a:ext cx="599844" cy="338554"/>
            </a:xfrm>
            <a:prstGeom prst="rect">
              <a:avLst/>
            </a:prstGeom>
            <a:noFill/>
          </p:spPr>
          <p:txBody>
            <a:bodyPr wrap="none" rtlCol="0">
              <a:spAutoFit/>
            </a:bodyPr>
            <a:lstStyle/>
            <a:p>
              <a:pPr algn="ctr"/>
              <a:r>
                <a:rPr kumimoji="1" lang="en-US" altLang="ko-Kore-KR" sz="800" dirty="0"/>
                <a:t>KMH22</a:t>
              </a:r>
            </a:p>
            <a:p>
              <a:pPr algn="ctr"/>
              <a:r>
                <a:rPr kumimoji="1" lang="en-US" altLang="ko-Kore-KR" sz="800" dirty="0"/>
                <a:t>(MA046)</a:t>
              </a:r>
              <a:endParaRPr kumimoji="1" lang="ko-Kore-KR" altLang="en-US" sz="800" dirty="0"/>
            </a:p>
          </p:txBody>
        </p:sp>
        <p:cxnSp>
          <p:nvCxnSpPr>
            <p:cNvPr id="130" name="구부러진 연결선[U] 129">
              <a:extLst>
                <a:ext uri="{FF2B5EF4-FFF2-40B4-BE49-F238E27FC236}">
                  <a16:creationId xmlns:a16="http://schemas.microsoft.com/office/drawing/2014/main" id="{CF940597-B6DB-F9E0-2BFE-9248A4AEFCD5}"/>
                </a:ext>
              </a:extLst>
            </p:cNvPr>
            <p:cNvCxnSpPr/>
            <p:nvPr/>
          </p:nvCxnSpPr>
          <p:spPr>
            <a:xfrm>
              <a:off x="191911" y="3164206"/>
              <a:ext cx="279053" cy="138461"/>
            </a:xfrm>
            <a:prstGeom prst="curvedConnector3">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132" name="구부러진 연결선[U] 131">
              <a:extLst>
                <a:ext uri="{FF2B5EF4-FFF2-40B4-BE49-F238E27FC236}">
                  <a16:creationId xmlns:a16="http://schemas.microsoft.com/office/drawing/2014/main" id="{414C5854-DCF3-751F-4CA3-DD8A308A66C6}"/>
                </a:ext>
              </a:extLst>
            </p:cNvPr>
            <p:cNvCxnSpPr/>
            <p:nvPr/>
          </p:nvCxnSpPr>
          <p:spPr>
            <a:xfrm>
              <a:off x="152401" y="3226298"/>
              <a:ext cx="279053" cy="138461"/>
            </a:xfrm>
            <a:prstGeom prst="curvedConnector3">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133" name="직선 연결선[R] 132">
              <a:extLst>
                <a:ext uri="{FF2B5EF4-FFF2-40B4-BE49-F238E27FC236}">
                  <a16:creationId xmlns:a16="http://schemas.microsoft.com/office/drawing/2014/main" id="{CBE8342F-5466-CF7A-EF58-F1468E9658D9}"/>
                </a:ext>
              </a:extLst>
            </p:cNvPr>
            <p:cNvCxnSpPr>
              <a:cxnSpLocks/>
            </p:cNvCxnSpPr>
            <p:nvPr/>
          </p:nvCxnSpPr>
          <p:spPr>
            <a:xfrm flipV="1">
              <a:off x="0" y="3298447"/>
              <a:ext cx="302153" cy="381645"/>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sp>
          <p:nvSpPr>
            <p:cNvPr id="142" name="포인트가 4개인 별 141">
              <a:extLst>
                <a:ext uri="{FF2B5EF4-FFF2-40B4-BE49-F238E27FC236}">
                  <a16:creationId xmlns:a16="http://schemas.microsoft.com/office/drawing/2014/main" id="{A338195F-D345-F96E-91F4-57F2A830C58D}"/>
                </a:ext>
              </a:extLst>
            </p:cNvPr>
            <p:cNvSpPr/>
            <p:nvPr/>
          </p:nvSpPr>
          <p:spPr>
            <a:xfrm>
              <a:off x="54533" y="3395637"/>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46" name="사각형 설명선[R] 145">
              <a:extLst>
                <a:ext uri="{FF2B5EF4-FFF2-40B4-BE49-F238E27FC236}">
                  <a16:creationId xmlns:a16="http://schemas.microsoft.com/office/drawing/2014/main" id="{CFB9E6EC-B866-FE82-A5A6-F4E244DD87CD}"/>
                </a:ext>
              </a:extLst>
            </p:cNvPr>
            <p:cNvSpPr/>
            <p:nvPr/>
          </p:nvSpPr>
          <p:spPr>
            <a:xfrm>
              <a:off x="596770" y="3621224"/>
              <a:ext cx="836148" cy="465790"/>
            </a:xfrm>
            <a:prstGeom prst="wedgeRectCallout">
              <a:avLst>
                <a:gd name="adj1" fmla="val -118823"/>
                <a:gd name="adj2" fmla="val -33003"/>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800" dirty="0"/>
                <a:t>Before L/D CHK Complete</a:t>
              </a:r>
            </a:p>
            <a:p>
              <a:r>
                <a:rPr kumimoji="1" lang="en-US" altLang="ko-Kore-KR" sz="800" dirty="0"/>
                <a:t>NEXT 1700ft</a:t>
              </a:r>
            </a:p>
            <a:p>
              <a:r>
                <a:rPr kumimoji="1" lang="en-US" altLang="ko-Kore-KR" sz="800" dirty="0">
                  <a:solidFill>
                    <a:srgbClr val="FFC000"/>
                  </a:solidFill>
                </a:rPr>
                <a:t>DES FPA -4</a:t>
              </a:r>
              <a:endParaRPr kumimoji="1" lang="ko-Kore-KR" altLang="en-US" sz="800" dirty="0">
                <a:solidFill>
                  <a:srgbClr val="FFC000"/>
                </a:solidFill>
              </a:endParaRPr>
            </a:p>
          </p:txBody>
        </p:sp>
        <p:sp>
          <p:nvSpPr>
            <p:cNvPr id="143" name="TextBox 142">
              <a:extLst>
                <a:ext uri="{FF2B5EF4-FFF2-40B4-BE49-F238E27FC236}">
                  <a16:creationId xmlns:a16="http://schemas.microsoft.com/office/drawing/2014/main" id="{E7A4A2FD-4EC4-596A-9970-F3E9CA163536}"/>
                </a:ext>
              </a:extLst>
            </p:cNvPr>
            <p:cNvSpPr txBox="1"/>
            <p:nvPr/>
          </p:nvSpPr>
          <p:spPr>
            <a:xfrm>
              <a:off x="28182" y="3553474"/>
              <a:ext cx="550151" cy="338554"/>
            </a:xfrm>
            <a:prstGeom prst="rect">
              <a:avLst/>
            </a:prstGeom>
            <a:noFill/>
          </p:spPr>
          <p:txBody>
            <a:bodyPr wrap="none" rtlCol="0">
              <a:spAutoFit/>
            </a:bodyPr>
            <a:lstStyle/>
            <a:p>
              <a:pPr algn="ctr"/>
              <a:r>
                <a:rPr kumimoji="1" lang="en-US" altLang="ko-Kore-KR" sz="800" dirty="0"/>
                <a:t>FAF</a:t>
              </a:r>
            </a:p>
            <a:p>
              <a:pPr algn="ctr"/>
              <a:r>
                <a:rPr kumimoji="1" lang="en-US" altLang="ko-Kore-KR" sz="800" dirty="0"/>
                <a:t>(FF046)</a:t>
              </a:r>
            </a:p>
          </p:txBody>
        </p:sp>
        <p:sp>
          <p:nvSpPr>
            <p:cNvPr id="147" name="사각형 설명선[R] 146">
              <a:extLst>
                <a:ext uri="{FF2B5EF4-FFF2-40B4-BE49-F238E27FC236}">
                  <a16:creationId xmlns:a16="http://schemas.microsoft.com/office/drawing/2014/main" id="{AE343AE0-07BA-1600-95F8-3A2E7E340B60}"/>
                </a:ext>
              </a:extLst>
            </p:cNvPr>
            <p:cNvSpPr/>
            <p:nvPr/>
          </p:nvSpPr>
          <p:spPr>
            <a:xfrm>
              <a:off x="907946" y="2889323"/>
              <a:ext cx="1243293" cy="637768"/>
            </a:xfrm>
            <a:prstGeom prst="wedgeRectCallout">
              <a:avLst>
                <a:gd name="adj1" fmla="val -76304"/>
                <a:gd name="adj2" fmla="val -40843"/>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800" dirty="0"/>
                <a:t>1700ft L/O 6000ft SET</a:t>
              </a:r>
            </a:p>
            <a:p>
              <a:r>
                <a:rPr kumimoji="1" lang="en-US" altLang="ko-Kore-KR" sz="800" dirty="0"/>
                <a:t>TRK to KMH22</a:t>
              </a:r>
            </a:p>
            <a:p>
              <a:r>
                <a:rPr kumimoji="1" lang="en-US" altLang="ko-Kore-KR" sz="800" dirty="0"/>
                <a:t>Act SEC F-PLN</a:t>
              </a:r>
            </a:p>
            <a:p>
              <a:r>
                <a:rPr kumimoji="1" lang="en-US" altLang="ko-Kore-KR" sz="800" dirty="0"/>
                <a:t>DCT KMH22 - NAV </a:t>
              </a:r>
            </a:p>
            <a:p>
              <a:r>
                <a:rPr kumimoji="1" lang="en-US" altLang="ko-Kore-KR" sz="800" b="1" dirty="0">
                  <a:solidFill>
                    <a:srgbClr val="FFC000"/>
                  </a:solidFill>
                </a:rPr>
                <a:t>ECAM memo no blue</a:t>
              </a:r>
              <a:endParaRPr kumimoji="1" lang="ko-Kore-KR" altLang="en-US" sz="800" b="1" dirty="0">
                <a:solidFill>
                  <a:srgbClr val="FFC000"/>
                </a:solidFill>
              </a:endParaRPr>
            </a:p>
          </p:txBody>
        </p:sp>
        <p:sp>
          <p:nvSpPr>
            <p:cNvPr id="148" name="사각형 설명선[R] 147">
              <a:extLst>
                <a:ext uri="{FF2B5EF4-FFF2-40B4-BE49-F238E27FC236}">
                  <a16:creationId xmlns:a16="http://schemas.microsoft.com/office/drawing/2014/main" id="{E871E623-1836-7590-4F6F-CB1F7591C0E6}"/>
                </a:ext>
              </a:extLst>
            </p:cNvPr>
            <p:cNvSpPr/>
            <p:nvPr/>
          </p:nvSpPr>
          <p:spPr>
            <a:xfrm>
              <a:off x="828719" y="2258171"/>
              <a:ext cx="708292" cy="465790"/>
            </a:xfrm>
            <a:prstGeom prst="wedgeRectCallout">
              <a:avLst>
                <a:gd name="adj1" fmla="val -69799"/>
                <a:gd name="adj2" fmla="val -47152"/>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800" dirty="0"/>
                <a:t> TRK110</a:t>
              </a:r>
            </a:p>
            <a:p>
              <a:r>
                <a:rPr kumimoji="1" lang="en-US" altLang="ko-Kore-KR" sz="800" b="1" dirty="0">
                  <a:solidFill>
                    <a:srgbClr val="FFC000"/>
                  </a:solidFill>
                </a:rPr>
                <a:t> KMH30</a:t>
              </a:r>
            </a:p>
            <a:p>
              <a:r>
                <a:rPr kumimoji="1" lang="en-US" altLang="ko-Kore-KR" sz="800" dirty="0"/>
                <a:t> -3 FPA Des</a:t>
              </a:r>
            </a:p>
            <a:p>
              <a:r>
                <a:rPr kumimoji="1" lang="en-US" altLang="ko-Kore-KR" sz="800" dirty="0"/>
                <a:t> </a:t>
              </a:r>
              <a:r>
                <a:rPr kumimoji="1" lang="en-US" altLang="ko-Kore-KR" sz="800" dirty="0">
                  <a:solidFill>
                    <a:srgbClr val="FFC000"/>
                  </a:solidFill>
                </a:rPr>
                <a:t>REF DONUT</a:t>
              </a:r>
            </a:p>
          </p:txBody>
        </p:sp>
        <p:sp>
          <p:nvSpPr>
            <p:cNvPr id="149" name="TextBox 148">
              <a:extLst>
                <a:ext uri="{FF2B5EF4-FFF2-40B4-BE49-F238E27FC236}">
                  <a16:creationId xmlns:a16="http://schemas.microsoft.com/office/drawing/2014/main" id="{C0E1023B-1541-46CF-70D1-CCD44038861A}"/>
                </a:ext>
              </a:extLst>
            </p:cNvPr>
            <p:cNvSpPr txBox="1"/>
            <p:nvPr/>
          </p:nvSpPr>
          <p:spPr>
            <a:xfrm>
              <a:off x="-48346" y="1507131"/>
              <a:ext cx="688009" cy="338554"/>
            </a:xfrm>
            <a:prstGeom prst="rect">
              <a:avLst/>
            </a:prstGeom>
            <a:noFill/>
          </p:spPr>
          <p:txBody>
            <a:bodyPr wrap="none" rtlCol="0">
              <a:spAutoFit/>
            </a:bodyPr>
            <a:lstStyle/>
            <a:p>
              <a:r>
                <a:rPr kumimoji="1" lang="en-US" altLang="ko-Kore-KR" sz="800" b="1" dirty="0">
                  <a:solidFill>
                    <a:srgbClr val="FFC000"/>
                  </a:solidFill>
                </a:rPr>
                <a:t>KMH R280</a:t>
              </a:r>
            </a:p>
            <a:p>
              <a:r>
                <a:rPr kumimoji="1" lang="en-US" altLang="ko-Kore-KR" sz="800" b="1" dirty="0">
                  <a:solidFill>
                    <a:srgbClr val="FFC000"/>
                  </a:solidFill>
                </a:rPr>
                <a:t>Start Turn</a:t>
              </a:r>
              <a:endParaRPr kumimoji="1" lang="ko-Kore-KR" altLang="en-US" sz="800" b="1" dirty="0">
                <a:solidFill>
                  <a:srgbClr val="FFC000"/>
                </a:solidFill>
              </a:endParaRPr>
            </a:p>
          </p:txBody>
        </p:sp>
        <p:sp>
          <p:nvSpPr>
            <p:cNvPr id="150" name="사각형 설명선[R] 149">
              <a:extLst>
                <a:ext uri="{FF2B5EF4-FFF2-40B4-BE49-F238E27FC236}">
                  <a16:creationId xmlns:a16="http://schemas.microsoft.com/office/drawing/2014/main" id="{FD89808B-5034-A5A3-931F-51E835F84D56}"/>
                </a:ext>
              </a:extLst>
            </p:cNvPr>
            <p:cNvSpPr/>
            <p:nvPr/>
          </p:nvSpPr>
          <p:spPr>
            <a:xfrm>
              <a:off x="931503" y="1488263"/>
              <a:ext cx="605516" cy="353512"/>
            </a:xfrm>
            <a:prstGeom prst="wedgeRectCallout">
              <a:avLst>
                <a:gd name="adj1" fmla="val -86957"/>
                <a:gd name="adj2" fmla="val -77947"/>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kumimoji="1" lang="en-US" altLang="ko-Kore-KR" sz="800" dirty="0"/>
                <a:t>  TRK 182</a:t>
              </a:r>
            </a:p>
            <a:p>
              <a:r>
                <a:rPr kumimoji="1" lang="en-US" altLang="ko-Kore-KR" sz="800" b="1" dirty="0">
                  <a:solidFill>
                    <a:srgbClr val="FFC000"/>
                  </a:solidFill>
                </a:rPr>
                <a:t>  090-1000ft</a:t>
              </a:r>
            </a:p>
            <a:p>
              <a:r>
                <a:rPr kumimoji="1" lang="en-US" altLang="ko-Kore-KR" sz="800" b="1" dirty="0">
                  <a:solidFill>
                    <a:srgbClr val="FFC000"/>
                  </a:solidFill>
                </a:rPr>
                <a:t> </a:t>
              </a:r>
              <a:r>
                <a:rPr kumimoji="1" lang="en-US" altLang="ko-Kore-KR" sz="800" b="1" dirty="0">
                  <a:solidFill>
                    <a:srgbClr val="92D050"/>
                  </a:solidFill>
                </a:rPr>
                <a:t>(900ft)</a:t>
              </a:r>
            </a:p>
          </p:txBody>
        </p:sp>
        <p:sp>
          <p:nvSpPr>
            <p:cNvPr id="151" name="사각형 설명선[R] 150">
              <a:extLst>
                <a:ext uri="{FF2B5EF4-FFF2-40B4-BE49-F238E27FC236}">
                  <a16:creationId xmlns:a16="http://schemas.microsoft.com/office/drawing/2014/main" id="{976C1F7A-E636-B87D-52FD-AEB37F9F32B9}"/>
                </a:ext>
              </a:extLst>
            </p:cNvPr>
            <p:cNvSpPr/>
            <p:nvPr/>
          </p:nvSpPr>
          <p:spPr>
            <a:xfrm>
              <a:off x="1848171" y="1549995"/>
              <a:ext cx="487836" cy="549229"/>
            </a:xfrm>
            <a:prstGeom prst="wedgeRectCallout">
              <a:avLst>
                <a:gd name="adj1" fmla="val -262382"/>
                <a:gd name="adj2" fmla="val -110297"/>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kumimoji="1" lang="en-US" altLang="ko-Kore-KR" sz="800" dirty="0"/>
                <a:t> A/P Off  </a:t>
              </a:r>
            </a:p>
            <a:p>
              <a:r>
                <a:rPr kumimoji="1" lang="ko-KR" altLang="en-US" sz="800" dirty="0"/>
                <a:t> </a:t>
              </a:r>
              <a:r>
                <a:rPr kumimoji="1" lang="en-US" altLang="ko-Kore-KR" sz="800" dirty="0"/>
                <a:t>FD Off</a:t>
              </a:r>
            </a:p>
            <a:p>
              <a:r>
                <a:rPr kumimoji="1" lang="en-US" altLang="ko-KR" sz="800" dirty="0"/>
                <a:t> Set RWY  </a:t>
              </a:r>
            </a:p>
            <a:p>
              <a:r>
                <a:rPr kumimoji="1" lang="en-US" altLang="ko-KR" sz="800" dirty="0"/>
                <a:t> TRK</a:t>
              </a:r>
            </a:p>
          </p:txBody>
        </p:sp>
        <p:sp>
          <p:nvSpPr>
            <p:cNvPr id="61" name="TextBox 60">
              <a:extLst>
                <a:ext uri="{FF2B5EF4-FFF2-40B4-BE49-F238E27FC236}">
                  <a16:creationId xmlns:a16="http://schemas.microsoft.com/office/drawing/2014/main" id="{C03758C5-ABCE-E358-B805-F5F84F53890B}"/>
                </a:ext>
              </a:extLst>
            </p:cNvPr>
            <p:cNvSpPr txBox="1"/>
            <p:nvPr/>
          </p:nvSpPr>
          <p:spPr>
            <a:xfrm>
              <a:off x="984588" y="1165881"/>
              <a:ext cx="527709" cy="338554"/>
            </a:xfrm>
            <a:prstGeom prst="rect">
              <a:avLst/>
            </a:prstGeom>
            <a:noFill/>
          </p:spPr>
          <p:txBody>
            <a:bodyPr wrap="none" rtlCol="0">
              <a:spAutoFit/>
            </a:bodyPr>
            <a:lstStyle/>
            <a:p>
              <a:pPr algn="ctr"/>
              <a:r>
                <a:rPr kumimoji="1" lang="en-US" altLang="ko-Kore-KR" sz="800" dirty="0"/>
                <a:t>KMH34</a:t>
              </a:r>
            </a:p>
            <a:p>
              <a:pPr algn="ctr"/>
              <a:r>
                <a:rPr kumimoji="1" lang="en-US" altLang="ko-Kore-KR" sz="800" dirty="0"/>
                <a:t>(18R)</a:t>
              </a:r>
              <a:endParaRPr kumimoji="1" lang="ko-Kore-KR" altLang="en-US" sz="800" dirty="0"/>
            </a:p>
          </p:txBody>
        </p:sp>
      </p:grpSp>
      <p:sp>
        <p:nvSpPr>
          <p:cNvPr id="153" name="TextBox 152">
            <a:extLst>
              <a:ext uri="{FF2B5EF4-FFF2-40B4-BE49-F238E27FC236}">
                <a16:creationId xmlns:a16="http://schemas.microsoft.com/office/drawing/2014/main" id="{97F6DB83-E6BE-C7AD-44FF-AB2D0BD878C7}"/>
              </a:ext>
            </a:extLst>
          </p:cNvPr>
          <p:cNvSpPr txBox="1"/>
          <p:nvPr/>
        </p:nvSpPr>
        <p:spPr>
          <a:xfrm>
            <a:off x="1427395" y="5172015"/>
            <a:ext cx="973343" cy="400110"/>
          </a:xfrm>
          <a:prstGeom prst="rect">
            <a:avLst/>
          </a:prstGeom>
          <a:noFill/>
        </p:spPr>
        <p:txBody>
          <a:bodyPr wrap="none" rtlCol="0">
            <a:spAutoFit/>
          </a:bodyPr>
          <a:lstStyle/>
          <a:p>
            <a:r>
              <a:rPr lang="en-US" altLang="ko-KR" sz="1000" b="1" dirty="0">
                <a:solidFill>
                  <a:srgbClr val="C00000"/>
                </a:solidFill>
                <a:latin typeface="Calibri" panose="020F0502020204030204" pitchFamily="34" charset="0"/>
                <a:cs typeface="Calibri" panose="020F0502020204030204" pitchFamily="34" charset="0"/>
              </a:rPr>
              <a:t>LOC 36 Circling</a:t>
            </a:r>
          </a:p>
          <a:p>
            <a:r>
              <a:rPr kumimoji="1" lang="en-US" altLang="ko-Kore-KR" sz="1000" b="1" dirty="0">
                <a:solidFill>
                  <a:srgbClr val="C00000"/>
                </a:solidFill>
                <a:latin typeface="Calibri" panose="020F0502020204030204" pitchFamily="34" charset="0"/>
                <a:cs typeface="Calibri" panose="020F0502020204030204" pitchFamily="34" charset="0"/>
              </a:rPr>
              <a:t>Next Page</a:t>
            </a:r>
            <a:endParaRPr kumimoji="1" lang="ko-Kore-KR" altLang="en-US" sz="1000" b="1" dirty="0">
              <a:solidFill>
                <a:srgbClr val="C00000"/>
              </a:solidFill>
              <a:latin typeface="Calibri" panose="020F0502020204030204" pitchFamily="34" charset="0"/>
              <a:cs typeface="Calibri" panose="020F0502020204030204" pitchFamily="34" charset="0"/>
            </a:endParaRPr>
          </a:p>
        </p:txBody>
      </p:sp>
      <p:graphicFrame>
        <p:nvGraphicFramePr>
          <p:cNvPr id="138" name="Google Shape;138;p4"/>
          <p:cNvGraphicFramePr/>
          <p:nvPr>
            <p:extLst>
              <p:ext uri="{D42A27DB-BD31-4B8C-83A1-F6EECF244321}">
                <p14:modId xmlns:p14="http://schemas.microsoft.com/office/powerpoint/2010/main" val="1889425311"/>
              </p:ext>
            </p:extLst>
          </p:nvPr>
        </p:nvGraphicFramePr>
        <p:xfrm>
          <a:off x="0" y="0"/>
          <a:ext cx="2328850" cy="1001640"/>
        </p:xfrm>
        <a:graphic>
          <a:graphicData uri="http://schemas.openxmlformats.org/drawingml/2006/table">
            <a:tbl>
              <a:tblPr firstRow="1" bandRow="1">
                <a:noFill/>
                <a:tableStyleId>{A521BE36-7E6F-4EC9-8D66-1CF97A6895EC}</a:tableStyleId>
              </a:tblPr>
              <a:tblGrid>
                <a:gridCol w="1242927">
                  <a:extLst>
                    <a:ext uri="{9D8B030D-6E8A-4147-A177-3AD203B41FA5}">
                      <a16:colId xmlns:a16="http://schemas.microsoft.com/office/drawing/2014/main" val="20000"/>
                    </a:ext>
                  </a:extLst>
                </a:gridCol>
                <a:gridCol w="1085923">
                  <a:extLst>
                    <a:ext uri="{9D8B030D-6E8A-4147-A177-3AD203B41FA5}">
                      <a16:colId xmlns:a16="http://schemas.microsoft.com/office/drawing/2014/main" val="906161869"/>
                    </a:ext>
                  </a:extLst>
                </a:gridCol>
              </a:tblGrid>
              <a:tr h="202565">
                <a:tc gridSpan="2">
                  <a:txBody>
                    <a:bodyPr/>
                    <a:lstStyle/>
                    <a:p>
                      <a:pPr marL="0" marR="0" lvl="0" indent="0" algn="ctr" rtl="0">
                        <a:spcBef>
                          <a:spcPts val="0"/>
                        </a:spcBef>
                        <a:spcAft>
                          <a:spcPts val="0"/>
                        </a:spcAft>
                        <a:buNone/>
                      </a:pPr>
                      <a:r>
                        <a:rPr lang="en-US" sz="1100" dirty="0"/>
                        <a:t>A330 PUS VOR 18L/R </a:t>
                      </a:r>
                      <a:endParaRPr lang="en-US" sz="1100" dirty="0">
                        <a:solidFill>
                          <a:srgbClr val="FFC000"/>
                        </a:solidFill>
                      </a:endParaRPr>
                    </a:p>
                  </a:txBody>
                  <a:tcPr marL="91450" marR="91450" marT="36000" marB="36000" anchor="ctr"/>
                </a:tc>
                <a:tc hMerge="1">
                  <a:txBody>
                    <a:bodyPr/>
                    <a:lstStyle/>
                    <a:p>
                      <a:endParaRPr lang="ko-Kore-KR" altLang="en-US"/>
                    </a:p>
                  </a:txBody>
                  <a:tcPr/>
                </a:tc>
                <a:extLst>
                  <a:ext uri="{0D108BD9-81ED-4DB2-BD59-A6C34878D82A}">
                    <a16:rowId xmlns:a16="http://schemas.microsoft.com/office/drawing/2014/main" val="10000"/>
                  </a:ext>
                </a:extLst>
              </a:tr>
              <a:tr h="498856">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B050"/>
                          </a:solidFill>
                          <a:effectLst/>
                          <a:uLnTx/>
                          <a:uFillTx/>
                          <a:latin typeface="Calibri"/>
                          <a:cs typeface="Calibri"/>
                        </a:rPr>
                        <a:t>Input PERF -&gt; SEC COPY</a:t>
                      </a:r>
                      <a:r>
                        <a:rPr kumimoji="0" lang="en-US" altLang="ko-Kore-KR" sz="900" b="1" i="0" u="none" strike="noStrike" kern="1200" cap="none" spc="0" normalizeH="0" baseline="0" noProof="0" dirty="0">
                          <a:ln>
                            <a:noFill/>
                          </a:ln>
                          <a:solidFill>
                            <a:srgbClr val="00B050"/>
                          </a:solidFill>
                          <a:effectLst/>
                          <a:uLnTx/>
                          <a:uFillTx/>
                          <a:latin typeface="Calibri"/>
                          <a:cs typeface="Calibri"/>
                        </a:rPr>
                        <a:t>           </a:t>
                      </a: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p>
                      <a:pPr marL="0" marR="0" lvl="0" indent="0" algn="l" defTabSz="116449" rtl="0" eaLnBrk="1" fontAlgn="auto" latinLnBrk="0" hangingPunct="1">
                        <a:lnSpc>
                          <a:spcPct val="100000"/>
                        </a:lnSpc>
                        <a:spcBef>
                          <a:spcPts val="0"/>
                        </a:spcBef>
                        <a:spcAft>
                          <a:spcPts val="0"/>
                        </a:spcAft>
                        <a:buClrTx/>
                        <a:buSzTx/>
                        <a:buFontTx/>
                        <a:buNone/>
                        <a:tabLst/>
                        <a:defRPr/>
                      </a:pPr>
                      <a:endParaRPr kumimoji="0" lang="en-US" altLang="ko-Kore-KR" sz="800" b="1" i="0" u="none" strike="noStrike" kern="1200" cap="none" spc="0" normalizeH="0" baseline="0" noProof="0" dirty="0">
                        <a:ln>
                          <a:noFill/>
                        </a:ln>
                        <a:solidFill>
                          <a:prstClr val="black"/>
                        </a:solidFill>
                        <a:effectLst/>
                        <a:uLnTx/>
                        <a:uFillTx/>
                        <a:latin typeface="Calibri"/>
                        <a:cs typeface="Calibri"/>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CLR CP18L/R, DISCONT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MDA : [ ], L/D CONF </a:t>
                      </a:r>
                      <a:r>
                        <a:rPr kumimoji="0" lang="en-US" altLang="ko-Kore-KR" sz="800" b="1" i="0" u="none" strike="noStrike" kern="1200" cap="none" spc="0" normalizeH="0" baseline="0" noProof="0" dirty="0" err="1">
                          <a:ln>
                            <a:noFill/>
                          </a:ln>
                          <a:solidFill>
                            <a:srgbClr val="C00000"/>
                          </a:solidFill>
                          <a:effectLst/>
                          <a:uLnTx/>
                          <a:uFillTx/>
                          <a:latin typeface="Calibri"/>
                          <a:cs typeface="Calibri"/>
                        </a:rPr>
                        <a:t>chk</a:t>
                      </a:r>
                      <a:endParaRPr kumimoji="0" lang="en-US" altLang="ko-Kore-KR" sz="800" b="1" i="0" u="none" strike="noStrike" kern="1200" cap="none" spc="0" normalizeH="0" baseline="0" noProof="0" dirty="0">
                        <a:ln>
                          <a:noFill/>
                        </a:ln>
                        <a:solidFill>
                          <a:srgbClr val="C00000"/>
                        </a:solidFill>
                        <a:effectLst/>
                        <a:uLnTx/>
                        <a:uFillTx/>
                        <a:latin typeface="Calibri"/>
                        <a:cs typeface="Calibri"/>
                      </a:endParaRPr>
                    </a:p>
                  </a:txBody>
                  <a:tcPr marL="36000" marR="36000" marT="0" marB="0" anchor="ctr"/>
                </a:tc>
                <a:extLst>
                  <a:ext uri="{0D108BD9-81ED-4DB2-BD59-A6C34878D82A}">
                    <a16:rowId xmlns:a16="http://schemas.microsoft.com/office/drawing/2014/main" val="10001"/>
                  </a:ext>
                </a:extLst>
              </a:tr>
              <a:tr h="115940">
                <a:tc gridSpan="2">
                  <a:txBody>
                    <a:bodyPr/>
                    <a:lstStyle/>
                    <a:p>
                      <a:pPr marL="0" marR="0" lvl="0" indent="0" algn="ctr" rtl="0">
                        <a:spcBef>
                          <a:spcPts val="0"/>
                        </a:spcBef>
                        <a:spcAft>
                          <a:spcPts val="0"/>
                        </a:spcAft>
                        <a:buNone/>
                      </a:pPr>
                      <a:r>
                        <a:rPr lang="en-US" sz="900" b="1" dirty="0">
                          <a:solidFill>
                            <a:srgbClr val="0070C0"/>
                          </a:solidFill>
                        </a:rPr>
                        <a:t>FIX : KMH 280(Base Turn), 284(Missed App)</a:t>
                      </a:r>
                    </a:p>
                  </a:txBody>
                  <a:tcPr marL="90000" marR="91450" marT="0" marB="0" anchor="ctr"/>
                </a:tc>
                <a:tc hMerge="1">
                  <a:txBody>
                    <a:bodyPr/>
                    <a:lstStyle/>
                    <a:p>
                      <a:endParaRPr lang="ko-Kore-KR" altLang="en-US"/>
                    </a:p>
                  </a:txBody>
                  <a:tcPr/>
                </a:tc>
                <a:extLst>
                  <a:ext uri="{0D108BD9-81ED-4DB2-BD59-A6C34878D82A}">
                    <a16:rowId xmlns:a16="http://schemas.microsoft.com/office/drawing/2014/main" val="2408181646"/>
                  </a:ext>
                </a:extLst>
              </a:tr>
            </a:tbl>
          </a:graphicData>
        </a:graphic>
      </p:graphicFrame>
      <p:pic>
        <p:nvPicPr>
          <p:cNvPr id="4" name="그림 3" descr="텍스트, 폰트, 스크린샷, 번호이(가) 표시된 사진&#10;&#10;자동 생성된 설명">
            <a:extLst>
              <a:ext uri="{FF2B5EF4-FFF2-40B4-BE49-F238E27FC236}">
                <a16:creationId xmlns:a16="http://schemas.microsoft.com/office/drawing/2014/main" id="{70B21514-0429-B3E2-E2F4-6228CC2F2F75}"/>
              </a:ext>
            </a:extLst>
          </p:cNvPr>
          <p:cNvPicPr>
            <a:picLocks noChangeAspect="1"/>
          </p:cNvPicPr>
          <p:nvPr/>
        </p:nvPicPr>
        <p:blipFill>
          <a:blip r:embed="rId4"/>
          <a:stretch>
            <a:fillRect/>
          </a:stretch>
        </p:blipFill>
        <p:spPr>
          <a:xfrm>
            <a:off x="1238743" y="274162"/>
            <a:ext cx="1073713" cy="342113"/>
          </a:xfrm>
          <a:prstGeom prst="rect">
            <a:avLst/>
          </a:prstGeom>
          <a:ln w="12700">
            <a:solidFill>
              <a:schemeClr val="accent1"/>
            </a:solidFill>
          </a:ln>
        </p:spPr>
      </p:pic>
      <p:pic>
        <p:nvPicPr>
          <p:cNvPr id="6" name="그림 5" descr="텍스트, 폰트, 스크린샷, 번호이(가) 표시된 사진&#10;&#10;자동 생성된 설명">
            <a:extLst>
              <a:ext uri="{FF2B5EF4-FFF2-40B4-BE49-F238E27FC236}">
                <a16:creationId xmlns:a16="http://schemas.microsoft.com/office/drawing/2014/main" id="{B5182E03-FBF9-667B-03A0-431F3A7ED68A}"/>
              </a:ext>
            </a:extLst>
          </p:cNvPr>
          <p:cNvPicPr>
            <a:picLocks noChangeAspect="1"/>
          </p:cNvPicPr>
          <p:nvPr/>
        </p:nvPicPr>
        <p:blipFill>
          <a:blip r:embed="rId5"/>
          <a:stretch>
            <a:fillRect/>
          </a:stretch>
        </p:blipFill>
        <p:spPr>
          <a:xfrm>
            <a:off x="-4041" y="273766"/>
            <a:ext cx="1226390" cy="421572"/>
          </a:xfrm>
          <a:prstGeom prst="rect">
            <a:avLst/>
          </a:prstGeom>
          <a:ln w="12700">
            <a:solidFill>
              <a:schemeClr val="accent1"/>
            </a:solidFill>
          </a:ln>
        </p:spPr>
      </p:pic>
      <p:pic>
        <p:nvPicPr>
          <p:cNvPr id="3" name="그래픽 2" descr="집 Wi-Fi에서 작업 단색으로 채워진">
            <a:hlinkClick r:id="" action="ppaction://hlinkshowjump?jump=firstslide"/>
            <a:extLst>
              <a:ext uri="{FF2B5EF4-FFF2-40B4-BE49-F238E27FC236}">
                <a16:creationId xmlns:a16="http://schemas.microsoft.com/office/drawing/2014/main" id="{07ED1B04-C768-A104-5A8F-3143CFB4352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0954" y="508605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74513959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graphicFrame>
        <p:nvGraphicFramePr>
          <p:cNvPr id="145" name="Google Shape;138;p4">
            <a:extLst>
              <a:ext uri="{FF2B5EF4-FFF2-40B4-BE49-F238E27FC236}">
                <a16:creationId xmlns:a16="http://schemas.microsoft.com/office/drawing/2014/main" id="{2DD2492E-25C7-6F3E-A765-74CDA0855231}"/>
              </a:ext>
            </a:extLst>
          </p:cNvPr>
          <p:cNvGraphicFramePr/>
          <p:nvPr>
            <p:extLst>
              <p:ext uri="{D42A27DB-BD31-4B8C-83A1-F6EECF244321}">
                <p14:modId xmlns:p14="http://schemas.microsoft.com/office/powerpoint/2010/main" val="2135400964"/>
              </p:ext>
            </p:extLst>
          </p:nvPr>
        </p:nvGraphicFramePr>
        <p:xfrm>
          <a:off x="-4122" y="4335832"/>
          <a:ext cx="2328850" cy="93228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52551">
                <a:tc>
                  <a:txBody>
                    <a:bodyPr/>
                    <a:lstStyle/>
                    <a:p>
                      <a:pPr marL="0" marR="0" lvl="0" indent="0" algn="ctr" rtl="0">
                        <a:spcBef>
                          <a:spcPts val="0"/>
                        </a:spcBef>
                        <a:spcAft>
                          <a:spcPts val="0"/>
                        </a:spcAft>
                        <a:buNone/>
                      </a:pPr>
                      <a:r>
                        <a:rPr lang="en-US" sz="1100" dirty="0"/>
                        <a:t>Missed App</a:t>
                      </a:r>
                    </a:p>
                  </a:txBody>
                  <a:tcPr marL="36000" marR="36000" marT="36000" marB="36000" anchor="ctr"/>
                </a:tc>
                <a:extLst>
                  <a:ext uri="{0D108BD9-81ED-4DB2-BD59-A6C34878D82A}">
                    <a16:rowId xmlns:a16="http://schemas.microsoft.com/office/drawing/2014/main" val="10000"/>
                  </a:ext>
                </a:extLst>
              </a:tr>
              <a:tr h="220461">
                <a:tc>
                  <a:txBody>
                    <a:bodyPr/>
                    <a:lstStyle/>
                    <a:p>
                      <a:pPr marL="0" marR="0" lvl="0" indent="0" algn="l" rtl="0">
                        <a:spcBef>
                          <a:spcPts val="0"/>
                        </a:spcBef>
                        <a:spcAft>
                          <a:spcPts val="0"/>
                        </a:spcAft>
                        <a:buNone/>
                      </a:pPr>
                      <a:r>
                        <a:rPr lang="en-US" altLang="ko-Kore-KR" sz="900" dirty="0"/>
                        <a:t>Base Turn </a:t>
                      </a:r>
                      <a:r>
                        <a:rPr lang="ko-KR" altLang="en-US" sz="900" dirty="0"/>
                        <a:t>이전 </a:t>
                      </a:r>
                      <a:r>
                        <a:rPr lang="en-US" altLang="ko-KR" sz="900" dirty="0"/>
                        <a:t>:</a:t>
                      </a:r>
                      <a:r>
                        <a:rPr lang="ko-KR" altLang="en-US" sz="900" dirty="0"/>
                        <a:t> </a:t>
                      </a:r>
                      <a:r>
                        <a:rPr lang="en-US" altLang="ko-KR" sz="900" dirty="0"/>
                        <a:t>L/H Turn </a:t>
                      </a:r>
                      <a:r>
                        <a:rPr lang="en-US" altLang="ko-KR" sz="900" b="1" dirty="0">
                          <a:solidFill>
                            <a:srgbClr val="C00000"/>
                          </a:solidFill>
                        </a:rPr>
                        <a:t>KMH 310 </a:t>
                      </a:r>
                      <a:r>
                        <a:rPr lang="en-US" altLang="ko-KR" sz="900" dirty="0"/>
                        <a:t>OUTBD </a:t>
                      </a:r>
                    </a:p>
                    <a:p>
                      <a:pPr marL="0" marR="0" lvl="0" indent="0" algn="l" rtl="0">
                        <a:spcBef>
                          <a:spcPts val="0"/>
                        </a:spcBef>
                        <a:spcAft>
                          <a:spcPts val="0"/>
                        </a:spcAft>
                        <a:buNone/>
                      </a:pPr>
                      <a:r>
                        <a:rPr lang="en-US" altLang="ko-KR" sz="900" dirty="0"/>
                        <a:t>(PULL TRK)</a:t>
                      </a:r>
                    </a:p>
                  </a:txBody>
                  <a:tcPr marL="36000" marR="36000" marT="36000" marB="36000" anchor="ctr"/>
                </a:tc>
                <a:extLst>
                  <a:ext uri="{0D108BD9-81ED-4DB2-BD59-A6C34878D82A}">
                    <a16:rowId xmlns:a16="http://schemas.microsoft.com/office/drawing/2014/main" val="10001"/>
                  </a:ext>
                </a:extLst>
              </a:tr>
              <a:tr h="30777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ko-KR" sz="900" dirty="0"/>
                        <a:t>Base Turn </a:t>
                      </a:r>
                      <a:r>
                        <a:rPr lang="ko-KR" altLang="en-US" sz="900" dirty="0"/>
                        <a:t>이후 </a:t>
                      </a:r>
                      <a:r>
                        <a:rPr lang="en-US" altLang="ko-KR" sz="900" dirty="0"/>
                        <a:t>:</a:t>
                      </a:r>
                      <a:r>
                        <a:rPr lang="ko-KR" altLang="en-US" sz="900" dirty="0"/>
                        <a:t> </a:t>
                      </a:r>
                      <a:r>
                        <a:rPr lang="en-US" altLang="ko-KR" sz="900" dirty="0"/>
                        <a:t>Continue R/H Turn </a:t>
                      </a:r>
                      <a:r>
                        <a:rPr lang="en-US" altLang="ko-KR" sz="900" b="1" dirty="0">
                          <a:solidFill>
                            <a:srgbClr val="C00000"/>
                          </a:solidFill>
                        </a:rPr>
                        <a:t>KMH 310 </a:t>
                      </a:r>
                      <a:r>
                        <a:rPr lang="en-US" altLang="ko-KR" sz="900" dirty="0"/>
                        <a:t>OUTBD  (PULL TRK)</a:t>
                      </a:r>
                    </a:p>
                  </a:txBody>
                  <a:tcPr marL="36000" marR="36000" marT="36000" marB="36000" anchor="ctr"/>
                </a:tc>
                <a:extLst>
                  <a:ext uri="{0D108BD9-81ED-4DB2-BD59-A6C34878D82A}">
                    <a16:rowId xmlns:a16="http://schemas.microsoft.com/office/drawing/2014/main" val="3324277550"/>
                  </a:ext>
                </a:extLst>
              </a:tr>
            </a:tbl>
          </a:graphicData>
        </a:graphic>
      </p:graphicFrame>
      <p:grpSp>
        <p:nvGrpSpPr>
          <p:cNvPr id="15" name="그룹 14">
            <a:extLst>
              <a:ext uri="{FF2B5EF4-FFF2-40B4-BE49-F238E27FC236}">
                <a16:creationId xmlns:a16="http://schemas.microsoft.com/office/drawing/2014/main" id="{EA4E3C12-23F7-925D-4989-9A1D08C75E1F}"/>
              </a:ext>
            </a:extLst>
          </p:cNvPr>
          <p:cNvGrpSpPr/>
          <p:nvPr/>
        </p:nvGrpSpPr>
        <p:grpSpPr>
          <a:xfrm>
            <a:off x="-48346" y="1189404"/>
            <a:ext cx="2394309" cy="3138086"/>
            <a:chOff x="-48346" y="1067956"/>
            <a:chExt cx="2394309" cy="3138086"/>
          </a:xfrm>
        </p:grpSpPr>
        <p:pic>
          <p:nvPicPr>
            <p:cNvPr id="12" name="그림 11" descr="나무, 식물이(가) 표시된 사진&#10;&#10;자동 생성된 설명">
              <a:extLst>
                <a:ext uri="{FF2B5EF4-FFF2-40B4-BE49-F238E27FC236}">
                  <a16:creationId xmlns:a16="http://schemas.microsoft.com/office/drawing/2014/main" id="{CDDBC3DB-6733-2907-F7DB-E2FDA5AE9F63}"/>
                </a:ext>
              </a:extLst>
            </p:cNvPr>
            <p:cNvPicPr>
              <a:picLocks noChangeAspect="1"/>
            </p:cNvPicPr>
            <p:nvPr/>
          </p:nvPicPr>
          <p:blipFill rotWithShape="1">
            <a:blip r:embed="rId3"/>
            <a:stretch/>
          </p:blipFill>
          <p:spPr>
            <a:xfrm>
              <a:off x="-361" y="1098329"/>
              <a:ext cx="2346324" cy="3107713"/>
            </a:xfrm>
            <a:prstGeom prst="rect">
              <a:avLst/>
            </a:prstGeom>
          </p:spPr>
        </p:pic>
        <p:cxnSp>
          <p:nvCxnSpPr>
            <p:cNvPr id="27" name="직선 연결선[R] 26">
              <a:extLst>
                <a:ext uri="{FF2B5EF4-FFF2-40B4-BE49-F238E27FC236}">
                  <a16:creationId xmlns:a16="http://schemas.microsoft.com/office/drawing/2014/main" id="{A447B34E-85E3-7041-0027-4D72BCEB8F48}"/>
                </a:ext>
              </a:extLst>
            </p:cNvPr>
            <p:cNvCxnSpPr>
              <a:cxnSpLocks/>
              <a:endCxn id="29" idx="0"/>
            </p:cNvCxnSpPr>
            <p:nvPr/>
          </p:nvCxnSpPr>
          <p:spPr>
            <a:xfrm flipH="1" flipV="1">
              <a:off x="647706" y="1625885"/>
              <a:ext cx="35808" cy="1196606"/>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41" name="직선 연결선[R] 40">
              <a:extLst>
                <a:ext uri="{FF2B5EF4-FFF2-40B4-BE49-F238E27FC236}">
                  <a16:creationId xmlns:a16="http://schemas.microsoft.com/office/drawing/2014/main" id="{AF422B5F-7DE7-D8E9-59E5-31D47952B5A3}"/>
                </a:ext>
              </a:extLst>
            </p:cNvPr>
            <p:cNvCxnSpPr>
              <a:cxnSpLocks/>
            </p:cNvCxnSpPr>
            <p:nvPr/>
          </p:nvCxnSpPr>
          <p:spPr>
            <a:xfrm flipH="1" flipV="1">
              <a:off x="685970" y="2822492"/>
              <a:ext cx="1038585" cy="862373"/>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sp>
          <p:nvSpPr>
            <p:cNvPr id="23" name="포인트가 4개인 별 22">
              <a:extLst>
                <a:ext uri="{FF2B5EF4-FFF2-40B4-BE49-F238E27FC236}">
                  <a16:creationId xmlns:a16="http://schemas.microsoft.com/office/drawing/2014/main" id="{34EBE2B8-A456-4BC0-19B9-499481DE4E5C}"/>
                </a:ext>
              </a:extLst>
            </p:cNvPr>
            <p:cNvSpPr/>
            <p:nvPr/>
          </p:nvSpPr>
          <p:spPr>
            <a:xfrm>
              <a:off x="590749" y="2716474"/>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9" name="호 28">
              <a:extLst>
                <a:ext uri="{FF2B5EF4-FFF2-40B4-BE49-F238E27FC236}">
                  <a16:creationId xmlns:a16="http://schemas.microsoft.com/office/drawing/2014/main" id="{0EDEDCBE-E5F5-DEFE-E89D-A65BA4BB793D}"/>
                </a:ext>
              </a:extLst>
            </p:cNvPr>
            <p:cNvSpPr/>
            <p:nvPr/>
          </p:nvSpPr>
          <p:spPr>
            <a:xfrm>
              <a:off x="647194" y="1191450"/>
              <a:ext cx="956185" cy="911025"/>
            </a:xfrm>
            <a:prstGeom prst="arc">
              <a:avLst>
                <a:gd name="adj1" fmla="val 10951624"/>
                <a:gd name="adj2" fmla="val 61662"/>
              </a:avLst>
            </a:prstGeom>
            <a:ln w="28575">
              <a:solidFill>
                <a:srgbClr val="AA47F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31" name="포인트가 4개인 별 30">
              <a:extLst>
                <a:ext uri="{FF2B5EF4-FFF2-40B4-BE49-F238E27FC236}">
                  <a16:creationId xmlns:a16="http://schemas.microsoft.com/office/drawing/2014/main" id="{58BD0D03-CFFD-7313-7A4A-408AE9CE381A}"/>
                </a:ext>
              </a:extLst>
            </p:cNvPr>
            <p:cNvSpPr/>
            <p:nvPr/>
          </p:nvSpPr>
          <p:spPr>
            <a:xfrm>
              <a:off x="573819" y="2044793"/>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5" name="호 34">
              <a:extLst>
                <a:ext uri="{FF2B5EF4-FFF2-40B4-BE49-F238E27FC236}">
                  <a16:creationId xmlns:a16="http://schemas.microsoft.com/office/drawing/2014/main" id="{930CEE6A-5EFE-59E6-5594-85206F09186A}"/>
                </a:ext>
              </a:extLst>
            </p:cNvPr>
            <p:cNvSpPr/>
            <p:nvPr/>
          </p:nvSpPr>
          <p:spPr>
            <a:xfrm>
              <a:off x="686711" y="1191901"/>
              <a:ext cx="973831" cy="1004707"/>
            </a:xfrm>
            <a:prstGeom prst="arc">
              <a:avLst>
                <a:gd name="adj1" fmla="val 16012884"/>
                <a:gd name="adj2" fmla="val 21134675"/>
              </a:avLst>
            </a:prstGeom>
            <a:ln w="28575">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38" name="포인트가 4개인 별 37">
              <a:extLst>
                <a:ext uri="{FF2B5EF4-FFF2-40B4-BE49-F238E27FC236}">
                  <a16:creationId xmlns:a16="http://schemas.microsoft.com/office/drawing/2014/main" id="{7EB48E4E-D41B-9BE2-A6CB-DE56A1828C44}"/>
                </a:ext>
              </a:extLst>
            </p:cNvPr>
            <p:cNvSpPr/>
            <p:nvPr/>
          </p:nvSpPr>
          <p:spPr>
            <a:xfrm>
              <a:off x="539954" y="1096532"/>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9" name="포인트가 4개인 별 38">
              <a:extLst>
                <a:ext uri="{FF2B5EF4-FFF2-40B4-BE49-F238E27FC236}">
                  <a16:creationId xmlns:a16="http://schemas.microsoft.com/office/drawing/2014/main" id="{4623912B-268E-11E3-0FE7-B2FCDA90C0C0}"/>
                </a:ext>
              </a:extLst>
            </p:cNvPr>
            <p:cNvSpPr/>
            <p:nvPr/>
          </p:nvSpPr>
          <p:spPr>
            <a:xfrm>
              <a:off x="1431776" y="1073957"/>
              <a:ext cx="185531" cy="212035"/>
            </a:xfrm>
            <a:prstGeom prst="star4">
              <a:avLst>
                <a:gd name="adj" fmla="val 18750"/>
              </a:avLst>
            </a:prstGeom>
            <a:solidFill>
              <a:srgbClr val="AA47F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40" name="포인트가 4개인 별 39">
              <a:extLst>
                <a:ext uri="{FF2B5EF4-FFF2-40B4-BE49-F238E27FC236}">
                  <a16:creationId xmlns:a16="http://schemas.microsoft.com/office/drawing/2014/main" id="{00C949CF-AF86-BF74-7612-33AF2285DACA}"/>
                </a:ext>
              </a:extLst>
            </p:cNvPr>
            <p:cNvSpPr/>
            <p:nvPr/>
          </p:nvSpPr>
          <p:spPr>
            <a:xfrm>
              <a:off x="1539024" y="1068313"/>
              <a:ext cx="185531" cy="212035"/>
            </a:xfrm>
            <a:prstGeom prst="star4">
              <a:avLst>
                <a:gd name="adj" fmla="val 18750"/>
              </a:avLst>
            </a:prstGeom>
            <a:solidFill>
              <a:srgbClr val="92D05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cxnSp>
          <p:nvCxnSpPr>
            <p:cNvPr id="44" name="직선 연결선[R] 43">
              <a:extLst>
                <a:ext uri="{FF2B5EF4-FFF2-40B4-BE49-F238E27FC236}">
                  <a16:creationId xmlns:a16="http://schemas.microsoft.com/office/drawing/2014/main" id="{868CF2DE-D380-1488-974D-31BDE8684A05}"/>
                </a:ext>
              </a:extLst>
            </p:cNvPr>
            <p:cNvCxnSpPr>
              <a:cxnSpLocks/>
              <a:endCxn id="29" idx="2"/>
            </p:cNvCxnSpPr>
            <p:nvPr/>
          </p:nvCxnSpPr>
          <p:spPr>
            <a:xfrm flipH="1" flipV="1">
              <a:off x="1603294" y="1655537"/>
              <a:ext cx="22873" cy="389256"/>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49" name="직선 연결선[R] 48">
              <a:extLst>
                <a:ext uri="{FF2B5EF4-FFF2-40B4-BE49-F238E27FC236}">
                  <a16:creationId xmlns:a16="http://schemas.microsoft.com/office/drawing/2014/main" id="{66964C75-BD54-9870-DA4E-4CA275254DF7}"/>
                </a:ext>
              </a:extLst>
            </p:cNvPr>
            <p:cNvCxnSpPr>
              <a:cxnSpLocks/>
              <a:endCxn id="35" idx="2"/>
            </p:cNvCxnSpPr>
            <p:nvPr/>
          </p:nvCxnSpPr>
          <p:spPr>
            <a:xfrm flipH="1" flipV="1">
              <a:off x="1656354" y="1628512"/>
              <a:ext cx="22321" cy="421925"/>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4" name="직선 연결선[R] 53">
              <a:extLst>
                <a:ext uri="{FF2B5EF4-FFF2-40B4-BE49-F238E27FC236}">
                  <a16:creationId xmlns:a16="http://schemas.microsoft.com/office/drawing/2014/main" id="{DA8E6069-ABB3-A90D-9CB2-412A7718E23F}"/>
                </a:ext>
              </a:extLst>
            </p:cNvPr>
            <p:cNvCxnSpPr>
              <a:cxnSpLocks/>
            </p:cNvCxnSpPr>
            <p:nvPr/>
          </p:nvCxnSpPr>
          <p:spPr>
            <a:xfrm>
              <a:off x="79022" y="1451543"/>
              <a:ext cx="1538285" cy="603307"/>
            </a:xfrm>
            <a:prstGeom prst="line">
              <a:avLst/>
            </a:prstGeom>
            <a:ln w="19050">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E0B4524-D5ED-0F82-3605-CE03D6D8F41C}"/>
                </a:ext>
              </a:extLst>
            </p:cNvPr>
            <p:cNvSpPr txBox="1"/>
            <p:nvPr/>
          </p:nvSpPr>
          <p:spPr>
            <a:xfrm>
              <a:off x="1670760" y="1067956"/>
              <a:ext cx="527709" cy="338554"/>
            </a:xfrm>
            <a:prstGeom prst="rect">
              <a:avLst/>
            </a:prstGeom>
            <a:noFill/>
          </p:spPr>
          <p:txBody>
            <a:bodyPr wrap="none" rtlCol="0">
              <a:spAutoFit/>
            </a:bodyPr>
            <a:lstStyle/>
            <a:p>
              <a:pPr algn="ctr"/>
              <a:r>
                <a:rPr kumimoji="1" lang="en-US" altLang="ko-Kore-KR" sz="800" dirty="0">
                  <a:solidFill>
                    <a:srgbClr val="92D050"/>
                  </a:solidFill>
                </a:rPr>
                <a:t>KMH35</a:t>
              </a:r>
            </a:p>
            <a:p>
              <a:pPr algn="ctr"/>
              <a:r>
                <a:rPr kumimoji="1" lang="en-US" altLang="ko-Kore-KR" sz="800" dirty="0">
                  <a:solidFill>
                    <a:srgbClr val="92D050"/>
                  </a:solidFill>
                </a:rPr>
                <a:t>(18L)</a:t>
              </a:r>
              <a:endParaRPr kumimoji="1" lang="ko-Kore-KR" altLang="en-US" sz="800" dirty="0">
                <a:solidFill>
                  <a:srgbClr val="92D050"/>
                </a:solidFill>
              </a:endParaRPr>
            </a:p>
          </p:txBody>
        </p:sp>
        <p:sp>
          <p:nvSpPr>
            <p:cNvPr id="61" name="TextBox 60">
              <a:extLst>
                <a:ext uri="{FF2B5EF4-FFF2-40B4-BE49-F238E27FC236}">
                  <a16:creationId xmlns:a16="http://schemas.microsoft.com/office/drawing/2014/main" id="{C03758C5-ABCE-E358-B805-F5F84F53890B}"/>
                </a:ext>
              </a:extLst>
            </p:cNvPr>
            <p:cNvSpPr txBox="1"/>
            <p:nvPr/>
          </p:nvSpPr>
          <p:spPr>
            <a:xfrm>
              <a:off x="984588" y="1243074"/>
              <a:ext cx="527709" cy="338554"/>
            </a:xfrm>
            <a:prstGeom prst="rect">
              <a:avLst/>
            </a:prstGeom>
            <a:noFill/>
          </p:spPr>
          <p:txBody>
            <a:bodyPr wrap="none" rtlCol="0">
              <a:spAutoFit/>
            </a:bodyPr>
            <a:lstStyle/>
            <a:p>
              <a:pPr algn="ctr"/>
              <a:r>
                <a:rPr kumimoji="1" lang="en-US" altLang="ko-Kore-KR" sz="800" dirty="0"/>
                <a:t>KMH34</a:t>
              </a:r>
            </a:p>
            <a:p>
              <a:pPr algn="ctr"/>
              <a:r>
                <a:rPr kumimoji="1" lang="en-US" altLang="ko-Kore-KR" sz="800" dirty="0"/>
                <a:t>(18R)</a:t>
              </a:r>
              <a:endParaRPr kumimoji="1" lang="ko-Kore-KR" altLang="en-US" sz="800" dirty="0"/>
            </a:p>
          </p:txBody>
        </p:sp>
        <p:sp>
          <p:nvSpPr>
            <p:cNvPr id="62" name="TextBox 61">
              <a:extLst>
                <a:ext uri="{FF2B5EF4-FFF2-40B4-BE49-F238E27FC236}">
                  <a16:creationId xmlns:a16="http://schemas.microsoft.com/office/drawing/2014/main" id="{BAB56EBB-C6CC-544B-6B1B-7AD74DDE9799}"/>
                </a:ext>
              </a:extLst>
            </p:cNvPr>
            <p:cNvSpPr txBox="1"/>
            <p:nvPr/>
          </p:nvSpPr>
          <p:spPr>
            <a:xfrm>
              <a:off x="70193" y="1090677"/>
              <a:ext cx="527709" cy="215444"/>
            </a:xfrm>
            <a:prstGeom prst="rect">
              <a:avLst/>
            </a:prstGeom>
            <a:noFill/>
          </p:spPr>
          <p:txBody>
            <a:bodyPr wrap="none" rtlCol="0">
              <a:spAutoFit/>
            </a:bodyPr>
            <a:lstStyle/>
            <a:p>
              <a:r>
                <a:rPr kumimoji="1" lang="en-US" altLang="ko-Kore-KR" sz="800" dirty="0"/>
                <a:t>KMH32</a:t>
              </a:r>
              <a:endParaRPr kumimoji="1" lang="ko-Kore-KR" altLang="en-US" sz="800" dirty="0"/>
            </a:p>
          </p:txBody>
        </p:sp>
        <p:sp>
          <p:nvSpPr>
            <p:cNvPr id="63" name="TextBox 62">
              <a:extLst>
                <a:ext uri="{FF2B5EF4-FFF2-40B4-BE49-F238E27FC236}">
                  <a16:creationId xmlns:a16="http://schemas.microsoft.com/office/drawing/2014/main" id="{F26F0C7B-7DBA-0E46-EAB1-02BB391E9101}"/>
                </a:ext>
              </a:extLst>
            </p:cNvPr>
            <p:cNvSpPr txBox="1"/>
            <p:nvPr/>
          </p:nvSpPr>
          <p:spPr>
            <a:xfrm>
              <a:off x="104058" y="2033287"/>
              <a:ext cx="527709" cy="215444"/>
            </a:xfrm>
            <a:prstGeom prst="rect">
              <a:avLst/>
            </a:prstGeom>
            <a:noFill/>
          </p:spPr>
          <p:txBody>
            <a:bodyPr wrap="none" rtlCol="0">
              <a:spAutoFit/>
            </a:bodyPr>
            <a:lstStyle/>
            <a:p>
              <a:r>
                <a:rPr kumimoji="1" lang="en-US" altLang="ko-Kore-KR" sz="800" dirty="0"/>
                <a:t>KMH30</a:t>
              </a:r>
              <a:endParaRPr kumimoji="1" lang="ko-Kore-KR" altLang="en-US" sz="800" dirty="0"/>
            </a:p>
          </p:txBody>
        </p:sp>
        <p:sp>
          <p:nvSpPr>
            <p:cNvPr id="128" name="TextBox 127">
              <a:extLst>
                <a:ext uri="{FF2B5EF4-FFF2-40B4-BE49-F238E27FC236}">
                  <a16:creationId xmlns:a16="http://schemas.microsoft.com/office/drawing/2014/main" id="{246E7BA4-156E-250A-F438-49FB015FCB5C}"/>
                </a:ext>
              </a:extLst>
            </p:cNvPr>
            <p:cNvSpPr txBox="1"/>
            <p:nvPr/>
          </p:nvSpPr>
          <p:spPr>
            <a:xfrm>
              <a:off x="115180" y="2676757"/>
              <a:ext cx="522900" cy="338554"/>
            </a:xfrm>
            <a:prstGeom prst="rect">
              <a:avLst/>
            </a:prstGeom>
            <a:noFill/>
          </p:spPr>
          <p:txBody>
            <a:bodyPr wrap="none" rtlCol="0">
              <a:spAutoFit/>
            </a:bodyPr>
            <a:lstStyle/>
            <a:p>
              <a:pPr algn="ctr"/>
              <a:r>
                <a:rPr kumimoji="1" lang="en-US" altLang="ko-Kore-KR" sz="800" dirty="0"/>
                <a:t>KMH22</a:t>
              </a:r>
            </a:p>
            <a:p>
              <a:pPr algn="ctr"/>
              <a:endParaRPr kumimoji="1" lang="ko-Kore-KR" altLang="en-US" sz="800" dirty="0"/>
            </a:p>
          </p:txBody>
        </p:sp>
        <p:cxnSp>
          <p:nvCxnSpPr>
            <p:cNvPr id="130" name="구부러진 연결선[U] 129">
              <a:extLst>
                <a:ext uri="{FF2B5EF4-FFF2-40B4-BE49-F238E27FC236}">
                  <a16:creationId xmlns:a16="http://schemas.microsoft.com/office/drawing/2014/main" id="{CF940597-B6DB-F9E0-2BFE-9248A4AEFCD5}"/>
                </a:ext>
              </a:extLst>
            </p:cNvPr>
            <p:cNvCxnSpPr>
              <a:cxnSpLocks/>
            </p:cNvCxnSpPr>
            <p:nvPr/>
          </p:nvCxnSpPr>
          <p:spPr>
            <a:xfrm>
              <a:off x="1610387" y="3841126"/>
              <a:ext cx="324227" cy="49428"/>
            </a:xfrm>
            <a:prstGeom prst="curvedConnector3">
              <a:avLst>
                <a:gd name="adj1" fmla="val 44506"/>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133" name="직선 연결선[R] 132">
              <a:extLst>
                <a:ext uri="{FF2B5EF4-FFF2-40B4-BE49-F238E27FC236}">
                  <a16:creationId xmlns:a16="http://schemas.microsoft.com/office/drawing/2014/main" id="{CBE8342F-5466-CF7A-EF58-F1468E9658D9}"/>
                </a:ext>
              </a:extLst>
            </p:cNvPr>
            <p:cNvCxnSpPr>
              <a:cxnSpLocks/>
            </p:cNvCxnSpPr>
            <p:nvPr/>
          </p:nvCxnSpPr>
          <p:spPr>
            <a:xfrm flipH="1" flipV="1">
              <a:off x="1768383" y="3786668"/>
              <a:ext cx="4117" cy="397222"/>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sp>
          <p:nvSpPr>
            <p:cNvPr id="142" name="포인트가 4개인 별 141">
              <a:extLst>
                <a:ext uri="{FF2B5EF4-FFF2-40B4-BE49-F238E27FC236}">
                  <a16:creationId xmlns:a16="http://schemas.microsoft.com/office/drawing/2014/main" id="{A338195F-D345-F96E-91F4-57F2A830C58D}"/>
                </a:ext>
              </a:extLst>
            </p:cNvPr>
            <p:cNvSpPr/>
            <p:nvPr/>
          </p:nvSpPr>
          <p:spPr>
            <a:xfrm>
              <a:off x="1679774" y="3607592"/>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46" name="사각형 설명선[R] 145">
              <a:extLst>
                <a:ext uri="{FF2B5EF4-FFF2-40B4-BE49-F238E27FC236}">
                  <a16:creationId xmlns:a16="http://schemas.microsoft.com/office/drawing/2014/main" id="{CFB9E6EC-B866-FE82-A5A6-F4E244DD87CD}"/>
                </a:ext>
              </a:extLst>
            </p:cNvPr>
            <p:cNvSpPr/>
            <p:nvPr/>
          </p:nvSpPr>
          <p:spPr>
            <a:xfrm>
              <a:off x="596770" y="3653893"/>
              <a:ext cx="836148" cy="510314"/>
            </a:xfrm>
            <a:prstGeom prst="wedgeRectCallout">
              <a:avLst>
                <a:gd name="adj1" fmla="val 84272"/>
                <a:gd name="adj2" fmla="val 16712"/>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800" dirty="0"/>
                <a:t>Before FAF L/G DN CONF 3</a:t>
              </a:r>
            </a:p>
            <a:p>
              <a:r>
                <a:rPr kumimoji="1" lang="en-US" altLang="ko-Kore-KR" sz="800" dirty="0"/>
                <a:t>1700ft L/O</a:t>
              </a:r>
            </a:p>
            <a:p>
              <a:r>
                <a:rPr kumimoji="1" lang="en-US" altLang="ko-Kore-KR" sz="800" dirty="0"/>
                <a:t>6000ft SET</a:t>
              </a:r>
            </a:p>
          </p:txBody>
        </p:sp>
        <p:sp>
          <p:nvSpPr>
            <p:cNvPr id="143" name="TextBox 142">
              <a:extLst>
                <a:ext uri="{FF2B5EF4-FFF2-40B4-BE49-F238E27FC236}">
                  <a16:creationId xmlns:a16="http://schemas.microsoft.com/office/drawing/2014/main" id="{E7A4A2FD-4EC4-596A-9970-F3E9CA163536}"/>
                </a:ext>
              </a:extLst>
            </p:cNvPr>
            <p:cNvSpPr txBox="1"/>
            <p:nvPr/>
          </p:nvSpPr>
          <p:spPr>
            <a:xfrm>
              <a:off x="1711414" y="3383086"/>
              <a:ext cx="527709" cy="215444"/>
            </a:xfrm>
            <a:prstGeom prst="rect">
              <a:avLst/>
            </a:prstGeom>
            <a:noFill/>
          </p:spPr>
          <p:txBody>
            <a:bodyPr wrap="none" rtlCol="0">
              <a:spAutoFit/>
            </a:bodyPr>
            <a:lstStyle/>
            <a:p>
              <a:pPr algn="ctr"/>
              <a:r>
                <a:rPr kumimoji="1" lang="en-US" altLang="ko-Kore-KR" sz="800" dirty="0"/>
                <a:t>KMH18</a:t>
              </a:r>
            </a:p>
          </p:txBody>
        </p:sp>
        <p:sp>
          <p:nvSpPr>
            <p:cNvPr id="147" name="사각형 설명선[R] 146">
              <a:extLst>
                <a:ext uri="{FF2B5EF4-FFF2-40B4-BE49-F238E27FC236}">
                  <a16:creationId xmlns:a16="http://schemas.microsoft.com/office/drawing/2014/main" id="{AE343AE0-07BA-1600-95F8-3A2E7E340B60}"/>
                </a:ext>
              </a:extLst>
            </p:cNvPr>
            <p:cNvSpPr/>
            <p:nvPr/>
          </p:nvSpPr>
          <p:spPr>
            <a:xfrm>
              <a:off x="25793" y="2982213"/>
              <a:ext cx="1171053" cy="629402"/>
            </a:xfrm>
            <a:prstGeom prst="wedgeRectCallout">
              <a:avLst>
                <a:gd name="adj1" fmla="val 68256"/>
                <a:gd name="adj2" fmla="val 27380"/>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800" dirty="0"/>
                <a:t>TRK to KMH22</a:t>
              </a:r>
            </a:p>
            <a:p>
              <a:r>
                <a:rPr kumimoji="1" lang="en-US" altLang="ko-Kore-KR" sz="800" dirty="0"/>
                <a:t>Act SEC F-PLN</a:t>
              </a:r>
            </a:p>
            <a:p>
              <a:r>
                <a:rPr kumimoji="1" lang="en-US" altLang="ko-Kore-KR" sz="800" dirty="0"/>
                <a:t>DCT KMH22 - NAV</a:t>
              </a:r>
            </a:p>
            <a:p>
              <a:r>
                <a:rPr kumimoji="1" lang="en-US" altLang="ko-Kore-KR" sz="800" dirty="0"/>
                <a:t>FLAP FULL(LD no blue)</a:t>
              </a:r>
            </a:p>
            <a:p>
              <a:r>
                <a:rPr kumimoji="1" lang="en-US" altLang="ko-Kore-KR" sz="800" dirty="0"/>
                <a:t>Before L/D CHK</a:t>
              </a:r>
            </a:p>
          </p:txBody>
        </p:sp>
        <p:sp>
          <p:nvSpPr>
            <p:cNvPr id="148" name="사각형 설명선[R] 147">
              <a:extLst>
                <a:ext uri="{FF2B5EF4-FFF2-40B4-BE49-F238E27FC236}">
                  <a16:creationId xmlns:a16="http://schemas.microsoft.com/office/drawing/2014/main" id="{E871E623-1836-7590-4F6F-CB1F7591C0E6}"/>
                </a:ext>
              </a:extLst>
            </p:cNvPr>
            <p:cNvSpPr/>
            <p:nvPr/>
          </p:nvSpPr>
          <p:spPr>
            <a:xfrm>
              <a:off x="828719" y="2335364"/>
              <a:ext cx="708292" cy="465790"/>
            </a:xfrm>
            <a:prstGeom prst="wedgeRectCallout">
              <a:avLst>
                <a:gd name="adj1" fmla="val -69799"/>
                <a:gd name="adj2" fmla="val -47152"/>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800" dirty="0"/>
                <a:t> TRK 110</a:t>
              </a:r>
            </a:p>
            <a:p>
              <a:r>
                <a:rPr kumimoji="1" lang="en-US" altLang="ko-Kore-KR" sz="800" b="1">
                  <a:solidFill>
                    <a:srgbClr val="FFC000"/>
                  </a:solidFill>
                </a:rPr>
                <a:t> KMH30</a:t>
              </a:r>
              <a:endParaRPr kumimoji="1" lang="en-US" altLang="ko-Kore-KR" sz="800" b="1" dirty="0">
                <a:solidFill>
                  <a:srgbClr val="FFC000"/>
                </a:solidFill>
              </a:endParaRPr>
            </a:p>
            <a:p>
              <a:r>
                <a:rPr kumimoji="1" lang="en-US" altLang="ko-Kore-KR" sz="800" dirty="0"/>
                <a:t> -3 FPA Des</a:t>
              </a:r>
            </a:p>
          </p:txBody>
        </p:sp>
        <p:sp>
          <p:nvSpPr>
            <p:cNvPr id="149" name="TextBox 148">
              <a:extLst>
                <a:ext uri="{FF2B5EF4-FFF2-40B4-BE49-F238E27FC236}">
                  <a16:creationId xmlns:a16="http://schemas.microsoft.com/office/drawing/2014/main" id="{C0E1023B-1541-46CF-70D1-CCD44038861A}"/>
                </a:ext>
              </a:extLst>
            </p:cNvPr>
            <p:cNvSpPr txBox="1"/>
            <p:nvPr/>
          </p:nvSpPr>
          <p:spPr>
            <a:xfrm>
              <a:off x="-48346" y="1584324"/>
              <a:ext cx="688009" cy="338554"/>
            </a:xfrm>
            <a:prstGeom prst="rect">
              <a:avLst/>
            </a:prstGeom>
            <a:noFill/>
          </p:spPr>
          <p:txBody>
            <a:bodyPr wrap="none" rtlCol="0">
              <a:spAutoFit/>
            </a:bodyPr>
            <a:lstStyle/>
            <a:p>
              <a:r>
                <a:rPr kumimoji="1" lang="en-US" altLang="ko-Kore-KR" sz="800" b="1" dirty="0">
                  <a:solidFill>
                    <a:srgbClr val="FFC000"/>
                  </a:solidFill>
                </a:rPr>
                <a:t>KMH R280</a:t>
              </a:r>
            </a:p>
            <a:p>
              <a:r>
                <a:rPr kumimoji="1" lang="en-US" altLang="ko-Kore-KR" sz="800" b="1" dirty="0">
                  <a:solidFill>
                    <a:srgbClr val="FFC000"/>
                  </a:solidFill>
                </a:rPr>
                <a:t>Start Turn</a:t>
              </a:r>
              <a:endParaRPr kumimoji="1" lang="ko-Kore-KR" altLang="en-US" sz="800" b="1" dirty="0">
                <a:solidFill>
                  <a:srgbClr val="FFC000"/>
                </a:solidFill>
              </a:endParaRPr>
            </a:p>
          </p:txBody>
        </p:sp>
        <p:sp>
          <p:nvSpPr>
            <p:cNvPr id="150" name="사각형 설명선[R] 149">
              <a:extLst>
                <a:ext uri="{FF2B5EF4-FFF2-40B4-BE49-F238E27FC236}">
                  <a16:creationId xmlns:a16="http://schemas.microsoft.com/office/drawing/2014/main" id="{FD89808B-5034-A5A3-931F-51E835F84D56}"/>
                </a:ext>
              </a:extLst>
            </p:cNvPr>
            <p:cNvSpPr/>
            <p:nvPr/>
          </p:nvSpPr>
          <p:spPr>
            <a:xfrm>
              <a:off x="931503" y="1565456"/>
              <a:ext cx="605516" cy="353512"/>
            </a:xfrm>
            <a:prstGeom prst="wedgeRectCallout">
              <a:avLst>
                <a:gd name="adj1" fmla="val -86957"/>
                <a:gd name="adj2" fmla="val -77947"/>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kumimoji="1" lang="en-US" altLang="ko-Kore-KR" sz="800" dirty="0"/>
                <a:t>  TRK 182</a:t>
              </a:r>
            </a:p>
            <a:p>
              <a:r>
                <a:rPr kumimoji="1" lang="en-US" altLang="ko-Kore-KR" sz="800" b="1" dirty="0">
                  <a:solidFill>
                    <a:srgbClr val="FFC000"/>
                  </a:solidFill>
                </a:rPr>
                <a:t>  090-1000ft</a:t>
              </a:r>
            </a:p>
            <a:p>
              <a:r>
                <a:rPr kumimoji="1" lang="en-US" altLang="ko-Kore-KR" sz="800" b="1" dirty="0">
                  <a:solidFill>
                    <a:srgbClr val="FFC000"/>
                  </a:solidFill>
                </a:rPr>
                <a:t> </a:t>
              </a:r>
              <a:r>
                <a:rPr kumimoji="1" lang="en-US" altLang="ko-Kore-KR" sz="800" b="1" dirty="0">
                  <a:solidFill>
                    <a:srgbClr val="92D050"/>
                  </a:solidFill>
                </a:rPr>
                <a:t>(900ft)</a:t>
              </a:r>
            </a:p>
          </p:txBody>
        </p:sp>
        <p:sp>
          <p:nvSpPr>
            <p:cNvPr id="151" name="사각형 설명선[R] 150">
              <a:extLst>
                <a:ext uri="{FF2B5EF4-FFF2-40B4-BE49-F238E27FC236}">
                  <a16:creationId xmlns:a16="http://schemas.microsoft.com/office/drawing/2014/main" id="{976C1F7A-E636-B87D-52FD-AEB37F9F32B9}"/>
                </a:ext>
              </a:extLst>
            </p:cNvPr>
            <p:cNvSpPr/>
            <p:nvPr/>
          </p:nvSpPr>
          <p:spPr>
            <a:xfrm>
              <a:off x="1848171" y="1554533"/>
              <a:ext cx="418277" cy="441368"/>
            </a:xfrm>
            <a:prstGeom prst="wedgeRectCallout">
              <a:avLst>
                <a:gd name="adj1" fmla="val -90896"/>
                <a:gd name="adj2" fmla="val -29838"/>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kumimoji="1" lang="en-US" altLang="ko-Kore-KR" sz="800" dirty="0"/>
                <a:t> A/P Off  </a:t>
              </a:r>
            </a:p>
            <a:p>
              <a:r>
                <a:rPr kumimoji="1" lang="ko-KR" altLang="en-US" sz="800" dirty="0"/>
                <a:t> </a:t>
              </a:r>
              <a:r>
                <a:rPr kumimoji="1" lang="en-US" altLang="ko-Kore-KR" sz="800" dirty="0"/>
                <a:t>FD Off - </a:t>
              </a:r>
              <a:r>
                <a:rPr kumimoji="1" lang="ko-KR" altLang="en-US" sz="800" dirty="0"/>
                <a:t> </a:t>
              </a:r>
              <a:endParaRPr kumimoji="1" lang="en-US" altLang="ko-KR" sz="800" dirty="0"/>
            </a:p>
            <a:p>
              <a:r>
                <a:rPr kumimoji="1" lang="ko-KR" altLang="en-US" sz="800" dirty="0"/>
                <a:t> </a:t>
              </a:r>
              <a:r>
                <a:rPr kumimoji="1" lang="en-US" altLang="ko-Kore-KR" sz="800" dirty="0"/>
                <a:t>On</a:t>
              </a:r>
            </a:p>
          </p:txBody>
        </p:sp>
        <p:cxnSp>
          <p:nvCxnSpPr>
            <p:cNvPr id="13" name="구부러진 연결선[U] 12">
              <a:extLst>
                <a:ext uri="{FF2B5EF4-FFF2-40B4-BE49-F238E27FC236}">
                  <a16:creationId xmlns:a16="http://schemas.microsoft.com/office/drawing/2014/main" id="{3FA0277A-46F3-9B10-43A1-F9FC3A7CADA4}"/>
                </a:ext>
              </a:extLst>
            </p:cNvPr>
            <p:cNvCxnSpPr>
              <a:cxnSpLocks/>
            </p:cNvCxnSpPr>
            <p:nvPr/>
          </p:nvCxnSpPr>
          <p:spPr>
            <a:xfrm>
              <a:off x="1603294" y="3938785"/>
              <a:ext cx="324227" cy="49428"/>
            </a:xfrm>
            <a:prstGeom prst="curvedConnector3">
              <a:avLst>
                <a:gd name="adj1" fmla="val 44506"/>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grpSp>
      <p:graphicFrame>
        <p:nvGraphicFramePr>
          <p:cNvPr id="138" name="Google Shape;138;p4"/>
          <p:cNvGraphicFramePr/>
          <p:nvPr>
            <p:extLst>
              <p:ext uri="{D42A27DB-BD31-4B8C-83A1-F6EECF244321}">
                <p14:modId xmlns:p14="http://schemas.microsoft.com/office/powerpoint/2010/main" val="3244016010"/>
              </p:ext>
            </p:extLst>
          </p:nvPr>
        </p:nvGraphicFramePr>
        <p:xfrm>
          <a:off x="0" y="0"/>
          <a:ext cx="2328850" cy="1210800"/>
        </p:xfrm>
        <a:graphic>
          <a:graphicData uri="http://schemas.openxmlformats.org/drawingml/2006/table">
            <a:tbl>
              <a:tblPr firstRow="1" bandRow="1">
                <a:noFill/>
                <a:tableStyleId>{A521BE36-7E6F-4EC9-8D66-1CF97A6895EC}</a:tableStyleId>
              </a:tblPr>
              <a:tblGrid>
                <a:gridCol w="1485900">
                  <a:extLst>
                    <a:ext uri="{9D8B030D-6E8A-4147-A177-3AD203B41FA5}">
                      <a16:colId xmlns:a16="http://schemas.microsoft.com/office/drawing/2014/main" val="20000"/>
                    </a:ext>
                  </a:extLst>
                </a:gridCol>
                <a:gridCol w="842950">
                  <a:extLst>
                    <a:ext uri="{9D8B030D-6E8A-4147-A177-3AD203B41FA5}">
                      <a16:colId xmlns:a16="http://schemas.microsoft.com/office/drawing/2014/main" val="3596387649"/>
                    </a:ext>
                  </a:extLst>
                </a:gridCol>
              </a:tblGrid>
              <a:tr h="202565">
                <a:tc gridSpan="2">
                  <a:txBody>
                    <a:bodyPr/>
                    <a:lstStyle/>
                    <a:p>
                      <a:pPr marL="0" marR="0" lvl="0" indent="0" algn="ctr" rtl="0">
                        <a:spcBef>
                          <a:spcPts val="0"/>
                        </a:spcBef>
                        <a:spcAft>
                          <a:spcPts val="0"/>
                        </a:spcAft>
                        <a:buNone/>
                      </a:pPr>
                      <a:r>
                        <a:rPr lang="en-US" sz="1100" dirty="0"/>
                        <a:t>A330 PUS LOC 36L/R Circling 18L/R</a:t>
                      </a:r>
                    </a:p>
                  </a:txBody>
                  <a:tcPr marL="91450" marR="91450" marT="36000" marB="36000" anchor="ctr"/>
                </a:tc>
                <a:tc hMerge="1">
                  <a:txBody>
                    <a:bodyPr/>
                    <a:lstStyle/>
                    <a:p>
                      <a:endParaRPr lang="ko-Kore-KR" altLang="en-US"/>
                    </a:p>
                  </a:txBody>
                  <a:tcPr/>
                </a:tc>
                <a:extLst>
                  <a:ext uri="{0D108BD9-81ED-4DB2-BD59-A6C34878D82A}">
                    <a16:rowId xmlns:a16="http://schemas.microsoft.com/office/drawing/2014/main" val="10000"/>
                  </a:ext>
                </a:extLst>
              </a:tr>
              <a:tr h="498856">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F-PLN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APPR              VIA            STAR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6F6F6F"/>
                          </a:solidFill>
                          <a:effectLst/>
                          <a:uLnTx/>
                          <a:uFillTx/>
                          <a:latin typeface="Calibri"/>
                          <a:cs typeface="Calibri"/>
                        </a:rPr>
                        <a:t>LOC36L     KEVOX     KEVOX x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                                           TRANS</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6F6F6F"/>
                          </a:solidFill>
                          <a:effectLst/>
                          <a:uLnTx/>
                          <a:uFillTx/>
                          <a:latin typeface="Calibri"/>
                          <a:cs typeface="Calibri"/>
                        </a:rPr>
                        <a:t>                                     MASTA</a:t>
                      </a:r>
                      <a:endParaRPr kumimoji="0" lang="en-US" altLang="ko-Kore-KR" sz="900" b="1" i="0" u="none" strike="noStrike" kern="1200" cap="none" spc="0" normalizeH="0" baseline="0" noProof="0" dirty="0">
                        <a:ln>
                          <a:noFill/>
                        </a:ln>
                        <a:solidFill>
                          <a:srgbClr val="00B050"/>
                        </a:solidFill>
                        <a:effectLst/>
                        <a:uLnTx/>
                        <a:uFillTx/>
                        <a:latin typeface="Calibri"/>
                        <a:cs typeface="Calibri"/>
                      </a:endParaRP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SEC F-PLN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a:ln>
                            <a:noFill/>
                          </a:ln>
                          <a:solidFill>
                            <a:prstClr val="black"/>
                          </a:solidFill>
                          <a:effectLst/>
                          <a:uLnTx/>
                          <a:uFillTx/>
                          <a:latin typeface="Calibri"/>
                          <a:cs typeface="Calibri"/>
                        </a:rPr>
                        <a:t>APPR        STAR   </a:t>
                      </a:r>
                      <a:r>
                        <a:rPr kumimoji="0" lang="en-US" altLang="ko-Kore-KR" sz="900" b="1" i="0" u="none" strike="noStrike" kern="1200" cap="none" spc="0" normalizeH="0" baseline="0" noProof="0">
                          <a:ln>
                            <a:noFill/>
                          </a:ln>
                          <a:solidFill>
                            <a:srgbClr val="6F6F6F"/>
                          </a:solidFill>
                          <a:effectLst/>
                          <a:uLnTx/>
                          <a:uFillTx/>
                          <a:latin typeface="Calibri"/>
                          <a:cs typeface="Calibri"/>
                        </a:rPr>
                        <a:t>18L</a:t>
                      </a:r>
                      <a:r>
                        <a:rPr kumimoji="0" lang="en-US" altLang="ko-Kore-KR" sz="900" b="1" i="0" u="none" strike="noStrike" kern="1200" cap="none" spc="0" normalizeH="0" baseline="0" noProof="0" dirty="0">
                          <a:ln>
                            <a:noFill/>
                          </a:ln>
                          <a:solidFill>
                            <a:srgbClr val="6F6F6F"/>
                          </a:solidFill>
                          <a:effectLst/>
                          <a:uLnTx/>
                          <a:uFillTx/>
                          <a:latin typeface="Calibri"/>
                          <a:cs typeface="Calibri"/>
                        </a:rPr>
                        <a:t>/R  V18L/R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(MDA: Blank)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(LDG CONF </a:t>
                      </a:r>
                      <a:r>
                        <a:rPr kumimoji="0" lang="en-US" altLang="ko-Kore-KR" sz="800" b="1" i="0" u="none" strike="noStrike" kern="1200" cap="none" spc="0" normalizeH="0" baseline="0" noProof="0" dirty="0" err="1">
                          <a:ln>
                            <a:noFill/>
                          </a:ln>
                          <a:solidFill>
                            <a:srgbClr val="C00000"/>
                          </a:solidFill>
                          <a:effectLst/>
                          <a:uLnTx/>
                          <a:uFillTx/>
                          <a:latin typeface="Calibri"/>
                          <a:cs typeface="Calibri"/>
                        </a:rPr>
                        <a:t>chk</a:t>
                      </a:r>
                      <a:r>
                        <a:rPr kumimoji="0" lang="en-US" altLang="ko-Kore-KR" sz="800" b="1" i="0" u="none" strike="noStrike" kern="1200" cap="none" spc="0" normalizeH="0" baseline="0" noProof="0" dirty="0">
                          <a:ln>
                            <a:noFill/>
                          </a:ln>
                          <a:solidFill>
                            <a:srgbClr val="C00000"/>
                          </a:solidFill>
                          <a:effectLst/>
                          <a:uLnTx/>
                          <a:uFillTx/>
                          <a:latin typeface="Calibri"/>
                          <a:cs typeface="Calibri"/>
                        </a:rPr>
                        <a:t>)</a:t>
                      </a:r>
                    </a:p>
                  </a:txBody>
                  <a:tcPr marL="36000" marR="36000" marT="36000" marB="36000" anchor="ctr"/>
                </a:tc>
                <a:extLst>
                  <a:ext uri="{0D108BD9-81ED-4DB2-BD59-A6C34878D82A}">
                    <a16:rowId xmlns:a16="http://schemas.microsoft.com/office/drawing/2014/main" val="10001"/>
                  </a:ext>
                </a:extLst>
              </a:tr>
              <a:tr h="115940">
                <a:tc gridSpan="2">
                  <a:txBody>
                    <a:bodyPr/>
                    <a:lstStyle/>
                    <a:p>
                      <a:pPr marL="0" marR="0" lvl="0" indent="0" algn="ctr" rtl="0">
                        <a:spcBef>
                          <a:spcPts val="0"/>
                        </a:spcBef>
                        <a:spcAft>
                          <a:spcPts val="0"/>
                        </a:spcAft>
                        <a:buNone/>
                      </a:pPr>
                      <a:r>
                        <a:rPr lang="en-US" sz="900" b="1" dirty="0">
                          <a:solidFill>
                            <a:srgbClr val="FF0000"/>
                          </a:solidFill>
                        </a:rPr>
                        <a:t>CI36L(CF36R) 3500 FI36L(FF36R) 2100</a:t>
                      </a:r>
                    </a:p>
                  </a:txBody>
                  <a:tcPr marL="90000" marR="91450" marT="0" marB="0" anchor="ctr"/>
                </a:tc>
                <a:tc hMerge="1">
                  <a:txBody>
                    <a:bodyPr/>
                    <a:lstStyle/>
                    <a:p>
                      <a:endParaRPr lang="ko-Kore-KR" altLang="en-US"/>
                    </a:p>
                  </a:txBody>
                  <a:tcPr/>
                </a:tc>
                <a:extLst>
                  <a:ext uri="{0D108BD9-81ED-4DB2-BD59-A6C34878D82A}">
                    <a16:rowId xmlns:a16="http://schemas.microsoft.com/office/drawing/2014/main" val="3929884486"/>
                  </a:ext>
                </a:extLst>
              </a:tr>
              <a:tr h="115940">
                <a:tc gridSpan="2">
                  <a:txBody>
                    <a:bodyPr/>
                    <a:lstStyle/>
                    <a:p>
                      <a:pPr marL="0" marR="0" lvl="0" indent="0" algn="ctr" rtl="0">
                        <a:spcBef>
                          <a:spcPts val="0"/>
                        </a:spcBef>
                        <a:spcAft>
                          <a:spcPts val="0"/>
                        </a:spcAft>
                        <a:buNone/>
                      </a:pPr>
                      <a:r>
                        <a:rPr lang="en-US" sz="900" b="1" dirty="0">
                          <a:solidFill>
                            <a:srgbClr val="0070C0"/>
                          </a:solidFill>
                        </a:rPr>
                        <a:t>FIX : KMH 280(Base Turn), 310(Missed App)</a:t>
                      </a:r>
                    </a:p>
                  </a:txBody>
                  <a:tcPr marL="90000" marR="91450" marT="0" marB="0" anchor="ctr"/>
                </a:tc>
                <a:tc hMerge="1">
                  <a:txBody>
                    <a:bodyPr/>
                    <a:lstStyle/>
                    <a:p>
                      <a:pPr marL="0" marR="0" lvl="0" indent="0" algn="l" rtl="0">
                        <a:spcBef>
                          <a:spcPts val="0"/>
                        </a:spcBef>
                        <a:spcAft>
                          <a:spcPts val="0"/>
                        </a:spcAft>
                        <a:buNone/>
                      </a:pPr>
                      <a:endParaRPr lang="en-US" altLang="ko-Kore-KR" sz="900" b="1" dirty="0">
                        <a:solidFill>
                          <a:schemeClr val="accent1"/>
                        </a:solidFill>
                      </a:endParaRPr>
                    </a:p>
                  </a:txBody>
                  <a:tcPr marL="91450" marR="91450" marT="0" marB="0" anchor="ctr"/>
                </a:tc>
                <a:extLst>
                  <a:ext uri="{0D108BD9-81ED-4DB2-BD59-A6C34878D82A}">
                    <a16:rowId xmlns:a16="http://schemas.microsoft.com/office/drawing/2014/main" val="2408181646"/>
                  </a:ext>
                </a:extLst>
              </a:tr>
            </a:tbl>
          </a:graphicData>
        </a:graphic>
      </p:graphicFrame>
      <p:pic>
        <p:nvPicPr>
          <p:cNvPr id="2" name="그래픽 1" descr="집 Wi-Fi에서 작업 단색으로 채워진">
            <a:hlinkClick r:id="" action="ppaction://hlinkshowjump?jump=firstslide"/>
            <a:extLst>
              <a:ext uri="{FF2B5EF4-FFF2-40B4-BE49-F238E27FC236}">
                <a16:creationId xmlns:a16="http://schemas.microsoft.com/office/drawing/2014/main" id="{8CFF7454-ECF1-25AA-7AC1-F6CA6A31CBF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0954" y="508605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111389871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E57C59D0-ADFE-3784-273F-69302E5EF6D1}"/>
            </a:ext>
          </a:extLst>
        </p:cNvPr>
        <p:cNvGrpSpPr/>
        <p:nvPr/>
      </p:nvGrpSpPr>
      <p:grpSpPr>
        <a:xfrm>
          <a:off x="0" y="0"/>
          <a:ext cx="0" cy="0"/>
          <a:chOff x="0" y="0"/>
          <a:chExt cx="0" cy="0"/>
        </a:xfrm>
      </p:grpSpPr>
      <p:graphicFrame>
        <p:nvGraphicFramePr>
          <p:cNvPr id="430" name="Google Shape;430;p35">
            <a:extLst>
              <a:ext uri="{FF2B5EF4-FFF2-40B4-BE49-F238E27FC236}">
                <a16:creationId xmlns:a16="http://schemas.microsoft.com/office/drawing/2014/main" id="{0C0C4381-D94B-A67E-A531-503C6195428B}"/>
              </a:ext>
            </a:extLst>
          </p:cNvPr>
          <p:cNvGraphicFramePr/>
          <p:nvPr>
            <p:extLst>
              <p:ext uri="{D42A27DB-BD31-4B8C-83A1-F6EECF244321}">
                <p14:modId xmlns:p14="http://schemas.microsoft.com/office/powerpoint/2010/main" val="2104068191"/>
              </p:ext>
            </p:extLst>
          </p:nvPr>
        </p:nvGraphicFramePr>
        <p:xfrm>
          <a:off x="8056" y="-4101"/>
          <a:ext cx="2320807" cy="5576224"/>
        </p:xfrm>
        <a:graphic>
          <a:graphicData uri="http://schemas.openxmlformats.org/drawingml/2006/table">
            <a:tbl>
              <a:tblPr firstRow="1" bandRow="1">
                <a:noFill/>
                <a:tableStyleId>{A521BE36-7E6F-4EC9-8D66-1CF97A6895EC}</a:tableStyleId>
              </a:tblPr>
              <a:tblGrid>
                <a:gridCol w="382559">
                  <a:extLst>
                    <a:ext uri="{9D8B030D-6E8A-4147-A177-3AD203B41FA5}">
                      <a16:colId xmlns:a16="http://schemas.microsoft.com/office/drawing/2014/main" val="20000"/>
                    </a:ext>
                  </a:extLst>
                </a:gridCol>
                <a:gridCol w="1938248">
                  <a:extLst>
                    <a:ext uri="{9D8B030D-6E8A-4147-A177-3AD203B41FA5}">
                      <a16:colId xmlns:a16="http://schemas.microsoft.com/office/drawing/2014/main" val="2184272195"/>
                    </a:ext>
                  </a:extLst>
                </a:gridCol>
              </a:tblGrid>
              <a:tr h="173195">
                <a:tc gridSpan="2">
                  <a:txBody>
                    <a:bodyPr/>
                    <a:lstStyle/>
                    <a:p>
                      <a:pPr marL="0" marR="0" lvl="0" indent="0" algn="l" rtl="0">
                        <a:spcBef>
                          <a:spcPts val="0"/>
                        </a:spcBef>
                        <a:spcAft>
                          <a:spcPts val="0"/>
                        </a:spcAft>
                        <a:buNone/>
                      </a:pPr>
                      <a:r>
                        <a:rPr lang="en-US" sz="1100" dirty="0">
                          <a:latin typeface="Arial" panose="020B0604020202020204" pitchFamily="34" charset="0"/>
                          <a:cs typeface="Arial" panose="020B0604020202020204" pitchFamily="34" charset="0"/>
                        </a:rPr>
                        <a:t>QRH LIST</a:t>
                      </a:r>
                      <a:r>
                        <a:rPr kumimoji="0" lang="en-US" sz="1100" b="1" i="0" u="none" strike="noStrike" kern="1200" cap="none" spc="0" normalizeH="0" baseline="0" dirty="0">
                          <a:ln>
                            <a:noFill/>
                          </a:ln>
                          <a:solidFill>
                            <a:srgbClr val="00B050"/>
                          </a:solidFill>
                          <a:effectLst/>
                          <a:uLnTx/>
                          <a:uFillTx/>
                          <a:latin typeface="Arial" panose="020B0604020202020204" pitchFamily="34" charset="0"/>
                          <a:cs typeface="Arial" panose="020B0604020202020204" pitchFamily="34" charset="0"/>
                        </a:rPr>
                        <a:t>  </a:t>
                      </a:r>
                      <a:r>
                        <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Reference Only    </a:t>
                      </a:r>
                    </a:p>
                  </a:txBody>
                  <a:tcPr marL="36000" marR="36000" marT="0" marB="0" anchor="ctr"/>
                </a:tc>
                <a:tc hMerge="1">
                  <a:txBody>
                    <a:bodyPr/>
                    <a:lstStyle/>
                    <a:p>
                      <a:endParaRPr lang="ko-Kore-KR" altLang="en-US"/>
                    </a:p>
                  </a:txBody>
                  <a:tcPr/>
                </a:tc>
                <a:extLst>
                  <a:ext uri="{0D108BD9-81ED-4DB2-BD59-A6C34878D82A}">
                    <a16:rowId xmlns:a16="http://schemas.microsoft.com/office/drawing/2014/main" val="10000"/>
                  </a:ext>
                </a:extLst>
              </a:tr>
              <a:tr h="22043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AIR</a:t>
                      </a: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BLEED 1+2 FAULT(APU BLEED 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BLEED 1+2 FAULT(APU BLEED NOT AVAIL)</a:t>
                      </a:r>
                      <a:endParaRPr kumimoji="0" lang="en-US" altLang="ko-Kore-KR" sz="4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36000" marR="36000" marT="0" marB="0" anchor="ctr"/>
                </a:tc>
                <a:extLst>
                  <a:ext uri="{0D108BD9-81ED-4DB2-BD59-A6C34878D82A}">
                    <a16:rowId xmlns:a16="http://schemas.microsoft.com/office/drawing/2014/main" val="10001"/>
                  </a:ext>
                </a:extLst>
              </a:tr>
              <a:tr h="11021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DOOR</a:t>
                      </a:r>
                      <a:endPar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COCKPIT DOOR FAULT</a:t>
                      </a:r>
                      <a:endParaRPr kumimoji="0" lang="en-US" altLang="ko-Kore-KR" sz="4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36000" marR="36000" marT="0" marB="0" anchor="ctr"/>
                </a:tc>
                <a:extLst>
                  <a:ext uri="{0D108BD9-81ED-4DB2-BD59-A6C34878D82A}">
                    <a16:rowId xmlns:a16="http://schemas.microsoft.com/office/drawing/2014/main" val="188343708"/>
                  </a:ext>
                </a:extLst>
              </a:tr>
              <a:tr h="22043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EIS</a:t>
                      </a:r>
                      <a:endPar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DISPLAY UNIT FAILURE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EIS DISPLAY DISCREPANCY</a:t>
                      </a:r>
                      <a:endParaRPr kumimoji="0" lang="en-US" altLang="ko-Kore-KR" sz="4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36000" marR="36000" marT="0" marB="0" anchor="ctr"/>
                </a:tc>
                <a:extLst>
                  <a:ext uri="{0D108BD9-81ED-4DB2-BD59-A6C34878D82A}">
                    <a16:rowId xmlns:a16="http://schemas.microsoft.com/office/drawing/2014/main" val="10002"/>
                  </a:ext>
                </a:extLst>
              </a:tr>
              <a:tr h="22043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ELEC</a:t>
                      </a:r>
                      <a:endPar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C/B TRIPPED</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ELEC EMER CONFIG SYS-REMAINING</a:t>
                      </a:r>
                    </a:p>
                  </a:txBody>
                  <a:tcPr marL="36000" marR="36000" marT="0" marB="0" anchor="ctr"/>
                </a:tc>
                <a:extLst>
                  <a:ext uri="{0D108BD9-81ED-4DB2-BD59-A6C34878D82A}">
                    <a16:rowId xmlns:a16="http://schemas.microsoft.com/office/drawing/2014/main" val="10005"/>
                  </a:ext>
                </a:extLst>
              </a:tr>
              <a:tr h="98987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ENG</a:t>
                      </a:r>
                      <a:endPar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ALL ENG FAIL</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ENGINE FUEL SYS CONTAMINATION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ENG RELIGHT IN FLIGHT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ENG STALL</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ENGINE TAILPIPE FIRE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HIGH ENGINE VIBRATION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ON GND - NON ENG SHUTDN AFT ENG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ONE ENGINE INOPER - CIRCLING APP ENG1(2) EGT OVERLIMIT</a:t>
                      </a:r>
                    </a:p>
                  </a:txBody>
                  <a:tcPr marL="36000" marR="36000" marT="0" marB="0" anchor="ctr"/>
                </a:tc>
                <a:extLst>
                  <a:ext uri="{0D108BD9-81ED-4DB2-BD59-A6C34878D82A}">
                    <a16:rowId xmlns:a16="http://schemas.microsoft.com/office/drawing/2014/main" val="10006"/>
                  </a:ext>
                </a:extLst>
              </a:tr>
              <a:tr h="44086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F/CTL</a:t>
                      </a:r>
                      <a:endPar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LANDING WITH SLATS OR FLAPS JAMMED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NO FLAPS NO SLATS LANDING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RUDDER JAM / RUDDER PEDAL JAM RUDDER TRIM RUNAWAY</a:t>
                      </a:r>
                      <a:endParaRPr kumimoji="0" lang="en-US" altLang="ko-Kore-KR" sz="4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36000" marR="36000" marT="0" marB="0" anchor="ctr"/>
                </a:tc>
                <a:extLst>
                  <a:ext uri="{0D108BD9-81ED-4DB2-BD59-A6C34878D82A}">
                    <a16:rowId xmlns:a16="http://schemas.microsoft.com/office/drawing/2014/main" val="10007"/>
                  </a:ext>
                </a:extLst>
              </a:tr>
              <a:tr h="66129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FUEL</a:t>
                      </a: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FUEL IMBALANCE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FUEL LEAK</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FUEL LOSS REDUCTION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FUEL OVERREAD</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GRAVITY FUEL FEEDING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TRIM TANK FUEL UNUSABLE</a:t>
                      </a:r>
                      <a:endParaRPr kumimoji="0" lang="en-US" altLang="ko-Kore-KR" sz="4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36000" marR="36000" marT="0" marB="0" anchor="ctr"/>
                </a:tc>
                <a:extLst>
                  <a:ext uri="{0D108BD9-81ED-4DB2-BD59-A6C34878D82A}">
                    <a16:rowId xmlns:a16="http://schemas.microsoft.com/office/drawing/2014/main" val="3851826038"/>
                  </a:ext>
                </a:extLst>
              </a:tr>
              <a:tr h="22043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L/G</a:t>
                      </a: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LANDING WITH ABNORMAL L/G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L/G GRAVITY EXTENSION</a:t>
                      </a:r>
                      <a:endParaRPr kumimoji="0" lang="en-US" altLang="ko-Kore-KR" sz="4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36000" marR="36000" marT="0" marB="0" anchor="ctr"/>
                </a:tc>
                <a:extLst>
                  <a:ext uri="{0D108BD9-81ED-4DB2-BD59-A6C34878D82A}">
                    <a16:rowId xmlns:a16="http://schemas.microsoft.com/office/drawing/2014/main" val="3356059798"/>
                  </a:ext>
                </a:extLst>
              </a:tr>
              <a:tr h="66129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NAV</a:t>
                      </a: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ABNORMAL V ALPHA PROT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ADR 1+2+3 FAULT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UNREL SPD INDICATION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IR ALIGNMENT IN ATT MODE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NAV FM / GPS POS DISAGREE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ALL ADR OFF</a:t>
                      </a:r>
                    </a:p>
                  </a:txBody>
                  <a:tcPr marL="36000" marR="36000" marT="0" marB="0" anchor="ctr"/>
                </a:tc>
                <a:extLst>
                  <a:ext uri="{0D108BD9-81ED-4DB2-BD59-A6C34878D82A}">
                    <a16:rowId xmlns:a16="http://schemas.microsoft.com/office/drawing/2014/main" val="3315945249"/>
                  </a:ext>
                </a:extLst>
              </a:tr>
              <a:tr h="33064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SMOKE</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SMOKE / FUMES / AVNCS SMOKE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REMOVAL OF SMOKE / FUMES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SMOKE / FIRE FROM LITHIUM BATTERY</a:t>
                      </a:r>
                      <a:endParaRPr kumimoji="0" lang="en-US" altLang="ko-Kore-KR" sz="7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36000" marR="36000" marT="0" marB="0" anchor="ctr"/>
                </a:tc>
                <a:extLst>
                  <a:ext uri="{0D108BD9-81ED-4DB2-BD59-A6C34878D82A}">
                    <a16:rowId xmlns:a16="http://schemas.microsoft.com/office/drawing/2014/main" val="3092487800"/>
                  </a:ext>
                </a:extLst>
              </a:tr>
              <a:tr h="11476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WHEEL</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WHEEL TIRE DAMAGE SUSPECTED</a:t>
                      </a:r>
                      <a:endParaRPr kumimoji="0" lang="en-US" altLang="ko-Kore-KR" sz="7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36000" marR="36000" marT="0" marB="0" anchor="ctr"/>
                </a:tc>
                <a:extLst>
                  <a:ext uri="{0D108BD9-81ED-4DB2-BD59-A6C34878D82A}">
                    <a16:rowId xmlns:a16="http://schemas.microsoft.com/office/drawing/2014/main" val="610167154"/>
                  </a:ext>
                </a:extLst>
              </a:tr>
              <a:tr h="121236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MISC</a:t>
                      </a: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BOMB ON BOARD</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COCKPIT WINDSHIELD/WINDOW ARCING COCKPIT WINDSHIELD/WINDOW CRACKED</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DITCHING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EMER EVAC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EMER LANDING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FORCED LANDING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OVERWEIGHT LANDING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SEVERE TURBULENCE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TAILSTRIKE VOLCANIC ASH ENCOUNTER</a:t>
                      </a:r>
                      <a:endParaRPr kumimoji="0" lang="en-US" altLang="ko-Kore-KR" sz="7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36000" marR="36000" marT="0" marB="0" anchor="ctr"/>
                </a:tc>
                <a:extLst>
                  <a:ext uri="{0D108BD9-81ED-4DB2-BD59-A6C34878D82A}">
                    <a16:rowId xmlns:a16="http://schemas.microsoft.com/office/drawing/2014/main" val="1336333149"/>
                  </a:ext>
                </a:extLst>
              </a:tr>
            </a:tbl>
          </a:graphicData>
        </a:graphic>
      </p:graphicFrame>
      <p:pic>
        <p:nvPicPr>
          <p:cNvPr id="3" name="그래픽 2" descr="집 Wi-Fi에서 작업 단색으로 채워진">
            <a:hlinkClick r:id="" action="ppaction://hlinkshowjump?jump=firstslide"/>
            <a:extLst>
              <a:ext uri="{FF2B5EF4-FFF2-40B4-BE49-F238E27FC236}">
                <a16:creationId xmlns:a16="http://schemas.microsoft.com/office/drawing/2014/main" id="{B0CB0C4A-AF08-6912-D0B6-B834094FB9E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25840" y="4807761"/>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19713173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FEC13521-DA99-81BD-0C2C-05CBFAD0D74B}"/>
            </a:ext>
          </a:extLst>
        </p:cNvPr>
        <p:cNvGrpSpPr/>
        <p:nvPr/>
      </p:nvGrpSpPr>
      <p:grpSpPr>
        <a:xfrm>
          <a:off x="0" y="0"/>
          <a:ext cx="0" cy="0"/>
          <a:chOff x="0" y="0"/>
          <a:chExt cx="0" cy="0"/>
        </a:xfrm>
      </p:grpSpPr>
      <p:graphicFrame>
        <p:nvGraphicFramePr>
          <p:cNvPr id="430" name="Google Shape;430;p35">
            <a:extLst>
              <a:ext uri="{FF2B5EF4-FFF2-40B4-BE49-F238E27FC236}">
                <a16:creationId xmlns:a16="http://schemas.microsoft.com/office/drawing/2014/main" id="{01365605-2D9A-3A2F-BAAB-0B465471A22F}"/>
              </a:ext>
            </a:extLst>
          </p:cNvPr>
          <p:cNvGraphicFramePr/>
          <p:nvPr>
            <p:extLst>
              <p:ext uri="{D42A27DB-BD31-4B8C-83A1-F6EECF244321}">
                <p14:modId xmlns:p14="http://schemas.microsoft.com/office/powerpoint/2010/main" val="1846455455"/>
              </p:ext>
            </p:extLst>
          </p:nvPr>
        </p:nvGraphicFramePr>
        <p:xfrm>
          <a:off x="-12144" y="2724"/>
          <a:ext cx="2355480" cy="5422514"/>
        </p:xfrm>
        <a:graphic>
          <a:graphicData uri="http://schemas.openxmlformats.org/drawingml/2006/table">
            <a:tbl>
              <a:tblPr firstRow="1" bandRow="1">
                <a:noFill/>
                <a:tableStyleId>{A521BE36-7E6F-4EC9-8D66-1CF97A6895EC}</a:tableStyleId>
              </a:tblPr>
              <a:tblGrid>
                <a:gridCol w="338700">
                  <a:extLst>
                    <a:ext uri="{9D8B030D-6E8A-4147-A177-3AD203B41FA5}">
                      <a16:colId xmlns:a16="http://schemas.microsoft.com/office/drawing/2014/main" val="20000"/>
                    </a:ext>
                  </a:extLst>
                </a:gridCol>
                <a:gridCol w="650909">
                  <a:extLst>
                    <a:ext uri="{9D8B030D-6E8A-4147-A177-3AD203B41FA5}">
                      <a16:colId xmlns:a16="http://schemas.microsoft.com/office/drawing/2014/main" val="938599779"/>
                    </a:ext>
                  </a:extLst>
                </a:gridCol>
                <a:gridCol w="1365871">
                  <a:extLst>
                    <a:ext uri="{9D8B030D-6E8A-4147-A177-3AD203B41FA5}">
                      <a16:colId xmlns:a16="http://schemas.microsoft.com/office/drawing/2014/main" val="2184272195"/>
                    </a:ext>
                  </a:extLst>
                </a:gridCol>
              </a:tblGrid>
              <a:tr h="128898">
                <a:tc gridSpan="3">
                  <a:txBody>
                    <a:bodyPr/>
                    <a:lstStyle/>
                    <a:p>
                      <a:pPr marL="0" marR="0" lvl="0" indent="0" algn="l" rtl="0">
                        <a:spcBef>
                          <a:spcPts val="0"/>
                        </a:spcBef>
                        <a:spcAft>
                          <a:spcPts val="0"/>
                        </a:spcAft>
                        <a:buNone/>
                      </a:pPr>
                      <a:r>
                        <a:rPr lang="en-US" sz="1100" dirty="0">
                          <a:latin typeface="Arial" panose="020B0604020202020204" pitchFamily="34" charset="0"/>
                          <a:cs typeface="Arial" panose="020B0604020202020204" pitchFamily="34" charset="0"/>
                        </a:rPr>
                        <a:t>SYSTEM RESET TABLE 1/2</a:t>
                      </a:r>
                      <a:endParaRPr kumimoji="0" lang="en-US" altLang="ko-Kore-KR" sz="8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0" marB="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28898">
                <a:tc gridSpan="3">
                  <a:txBody>
                    <a:bodyPr/>
                    <a:lstStyle/>
                    <a:p>
                      <a:pPr marL="0" marR="0" lvl="0" indent="0" algn="l" rtl="0">
                        <a:spcBef>
                          <a:spcPts val="0"/>
                        </a:spcBef>
                        <a:spcAft>
                          <a:spcPts val="0"/>
                        </a:spcAft>
                        <a:buNone/>
                      </a:pPr>
                      <a:r>
                        <a:rPr kumimoji="0" lang="en-US" altLang="ko-Kore-KR" sz="8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CKPT CTL pb 3</a:t>
                      </a:r>
                      <a:r>
                        <a:rPr kumimoji="0" lang="ko-Kore-KR" altLang="en-US" sz="8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초</a:t>
                      </a:r>
                      <a:r>
                        <a:rPr kumimoji="0" lang="en-US" altLang="ko-Kore-KR" sz="8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ore-KR" sz="8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ore-KR" sz="8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RESET BTN 1</a:t>
                      </a:r>
                      <a:r>
                        <a:rPr kumimoji="0" lang="ko-KR" altLang="en-US" sz="8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초</a:t>
                      </a:r>
                      <a:endParaRPr kumimoji="0" lang="en-US" altLang="ko-Kore-KR" sz="8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0" marB="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49634567"/>
                  </a:ext>
                </a:extLst>
              </a:tr>
              <a:tr h="1640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A-ICE</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WHC</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 </a:t>
                      </a: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A.ICE L(R) WSHLD(WINDOW) HEAT</a:t>
                      </a:r>
                      <a:endParaRPr kumimoji="0" lang="en-US" altLang="ko-Kore-KR" sz="4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0001"/>
                  </a:ext>
                </a:extLst>
              </a:tr>
              <a:tr h="328104">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AIR</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ENG BLEED pb</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AIR ENG 1(2) BLEED FAULT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AIR ENG 1(2) BLEED NOT CLSD</a:t>
                      </a:r>
                    </a:p>
                  </a:txBody>
                  <a:tcPr marL="0" marR="0" marT="0" marB="0" anchor="ctr"/>
                </a:tc>
                <a:extLst>
                  <a:ext uri="{0D108BD9-81ED-4DB2-BD59-A6C34878D82A}">
                    <a16:rowId xmlns:a16="http://schemas.microsoft.com/office/drawing/2014/main" val="188343708"/>
                  </a:ext>
                </a:extLst>
              </a:tr>
              <a:tr h="164052">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PACK CONT</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PACK CONT RESET</a:t>
                      </a:r>
                    </a:p>
                  </a:txBody>
                  <a:tcPr marL="0" marR="0" marT="0" marB="0" anchor="ctr"/>
                </a:tc>
                <a:extLst>
                  <a:ext uri="{0D108BD9-81ED-4DB2-BD59-A6C34878D82A}">
                    <a16:rowId xmlns:a16="http://schemas.microsoft.com/office/drawing/2014/main" val="3356059798"/>
                  </a:ext>
                </a:extLst>
              </a:tr>
              <a:tr h="1640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COND</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1 ZONE CONT</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ZONE CONT RESET</a:t>
                      </a:r>
                    </a:p>
                  </a:txBody>
                  <a:tcPr marL="0" marR="0" marT="0" marB="0" anchor="ctr"/>
                </a:tc>
                <a:extLst>
                  <a:ext uri="{0D108BD9-81ED-4DB2-BD59-A6C34878D82A}">
                    <a16:rowId xmlns:a16="http://schemas.microsoft.com/office/drawing/2014/main" val="4063010595"/>
                  </a:ext>
                </a:extLst>
              </a:tr>
              <a:tr h="8202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APU</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APU MASTER</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Only APU SPD below 7%</a:t>
                      </a:r>
                      <a:endPar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extLst>
                  <a:ext uri="{0D108BD9-81ED-4DB2-BD59-A6C34878D82A}">
                    <a16:rowId xmlns:a16="http://schemas.microsoft.com/office/drawing/2014/main" val="3315945249"/>
                  </a:ext>
                </a:extLst>
              </a:tr>
              <a:tr h="164052">
                <a:tc row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AUTO FLT</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REF FCOM</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GND/Before TAXI :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F7133"/>
                          </a:solidFill>
                          <a:effectLst/>
                          <a:uLnTx/>
                          <a:uFillTx/>
                          <a:latin typeface="Arial" panose="020B0604020202020204" pitchFamily="34" charset="0"/>
                          <a:ea typeface="Helvetica Neue"/>
                          <a:cs typeface="Arial" panose="020B0604020202020204" pitchFamily="34" charset="0"/>
                          <a:sym typeface="Helvetica Neue"/>
                        </a:rPr>
                        <a:t>AUTO FLT A/THR OFF</a:t>
                      </a:r>
                      <a:endPar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extLst>
                  <a:ext uri="{0D108BD9-81ED-4DB2-BD59-A6C34878D82A}">
                    <a16:rowId xmlns:a16="http://schemas.microsoft.com/office/drawing/2014/main" val="3092487800"/>
                  </a:ext>
                </a:extLst>
              </a:tr>
              <a:tr h="82026">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FCU</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F7133"/>
                          </a:solidFill>
                          <a:effectLst/>
                          <a:uLnTx/>
                          <a:uFillTx/>
                          <a:latin typeface="Arial" panose="020B0604020202020204" pitchFamily="34" charset="0"/>
                          <a:ea typeface="Helvetica Neue"/>
                          <a:cs typeface="Arial" panose="020B0604020202020204" pitchFamily="34" charset="0"/>
                          <a:sym typeface="Helvetica Neue"/>
                        </a:rPr>
                        <a:t>PART FCU, FCU</a:t>
                      </a:r>
                      <a:endPar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extLst>
                  <a:ext uri="{0D108BD9-81ED-4DB2-BD59-A6C34878D82A}">
                    <a16:rowId xmlns:a16="http://schemas.microsoft.com/office/drawing/2014/main" val="610167154"/>
                  </a:ext>
                </a:extLst>
              </a:tr>
              <a:tr h="185186">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FMGEC 2 FM</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F7133"/>
                          </a:solidFill>
                          <a:effectLst/>
                          <a:uLnTx/>
                          <a:uFillTx/>
                          <a:latin typeface="Arial" panose="020B0604020202020204" pitchFamily="34" charset="0"/>
                          <a:ea typeface="Helvetica Neue"/>
                          <a:cs typeface="Arial" panose="020B0604020202020204" pitchFamily="34" charset="0"/>
                          <a:sym typeface="Helvetica Neue"/>
                        </a:rPr>
                        <a:t>AUTO FLT FM 1(2) FAULT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MAP NOT AVAIL</a:t>
                      </a:r>
                    </a:p>
                  </a:txBody>
                  <a:tcPr marL="0" marR="0" marT="0" marB="0" anchor="ctr"/>
                </a:tc>
                <a:extLst>
                  <a:ext uri="{0D108BD9-81ED-4DB2-BD59-A6C34878D82A}">
                    <a16:rowId xmlns:a16="http://schemas.microsoft.com/office/drawing/2014/main" val="1336333149"/>
                  </a:ext>
                </a:extLst>
              </a:tr>
              <a:tr h="166013">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MCDU OFF</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MCDU RESET</a:t>
                      </a:r>
                    </a:p>
                  </a:txBody>
                  <a:tcPr marL="0" marR="0" marT="0" marB="0" anchor="ctr"/>
                </a:tc>
                <a:extLst>
                  <a:ext uri="{0D108BD9-81ED-4DB2-BD59-A6C34878D82A}">
                    <a16:rowId xmlns:a16="http://schemas.microsoft.com/office/drawing/2014/main" val="3023611863"/>
                  </a:ext>
                </a:extLst>
              </a:tr>
              <a:tr h="16601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BRKS</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REF FCOM</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F7133"/>
                          </a:solidFill>
                          <a:effectLst/>
                          <a:uLnTx/>
                          <a:uFillTx/>
                          <a:latin typeface="Arial" panose="020B0604020202020204" pitchFamily="34" charset="0"/>
                          <a:ea typeface="Helvetica Neue"/>
                          <a:cs typeface="Arial" panose="020B0604020202020204" pitchFamily="34" charset="0"/>
                          <a:sym typeface="Helvetica Neue"/>
                        </a:rPr>
                        <a:t>BRAKES RESIDUAL BRAKING</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rgbClr val="CF7133"/>
                          </a:solidFill>
                          <a:effectLst/>
                          <a:uLnTx/>
                          <a:uFillTx/>
                          <a:latin typeface="Arial" panose="020B0604020202020204" pitchFamily="34" charset="0"/>
                          <a:ea typeface="Helvetica Neue"/>
                          <a:cs typeface="Arial" panose="020B0604020202020204" pitchFamily="34" charset="0"/>
                          <a:sym typeface="Helvetica Neue"/>
                        </a:rPr>
                        <a:t>WHEEL N/W STRG FAULT</a:t>
                      </a:r>
                    </a:p>
                  </a:txBody>
                  <a:tcPr marL="0" marR="0" marT="0" marB="0" anchor="ctr"/>
                </a:tc>
                <a:extLst>
                  <a:ext uri="{0D108BD9-81ED-4DB2-BD59-A6C34878D82A}">
                    <a16:rowId xmlns:a16="http://schemas.microsoft.com/office/drawing/2014/main" val="3000343152"/>
                  </a:ext>
                </a:extLst>
              </a:tr>
              <a:tr h="16601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CAB PR</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CPC</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FAULTY CPC RESET</a:t>
                      </a:r>
                    </a:p>
                  </a:txBody>
                  <a:tcPr marL="0" marR="0" marT="0" marB="0" anchor="ctr"/>
                </a:tc>
                <a:extLst>
                  <a:ext uri="{0D108BD9-81ED-4DB2-BD59-A6C34878D82A}">
                    <a16:rowId xmlns:a16="http://schemas.microsoft.com/office/drawing/2014/main" val="3513500969"/>
                  </a:ext>
                </a:extLst>
              </a:tr>
              <a:tr h="166013">
                <a:tc row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COM</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CIDS</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Cabin Intercom Data Sys RESET</a:t>
                      </a:r>
                    </a:p>
                  </a:txBody>
                  <a:tcPr marL="0" marR="0" marT="0" marB="0" anchor="ctr"/>
                </a:tc>
                <a:extLst>
                  <a:ext uri="{0D108BD9-81ED-4DB2-BD59-A6C34878D82A}">
                    <a16:rowId xmlns:a16="http://schemas.microsoft.com/office/drawing/2014/main" val="956045681"/>
                  </a:ext>
                </a:extLst>
              </a:tr>
              <a:tr h="166013">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ACP/AMU</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ACP RESET</a:t>
                      </a:r>
                    </a:p>
                  </a:txBody>
                  <a:tcPr marL="0" marR="0" marT="0" marB="0" anchor="ctr"/>
                </a:tc>
                <a:extLst>
                  <a:ext uri="{0D108BD9-81ED-4DB2-BD59-A6C34878D82A}">
                    <a16:rowId xmlns:a16="http://schemas.microsoft.com/office/drawing/2014/main" val="3349435932"/>
                  </a:ext>
                </a:extLst>
              </a:tr>
              <a:tr h="166013">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RMP OFF</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RMP RESET</a:t>
                      </a:r>
                    </a:p>
                  </a:txBody>
                  <a:tcPr marL="0" marR="0" marT="0" marB="0" anchor="ctr"/>
                </a:tc>
                <a:extLst>
                  <a:ext uri="{0D108BD9-81ED-4DB2-BD59-A6C34878D82A}">
                    <a16:rowId xmlns:a16="http://schemas.microsoft.com/office/drawing/2014/main" val="3217307472"/>
                  </a:ext>
                </a:extLst>
              </a:tr>
              <a:tr h="166013">
                <a:tc v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ELT RESET</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ELT RESET</a:t>
                      </a:r>
                    </a:p>
                  </a:txBody>
                  <a:tcPr marL="0" marR="0" marT="0" marB="0" anchor="ctr"/>
                </a:tc>
                <a:extLst>
                  <a:ext uri="{0D108BD9-81ED-4DB2-BD59-A6C34878D82A}">
                    <a16:rowId xmlns:a16="http://schemas.microsoft.com/office/drawing/2014/main" val="3799232479"/>
                  </a:ext>
                </a:extLst>
              </a:tr>
              <a:tr h="166013">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DATA LINK</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1 ATSU</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INVALID DATA </a:t>
                      </a: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or ATSU RESET</a:t>
                      </a:r>
                    </a:p>
                  </a:txBody>
                  <a:tcPr marL="0" marR="0" marT="0" marB="0" anchor="ctr"/>
                </a:tc>
                <a:extLst>
                  <a:ext uri="{0D108BD9-81ED-4DB2-BD59-A6C34878D82A}">
                    <a16:rowId xmlns:a16="http://schemas.microsoft.com/office/drawing/2014/main" val="3725378194"/>
                  </a:ext>
                </a:extLst>
              </a:tr>
              <a:tr h="166013">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1 AINS,1 CINS</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AINS, CINS RESET</a:t>
                      </a:r>
                    </a:p>
                  </a:txBody>
                  <a:tcPr marL="0" marR="0" marT="0" marB="0" anchor="ctr"/>
                </a:tc>
                <a:extLst>
                  <a:ext uri="{0D108BD9-81ED-4DB2-BD59-A6C34878D82A}">
                    <a16:rowId xmlns:a16="http://schemas.microsoft.com/office/drawing/2014/main" val="1837366269"/>
                  </a:ext>
                </a:extLst>
              </a:tr>
              <a:tr h="16601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DOOR</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PSCU</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err="1">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Proxi</a:t>
                      </a: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 Switch </a:t>
                      </a:r>
                      <a:r>
                        <a:rPr kumimoji="0" lang="en-US" altLang="ko-Kore-KR" sz="700" b="1" i="0" u="none" strike="noStrike" kern="0" cap="none" spc="0" normalizeH="0" baseline="0" noProof="0" dirty="0" err="1">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Cont</a:t>
                      </a: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 Unit RESET</a:t>
                      </a:r>
                    </a:p>
                  </a:txBody>
                  <a:tcPr marL="0" marR="0" marT="0" marB="0" anchor="ctr"/>
                </a:tc>
                <a:extLst>
                  <a:ext uri="{0D108BD9-81ED-4DB2-BD59-A6C34878D82A}">
                    <a16:rowId xmlns:a16="http://schemas.microsoft.com/office/drawing/2014/main" val="1829993755"/>
                  </a:ext>
                </a:extLst>
              </a:tr>
              <a:tr h="166013">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EIS</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DU OFF</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ECAM, PFD, ND RESET</a:t>
                      </a:r>
                    </a:p>
                  </a:txBody>
                  <a:tcPr marL="0" marR="0" marT="0" marB="0" anchor="ctr"/>
                </a:tc>
                <a:extLst>
                  <a:ext uri="{0D108BD9-81ED-4DB2-BD59-A6C34878D82A}">
                    <a16:rowId xmlns:a16="http://schemas.microsoft.com/office/drawing/2014/main" val="922572833"/>
                  </a:ext>
                </a:extLst>
              </a:tr>
              <a:tr h="166013">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3 DMC</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DMC RESET</a:t>
                      </a:r>
                    </a:p>
                  </a:txBody>
                  <a:tcPr marL="0" marR="0" marT="0" marB="0" anchor="ctr"/>
                </a:tc>
                <a:extLst>
                  <a:ext uri="{0D108BD9-81ED-4DB2-BD59-A6C34878D82A}">
                    <a16:rowId xmlns:a16="http://schemas.microsoft.com/office/drawing/2014/main" val="4206145211"/>
                  </a:ext>
                </a:extLst>
              </a:tr>
              <a:tr h="166013">
                <a:tc rowSpan="3">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ELEC</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EXT A,B OFF</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 RESET EXT A,B </a:t>
                      </a:r>
                      <a:endPar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extLst>
                  <a:ext uri="{0D108BD9-81ED-4DB2-BD59-A6C34878D82A}">
                    <a16:rowId xmlns:a16="http://schemas.microsoft.com/office/drawing/2014/main" val="4166567913"/>
                  </a:ext>
                </a:extLst>
              </a:tr>
              <a:tr h="166013">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3 BAT pb OFF</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BATT RESET</a:t>
                      </a:r>
                    </a:p>
                  </a:txBody>
                  <a:tcPr marL="0" marR="0" marT="0" marB="0" anchor="ctr"/>
                </a:tc>
                <a:extLst>
                  <a:ext uri="{0D108BD9-81ED-4DB2-BD59-A6C34878D82A}">
                    <a16:rowId xmlns:a16="http://schemas.microsoft.com/office/drawing/2014/main" val="2263828735"/>
                  </a:ext>
                </a:extLst>
              </a:tr>
              <a:tr h="166013">
                <a:tc v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COMM, GALL pb OFF</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 COMMER, GALL RESET</a:t>
                      </a:r>
                    </a:p>
                  </a:txBody>
                  <a:tcPr marL="0" marR="0" marT="0" marB="0" anchor="ctr"/>
                </a:tc>
                <a:extLst>
                  <a:ext uri="{0D108BD9-81ED-4DB2-BD59-A6C34878D82A}">
                    <a16:rowId xmlns:a16="http://schemas.microsoft.com/office/drawing/2014/main" val="3323350469"/>
                  </a:ext>
                </a:extLst>
              </a:tr>
              <a:tr h="16601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ENG</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EIVMU</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Eng Interface Vibration Monitor Unit RESET</a:t>
                      </a:r>
                    </a:p>
                  </a:txBody>
                  <a:tcPr marL="0" marR="0" marT="0" marB="0" anchor="ctr"/>
                </a:tc>
                <a:extLst>
                  <a:ext uri="{0D108BD9-81ED-4DB2-BD59-A6C34878D82A}">
                    <a16:rowId xmlns:a16="http://schemas.microsoft.com/office/drawing/2014/main" val="3190868247"/>
                  </a:ext>
                </a:extLst>
              </a:tr>
              <a:tr h="166013">
                <a:tc row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F/CTL</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PRIM,SEC OFF</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 PRIM, SEC RESET</a:t>
                      </a:r>
                    </a:p>
                  </a:txBody>
                  <a:tcPr marL="0" marR="0" marT="0" marB="0" anchor="ctr"/>
                </a:tc>
                <a:extLst>
                  <a:ext uri="{0D108BD9-81ED-4DB2-BD59-A6C34878D82A}">
                    <a16:rowId xmlns:a16="http://schemas.microsoft.com/office/drawing/2014/main" val="3186332172"/>
                  </a:ext>
                </a:extLst>
              </a:tr>
              <a:tr h="166013">
                <a:tc v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FCDC</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FCDC RESET</a:t>
                      </a:r>
                    </a:p>
                  </a:txBody>
                  <a:tcPr marL="0" marR="0" marT="0" marB="0" anchor="ctr"/>
                </a:tc>
                <a:extLst>
                  <a:ext uri="{0D108BD9-81ED-4DB2-BD59-A6C34878D82A}">
                    <a16:rowId xmlns:a16="http://schemas.microsoft.com/office/drawing/2014/main" val="868684791"/>
                  </a:ext>
                </a:extLst>
              </a:tr>
              <a:tr h="166013">
                <a:tc v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FLAP</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 </a:t>
                      </a: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F/CTL FLAP SYS FAULT</a:t>
                      </a:r>
                    </a:p>
                  </a:txBody>
                  <a:tcPr marL="0" marR="0" marT="0" marB="0" anchor="ctr"/>
                </a:tc>
                <a:extLst>
                  <a:ext uri="{0D108BD9-81ED-4DB2-BD59-A6C34878D82A}">
                    <a16:rowId xmlns:a16="http://schemas.microsoft.com/office/drawing/2014/main" val="1311408116"/>
                  </a:ext>
                </a:extLst>
              </a:tr>
              <a:tr h="166013">
                <a:tc v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SLAT</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a:t>
                      </a: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 F/CTL SLAT SYS FAULT</a:t>
                      </a:r>
                    </a:p>
                  </a:txBody>
                  <a:tcPr marL="0" marR="0" marT="0" marB="0" anchor="ctr"/>
                </a:tc>
                <a:extLst>
                  <a:ext uri="{0D108BD9-81ED-4DB2-BD59-A6C34878D82A}">
                    <a16:rowId xmlns:a16="http://schemas.microsoft.com/office/drawing/2014/main" val="2993609880"/>
                  </a:ext>
                </a:extLst>
              </a:tr>
            </a:tbl>
          </a:graphicData>
        </a:graphic>
      </p:graphicFrame>
      <p:pic>
        <p:nvPicPr>
          <p:cNvPr id="3" name="그래픽 2" descr="집 Wi-Fi에서 작업 단색으로 채워진">
            <a:hlinkClick r:id="" action="ppaction://hlinkshowjump?jump=firstslide"/>
            <a:extLst>
              <a:ext uri="{FF2B5EF4-FFF2-40B4-BE49-F238E27FC236}">
                <a16:creationId xmlns:a16="http://schemas.microsoft.com/office/drawing/2014/main" id="{0C282941-F433-57AE-6173-9C4397F44A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92102" y="2667531"/>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12087726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429">
          <a:extLst>
            <a:ext uri="{FF2B5EF4-FFF2-40B4-BE49-F238E27FC236}">
              <a16:creationId xmlns:a16="http://schemas.microsoft.com/office/drawing/2014/main" id="{B3997381-EA3C-C83D-CB8F-03F9865CAF8D}"/>
            </a:ext>
          </a:extLst>
        </p:cNvPr>
        <p:cNvGrpSpPr/>
        <p:nvPr/>
      </p:nvGrpSpPr>
      <p:grpSpPr>
        <a:xfrm>
          <a:off x="0" y="0"/>
          <a:ext cx="0" cy="0"/>
          <a:chOff x="0" y="0"/>
          <a:chExt cx="0" cy="0"/>
        </a:xfrm>
      </p:grpSpPr>
      <p:graphicFrame>
        <p:nvGraphicFramePr>
          <p:cNvPr id="430" name="Google Shape;430;p35">
            <a:extLst>
              <a:ext uri="{FF2B5EF4-FFF2-40B4-BE49-F238E27FC236}">
                <a16:creationId xmlns:a16="http://schemas.microsoft.com/office/drawing/2014/main" id="{B4250F03-5FDA-11B2-E02B-DDC3E956B3B9}"/>
              </a:ext>
            </a:extLst>
          </p:cNvPr>
          <p:cNvGraphicFramePr/>
          <p:nvPr>
            <p:extLst>
              <p:ext uri="{D42A27DB-BD31-4B8C-83A1-F6EECF244321}">
                <p14:modId xmlns:p14="http://schemas.microsoft.com/office/powerpoint/2010/main" val="4167121561"/>
              </p:ext>
            </p:extLst>
          </p:nvPr>
        </p:nvGraphicFramePr>
        <p:xfrm>
          <a:off x="-12144" y="2724"/>
          <a:ext cx="2355480" cy="1707570"/>
        </p:xfrm>
        <a:graphic>
          <a:graphicData uri="http://schemas.openxmlformats.org/drawingml/2006/table">
            <a:tbl>
              <a:tblPr firstRow="1" bandRow="1">
                <a:noFill/>
                <a:tableStyleId>{A521BE36-7E6F-4EC9-8D66-1CF97A6895EC}</a:tableStyleId>
              </a:tblPr>
              <a:tblGrid>
                <a:gridCol w="338700">
                  <a:extLst>
                    <a:ext uri="{9D8B030D-6E8A-4147-A177-3AD203B41FA5}">
                      <a16:colId xmlns:a16="http://schemas.microsoft.com/office/drawing/2014/main" val="20000"/>
                    </a:ext>
                  </a:extLst>
                </a:gridCol>
                <a:gridCol w="650909">
                  <a:extLst>
                    <a:ext uri="{9D8B030D-6E8A-4147-A177-3AD203B41FA5}">
                      <a16:colId xmlns:a16="http://schemas.microsoft.com/office/drawing/2014/main" val="938599779"/>
                    </a:ext>
                  </a:extLst>
                </a:gridCol>
                <a:gridCol w="1365871">
                  <a:extLst>
                    <a:ext uri="{9D8B030D-6E8A-4147-A177-3AD203B41FA5}">
                      <a16:colId xmlns:a16="http://schemas.microsoft.com/office/drawing/2014/main" val="2184272195"/>
                    </a:ext>
                  </a:extLst>
                </a:gridCol>
              </a:tblGrid>
              <a:tr h="128898">
                <a:tc gridSpan="3">
                  <a:txBody>
                    <a:bodyPr/>
                    <a:lstStyle/>
                    <a:p>
                      <a:pPr marL="0" marR="0" lvl="0" indent="0" algn="l" rtl="0">
                        <a:spcBef>
                          <a:spcPts val="0"/>
                        </a:spcBef>
                        <a:spcAft>
                          <a:spcPts val="0"/>
                        </a:spcAft>
                        <a:buNone/>
                      </a:pPr>
                      <a:r>
                        <a:rPr lang="en-US" sz="1100" dirty="0">
                          <a:latin typeface="Arial" panose="020B0604020202020204" pitchFamily="34" charset="0"/>
                          <a:cs typeface="Arial" panose="020B0604020202020204" pitchFamily="34" charset="0"/>
                        </a:rPr>
                        <a:t>SYSTEM RESET TABLE 2/2</a:t>
                      </a:r>
                      <a:endParaRPr kumimoji="0" lang="en-US" altLang="ko-Kore-KR" sz="8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0" marB="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28898">
                <a:tc gridSpan="3">
                  <a:txBody>
                    <a:bodyPr/>
                    <a:lstStyle/>
                    <a:p>
                      <a:pPr marL="0" marR="0" lvl="0" indent="0" algn="l" rtl="0">
                        <a:spcBef>
                          <a:spcPts val="0"/>
                        </a:spcBef>
                        <a:spcAft>
                          <a:spcPts val="0"/>
                        </a:spcAft>
                        <a:buNone/>
                      </a:pPr>
                      <a:r>
                        <a:rPr kumimoji="0" lang="en-US" altLang="ko-Kore-KR" sz="8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CKPT CTL pb 3</a:t>
                      </a:r>
                      <a:r>
                        <a:rPr kumimoji="0" lang="ko-Kore-KR" altLang="en-US" sz="8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초</a:t>
                      </a:r>
                      <a:r>
                        <a:rPr kumimoji="0" lang="en-US" altLang="ko-Kore-KR" sz="8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ore-KR" sz="8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ore-KR" sz="8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RESET BTN 1</a:t>
                      </a:r>
                      <a:r>
                        <a:rPr kumimoji="0" lang="ko-KR" altLang="en-US" sz="8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초</a:t>
                      </a:r>
                      <a:endParaRPr kumimoji="0" lang="en-US" altLang="ko-Kore-KR" sz="8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0" marB="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49634567"/>
                  </a:ext>
                </a:extLst>
              </a:tr>
              <a:tr h="1640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FUEL</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FCMC</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rPr>
                        <a:t>FUEL ZFW ZFCG DISAGREE</a:t>
                      </a:r>
                    </a:p>
                  </a:txBody>
                  <a:tcPr marL="0" marR="0" marT="0" marB="0" anchor="ctr"/>
                </a:tc>
                <a:extLst>
                  <a:ext uri="{0D108BD9-81ED-4DB2-BD59-A6C34878D82A}">
                    <a16:rowId xmlns:a16="http://schemas.microsoft.com/office/drawing/2014/main" val="2372724496"/>
                  </a:ext>
                </a:extLst>
              </a:tr>
              <a:tr h="1640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FWS</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FWC, 2 SDAC</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Waring Sys RESET</a:t>
                      </a:r>
                    </a:p>
                  </a:txBody>
                  <a:tcPr marL="0" marR="0" marT="0" marB="0" anchor="ctr"/>
                </a:tc>
                <a:extLst>
                  <a:ext uri="{0D108BD9-81ED-4DB2-BD59-A6C34878D82A}">
                    <a16:rowId xmlns:a16="http://schemas.microsoft.com/office/drawing/2014/main" val="1452960843"/>
                  </a:ext>
                </a:extLst>
              </a:tr>
              <a:tr h="1640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L/G</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LGCIU</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LGCIU RESET</a:t>
                      </a:r>
                      <a:endParaRPr kumimoji="0" lang="en-US" altLang="ko-Kore-KR" sz="400" b="0" i="0" u="none" strike="noStrike" kern="1200" cap="none" spc="0" normalizeH="0" baseline="0" noProof="0" dirty="0">
                        <a:ln>
                          <a:noFill/>
                        </a:ln>
                        <a:solidFill>
                          <a:schemeClr val="accent6"/>
                        </a:solidFill>
                        <a:effectLst/>
                        <a:uLnTx/>
                        <a:uFillTx/>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77976791"/>
                  </a:ext>
                </a:extLst>
              </a:tr>
              <a:tr h="32810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MISC</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VSC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(Cabin aft C/B)</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RESET VACUUM TOILET SYS</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(Blue pb)</a:t>
                      </a:r>
                      <a:endPar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extLst>
                  <a:ext uri="{0D108BD9-81ED-4DB2-BD59-A6C34878D82A}">
                    <a16:rowId xmlns:a16="http://schemas.microsoft.com/office/drawing/2014/main" val="188343708"/>
                  </a:ext>
                </a:extLst>
              </a:tr>
              <a:tr h="1640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COND</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1 ZONE CONT</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ZONE CONT RESET</a:t>
                      </a:r>
                    </a:p>
                  </a:txBody>
                  <a:tcPr marL="0" marR="0" marT="0" marB="0" anchor="ctr"/>
                </a:tc>
                <a:extLst>
                  <a:ext uri="{0D108BD9-81ED-4DB2-BD59-A6C34878D82A}">
                    <a16:rowId xmlns:a16="http://schemas.microsoft.com/office/drawing/2014/main" val="4063010595"/>
                  </a:ext>
                </a:extLst>
              </a:tr>
              <a:tr h="8202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SMOKE</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SDCU</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Smoke </a:t>
                      </a:r>
                      <a:r>
                        <a:rPr kumimoji="0" lang="en-US" altLang="ko-Kore-KR" sz="700" b="1" i="0" u="none" strike="noStrike" kern="0" cap="none" spc="0" normalizeH="0" baseline="0" noProof="0" dirty="0" err="1">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Dectect</a:t>
                      </a: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 RESET</a:t>
                      </a:r>
                      <a:endPar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extLst>
                  <a:ext uri="{0D108BD9-81ED-4DB2-BD59-A6C34878D82A}">
                    <a16:rowId xmlns:a16="http://schemas.microsoft.com/office/drawing/2014/main" val="3315945249"/>
                  </a:ext>
                </a:extLst>
              </a:tr>
              <a:tr h="164052">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VENT</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2 VENT CONT</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RESET VENT CONT</a:t>
                      </a:r>
                      <a:endParaRPr kumimoji="0" lang="en-US" altLang="ko-Kore-KR" sz="700" b="1" i="0" u="none" strike="noStrike" kern="0" cap="none" spc="0" normalizeH="0" baseline="0" noProof="0" dirty="0">
                        <a:ln>
                          <a:noFill/>
                        </a:ln>
                        <a:solidFill>
                          <a:schemeClr val="accent6"/>
                        </a:solidFill>
                        <a:effectLst/>
                        <a:uLnTx/>
                        <a:uFillTx/>
                        <a:latin typeface="Arial" panose="020B0604020202020204" pitchFamily="34" charset="0"/>
                        <a:ea typeface="Helvetica Neue"/>
                        <a:cs typeface="Arial" panose="020B0604020202020204" pitchFamily="34" charset="0"/>
                        <a:sym typeface="Helvetica Neue"/>
                      </a:endParaRPr>
                    </a:p>
                  </a:txBody>
                  <a:tcPr marL="0" marR="0" marT="0" marB="0" anchor="ctr"/>
                </a:tc>
                <a:extLst>
                  <a:ext uri="{0D108BD9-81ED-4DB2-BD59-A6C34878D82A}">
                    <a16:rowId xmlns:a16="http://schemas.microsoft.com/office/drawing/2014/main" val="3092487800"/>
                  </a:ext>
                </a:extLst>
              </a:tr>
              <a:tr h="82026">
                <a:tc vMerge="1">
                  <a:txBody>
                    <a:bodyPr/>
                    <a:lstStyle/>
                    <a:p>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7030A0"/>
                          </a:solidFill>
                          <a:effectLst/>
                          <a:uLnTx/>
                          <a:uFillTx/>
                          <a:latin typeface="Arial" panose="020B0604020202020204" pitchFamily="34" charset="0"/>
                          <a:ea typeface="Helvetica Neue"/>
                          <a:cs typeface="Arial" panose="020B0604020202020204" pitchFamily="34" charset="0"/>
                          <a:sym typeface="Helvetica Neue"/>
                        </a:rPr>
                        <a:t>1 AEVC</a:t>
                      </a:r>
                    </a:p>
                  </a:txBody>
                  <a:tcPr marL="0" marR="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RESET VENT COMPUTER</a:t>
                      </a:r>
                    </a:p>
                  </a:txBody>
                  <a:tcPr marL="0" marR="0" marT="0" marB="0" anchor="ctr"/>
                </a:tc>
                <a:extLst>
                  <a:ext uri="{0D108BD9-81ED-4DB2-BD59-A6C34878D82A}">
                    <a16:rowId xmlns:a16="http://schemas.microsoft.com/office/drawing/2014/main" val="610167154"/>
                  </a:ext>
                </a:extLst>
              </a:tr>
            </a:tbl>
          </a:graphicData>
        </a:graphic>
      </p:graphicFrame>
      <p:pic>
        <p:nvPicPr>
          <p:cNvPr id="3" name="그래픽 2" descr="집 Wi-Fi에서 작업 단색으로 채워진">
            <a:hlinkClick r:id="" action="ppaction://hlinkshowjump?jump=firstslide"/>
            <a:extLst>
              <a:ext uri="{FF2B5EF4-FFF2-40B4-BE49-F238E27FC236}">
                <a16:creationId xmlns:a16="http://schemas.microsoft.com/office/drawing/2014/main" id="{8BD10FE9-9684-3F51-6BB9-93B5640286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0954" y="508605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393495955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graphicFrame>
        <p:nvGraphicFramePr>
          <p:cNvPr id="365" name="Google Shape;365;p26"/>
          <p:cNvGraphicFramePr/>
          <p:nvPr/>
        </p:nvGraphicFramePr>
        <p:xfrm>
          <a:off x="388143" y="11369"/>
          <a:ext cx="1552575" cy="5193220"/>
        </p:xfrm>
        <a:graphic>
          <a:graphicData uri="http://schemas.openxmlformats.org/drawingml/2006/table">
            <a:tbl>
              <a:tblPr firstRow="1" bandRow="1">
                <a:noFill/>
                <a:tableStyleId>{A521BE36-7E6F-4EC9-8D66-1CF97A6895EC}</a:tableStyleId>
              </a:tblPr>
              <a:tblGrid>
                <a:gridCol w="517525">
                  <a:extLst>
                    <a:ext uri="{9D8B030D-6E8A-4147-A177-3AD203B41FA5}">
                      <a16:colId xmlns:a16="http://schemas.microsoft.com/office/drawing/2014/main" val="20000"/>
                    </a:ext>
                  </a:extLst>
                </a:gridCol>
                <a:gridCol w="517525">
                  <a:extLst>
                    <a:ext uri="{9D8B030D-6E8A-4147-A177-3AD203B41FA5}">
                      <a16:colId xmlns:a16="http://schemas.microsoft.com/office/drawing/2014/main" val="20001"/>
                    </a:ext>
                  </a:extLst>
                </a:gridCol>
                <a:gridCol w="517525">
                  <a:extLst>
                    <a:ext uri="{9D8B030D-6E8A-4147-A177-3AD203B41FA5}">
                      <a16:colId xmlns:a16="http://schemas.microsoft.com/office/drawing/2014/main" val="20002"/>
                    </a:ext>
                  </a:extLst>
                </a:gridCol>
              </a:tblGrid>
              <a:tr h="194500">
                <a:tc>
                  <a:txBody>
                    <a:bodyPr/>
                    <a:lstStyle/>
                    <a:p>
                      <a:pPr marL="0" marR="0" lvl="0" indent="0" algn="ctr" rtl="0">
                        <a:spcBef>
                          <a:spcPts val="0"/>
                        </a:spcBef>
                        <a:spcAft>
                          <a:spcPts val="0"/>
                        </a:spcAft>
                        <a:buNone/>
                      </a:pPr>
                      <a:r>
                        <a:rPr lang="en-US" sz="800"/>
                        <a:t>GS KTS</a:t>
                      </a:r>
                      <a:endParaRPr sz="800"/>
                    </a:p>
                  </a:txBody>
                  <a:tcPr marL="72000" marR="72000" marT="0" marB="0" anchor="ctr"/>
                </a:tc>
                <a:tc>
                  <a:txBody>
                    <a:bodyPr/>
                    <a:lstStyle/>
                    <a:p>
                      <a:pPr marL="0" marR="0" lvl="0" indent="0" algn="ctr" rtl="0">
                        <a:spcBef>
                          <a:spcPts val="0"/>
                        </a:spcBef>
                        <a:spcAft>
                          <a:spcPts val="0"/>
                        </a:spcAft>
                        <a:buNone/>
                      </a:pPr>
                      <a:r>
                        <a:rPr lang="en-US" sz="800"/>
                        <a:t>KM</a:t>
                      </a:r>
                      <a:endParaRPr sz="800"/>
                    </a:p>
                  </a:txBody>
                  <a:tcPr marL="72000" marR="72000" marT="0" marB="0" anchor="ctr"/>
                </a:tc>
                <a:tc>
                  <a:txBody>
                    <a:bodyPr/>
                    <a:lstStyle/>
                    <a:p>
                      <a:pPr marL="0" marR="0" lvl="0" indent="0" algn="ctr" rtl="0">
                        <a:spcBef>
                          <a:spcPts val="0"/>
                        </a:spcBef>
                        <a:spcAft>
                          <a:spcPts val="0"/>
                        </a:spcAft>
                        <a:buNone/>
                      </a:pPr>
                      <a:r>
                        <a:rPr lang="en-US" sz="800"/>
                        <a:t>MILES</a:t>
                      </a:r>
                      <a:endParaRPr sz="800"/>
                    </a:p>
                  </a:txBody>
                  <a:tcPr marL="72000" marR="72000" marT="0" marB="0" anchor="ctr"/>
                </a:tc>
                <a:extLst>
                  <a:ext uri="{0D108BD9-81ED-4DB2-BD59-A6C34878D82A}">
                    <a16:rowId xmlns:a16="http://schemas.microsoft.com/office/drawing/2014/main" val="10000"/>
                  </a:ext>
                </a:extLst>
              </a:tr>
              <a:tr h="560275">
                <a:tc>
                  <a:txBody>
                    <a:bodyPr/>
                    <a:lstStyle/>
                    <a:p>
                      <a:pPr marL="0" marR="0" lvl="0" indent="0" algn="ctr" rtl="0">
                        <a:spcBef>
                          <a:spcPts val="0"/>
                        </a:spcBef>
                        <a:spcAft>
                          <a:spcPts val="0"/>
                        </a:spcAft>
                        <a:buNone/>
                      </a:pPr>
                      <a:r>
                        <a:rPr lang="en-US" sz="800" b="1">
                          <a:solidFill>
                            <a:schemeClr val="dk1"/>
                          </a:solidFill>
                        </a:rPr>
                        <a:t>300</a:t>
                      </a:r>
                      <a:endParaRPr/>
                    </a:p>
                    <a:p>
                      <a:pPr marL="0" marR="0" lvl="0" indent="0" algn="ctr" rtl="0">
                        <a:spcBef>
                          <a:spcPts val="0"/>
                        </a:spcBef>
                        <a:spcAft>
                          <a:spcPts val="0"/>
                        </a:spcAft>
                        <a:buNone/>
                      </a:pPr>
                      <a:r>
                        <a:rPr lang="en-US" sz="800" b="1">
                          <a:solidFill>
                            <a:schemeClr val="dk1"/>
                          </a:solidFill>
                        </a:rPr>
                        <a:t>310</a:t>
                      </a:r>
                      <a:endParaRPr/>
                    </a:p>
                    <a:p>
                      <a:pPr marL="0" marR="0" lvl="0" indent="0" algn="ctr" rtl="0">
                        <a:spcBef>
                          <a:spcPts val="0"/>
                        </a:spcBef>
                        <a:spcAft>
                          <a:spcPts val="0"/>
                        </a:spcAft>
                        <a:buNone/>
                      </a:pPr>
                      <a:r>
                        <a:rPr lang="en-US" sz="800" b="1">
                          <a:solidFill>
                            <a:schemeClr val="dk1"/>
                          </a:solidFill>
                        </a:rPr>
                        <a:t>320</a:t>
                      </a:r>
                      <a:endParaRPr/>
                    </a:p>
                    <a:p>
                      <a:pPr marL="0" marR="0" lvl="0" indent="0" algn="ctr" rtl="0">
                        <a:spcBef>
                          <a:spcPts val="0"/>
                        </a:spcBef>
                        <a:spcAft>
                          <a:spcPts val="0"/>
                        </a:spcAft>
                        <a:buNone/>
                      </a:pPr>
                      <a:r>
                        <a:rPr lang="en-US" sz="800" b="1">
                          <a:solidFill>
                            <a:schemeClr val="dk1"/>
                          </a:solidFill>
                        </a:rPr>
                        <a:t>330</a:t>
                      </a:r>
                      <a:endParaRPr/>
                    </a:p>
                    <a:p>
                      <a:pPr marL="0" marR="0" lvl="0" indent="0" algn="ctr" rtl="0">
                        <a:spcBef>
                          <a:spcPts val="0"/>
                        </a:spcBef>
                        <a:spcAft>
                          <a:spcPts val="0"/>
                        </a:spcAft>
                        <a:buNone/>
                      </a:pPr>
                      <a:r>
                        <a:rPr lang="en-US" sz="800" b="1">
                          <a:solidFill>
                            <a:schemeClr val="dk1"/>
                          </a:solidFill>
                        </a:rPr>
                        <a:t>340</a:t>
                      </a:r>
                      <a:endParaRPr/>
                    </a:p>
                    <a:p>
                      <a:pPr marL="0" marR="0" lvl="0" indent="0" algn="ctr" rtl="0">
                        <a:spcBef>
                          <a:spcPts val="0"/>
                        </a:spcBef>
                        <a:spcAft>
                          <a:spcPts val="0"/>
                        </a:spcAft>
                        <a:buNone/>
                      </a:pPr>
                      <a:r>
                        <a:rPr lang="en-US" sz="800" b="1">
                          <a:solidFill>
                            <a:schemeClr val="dk1"/>
                          </a:solidFill>
                        </a:rPr>
                        <a:t>350</a:t>
                      </a:r>
                      <a:endParaRPr sz="800" b="1">
                        <a:solidFill>
                          <a:schemeClr val="dk1"/>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560</a:t>
                      </a:r>
                      <a:endParaRPr/>
                    </a:p>
                    <a:p>
                      <a:pPr marL="0" marR="0" lvl="0" indent="0" algn="ctr" rtl="0">
                        <a:spcBef>
                          <a:spcPts val="0"/>
                        </a:spcBef>
                        <a:spcAft>
                          <a:spcPts val="0"/>
                        </a:spcAft>
                        <a:buNone/>
                      </a:pPr>
                      <a:r>
                        <a:rPr lang="en-US" sz="800" b="1">
                          <a:solidFill>
                            <a:srgbClr val="0070C0"/>
                          </a:solidFill>
                        </a:rPr>
                        <a:t>570</a:t>
                      </a:r>
                      <a:endParaRPr/>
                    </a:p>
                    <a:p>
                      <a:pPr marL="0" marR="0" lvl="0" indent="0" algn="ctr" rtl="0">
                        <a:spcBef>
                          <a:spcPts val="0"/>
                        </a:spcBef>
                        <a:spcAft>
                          <a:spcPts val="0"/>
                        </a:spcAft>
                        <a:buNone/>
                      </a:pPr>
                      <a:r>
                        <a:rPr lang="en-US" sz="800" b="1">
                          <a:solidFill>
                            <a:srgbClr val="0070C0"/>
                          </a:solidFill>
                        </a:rPr>
                        <a:t>590</a:t>
                      </a:r>
                      <a:endParaRPr/>
                    </a:p>
                    <a:p>
                      <a:pPr marL="0" marR="0" lvl="0" indent="0" algn="ctr" rtl="0">
                        <a:spcBef>
                          <a:spcPts val="0"/>
                        </a:spcBef>
                        <a:spcAft>
                          <a:spcPts val="0"/>
                        </a:spcAft>
                        <a:buNone/>
                      </a:pPr>
                      <a:r>
                        <a:rPr lang="en-US" sz="800" b="1">
                          <a:solidFill>
                            <a:srgbClr val="0070C0"/>
                          </a:solidFill>
                        </a:rPr>
                        <a:t>610</a:t>
                      </a:r>
                      <a:endParaRPr/>
                    </a:p>
                    <a:p>
                      <a:pPr marL="0" marR="0" lvl="0" indent="0" algn="ctr" rtl="0">
                        <a:spcBef>
                          <a:spcPts val="0"/>
                        </a:spcBef>
                        <a:spcAft>
                          <a:spcPts val="0"/>
                        </a:spcAft>
                        <a:buNone/>
                      </a:pPr>
                      <a:r>
                        <a:rPr lang="en-US" sz="800" b="1">
                          <a:solidFill>
                            <a:srgbClr val="0070C0"/>
                          </a:solidFill>
                        </a:rPr>
                        <a:t>630</a:t>
                      </a:r>
                      <a:endParaRPr/>
                    </a:p>
                    <a:p>
                      <a:pPr marL="0" marR="0" lvl="0" indent="0" algn="ctr" rtl="0">
                        <a:spcBef>
                          <a:spcPts val="0"/>
                        </a:spcBef>
                        <a:spcAft>
                          <a:spcPts val="0"/>
                        </a:spcAft>
                        <a:buNone/>
                      </a:pPr>
                      <a:r>
                        <a:rPr lang="en-US" sz="800" b="1">
                          <a:solidFill>
                            <a:srgbClr val="0070C0"/>
                          </a:solidFill>
                        </a:rPr>
                        <a:t>650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350</a:t>
                      </a:r>
                      <a:endParaRPr/>
                    </a:p>
                    <a:p>
                      <a:pPr marL="0" marR="0" lvl="0" indent="0" algn="ctr" rtl="0">
                        <a:spcBef>
                          <a:spcPts val="0"/>
                        </a:spcBef>
                        <a:spcAft>
                          <a:spcPts val="0"/>
                        </a:spcAft>
                        <a:buNone/>
                      </a:pPr>
                      <a:r>
                        <a:rPr lang="en-US" sz="800" b="1">
                          <a:solidFill>
                            <a:srgbClr val="00B050"/>
                          </a:solidFill>
                        </a:rPr>
                        <a:t>360</a:t>
                      </a:r>
                      <a:endParaRPr/>
                    </a:p>
                    <a:p>
                      <a:pPr marL="0" marR="0" lvl="0" indent="0" algn="ctr" rtl="0">
                        <a:spcBef>
                          <a:spcPts val="0"/>
                        </a:spcBef>
                        <a:spcAft>
                          <a:spcPts val="0"/>
                        </a:spcAft>
                        <a:buNone/>
                      </a:pPr>
                      <a:r>
                        <a:rPr lang="en-US" sz="800" b="1">
                          <a:solidFill>
                            <a:srgbClr val="00B050"/>
                          </a:solidFill>
                        </a:rPr>
                        <a:t>370</a:t>
                      </a:r>
                      <a:endParaRPr/>
                    </a:p>
                    <a:p>
                      <a:pPr marL="0" marR="0" lvl="0" indent="0" algn="ctr" rtl="0">
                        <a:spcBef>
                          <a:spcPts val="0"/>
                        </a:spcBef>
                        <a:spcAft>
                          <a:spcPts val="0"/>
                        </a:spcAft>
                        <a:buNone/>
                      </a:pPr>
                      <a:r>
                        <a:rPr lang="en-US" sz="800" b="1">
                          <a:solidFill>
                            <a:srgbClr val="00B050"/>
                          </a:solidFill>
                        </a:rPr>
                        <a:t>380</a:t>
                      </a:r>
                      <a:endParaRPr/>
                    </a:p>
                    <a:p>
                      <a:pPr marL="0" marR="0" lvl="0" indent="0" algn="ctr" rtl="0">
                        <a:spcBef>
                          <a:spcPts val="0"/>
                        </a:spcBef>
                        <a:spcAft>
                          <a:spcPts val="0"/>
                        </a:spcAft>
                        <a:buNone/>
                      </a:pPr>
                      <a:r>
                        <a:rPr lang="en-US" sz="800" b="1">
                          <a:solidFill>
                            <a:srgbClr val="00B050"/>
                          </a:solidFill>
                        </a:rPr>
                        <a:t>390</a:t>
                      </a:r>
                      <a:endParaRPr/>
                    </a:p>
                    <a:p>
                      <a:pPr marL="0" marR="0" lvl="0" indent="0" algn="ctr" rtl="0">
                        <a:spcBef>
                          <a:spcPts val="0"/>
                        </a:spcBef>
                        <a:spcAft>
                          <a:spcPts val="0"/>
                        </a:spcAft>
                        <a:buNone/>
                      </a:pPr>
                      <a:r>
                        <a:rPr lang="en-US" sz="800" b="1">
                          <a:solidFill>
                            <a:srgbClr val="00B050"/>
                          </a:solidFill>
                        </a:rPr>
                        <a:t>400</a:t>
                      </a:r>
                      <a:endParaRPr sz="800" b="1">
                        <a:solidFill>
                          <a:srgbClr val="00B050"/>
                        </a:solidFill>
                      </a:endParaRPr>
                    </a:p>
                  </a:txBody>
                  <a:tcPr marL="72000" marR="72000" marT="0" marB="0" anchor="ctr"/>
                </a:tc>
                <a:extLst>
                  <a:ext uri="{0D108BD9-81ED-4DB2-BD59-A6C34878D82A}">
                    <a16:rowId xmlns:a16="http://schemas.microsoft.com/office/drawing/2014/main" val="10001"/>
                  </a:ext>
                </a:extLst>
              </a:tr>
              <a:tr h="477275">
                <a:tc>
                  <a:txBody>
                    <a:bodyPr/>
                    <a:lstStyle/>
                    <a:p>
                      <a:pPr marL="0" marR="0" lvl="0" indent="0" algn="ctr" rtl="0">
                        <a:spcBef>
                          <a:spcPts val="0"/>
                        </a:spcBef>
                        <a:spcAft>
                          <a:spcPts val="0"/>
                        </a:spcAft>
                        <a:buNone/>
                      </a:pPr>
                      <a:r>
                        <a:rPr lang="en-US" sz="800" b="1">
                          <a:solidFill>
                            <a:schemeClr val="dk1"/>
                          </a:solidFill>
                        </a:rPr>
                        <a:t>360</a:t>
                      </a:r>
                      <a:endParaRPr/>
                    </a:p>
                    <a:p>
                      <a:pPr marL="0" marR="0" lvl="0" indent="0" algn="ctr" rtl="0">
                        <a:spcBef>
                          <a:spcPts val="0"/>
                        </a:spcBef>
                        <a:spcAft>
                          <a:spcPts val="0"/>
                        </a:spcAft>
                        <a:buNone/>
                      </a:pPr>
                      <a:r>
                        <a:rPr lang="en-US" sz="800" b="1">
                          <a:solidFill>
                            <a:schemeClr val="dk1"/>
                          </a:solidFill>
                        </a:rPr>
                        <a:t>370</a:t>
                      </a:r>
                      <a:endParaRPr/>
                    </a:p>
                    <a:p>
                      <a:pPr marL="0" marR="0" lvl="0" indent="0" algn="ctr" rtl="0">
                        <a:spcBef>
                          <a:spcPts val="0"/>
                        </a:spcBef>
                        <a:spcAft>
                          <a:spcPts val="0"/>
                        </a:spcAft>
                        <a:buNone/>
                      </a:pPr>
                      <a:r>
                        <a:rPr lang="en-US" sz="800" b="1">
                          <a:solidFill>
                            <a:schemeClr val="dk1"/>
                          </a:solidFill>
                        </a:rPr>
                        <a:t>380</a:t>
                      </a:r>
                      <a:endParaRPr/>
                    </a:p>
                    <a:p>
                      <a:pPr marL="0" marR="0" lvl="0" indent="0" algn="ctr" rtl="0">
                        <a:spcBef>
                          <a:spcPts val="0"/>
                        </a:spcBef>
                        <a:spcAft>
                          <a:spcPts val="0"/>
                        </a:spcAft>
                        <a:buNone/>
                      </a:pPr>
                      <a:r>
                        <a:rPr lang="en-US" sz="800" b="1">
                          <a:solidFill>
                            <a:schemeClr val="dk1"/>
                          </a:solidFill>
                        </a:rPr>
                        <a:t>390</a:t>
                      </a:r>
                      <a:endParaRPr/>
                    </a:p>
                    <a:p>
                      <a:pPr marL="0" marR="0" lvl="0" indent="0" algn="ctr" rtl="0">
                        <a:spcBef>
                          <a:spcPts val="0"/>
                        </a:spcBef>
                        <a:spcAft>
                          <a:spcPts val="0"/>
                        </a:spcAft>
                        <a:buNone/>
                      </a:pPr>
                      <a:r>
                        <a:rPr lang="en-US" sz="800" b="1">
                          <a:solidFill>
                            <a:schemeClr val="dk1"/>
                          </a:solidFill>
                        </a:rPr>
                        <a:t>400</a:t>
                      </a:r>
                      <a:endParaRPr sz="800" b="1">
                        <a:solidFill>
                          <a:schemeClr val="dk1"/>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670</a:t>
                      </a:r>
                      <a:endParaRPr/>
                    </a:p>
                    <a:p>
                      <a:pPr marL="0" marR="0" lvl="0" indent="0" algn="ctr" rtl="0">
                        <a:spcBef>
                          <a:spcPts val="0"/>
                        </a:spcBef>
                        <a:spcAft>
                          <a:spcPts val="0"/>
                        </a:spcAft>
                        <a:buNone/>
                      </a:pPr>
                      <a:r>
                        <a:rPr lang="en-US" sz="800" b="1">
                          <a:solidFill>
                            <a:srgbClr val="0070C0"/>
                          </a:solidFill>
                        </a:rPr>
                        <a:t>690</a:t>
                      </a:r>
                      <a:endParaRPr/>
                    </a:p>
                    <a:p>
                      <a:pPr marL="0" marR="0" lvl="0" indent="0" algn="ctr" rtl="0">
                        <a:spcBef>
                          <a:spcPts val="0"/>
                        </a:spcBef>
                        <a:spcAft>
                          <a:spcPts val="0"/>
                        </a:spcAft>
                        <a:buNone/>
                      </a:pPr>
                      <a:r>
                        <a:rPr lang="en-US" sz="800" b="1">
                          <a:solidFill>
                            <a:srgbClr val="0070C0"/>
                          </a:solidFill>
                        </a:rPr>
                        <a:t>710</a:t>
                      </a:r>
                      <a:endParaRPr/>
                    </a:p>
                    <a:p>
                      <a:pPr marL="0" marR="0" lvl="0" indent="0" algn="ctr" rtl="0">
                        <a:spcBef>
                          <a:spcPts val="0"/>
                        </a:spcBef>
                        <a:spcAft>
                          <a:spcPts val="0"/>
                        </a:spcAft>
                        <a:buNone/>
                      </a:pPr>
                      <a:r>
                        <a:rPr lang="en-US" sz="800" b="1">
                          <a:solidFill>
                            <a:srgbClr val="0070C0"/>
                          </a:solidFill>
                        </a:rPr>
                        <a:t>720</a:t>
                      </a:r>
                      <a:endParaRPr/>
                    </a:p>
                    <a:p>
                      <a:pPr marL="0" marR="0" lvl="0" indent="0" algn="ctr" rtl="0">
                        <a:spcBef>
                          <a:spcPts val="0"/>
                        </a:spcBef>
                        <a:spcAft>
                          <a:spcPts val="0"/>
                        </a:spcAft>
                        <a:buNone/>
                      </a:pPr>
                      <a:r>
                        <a:rPr lang="en-US" sz="800" b="1">
                          <a:solidFill>
                            <a:srgbClr val="0070C0"/>
                          </a:solidFill>
                        </a:rPr>
                        <a:t>740</a:t>
                      </a:r>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410</a:t>
                      </a:r>
                      <a:endParaRPr/>
                    </a:p>
                    <a:p>
                      <a:pPr marL="0" marR="0" lvl="0" indent="0" algn="ctr" rtl="0">
                        <a:spcBef>
                          <a:spcPts val="0"/>
                        </a:spcBef>
                        <a:spcAft>
                          <a:spcPts val="0"/>
                        </a:spcAft>
                        <a:buNone/>
                      </a:pPr>
                      <a:r>
                        <a:rPr lang="en-US" sz="800" b="1">
                          <a:solidFill>
                            <a:srgbClr val="00B050"/>
                          </a:solidFill>
                        </a:rPr>
                        <a:t>430</a:t>
                      </a:r>
                      <a:endParaRPr/>
                    </a:p>
                    <a:p>
                      <a:pPr marL="0" marR="0" lvl="0" indent="0" algn="ctr" rtl="0">
                        <a:spcBef>
                          <a:spcPts val="0"/>
                        </a:spcBef>
                        <a:spcAft>
                          <a:spcPts val="0"/>
                        </a:spcAft>
                        <a:buNone/>
                      </a:pPr>
                      <a:r>
                        <a:rPr lang="en-US" sz="800" b="1">
                          <a:solidFill>
                            <a:srgbClr val="00B050"/>
                          </a:solidFill>
                        </a:rPr>
                        <a:t>440</a:t>
                      </a:r>
                      <a:endParaRPr/>
                    </a:p>
                    <a:p>
                      <a:pPr marL="0" marR="0" lvl="0" indent="0" algn="ctr" rtl="0">
                        <a:spcBef>
                          <a:spcPts val="0"/>
                        </a:spcBef>
                        <a:spcAft>
                          <a:spcPts val="0"/>
                        </a:spcAft>
                        <a:buNone/>
                      </a:pPr>
                      <a:r>
                        <a:rPr lang="en-US" sz="800" b="1">
                          <a:solidFill>
                            <a:srgbClr val="00B050"/>
                          </a:solidFill>
                        </a:rPr>
                        <a:t>450</a:t>
                      </a:r>
                      <a:endParaRPr/>
                    </a:p>
                    <a:p>
                      <a:pPr marL="0" marR="0" lvl="0" indent="0" algn="ctr" rtl="0">
                        <a:spcBef>
                          <a:spcPts val="0"/>
                        </a:spcBef>
                        <a:spcAft>
                          <a:spcPts val="0"/>
                        </a:spcAft>
                        <a:buNone/>
                      </a:pPr>
                      <a:r>
                        <a:rPr lang="en-US" sz="800" b="1">
                          <a:solidFill>
                            <a:srgbClr val="00B050"/>
                          </a:solidFill>
                        </a:rPr>
                        <a:t>460</a:t>
                      </a:r>
                      <a:endParaRPr sz="800" b="1">
                        <a:solidFill>
                          <a:srgbClr val="00B050"/>
                        </a:solidFill>
                      </a:endParaRPr>
                    </a:p>
                  </a:txBody>
                  <a:tcPr marL="72000" marR="72000" marT="0" marB="0" anchor="ctr"/>
                </a:tc>
                <a:extLst>
                  <a:ext uri="{0D108BD9-81ED-4DB2-BD59-A6C34878D82A}">
                    <a16:rowId xmlns:a16="http://schemas.microsoft.com/office/drawing/2014/main" val="10002"/>
                  </a:ext>
                </a:extLst>
              </a:tr>
              <a:tr h="477275">
                <a:tc>
                  <a:txBody>
                    <a:bodyPr/>
                    <a:lstStyle/>
                    <a:p>
                      <a:pPr marL="0" marR="0" lvl="0" indent="0" algn="ctr" rtl="0">
                        <a:spcBef>
                          <a:spcPts val="0"/>
                        </a:spcBef>
                        <a:spcAft>
                          <a:spcPts val="0"/>
                        </a:spcAft>
                        <a:buNone/>
                      </a:pPr>
                      <a:r>
                        <a:rPr lang="en-US" sz="800" b="1">
                          <a:solidFill>
                            <a:schemeClr val="dk1"/>
                          </a:solidFill>
                        </a:rPr>
                        <a:t>410</a:t>
                      </a:r>
                      <a:endParaRPr/>
                    </a:p>
                    <a:p>
                      <a:pPr marL="0" marR="0" lvl="0" indent="0" algn="ctr" rtl="0">
                        <a:spcBef>
                          <a:spcPts val="0"/>
                        </a:spcBef>
                        <a:spcAft>
                          <a:spcPts val="0"/>
                        </a:spcAft>
                        <a:buNone/>
                      </a:pPr>
                      <a:r>
                        <a:rPr lang="en-US" sz="800" b="1">
                          <a:solidFill>
                            <a:schemeClr val="dk1"/>
                          </a:solidFill>
                        </a:rPr>
                        <a:t>420</a:t>
                      </a:r>
                      <a:endParaRPr/>
                    </a:p>
                    <a:p>
                      <a:pPr marL="0" marR="0" lvl="0" indent="0" algn="ctr" rtl="0">
                        <a:spcBef>
                          <a:spcPts val="0"/>
                        </a:spcBef>
                        <a:spcAft>
                          <a:spcPts val="0"/>
                        </a:spcAft>
                        <a:buNone/>
                      </a:pPr>
                      <a:r>
                        <a:rPr lang="en-US" sz="800" b="1">
                          <a:solidFill>
                            <a:schemeClr val="dk1"/>
                          </a:solidFill>
                        </a:rPr>
                        <a:t>430</a:t>
                      </a:r>
                      <a:endParaRPr/>
                    </a:p>
                    <a:p>
                      <a:pPr marL="0" marR="0" lvl="0" indent="0" algn="ctr" rtl="0">
                        <a:spcBef>
                          <a:spcPts val="0"/>
                        </a:spcBef>
                        <a:spcAft>
                          <a:spcPts val="0"/>
                        </a:spcAft>
                        <a:buNone/>
                      </a:pPr>
                      <a:r>
                        <a:rPr lang="en-US" sz="800" b="1">
                          <a:solidFill>
                            <a:schemeClr val="dk1"/>
                          </a:solidFill>
                        </a:rPr>
                        <a:t>440</a:t>
                      </a:r>
                      <a:endParaRPr/>
                    </a:p>
                    <a:p>
                      <a:pPr marL="0" marR="0" lvl="0" indent="0" algn="ctr" rtl="0">
                        <a:spcBef>
                          <a:spcPts val="0"/>
                        </a:spcBef>
                        <a:spcAft>
                          <a:spcPts val="0"/>
                        </a:spcAft>
                        <a:buNone/>
                      </a:pPr>
                      <a:r>
                        <a:rPr lang="en-US" sz="800" b="1">
                          <a:solidFill>
                            <a:schemeClr val="dk1"/>
                          </a:solidFill>
                        </a:rPr>
                        <a:t>450</a:t>
                      </a:r>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760</a:t>
                      </a:r>
                      <a:endParaRPr/>
                    </a:p>
                    <a:p>
                      <a:pPr marL="0" marR="0" lvl="0" indent="0" algn="ctr" rtl="0">
                        <a:spcBef>
                          <a:spcPts val="0"/>
                        </a:spcBef>
                        <a:spcAft>
                          <a:spcPts val="0"/>
                        </a:spcAft>
                        <a:buNone/>
                      </a:pPr>
                      <a:r>
                        <a:rPr lang="en-US" sz="800" b="1">
                          <a:solidFill>
                            <a:srgbClr val="0070C0"/>
                          </a:solidFill>
                        </a:rPr>
                        <a:t>780</a:t>
                      </a:r>
                      <a:endParaRPr/>
                    </a:p>
                    <a:p>
                      <a:pPr marL="0" marR="0" lvl="0" indent="0" algn="ctr" rtl="0">
                        <a:spcBef>
                          <a:spcPts val="0"/>
                        </a:spcBef>
                        <a:spcAft>
                          <a:spcPts val="0"/>
                        </a:spcAft>
                        <a:buNone/>
                      </a:pPr>
                      <a:r>
                        <a:rPr lang="en-US" sz="800" b="1">
                          <a:solidFill>
                            <a:srgbClr val="0070C0"/>
                          </a:solidFill>
                        </a:rPr>
                        <a:t>800</a:t>
                      </a:r>
                      <a:endParaRPr/>
                    </a:p>
                    <a:p>
                      <a:pPr marL="0" marR="0" lvl="0" indent="0" algn="ctr" rtl="0">
                        <a:spcBef>
                          <a:spcPts val="0"/>
                        </a:spcBef>
                        <a:spcAft>
                          <a:spcPts val="0"/>
                        </a:spcAft>
                        <a:buNone/>
                      </a:pPr>
                      <a:r>
                        <a:rPr lang="en-US" sz="800" b="1">
                          <a:solidFill>
                            <a:srgbClr val="0070C0"/>
                          </a:solidFill>
                        </a:rPr>
                        <a:t>820</a:t>
                      </a:r>
                      <a:endParaRPr/>
                    </a:p>
                    <a:p>
                      <a:pPr marL="0" marR="0" lvl="0" indent="0" algn="ctr" rtl="0">
                        <a:spcBef>
                          <a:spcPts val="0"/>
                        </a:spcBef>
                        <a:spcAft>
                          <a:spcPts val="0"/>
                        </a:spcAft>
                        <a:buNone/>
                      </a:pPr>
                      <a:r>
                        <a:rPr lang="en-US" sz="800" b="1">
                          <a:solidFill>
                            <a:srgbClr val="0070C0"/>
                          </a:solidFill>
                        </a:rPr>
                        <a:t>830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470</a:t>
                      </a:r>
                      <a:endParaRPr/>
                    </a:p>
                    <a:p>
                      <a:pPr marL="0" marR="0" lvl="0" indent="0" algn="ctr" rtl="0">
                        <a:spcBef>
                          <a:spcPts val="0"/>
                        </a:spcBef>
                        <a:spcAft>
                          <a:spcPts val="0"/>
                        </a:spcAft>
                        <a:buNone/>
                      </a:pPr>
                      <a:r>
                        <a:rPr lang="en-US" sz="800" b="1">
                          <a:solidFill>
                            <a:srgbClr val="00B050"/>
                          </a:solidFill>
                        </a:rPr>
                        <a:t>480</a:t>
                      </a:r>
                      <a:endParaRPr/>
                    </a:p>
                    <a:p>
                      <a:pPr marL="0" marR="0" lvl="0" indent="0" algn="ctr" rtl="0">
                        <a:spcBef>
                          <a:spcPts val="0"/>
                        </a:spcBef>
                        <a:spcAft>
                          <a:spcPts val="0"/>
                        </a:spcAft>
                        <a:buNone/>
                      </a:pPr>
                      <a:r>
                        <a:rPr lang="en-US" sz="800" b="1">
                          <a:solidFill>
                            <a:srgbClr val="00B050"/>
                          </a:solidFill>
                        </a:rPr>
                        <a:t>500</a:t>
                      </a:r>
                      <a:endParaRPr/>
                    </a:p>
                    <a:p>
                      <a:pPr marL="0" marR="0" lvl="0" indent="0" algn="ctr" rtl="0">
                        <a:spcBef>
                          <a:spcPts val="0"/>
                        </a:spcBef>
                        <a:spcAft>
                          <a:spcPts val="0"/>
                        </a:spcAft>
                        <a:buNone/>
                      </a:pPr>
                      <a:r>
                        <a:rPr lang="en-US" sz="800" b="1">
                          <a:solidFill>
                            <a:srgbClr val="00B050"/>
                          </a:solidFill>
                        </a:rPr>
                        <a:t>510</a:t>
                      </a:r>
                      <a:endParaRPr/>
                    </a:p>
                    <a:p>
                      <a:pPr marL="0" marR="0" lvl="0" indent="0" algn="ctr" rtl="0">
                        <a:spcBef>
                          <a:spcPts val="0"/>
                        </a:spcBef>
                        <a:spcAft>
                          <a:spcPts val="0"/>
                        </a:spcAft>
                        <a:buNone/>
                      </a:pPr>
                      <a:r>
                        <a:rPr lang="en-US" sz="800" b="1">
                          <a:solidFill>
                            <a:srgbClr val="00B050"/>
                          </a:solidFill>
                        </a:rPr>
                        <a:t>520</a:t>
                      </a:r>
                      <a:endParaRPr sz="800" b="1">
                        <a:solidFill>
                          <a:srgbClr val="00B050"/>
                        </a:solidFill>
                      </a:endParaRPr>
                    </a:p>
                  </a:txBody>
                  <a:tcPr marL="72000" marR="72000" marT="0" marB="0" anchor="ctr"/>
                </a:tc>
                <a:extLst>
                  <a:ext uri="{0D108BD9-81ED-4DB2-BD59-A6C34878D82A}">
                    <a16:rowId xmlns:a16="http://schemas.microsoft.com/office/drawing/2014/main" val="10003"/>
                  </a:ext>
                </a:extLst>
              </a:tr>
              <a:tr h="477275">
                <a:tc>
                  <a:txBody>
                    <a:bodyPr/>
                    <a:lstStyle/>
                    <a:p>
                      <a:pPr marL="0" marR="0" lvl="0" indent="0" algn="ctr" rtl="0">
                        <a:spcBef>
                          <a:spcPts val="0"/>
                        </a:spcBef>
                        <a:spcAft>
                          <a:spcPts val="0"/>
                        </a:spcAft>
                        <a:buNone/>
                      </a:pPr>
                      <a:r>
                        <a:rPr lang="en-US" sz="800" b="1">
                          <a:solidFill>
                            <a:schemeClr val="dk1"/>
                          </a:solidFill>
                        </a:rPr>
                        <a:t>460</a:t>
                      </a:r>
                      <a:endParaRPr/>
                    </a:p>
                    <a:p>
                      <a:pPr marL="0" marR="0" lvl="0" indent="0" algn="ctr" rtl="0">
                        <a:spcBef>
                          <a:spcPts val="0"/>
                        </a:spcBef>
                        <a:spcAft>
                          <a:spcPts val="0"/>
                        </a:spcAft>
                        <a:buNone/>
                      </a:pPr>
                      <a:r>
                        <a:rPr lang="en-US" sz="800" b="1">
                          <a:solidFill>
                            <a:schemeClr val="dk1"/>
                          </a:solidFill>
                        </a:rPr>
                        <a:t>470</a:t>
                      </a:r>
                      <a:endParaRPr/>
                    </a:p>
                    <a:p>
                      <a:pPr marL="0" marR="0" lvl="0" indent="0" algn="ctr" rtl="0">
                        <a:spcBef>
                          <a:spcPts val="0"/>
                        </a:spcBef>
                        <a:spcAft>
                          <a:spcPts val="0"/>
                        </a:spcAft>
                        <a:buNone/>
                      </a:pPr>
                      <a:r>
                        <a:rPr lang="en-US" sz="800" b="1">
                          <a:solidFill>
                            <a:schemeClr val="dk1"/>
                          </a:solidFill>
                        </a:rPr>
                        <a:t>480</a:t>
                      </a:r>
                      <a:endParaRPr/>
                    </a:p>
                    <a:p>
                      <a:pPr marL="0" marR="0" lvl="0" indent="0" algn="ctr" rtl="0">
                        <a:spcBef>
                          <a:spcPts val="0"/>
                        </a:spcBef>
                        <a:spcAft>
                          <a:spcPts val="0"/>
                        </a:spcAft>
                        <a:buNone/>
                      </a:pPr>
                      <a:r>
                        <a:rPr lang="en-US" sz="800" b="1">
                          <a:solidFill>
                            <a:schemeClr val="dk1"/>
                          </a:solidFill>
                        </a:rPr>
                        <a:t>490</a:t>
                      </a:r>
                      <a:endParaRPr/>
                    </a:p>
                    <a:p>
                      <a:pPr marL="0" marR="0" lvl="0" indent="0" algn="ctr" rtl="0">
                        <a:spcBef>
                          <a:spcPts val="0"/>
                        </a:spcBef>
                        <a:spcAft>
                          <a:spcPts val="0"/>
                        </a:spcAft>
                        <a:buNone/>
                      </a:pPr>
                      <a:r>
                        <a:rPr lang="en-US" sz="800" b="1">
                          <a:solidFill>
                            <a:schemeClr val="dk1"/>
                          </a:solidFill>
                        </a:rPr>
                        <a:t>500</a:t>
                      </a:r>
                      <a:endParaRPr sz="800" b="1">
                        <a:solidFill>
                          <a:schemeClr val="dk1"/>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850</a:t>
                      </a:r>
                      <a:endParaRPr/>
                    </a:p>
                    <a:p>
                      <a:pPr marL="0" marR="0" lvl="0" indent="0" algn="ctr" rtl="0">
                        <a:spcBef>
                          <a:spcPts val="0"/>
                        </a:spcBef>
                        <a:spcAft>
                          <a:spcPts val="0"/>
                        </a:spcAft>
                        <a:buNone/>
                      </a:pPr>
                      <a:r>
                        <a:rPr lang="en-US" sz="800" b="1">
                          <a:solidFill>
                            <a:srgbClr val="0070C0"/>
                          </a:solidFill>
                        </a:rPr>
                        <a:t>870</a:t>
                      </a:r>
                      <a:endParaRPr/>
                    </a:p>
                    <a:p>
                      <a:pPr marL="0" marR="0" lvl="0" indent="0" algn="ctr" rtl="0">
                        <a:spcBef>
                          <a:spcPts val="0"/>
                        </a:spcBef>
                        <a:spcAft>
                          <a:spcPts val="0"/>
                        </a:spcAft>
                        <a:buNone/>
                      </a:pPr>
                      <a:r>
                        <a:rPr lang="en-US" sz="800" b="1">
                          <a:solidFill>
                            <a:srgbClr val="0070C0"/>
                          </a:solidFill>
                        </a:rPr>
                        <a:t>890</a:t>
                      </a:r>
                      <a:endParaRPr/>
                    </a:p>
                    <a:p>
                      <a:pPr marL="0" marR="0" lvl="0" indent="0" algn="ctr" rtl="0">
                        <a:spcBef>
                          <a:spcPts val="0"/>
                        </a:spcBef>
                        <a:spcAft>
                          <a:spcPts val="0"/>
                        </a:spcAft>
                        <a:buNone/>
                      </a:pPr>
                      <a:r>
                        <a:rPr lang="en-US" sz="800" b="1">
                          <a:solidFill>
                            <a:srgbClr val="0070C0"/>
                          </a:solidFill>
                        </a:rPr>
                        <a:t>910</a:t>
                      </a:r>
                      <a:endParaRPr/>
                    </a:p>
                    <a:p>
                      <a:pPr marL="0" marR="0" lvl="0" indent="0" algn="ctr" rtl="0">
                        <a:spcBef>
                          <a:spcPts val="0"/>
                        </a:spcBef>
                        <a:spcAft>
                          <a:spcPts val="0"/>
                        </a:spcAft>
                        <a:buNone/>
                      </a:pPr>
                      <a:r>
                        <a:rPr lang="en-US" sz="800" b="1">
                          <a:solidFill>
                            <a:srgbClr val="0070C0"/>
                          </a:solidFill>
                        </a:rPr>
                        <a:t>930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530</a:t>
                      </a:r>
                      <a:endParaRPr/>
                    </a:p>
                    <a:p>
                      <a:pPr marL="0" marR="0" lvl="0" indent="0" algn="ctr" rtl="0">
                        <a:spcBef>
                          <a:spcPts val="0"/>
                        </a:spcBef>
                        <a:spcAft>
                          <a:spcPts val="0"/>
                        </a:spcAft>
                        <a:buNone/>
                      </a:pPr>
                      <a:r>
                        <a:rPr lang="en-US" sz="800" b="1">
                          <a:solidFill>
                            <a:srgbClr val="00B050"/>
                          </a:solidFill>
                        </a:rPr>
                        <a:t>540</a:t>
                      </a:r>
                      <a:endParaRPr/>
                    </a:p>
                    <a:p>
                      <a:pPr marL="0" marR="0" lvl="0" indent="0" algn="ctr" rtl="0">
                        <a:spcBef>
                          <a:spcPts val="0"/>
                        </a:spcBef>
                        <a:spcAft>
                          <a:spcPts val="0"/>
                        </a:spcAft>
                        <a:buNone/>
                      </a:pPr>
                      <a:r>
                        <a:rPr lang="en-US" sz="800" b="1">
                          <a:solidFill>
                            <a:srgbClr val="00B050"/>
                          </a:solidFill>
                        </a:rPr>
                        <a:t>550</a:t>
                      </a:r>
                      <a:endParaRPr/>
                    </a:p>
                    <a:p>
                      <a:pPr marL="0" marR="0" lvl="0" indent="0" algn="ctr" rtl="0">
                        <a:spcBef>
                          <a:spcPts val="0"/>
                        </a:spcBef>
                        <a:spcAft>
                          <a:spcPts val="0"/>
                        </a:spcAft>
                        <a:buNone/>
                      </a:pPr>
                      <a:r>
                        <a:rPr lang="en-US" sz="800" b="1">
                          <a:solidFill>
                            <a:srgbClr val="00B050"/>
                          </a:solidFill>
                        </a:rPr>
                        <a:t>560</a:t>
                      </a:r>
                      <a:endParaRPr/>
                    </a:p>
                    <a:p>
                      <a:pPr marL="0" marR="0" lvl="0" indent="0" algn="ctr" rtl="0">
                        <a:spcBef>
                          <a:spcPts val="0"/>
                        </a:spcBef>
                        <a:spcAft>
                          <a:spcPts val="0"/>
                        </a:spcAft>
                        <a:buNone/>
                      </a:pPr>
                      <a:r>
                        <a:rPr lang="en-US" sz="800" b="1">
                          <a:solidFill>
                            <a:srgbClr val="00B050"/>
                          </a:solidFill>
                        </a:rPr>
                        <a:t>580</a:t>
                      </a:r>
                      <a:endParaRPr sz="800" b="1">
                        <a:solidFill>
                          <a:srgbClr val="00B050"/>
                        </a:solidFill>
                      </a:endParaRPr>
                    </a:p>
                  </a:txBody>
                  <a:tcPr marL="72000" marR="72000" marT="0" marB="0" anchor="ctr"/>
                </a:tc>
                <a:extLst>
                  <a:ext uri="{0D108BD9-81ED-4DB2-BD59-A6C34878D82A}">
                    <a16:rowId xmlns:a16="http://schemas.microsoft.com/office/drawing/2014/main" val="10004"/>
                  </a:ext>
                </a:extLst>
              </a:tr>
              <a:tr h="477275">
                <a:tc>
                  <a:txBody>
                    <a:bodyPr/>
                    <a:lstStyle/>
                    <a:p>
                      <a:pPr marL="0" marR="0" lvl="0" indent="0" algn="ctr" rtl="0">
                        <a:spcBef>
                          <a:spcPts val="0"/>
                        </a:spcBef>
                        <a:spcAft>
                          <a:spcPts val="0"/>
                        </a:spcAft>
                        <a:buNone/>
                      </a:pPr>
                      <a:r>
                        <a:rPr lang="en-US" sz="800" b="1">
                          <a:solidFill>
                            <a:schemeClr val="dk1"/>
                          </a:solidFill>
                        </a:rPr>
                        <a:t>510</a:t>
                      </a:r>
                      <a:endParaRPr/>
                    </a:p>
                    <a:p>
                      <a:pPr marL="0" marR="0" lvl="0" indent="0" algn="ctr" rtl="0">
                        <a:spcBef>
                          <a:spcPts val="0"/>
                        </a:spcBef>
                        <a:spcAft>
                          <a:spcPts val="0"/>
                        </a:spcAft>
                        <a:buNone/>
                      </a:pPr>
                      <a:r>
                        <a:rPr lang="en-US" sz="800" b="1">
                          <a:solidFill>
                            <a:schemeClr val="dk1"/>
                          </a:solidFill>
                        </a:rPr>
                        <a:t>520</a:t>
                      </a:r>
                      <a:endParaRPr/>
                    </a:p>
                    <a:p>
                      <a:pPr marL="0" marR="0" lvl="0" indent="0" algn="ctr" rtl="0">
                        <a:spcBef>
                          <a:spcPts val="0"/>
                        </a:spcBef>
                        <a:spcAft>
                          <a:spcPts val="0"/>
                        </a:spcAft>
                        <a:buNone/>
                      </a:pPr>
                      <a:r>
                        <a:rPr lang="en-US" sz="800" b="1">
                          <a:solidFill>
                            <a:schemeClr val="dk1"/>
                          </a:solidFill>
                        </a:rPr>
                        <a:t>530</a:t>
                      </a:r>
                      <a:endParaRPr/>
                    </a:p>
                    <a:p>
                      <a:pPr marL="0" marR="0" lvl="0" indent="0" algn="ctr" rtl="0">
                        <a:spcBef>
                          <a:spcPts val="0"/>
                        </a:spcBef>
                        <a:spcAft>
                          <a:spcPts val="0"/>
                        </a:spcAft>
                        <a:buNone/>
                      </a:pPr>
                      <a:r>
                        <a:rPr lang="en-US" sz="800" b="1">
                          <a:solidFill>
                            <a:schemeClr val="dk1"/>
                          </a:solidFill>
                        </a:rPr>
                        <a:t>540</a:t>
                      </a:r>
                      <a:endParaRPr/>
                    </a:p>
                    <a:p>
                      <a:pPr marL="0" marR="0" lvl="0" indent="0" algn="ctr" rtl="0">
                        <a:spcBef>
                          <a:spcPts val="0"/>
                        </a:spcBef>
                        <a:spcAft>
                          <a:spcPts val="0"/>
                        </a:spcAft>
                        <a:buNone/>
                      </a:pPr>
                      <a:r>
                        <a:rPr lang="en-US" sz="800" b="1">
                          <a:solidFill>
                            <a:schemeClr val="dk1"/>
                          </a:solidFill>
                        </a:rPr>
                        <a:t>550</a:t>
                      </a:r>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950</a:t>
                      </a:r>
                      <a:endParaRPr/>
                    </a:p>
                    <a:p>
                      <a:pPr marL="0" marR="0" lvl="0" indent="0" algn="ctr" rtl="0">
                        <a:spcBef>
                          <a:spcPts val="0"/>
                        </a:spcBef>
                        <a:spcAft>
                          <a:spcPts val="0"/>
                        </a:spcAft>
                        <a:buNone/>
                      </a:pPr>
                      <a:r>
                        <a:rPr lang="en-US" sz="800" b="1">
                          <a:solidFill>
                            <a:srgbClr val="0070C0"/>
                          </a:solidFill>
                        </a:rPr>
                        <a:t>960</a:t>
                      </a:r>
                      <a:endParaRPr/>
                    </a:p>
                    <a:p>
                      <a:pPr marL="0" marR="0" lvl="0" indent="0" algn="ctr" rtl="0">
                        <a:spcBef>
                          <a:spcPts val="0"/>
                        </a:spcBef>
                        <a:spcAft>
                          <a:spcPts val="0"/>
                        </a:spcAft>
                        <a:buNone/>
                      </a:pPr>
                      <a:r>
                        <a:rPr lang="en-US" sz="800" b="1">
                          <a:solidFill>
                            <a:srgbClr val="0070C0"/>
                          </a:solidFill>
                        </a:rPr>
                        <a:t>980</a:t>
                      </a:r>
                      <a:endParaRPr/>
                    </a:p>
                    <a:p>
                      <a:pPr marL="0" marR="0" lvl="0" indent="0" algn="ctr" rtl="0">
                        <a:spcBef>
                          <a:spcPts val="0"/>
                        </a:spcBef>
                        <a:spcAft>
                          <a:spcPts val="0"/>
                        </a:spcAft>
                        <a:buNone/>
                      </a:pPr>
                      <a:r>
                        <a:rPr lang="en-US" sz="800" b="1">
                          <a:solidFill>
                            <a:srgbClr val="0070C0"/>
                          </a:solidFill>
                        </a:rPr>
                        <a:t>1000</a:t>
                      </a:r>
                      <a:endParaRPr/>
                    </a:p>
                    <a:p>
                      <a:pPr marL="0" marR="0" lvl="0" indent="0" algn="ctr" rtl="0">
                        <a:spcBef>
                          <a:spcPts val="0"/>
                        </a:spcBef>
                        <a:spcAft>
                          <a:spcPts val="0"/>
                        </a:spcAft>
                        <a:buNone/>
                      </a:pPr>
                      <a:r>
                        <a:rPr lang="en-US" sz="800" b="1">
                          <a:solidFill>
                            <a:srgbClr val="0070C0"/>
                          </a:solidFill>
                        </a:rPr>
                        <a:t>1020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590</a:t>
                      </a:r>
                      <a:endParaRPr/>
                    </a:p>
                    <a:p>
                      <a:pPr marL="0" marR="0" lvl="0" indent="0" algn="ctr" rtl="0">
                        <a:spcBef>
                          <a:spcPts val="0"/>
                        </a:spcBef>
                        <a:spcAft>
                          <a:spcPts val="0"/>
                        </a:spcAft>
                        <a:buNone/>
                      </a:pPr>
                      <a:r>
                        <a:rPr lang="en-US" sz="800" b="1">
                          <a:solidFill>
                            <a:srgbClr val="00B050"/>
                          </a:solidFill>
                        </a:rPr>
                        <a:t>600</a:t>
                      </a:r>
                      <a:endParaRPr/>
                    </a:p>
                    <a:p>
                      <a:pPr marL="0" marR="0" lvl="0" indent="0" algn="ctr" rtl="0">
                        <a:spcBef>
                          <a:spcPts val="0"/>
                        </a:spcBef>
                        <a:spcAft>
                          <a:spcPts val="0"/>
                        </a:spcAft>
                        <a:buNone/>
                      </a:pPr>
                      <a:r>
                        <a:rPr lang="en-US" sz="800" b="1">
                          <a:solidFill>
                            <a:srgbClr val="00B050"/>
                          </a:solidFill>
                        </a:rPr>
                        <a:t>610</a:t>
                      </a:r>
                      <a:endParaRPr/>
                    </a:p>
                    <a:p>
                      <a:pPr marL="0" marR="0" lvl="0" indent="0" algn="ctr" rtl="0">
                        <a:spcBef>
                          <a:spcPts val="0"/>
                        </a:spcBef>
                        <a:spcAft>
                          <a:spcPts val="0"/>
                        </a:spcAft>
                        <a:buNone/>
                      </a:pPr>
                      <a:r>
                        <a:rPr lang="en-US" sz="800" b="1">
                          <a:solidFill>
                            <a:srgbClr val="00B050"/>
                          </a:solidFill>
                        </a:rPr>
                        <a:t>620</a:t>
                      </a:r>
                      <a:endParaRPr/>
                    </a:p>
                    <a:p>
                      <a:pPr marL="0" marR="0" lvl="0" indent="0" algn="ctr" rtl="0">
                        <a:spcBef>
                          <a:spcPts val="0"/>
                        </a:spcBef>
                        <a:spcAft>
                          <a:spcPts val="0"/>
                        </a:spcAft>
                        <a:buNone/>
                      </a:pPr>
                      <a:r>
                        <a:rPr lang="en-US" sz="800" b="1">
                          <a:solidFill>
                            <a:srgbClr val="00B050"/>
                          </a:solidFill>
                        </a:rPr>
                        <a:t>630</a:t>
                      </a:r>
                      <a:endParaRPr sz="800" b="1">
                        <a:solidFill>
                          <a:srgbClr val="00B050"/>
                        </a:solidFill>
                      </a:endParaRPr>
                    </a:p>
                  </a:txBody>
                  <a:tcPr marL="72000" marR="72000" marT="0" marB="0" anchor="ctr"/>
                </a:tc>
                <a:extLst>
                  <a:ext uri="{0D108BD9-81ED-4DB2-BD59-A6C34878D82A}">
                    <a16:rowId xmlns:a16="http://schemas.microsoft.com/office/drawing/2014/main" val="10005"/>
                  </a:ext>
                </a:extLst>
              </a:tr>
              <a:tr h="477275">
                <a:tc>
                  <a:txBody>
                    <a:bodyPr/>
                    <a:lstStyle/>
                    <a:p>
                      <a:pPr marL="0" marR="0" lvl="0" indent="0" algn="ctr" rtl="0">
                        <a:spcBef>
                          <a:spcPts val="0"/>
                        </a:spcBef>
                        <a:spcAft>
                          <a:spcPts val="0"/>
                        </a:spcAft>
                        <a:buNone/>
                      </a:pPr>
                      <a:r>
                        <a:rPr lang="en-US" sz="800" b="1">
                          <a:solidFill>
                            <a:schemeClr val="dk1"/>
                          </a:solidFill>
                        </a:rPr>
                        <a:t>560</a:t>
                      </a:r>
                      <a:endParaRPr/>
                    </a:p>
                    <a:p>
                      <a:pPr marL="0" marR="0" lvl="0" indent="0" algn="ctr" rtl="0">
                        <a:spcBef>
                          <a:spcPts val="0"/>
                        </a:spcBef>
                        <a:spcAft>
                          <a:spcPts val="0"/>
                        </a:spcAft>
                        <a:buNone/>
                      </a:pPr>
                      <a:r>
                        <a:rPr lang="en-US" sz="800" b="1">
                          <a:solidFill>
                            <a:schemeClr val="dk1"/>
                          </a:solidFill>
                        </a:rPr>
                        <a:t>570</a:t>
                      </a:r>
                      <a:endParaRPr/>
                    </a:p>
                    <a:p>
                      <a:pPr marL="0" marR="0" lvl="0" indent="0" algn="ctr" rtl="0">
                        <a:spcBef>
                          <a:spcPts val="0"/>
                        </a:spcBef>
                        <a:spcAft>
                          <a:spcPts val="0"/>
                        </a:spcAft>
                        <a:buNone/>
                      </a:pPr>
                      <a:r>
                        <a:rPr lang="en-US" sz="800" b="1">
                          <a:solidFill>
                            <a:schemeClr val="dk1"/>
                          </a:solidFill>
                        </a:rPr>
                        <a:t>580</a:t>
                      </a:r>
                      <a:endParaRPr/>
                    </a:p>
                    <a:p>
                      <a:pPr marL="0" marR="0" lvl="0" indent="0" algn="ctr" rtl="0">
                        <a:spcBef>
                          <a:spcPts val="0"/>
                        </a:spcBef>
                        <a:spcAft>
                          <a:spcPts val="0"/>
                        </a:spcAft>
                        <a:buNone/>
                      </a:pPr>
                      <a:r>
                        <a:rPr lang="en-US" sz="800" b="1">
                          <a:solidFill>
                            <a:schemeClr val="dk1"/>
                          </a:solidFill>
                        </a:rPr>
                        <a:t>590</a:t>
                      </a:r>
                      <a:endParaRPr/>
                    </a:p>
                    <a:p>
                      <a:pPr marL="0" marR="0" lvl="0" indent="0" algn="ctr" rtl="0">
                        <a:spcBef>
                          <a:spcPts val="0"/>
                        </a:spcBef>
                        <a:spcAft>
                          <a:spcPts val="0"/>
                        </a:spcAft>
                        <a:buNone/>
                      </a:pPr>
                      <a:r>
                        <a:rPr lang="en-US" sz="800" b="1">
                          <a:solidFill>
                            <a:schemeClr val="dk1"/>
                          </a:solidFill>
                        </a:rPr>
                        <a:t>600</a:t>
                      </a:r>
                      <a:endParaRPr sz="800" b="1">
                        <a:solidFill>
                          <a:schemeClr val="dk1"/>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1040</a:t>
                      </a:r>
                      <a:endParaRPr/>
                    </a:p>
                    <a:p>
                      <a:pPr marL="0" marR="0" lvl="0" indent="0" algn="ctr" rtl="0">
                        <a:spcBef>
                          <a:spcPts val="0"/>
                        </a:spcBef>
                        <a:spcAft>
                          <a:spcPts val="0"/>
                        </a:spcAft>
                        <a:buNone/>
                      </a:pPr>
                      <a:r>
                        <a:rPr lang="en-US" sz="800" b="1">
                          <a:solidFill>
                            <a:srgbClr val="0070C0"/>
                          </a:solidFill>
                        </a:rPr>
                        <a:t>1060</a:t>
                      </a:r>
                      <a:endParaRPr/>
                    </a:p>
                    <a:p>
                      <a:pPr marL="0" marR="0" lvl="0" indent="0" algn="ctr" rtl="0">
                        <a:spcBef>
                          <a:spcPts val="0"/>
                        </a:spcBef>
                        <a:spcAft>
                          <a:spcPts val="0"/>
                        </a:spcAft>
                        <a:buNone/>
                      </a:pPr>
                      <a:r>
                        <a:rPr lang="en-US" sz="800" b="1">
                          <a:solidFill>
                            <a:srgbClr val="0070C0"/>
                          </a:solidFill>
                        </a:rPr>
                        <a:t>1070</a:t>
                      </a:r>
                      <a:endParaRPr/>
                    </a:p>
                    <a:p>
                      <a:pPr marL="0" marR="0" lvl="0" indent="0" algn="ctr" rtl="0">
                        <a:spcBef>
                          <a:spcPts val="0"/>
                        </a:spcBef>
                        <a:spcAft>
                          <a:spcPts val="0"/>
                        </a:spcAft>
                        <a:buNone/>
                      </a:pPr>
                      <a:r>
                        <a:rPr lang="en-US" sz="800" b="1">
                          <a:solidFill>
                            <a:srgbClr val="0070C0"/>
                          </a:solidFill>
                        </a:rPr>
                        <a:t>1090</a:t>
                      </a:r>
                      <a:endParaRPr/>
                    </a:p>
                    <a:p>
                      <a:pPr marL="0" marR="0" lvl="0" indent="0" algn="ctr" rtl="0">
                        <a:spcBef>
                          <a:spcPts val="0"/>
                        </a:spcBef>
                        <a:spcAft>
                          <a:spcPts val="0"/>
                        </a:spcAft>
                        <a:buNone/>
                      </a:pPr>
                      <a:r>
                        <a:rPr lang="en-US" sz="800" b="1">
                          <a:solidFill>
                            <a:srgbClr val="0070C0"/>
                          </a:solidFill>
                        </a:rPr>
                        <a:t>1110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650</a:t>
                      </a:r>
                      <a:endParaRPr/>
                    </a:p>
                    <a:p>
                      <a:pPr marL="0" marR="0" lvl="0" indent="0" algn="ctr" rtl="0">
                        <a:spcBef>
                          <a:spcPts val="0"/>
                        </a:spcBef>
                        <a:spcAft>
                          <a:spcPts val="0"/>
                        </a:spcAft>
                        <a:buNone/>
                      </a:pPr>
                      <a:r>
                        <a:rPr lang="en-US" sz="800" b="1">
                          <a:solidFill>
                            <a:srgbClr val="00B050"/>
                          </a:solidFill>
                        </a:rPr>
                        <a:t>660</a:t>
                      </a:r>
                      <a:endParaRPr/>
                    </a:p>
                    <a:p>
                      <a:pPr marL="0" marR="0" lvl="0" indent="0" algn="ctr" rtl="0">
                        <a:spcBef>
                          <a:spcPts val="0"/>
                        </a:spcBef>
                        <a:spcAft>
                          <a:spcPts val="0"/>
                        </a:spcAft>
                        <a:buNone/>
                      </a:pPr>
                      <a:r>
                        <a:rPr lang="en-US" sz="800" b="1">
                          <a:solidFill>
                            <a:srgbClr val="00B050"/>
                          </a:solidFill>
                        </a:rPr>
                        <a:t>670</a:t>
                      </a:r>
                      <a:endParaRPr/>
                    </a:p>
                    <a:p>
                      <a:pPr marL="0" marR="0" lvl="0" indent="0" algn="ctr" rtl="0">
                        <a:spcBef>
                          <a:spcPts val="0"/>
                        </a:spcBef>
                        <a:spcAft>
                          <a:spcPts val="0"/>
                        </a:spcAft>
                        <a:buNone/>
                      </a:pPr>
                      <a:r>
                        <a:rPr lang="en-US" sz="800" b="1">
                          <a:solidFill>
                            <a:srgbClr val="00B050"/>
                          </a:solidFill>
                        </a:rPr>
                        <a:t>680</a:t>
                      </a:r>
                      <a:endParaRPr/>
                    </a:p>
                    <a:p>
                      <a:pPr marL="0" marR="0" lvl="0" indent="0" algn="ctr" rtl="0">
                        <a:spcBef>
                          <a:spcPts val="0"/>
                        </a:spcBef>
                        <a:spcAft>
                          <a:spcPts val="0"/>
                        </a:spcAft>
                        <a:buNone/>
                      </a:pPr>
                      <a:r>
                        <a:rPr lang="en-US" sz="800" b="1">
                          <a:solidFill>
                            <a:srgbClr val="00B050"/>
                          </a:solidFill>
                        </a:rPr>
                        <a:t>690</a:t>
                      </a:r>
                      <a:endParaRPr sz="800" b="1">
                        <a:solidFill>
                          <a:srgbClr val="00B050"/>
                        </a:solidFill>
                      </a:endParaRPr>
                    </a:p>
                  </a:txBody>
                  <a:tcPr marL="72000" marR="72000" marT="0" marB="0" anchor="ctr"/>
                </a:tc>
                <a:extLst>
                  <a:ext uri="{0D108BD9-81ED-4DB2-BD59-A6C34878D82A}">
                    <a16:rowId xmlns:a16="http://schemas.microsoft.com/office/drawing/2014/main" val="10006"/>
                  </a:ext>
                </a:extLst>
              </a:tr>
              <a:tr h="477275">
                <a:tc>
                  <a:txBody>
                    <a:bodyPr/>
                    <a:lstStyle/>
                    <a:p>
                      <a:pPr marL="0" marR="0" lvl="0" indent="0" algn="ctr" rtl="0">
                        <a:spcBef>
                          <a:spcPts val="0"/>
                        </a:spcBef>
                        <a:spcAft>
                          <a:spcPts val="0"/>
                        </a:spcAft>
                        <a:buNone/>
                      </a:pPr>
                      <a:r>
                        <a:rPr lang="en-US" sz="800" b="1">
                          <a:solidFill>
                            <a:schemeClr val="dk1"/>
                          </a:solidFill>
                        </a:rPr>
                        <a:t>610</a:t>
                      </a:r>
                      <a:endParaRPr/>
                    </a:p>
                    <a:p>
                      <a:pPr marL="0" marR="0" lvl="0" indent="0" algn="ctr" rtl="0">
                        <a:spcBef>
                          <a:spcPts val="0"/>
                        </a:spcBef>
                        <a:spcAft>
                          <a:spcPts val="0"/>
                        </a:spcAft>
                        <a:buNone/>
                      </a:pPr>
                      <a:r>
                        <a:rPr lang="en-US" sz="800" b="1">
                          <a:solidFill>
                            <a:schemeClr val="dk1"/>
                          </a:solidFill>
                        </a:rPr>
                        <a:t>620</a:t>
                      </a:r>
                      <a:endParaRPr/>
                    </a:p>
                    <a:p>
                      <a:pPr marL="0" marR="0" lvl="0" indent="0" algn="ctr" rtl="0">
                        <a:spcBef>
                          <a:spcPts val="0"/>
                        </a:spcBef>
                        <a:spcAft>
                          <a:spcPts val="0"/>
                        </a:spcAft>
                        <a:buNone/>
                      </a:pPr>
                      <a:r>
                        <a:rPr lang="en-US" sz="800" b="1">
                          <a:solidFill>
                            <a:schemeClr val="dk1"/>
                          </a:solidFill>
                        </a:rPr>
                        <a:t>630</a:t>
                      </a:r>
                      <a:endParaRPr/>
                    </a:p>
                    <a:p>
                      <a:pPr marL="0" marR="0" lvl="0" indent="0" algn="ctr" rtl="0">
                        <a:spcBef>
                          <a:spcPts val="0"/>
                        </a:spcBef>
                        <a:spcAft>
                          <a:spcPts val="0"/>
                        </a:spcAft>
                        <a:buNone/>
                      </a:pPr>
                      <a:r>
                        <a:rPr lang="en-US" sz="800" b="1">
                          <a:solidFill>
                            <a:schemeClr val="dk1"/>
                          </a:solidFill>
                        </a:rPr>
                        <a:t>640</a:t>
                      </a:r>
                      <a:endParaRPr/>
                    </a:p>
                    <a:p>
                      <a:pPr marL="0" marR="0" lvl="0" indent="0" algn="ctr" rtl="0">
                        <a:spcBef>
                          <a:spcPts val="0"/>
                        </a:spcBef>
                        <a:spcAft>
                          <a:spcPts val="0"/>
                        </a:spcAft>
                        <a:buNone/>
                      </a:pPr>
                      <a:r>
                        <a:rPr lang="en-US" sz="800" b="1">
                          <a:solidFill>
                            <a:schemeClr val="dk1"/>
                          </a:solidFill>
                        </a:rPr>
                        <a:t>650</a:t>
                      </a:r>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1130</a:t>
                      </a:r>
                      <a:endParaRPr/>
                    </a:p>
                    <a:p>
                      <a:pPr marL="0" marR="0" lvl="0" indent="0" algn="ctr" rtl="0">
                        <a:spcBef>
                          <a:spcPts val="0"/>
                        </a:spcBef>
                        <a:spcAft>
                          <a:spcPts val="0"/>
                        </a:spcAft>
                        <a:buNone/>
                      </a:pPr>
                      <a:r>
                        <a:rPr lang="en-US" sz="800" b="1">
                          <a:solidFill>
                            <a:srgbClr val="0070C0"/>
                          </a:solidFill>
                        </a:rPr>
                        <a:t>1150</a:t>
                      </a:r>
                      <a:endParaRPr/>
                    </a:p>
                    <a:p>
                      <a:pPr marL="0" marR="0" lvl="0" indent="0" algn="ctr" rtl="0">
                        <a:spcBef>
                          <a:spcPts val="0"/>
                        </a:spcBef>
                        <a:spcAft>
                          <a:spcPts val="0"/>
                        </a:spcAft>
                        <a:buNone/>
                      </a:pPr>
                      <a:r>
                        <a:rPr lang="en-US" sz="800" b="1">
                          <a:solidFill>
                            <a:srgbClr val="0070C0"/>
                          </a:solidFill>
                        </a:rPr>
                        <a:t>1170</a:t>
                      </a:r>
                      <a:endParaRPr/>
                    </a:p>
                    <a:p>
                      <a:pPr marL="0" marR="0" lvl="0" indent="0" algn="ctr" rtl="0">
                        <a:spcBef>
                          <a:spcPts val="0"/>
                        </a:spcBef>
                        <a:spcAft>
                          <a:spcPts val="0"/>
                        </a:spcAft>
                        <a:buNone/>
                      </a:pPr>
                      <a:r>
                        <a:rPr lang="en-US" sz="800" b="1">
                          <a:solidFill>
                            <a:srgbClr val="0070C0"/>
                          </a:solidFill>
                        </a:rPr>
                        <a:t>1190</a:t>
                      </a:r>
                      <a:endParaRPr/>
                    </a:p>
                    <a:p>
                      <a:pPr marL="0" marR="0" lvl="0" indent="0" algn="ctr" rtl="0">
                        <a:spcBef>
                          <a:spcPts val="0"/>
                        </a:spcBef>
                        <a:spcAft>
                          <a:spcPts val="0"/>
                        </a:spcAft>
                        <a:buNone/>
                      </a:pPr>
                      <a:r>
                        <a:rPr lang="en-US" sz="800" b="1">
                          <a:solidFill>
                            <a:srgbClr val="0070C0"/>
                          </a:solidFill>
                        </a:rPr>
                        <a:t>1200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700</a:t>
                      </a:r>
                      <a:endParaRPr/>
                    </a:p>
                    <a:p>
                      <a:pPr marL="0" marR="0" lvl="0" indent="0" algn="ctr" rtl="0">
                        <a:spcBef>
                          <a:spcPts val="0"/>
                        </a:spcBef>
                        <a:spcAft>
                          <a:spcPts val="0"/>
                        </a:spcAft>
                        <a:buNone/>
                      </a:pPr>
                      <a:r>
                        <a:rPr lang="en-US" sz="800" b="1">
                          <a:solidFill>
                            <a:srgbClr val="00B050"/>
                          </a:solidFill>
                        </a:rPr>
                        <a:t>710</a:t>
                      </a:r>
                      <a:endParaRPr/>
                    </a:p>
                    <a:p>
                      <a:pPr marL="0" marR="0" lvl="0" indent="0" algn="ctr" rtl="0">
                        <a:spcBef>
                          <a:spcPts val="0"/>
                        </a:spcBef>
                        <a:spcAft>
                          <a:spcPts val="0"/>
                        </a:spcAft>
                        <a:buNone/>
                      </a:pPr>
                      <a:r>
                        <a:rPr lang="en-US" sz="800" b="1">
                          <a:solidFill>
                            <a:srgbClr val="00B050"/>
                          </a:solidFill>
                        </a:rPr>
                        <a:t>730</a:t>
                      </a:r>
                      <a:endParaRPr/>
                    </a:p>
                    <a:p>
                      <a:pPr marL="0" marR="0" lvl="0" indent="0" algn="ctr" rtl="0">
                        <a:spcBef>
                          <a:spcPts val="0"/>
                        </a:spcBef>
                        <a:spcAft>
                          <a:spcPts val="0"/>
                        </a:spcAft>
                        <a:buNone/>
                      </a:pPr>
                      <a:r>
                        <a:rPr lang="en-US" sz="800" b="1">
                          <a:solidFill>
                            <a:srgbClr val="00B050"/>
                          </a:solidFill>
                        </a:rPr>
                        <a:t>740</a:t>
                      </a:r>
                      <a:endParaRPr/>
                    </a:p>
                    <a:p>
                      <a:pPr marL="0" marR="0" lvl="0" indent="0" algn="ctr" rtl="0">
                        <a:spcBef>
                          <a:spcPts val="0"/>
                        </a:spcBef>
                        <a:spcAft>
                          <a:spcPts val="0"/>
                        </a:spcAft>
                        <a:buNone/>
                      </a:pPr>
                      <a:r>
                        <a:rPr lang="en-US" sz="800" b="1">
                          <a:solidFill>
                            <a:srgbClr val="00B050"/>
                          </a:solidFill>
                        </a:rPr>
                        <a:t>750</a:t>
                      </a:r>
                      <a:endParaRPr sz="800" b="1">
                        <a:solidFill>
                          <a:srgbClr val="00B050"/>
                        </a:solidFill>
                      </a:endParaRPr>
                    </a:p>
                  </a:txBody>
                  <a:tcPr marL="72000" marR="72000" marT="0" marB="0" anchor="ctr"/>
                </a:tc>
                <a:extLst>
                  <a:ext uri="{0D108BD9-81ED-4DB2-BD59-A6C34878D82A}">
                    <a16:rowId xmlns:a16="http://schemas.microsoft.com/office/drawing/2014/main" val="10007"/>
                  </a:ext>
                </a:extLst>
              </a:tr>
              <a:tr h="477275">
                <a:tc>
                  <a:txBody>
                    <a:bodyPr/>
                    <a:lstStyle/>
                    <a:p>
                      <a:pPr marL="0" marR="0" lvl="0" indent="0" algn="ctr" rtl="0">
                        <a:spcBef>
                          <a:spcPts val="0"/>
                        </a:spcBef>
                        <a:spcAft>
                          <a:spcPts val="0"/>
                        </a:spcAft>
                        <a:buNone/>
                      </a:pPr>
                      <a:r>
                        <a:rPr lang="en-US" sz="800" b="1">
                          <a:solidFill>
                            <a:schemeClr val="dk1"/>
                          </a:solidFill>
                        </a:rPr>
                        <a:t>660</a:t>
                      </a:r>
                      <a:endParaRPr/>
                    </a:p>
                    <a:p>
                      <a:pPr marL="0" marR="0" lvl="0" indent="0" algn="ctr" rtl="0">
                        <a:spcBef>
                          <a:spcPts val="0"/>
                        </a:spcBef>
                        <a:spcAft>
                          <a:spcPts val="0"/>
                        </a:spcAft>
                        <a:buNone/>
                      </a:pPr>
                      <a:r>
                        <a:rPr lang="en-US" sz="800" b="1">
                          <a:solidFill>
                            <a:schemeClr val="dk1"/>
                          </a:solidFill>
                        </a:rPr>
                        <a:t>670</a:t>
                      </a:r>
                      <a:endParaRPr/>
                    </a:p>
                    <a:p>
                      <a:pPr marL="0" marR="0" lvl="0" indent="0" algn="ctr" rtl="0">
                        <a:spcBef>
                          <a:spcPts val="0"/>
                        </a:spcBef>
                        <a:spcAft>
                          <a:spcPts val="0"/>
                        </a:spcAft>
                        <a:buNone/>
                      </a:pPr>
                      <a:r>
                        <a:rPr lang="en-US" sz="800" b="1">
                          <a:solidFill>
                            <a:schemeClr val="dk1"/>
                          </a:solidFill>
                        </a:rPr>
                        <a:t>680</a:t>
                      </a:r>
                      <a:endParaRPr/>
                    </a:p>
                    <a:p>
                      <a:pPr marL="0" marR="0" lvl="0" indent="0" algn="ctr" rtl="0">
                        <a:spcBef>
                          <a:spcPts val="0"/>
                        </a:spcBef>
                        <a:spcAft>
                          <a:spcPts val="0"/>
                        </a:spcAft>
                        <a:buNone/>
                      </a:pPr>
                      <a:r>
                        <a:rPr lang="en-US" sz="800" b="1">
                          <a:solidFill>
                            <a:schemeClr val="dk1"/>
                          </a:solidFill>
                        </a:rPr>
                        <a:t>690</a:t>
                      </a:r>
                      <a:endParaRPr/>
                    </a:p>
                    <a:p>
                      <a:pPr marL="0" marR="0" lvl="0" indent="0" algn="ctr" rtl="0">
                        <a:spcBef>
                          <a:spcPts val="0"/>
                        </a:spcBef>
                        <a:spcAft>
                          <a:spcPts val="0"/>
                        </a:spcAft>
                        <a:buNone/>
                      </a:pPr>
                      <a:r>
                        <a:rPr lang="en-US" sz="800" b="1">
                          <a:solidFill>
                            <a:schemeClr val="dk1"/>
                          </a:solidFill>
                        </a:rPr>
                        <a:t>700</a:t>
                      </a:r>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1220</a:t>
                      </a:r>
                      <a:endParaRPr/>
                    </a:p>
                    <a:p>
                      <a:pPr marL="0" marR="0" lvl="0" indent="0" algn="ctr" rtl="0">
                        <a:spcBef>
                          <a:spcPts val="0"/>
                        </a:spcBef>
                        <a:spcAft>
                          <a:spcPts val="0"/>
                        </a:spcAft>
                        <a:buNone/>
                      </a:pPr>
                      <a:r>
                        <a:rPr lang="en-US" sz="800" b="1">
                          <a:solidFill>
                            <a:srgbClr val="0070C0"/>
                          </a:solidFill>
                        </a:rPr>
                        <a:t>1240</a:t>
                      </a:r>
                      <a:endParaRPr/>
                    </a:p>
                    <a:p>
                      <a:pPr marL="0" marR="0" lvl="0" indent="0" algn="ctr" rtl="0">
                        <a:spcBef>
                          <a:spcPts val="0"/>
                        </a:spcBef>
                        <a:spcAft>
                          <a:spcPts val="0"/>
                        </a:spcAft>
                        <a:buNone/>
                      </a:pPr>
                      <a:r>
                        <a:rPr lang="en-US" sz="800" b="1">
                          <a:solidFill>
                            <a:srgbClr val="0070C0"/>
                          </a:solidFill>
                        </a:rPr>
                        <a:t>1260</a:t>
                      </a:r>
                      <a:endParaRPr/>
                    </a:p>
                    <a:p>
                      <a:pPr marL="0" marR="0" lvl="0" indent="0" algn="ctr" rtl="0">
                        <a:spcBef>
                          <a:spcPts val="0"/>
                        </a:spcBef>
                        <a:spcAft>
                          <a:spcPts val="0"/>
                        </a:spcAft>
                        <a:buNone/>
                      </a:pPr>
                      <a:r>
                        <a:rPr lang="en-US" sz="800" b="1">
                          <a:solidFill>
                            <a:srgbClr val="0070C0"/>
                          </a:solidFill>
                        </a:rPr>
                        <a:t>1280</a:t>
                      </a:r>
                      <a:endParaRPr/>
                    </a:p>
                    <a:p>
                      <a:pPr marL="0" marR="0" lvl="0" indent="0" algn="ctr" rtl="0">
                        <a:spcBef>
                          <a:spcPts val="0"/>
                        </a:spcBef>
                        <a:spcAft>
                          <a:spcPts val="0"/>
                        </a:spcAft>
                        <a:buNone/>
                      </a:pPr>
                      <a:r>
                        <a:rPr lang="en-US" sz="800" b="1">
                          <a:solidFill>
                            <a:srgbClr val="0070C0"/>
                          </a:solidFill>
                        </a:rPr>
                        <a:t>1300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760</a:t>
                      </a:r>
                      <a:endParaRPr/>
                    </a:p>
                    <a:p>
                      <a:pPr marL="0" marR="0" lvl="0" indent="0" algn="ctr" rtl="0">
                        <a:spcBef>
                          <a:spcPts val="0"/>
                        </a:spcBef>
                        <a:spcAft>
                          <a:spcPts val="0"/>
                        </a:spcAft>
                        <a:buNone/>
                      </a:pPr>
                      <a:r>
                        <a:rPr lang="en-US" sz="800" b="1">
                          <a:solidFill>
                            <a:srgbClr val="00B050"/>
                          </a:solidFill>
                        </a:rPr>
                        <a:t>770</a:t>
                      </a:r>
                      <a:endParaRPr/>
                    </a:p>
                    <a:p>
                      <a:pPr marL="0" marR="0" lvl="0" indent="0" algn="ctr" rtl="0">
                        <a:spcBef>
                          <a:spcPts val="0"/>
                        </a:spcBef>
                        <a:spcAft>
                          <a:spcPts val="0"/>
                        </a:spcAft>
                        <a:buNone/>
                      </a:pPr>
                      <a:r>
                        <a:rPr lang="en-US" sz="800" b="1">
                          <a:solidFill>
                            <a:srgbClr val="00B050"/>
                          </a:solidFill>
                        </a:rPr>
                        <a:t>780</a:t>
                      </a:r>
                      <a:endParaRPr/>
                    </a:p>
                    <a:p>
                      <a:pPr marL="0" marR="0" lvl="0" indent="0" algn="ctr" rtl="0">
                        <a:spcBef>
                          <a:spcPts val="0"/>
                        </a:spcBef>
                        <a:spcAft>
                          <a:spcPts val="0"/>
                        </a:spcAft>
                        <a:buNone/>
                      </a:pPr>
                      <a:r>
                        <a:rPr lang="en-US" sz="800" b="1">
                          <a:solidFill>
                            <a:srgbClr val="00B050"/>
                          </a:solidFill>
                        </a:rPr>
                        <a:t>800</a:t>
                      </a:r>
                      <a:endParaRPr/>
                    </a:p>
                    <a:p>
                      <a:pPr marL="0" marR="0" lvl="0" indent="0" algn="ctr" rtl="0">
                        <a:spcBef>
                          <a:spcPts val="0"/>
                        </a:spcBef>
                        <a:spcAft>
                          <a:spcPts val="0"/>
                        </a:spcAft>
                        <a:buNone/>
                      </a:pPr>
                      <a:r>
                        <a:rPr lang="en-US" sz="800" b="1">
                          <a:solidFill>
                            <a:srgbClr val="00B050"/>
                          </a:solidFill>
                        </a:rPr>
                        <a:t>810</a:t>
                      </a:r>
                      <a:endParaRPr sz="800" b="1">
                        <a:solidFill>
                          <a:srgbClr val="00B050"/>
                        </a:solidFill>
                      </a:endParaRPr>
                    </a:p>
                  </a:txBody>
                  <a:tcPr marL="72000" marR="72000" marT="0" marB="0" anchor="ctr"/>
                </a:tc>
                <a:extLst>
                  <a:ext uri="{0D108BD9-81ED-4DB2-BD59-A6C34878D82A}">
                    <a16:rowId xmlns:a16="http://schemas.microsoft.com/office/drawing/2014/main" val="10008"/>
                  </a:ext>
                </a:extLst>
              </a:tr>
            </a:tbl>
          </a:graphicData>
        </a:graphic>
      </p:graphicFrame>
      <p:pic>
        <p:nvPicPr>
          <p:cNvPr id="3" name="그래픽 2" descr="집 Wi-Fi에서 작업 단색으로 채워진">
            <a:hlinkClick r:id="" action="ppaction://hlinkshowjump?jump=firstslide"/>
            <a:extLst>
              <a:ext uri="{FF2B5EF4-FFF2-40B4-BE49-F238E27FC236}">
                <a16:creationId xmlns:a16="http://schemas.microsoft.com/office/drawing/2014/main" id="{82B7BB68-C2C3-8A8A-A873-67FA51C2C3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0954" y="5152313"/>
            <a:ext cx="457200" cy="457200"/>
          </a:xfrm>
          <a:prstGeom prst="rect">
            <a:avLst/>
          </a:prstGeom>
          <a:effectLst>
            <a:outerShdw blurRad="50800" dist="50800" dir="3660000" algn="ctr" rotWithShape="0">
              <a:schemeClr val="bg1">
                <a:alpha val="82714"/>
              </a:schemeClr>
            </a:outerShdw>
          </a:effectLst>
        </p:spPr>
      </p:pic>
    </p:spTree>
    <p:extLst>
      <p:ext uri="{BB962C8B-B14F-4D97-AF65-F5344CB8AC3E}">
        <p14:creationId xmlns:p14="http://schemas.microsoft.com/office/powerpoint/2010/main" val="4164234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그물">
  <a:themeElements>
    <a:clrScheme name="그물">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그물">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그물">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Mesh</Template>
  <TotalTime>97009</TotalTime>
  <Words>30762</Words>
  <Application>Microsoft Macintosh PowerPoint</Application>
  <PresentationFormat>사용자 지정</PresentationFormat>
  <Paragraphs>7524</Paragraphs>
  <Slides>132</Slides>
  <Notes>117</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132</vt:i4>
      </vt:variant>
    </vt:vector>
  </HeadingPairs>
  <TitlesOfParts>
    <vt:vector size="142" baseType="lpstr">
      <vt:lpstr>Century Gothic</vt:lpstr>
      <vt:lpstr>Calibri</vt:lpstr>
      <vt:lpstr>Cambria Math</vt:lpstr>
      <vt:lpstr>Lato</vt:lpstr>
      <vt:lpstr>Britannic Bold</vt:lpstr>
      <vt:lpstr>맑은 고딕</vt:lpstr>
      <vt:lpstr>Helvetica Neue</vt:lpstr>
      <vt:lpstr>Gulim</vt:lpstr>
      <vt:lpstr>Arial</vt:lpstr>
      <vt:lpstr>그물</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cho deukhyeon</dc:creator>
  <cp:lastModifiedBy>deukhyeon cho</cp:lastModifiedBy>
  <cp:revision>654</cp:revision>
  <dcterms:created xsi:type="dcterms:W3CDTF">2022-05-17T08:00:10Z</dcterms:created>
  <dcterms:modified xsi:type="dcterms:W3CDTF">2026-06-05T04:55:36Z</dcterms:modified>
</cp:coreProperties>
</file>