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8"/>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430" r:id="rId46"/>
    <p:sldId id="281" r:id="rId47"/>
  </p:sldIdLst>
  <p:sldSz cx="2328863" cy="5572125"/>
  <p:notesSz cx="6858000" cy="9144000"/>
  <p:embeddedFontLst>
    <p:embeddedFont>
      <p:font typeface="Cambria Math" panose="02040503050406030204" pitchFamily="18" charset="0"/>
      <p:regular r:id="rId49"/>
    </p:embeddedFont>
    <p:embeddedFont>
      <p:font typeface="Century Gothic" panose="020B0502020202020204" pitchFamily="34" charset="0"/>
      <p:regular r:id="rId50"/>
      <p:bold r:id="rId51"/>
      <p:italic r:id="rId52"/>
      <p:boldItalic r:id="rId53"/>
    </p:embeddedFont>
    <p:embeddedFont>
      <p:font typeface="Helvetica Neue" panose="02000503000000020004" pitchFamily="2" charset="0"/>
      <p:regular r:id="rId54"/>
      <p:bold r:id="rId55"/>
      <p:italic r:id="rId56"/>
      <p:boldItalic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49"/>
    <p:restoredTop sz="94637"/>
  </p:normalViewPr>
  <p:slideViewPr>
    <p:cSldViewPr snapToGrid="0" showGuides="1">
      <p:cViewPr>
        <p:scale>
          <a:sx n="254" d="100"/>
          <a:sy n="254" d="100"/>
        </p:scale>
        <p:origin x="2328" y="-125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17" Type="http://schemas.openxmlformats.org/officeDocument/2006/relationships/slide" Target="slide44.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7"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441613766"/>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109.0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02748017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113.6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168151978"/>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426333165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113.6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510911399"/>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22361636"/>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109.0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316291573"/>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113.8</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709078256"/>
              </p:ext>
            </p:extLst>
          </p:nvPr>
        </p:nvGraphicFramePr>
        <p:xfrm>
          <a:off x="11589" y="3737188"/>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2953468343"/>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111.6</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3267682542"/>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1876131152"/>
              </p:ext>
            </p:extLst>
          </p:nvPr>
        </p:nvGraphicFramePr>
        <p:xfrm>
          <a:off x="-5861" y="3741929"/>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807248320"/>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2356943814"/>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117.9</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4124257482"/>
              </p:ext>
            </p:extLst>
          </p:nvPr>
        </p:nvGraphicFramePr>
        <p:xfrm>
          <a:off x="6975" y="3757475"/>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78214447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886644392"/>
              </p:ext>
            </p:extLst>
          </p:nvPr>
        </p:nvGraphicFramePr>
        <p:xfrm>
          <a:off x="1596" y="3218980"/>
          <a:ext cx="2313550" cy="2374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112.2</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6794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8811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3688189164"/>
              </p:ext>
            </p:extLst>
          </p:nvPr>
        </p:nvGraphicFramePr>
        <p:xfrm>
          <a:off x="-5861" y="3748273"/>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2496006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178048224"/>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114.5 </a:t>
                      </a:r>
                      <a:r>
                        <a:rPr lang="en-US" altLang="ko-Kore-KR" sz="800" b="0" dirty="0">
                          <a:solidFill>
                            <a:srgbClr val="C0000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334794308"/>
              </p:ext>
            </p:extLst>
          </p:nvPr>
        </p:nvGraphicFramePr>
        <p:xfrm>
          <a:off x="5727" y="3745374"/>
          <a:ext cx="2325975" cy="181465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endParaRPr lang="en-US" altLang="ko-Kore-KR" sz="600" b="0"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solidFill>
                            <a:srgbClr val="0070C0"/>
                          </a:solidFill>
                        </a:rPr>
                        <a:t>NCN 113.8 / WNG 112.9</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871168"/>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54481</TotalTime>
  <Words>8308</Words>
  <Application>Microsoft Macintosh PowerPoint</Application>
  <PresentationFormat>사용자 지정</PresentationFormat>
  <Paragraphs>2034</Paragraphs>
  <Slides>46</Slides>
  <Notes>45</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46</vt:i4>
      </vt:variant>
    </vt:vector>
  </HeadingPairs>
  <TitlesOfParts>
    <vt:vector size="54" baseType="lpstr">
      <vt:lpstr>Century Gothic</vt:lpstr>
      <vt:lpstr>Calibri</vt:lpstr>
      <vt:lpstr>Cambria Math</vt:lpstr>
      <vt:lpstr>Britannic Bold</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418</cp:revision>
  <dcterms:created xsi:type="dcterms:W3CDTF">2022-05-17T08:00:10Z</dcterms:created>
  <dcterms:modified xsi:type="dcterms:W3CDTF">2025-02-26T06:18:30Z</dcterms:modified>
</cp:coreProperties>
</file>