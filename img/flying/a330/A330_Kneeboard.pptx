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78" r:id="rId1"/>
  </p:sldMasterIdLst>
  <p:notesMasterIdLst>
    <p:notesMasterId r:id="rId101"/>
  </p:notesMasterIdLst>
  <p:sldIdLst>
    <p:sldId id="292" r:id="rId2"/>
    <p:sldId id="345" r:id="rId3"/>
    <p:sldId id="349" r:id="rId4"/>
    <p:sldId id="367" r:id="rId5"/>
    <p:sldId id="346" r:id="rId6"/>
    <p:sldId id="350" r:id="rId7"/>
    <p:sldId id="347" r:id="rId8"/>
    <p:sldId id="351" r:id="rId9"/>
    <p:sldId id="348" r:id="rId10"/>
    <p:sldId id="282" r:id="rId11"/>
    <p:sldId id="431" r:id="rId12"/>
    <p:sldId id="432" r:id="rId13"/>
    <p:sldId id="467" r:id="rId14"/>
    <p:sldId id="468" r:id="rId15"/>
    <p:sldId id="257" r:id="rId16"/>
    <p:sldId id="258" r:id="rId17"/>
    <p:sldId id="259" r:id="rId18"/>
    <p:sldId id="260" r:id="rId19"/>
    <p:sldId id="267" r:id="rId20"/>
    <p:sldId id="268" r:id="rId21"/>
    <p:sldId id="355" r:id="rId22"/>
    <p:sldId id="356" r:id="rId23"/>
    <p:sldId id="440" r:id="rId24"/>
    <p:sldId id="455" r:id="rId25"/>
    <p:sldId id="441" r:id="rId26"/>
    <p:sldId id="273" r:id="rId27"/>
    <p:sldId id="274" r:id="rId28"/>
    <p:sldId id="275" r:id="rId29"/>
    <p:sldId id="276" r:id="rId30"/>
    <p:sldId id="279" r:id="rId31"/>
    <p:sldId id="456" r:id="rId32"/>
    <p:sldId id="280" r:id="rId33"/>
    <p:sldId id="340" r:id="rId34"/>
    <p:sldId id="341" r:id="rId35"/>
    <p:sldId id="295" r:id="rId36"/>
    <p:sldId id="296" r:id="rId37"/>
    <p:sldId id="277" r:id="rId38"/>
    <p:sldId id="278" r:id="rId39"/>
    <p:sldId id="377" r:id="rId40"/>
    <p:sldId id="379" r:id="rId41"/>
    <p:sldId id="308" r:id="rId42"/>
    <p:sldId id="451" r:id="rId43"/>
    <p:sldId id="309" r:id="rId44"/>
    <p:sldId id="457" r:id="rId45"/>
    <p:sldId id="458" r:id="rId46"/>
    <p:sldId id="459" r:id="rId47"/>
    <p:sldId id="463" r:id="rId48"/>
    <p:sldId id="464" r:id="rId49"/>
    <p:sldId id="465" r:id="rId50"/>
    <p:sldId id="342" r:id="rId51"/>
    <p:sldId id="466" r:id="rId52"/>
    <p:sldId id="344" r:id="rId53"/>
    <p:sldId id="389" r:id="rId54"/>
    <p:sldId id="390" r:id="rId55"/>
    <p:sldId id="442" r:id="rId56"/>
    <p:sldId id="443" r:id="rId57"/>
    <p:sldId id="447" r:id="rId58"/>
    <p:sldId id="448" r:id="rId59"/>
    <p:sldId id="449" r:id="rId60"/>
    <p:sldId id="450" r:id="rId61"/>
    <p:sldId id="452" r:id="rId62"/>
    <p:sldId id="453" r:id="rId63"/>
    <p:sldId id="460" r:id="rId64"/>
    <p:sldId id="462" r:id="rId65"/>
    <p:sldId id="461" r:id="rId66"/>
    <p:sldId id="436" r:id="rId67"/>
    <p:sldId id="376" r:id="rId68"/>
    <p:sldId id="434" r:id="rId69"/>
    <p:sldId id="437" r:id="rId70"/>
    <p:sldId id="439" r:id="rId71"/>
    <p:sldId id="438" r:id="rId72"/>
    <p:sldId id="444" r:id="rId73"/>
    <p:sldId id="445" r:id="rId74"/>
    <p:sldId id="446" r:id="rId75"/>
    <p:sldId id="469" r:id="rId76"/>
    <p:sldId id="470" r:id="rId77"/>
    <p:sldId id="471" r:id="rId78"/>
    <p:sldId id="472" r:id="rId79"/>
    <p:sldId id="473" r:id="rId80"/>
    <p:sldId id="474" r:id="rId81"/>
    <p:sldId id="422" r:id="rId82"/>
    <p:sldId id="385" r:id="rId83"/>
    <p:sldId id="365" r:id="rId84"/>
    <p:sldId id="366" r:id="rId85"/>
    <p:sldId id="423" r:id="rId86"/>
    <p:sldId id="384" r:id="rId87"/>
    <p:sldId id="283" r:id="rId88"/>
    <p:sldId id="286" r:id="rId89"/>
    <p:sldId id="428" r:id="rId90"/>
    <p:sldId id="288" r:id="rId91"/>
    <p:sldId id="289" r:id="rId92"/>
    <p:sldId id="290" r:id="rId93"/>
    <p:sldId id="424" r:id="rId94"/>
    <p:sldId id="302" r:id="rId95"/>
    <p:sldId id="303" r:id="rId96"/>
    <p:sldId id="426" r:id="rId97"/>
    <p:sldId id="427" r:id="rId98"/>
    <p:sldId id="430" r:id="rId99"/>
    <p:sldId id="281" r:id="rId100"/>
  </p:sldIdLst>
  <p:sldSz cx="2328863" cy="5572125"/>
  <p:notesSz cx="6858000" cy="9144000"/>
  <p:embeddedFontLst>
    <p:embeddedFont>
      <p:font typeface="맑은 고딕" panose="020B0503020000020004" pitchFamily="34" charset="-127"/>
      <p:regular r:id="rId102"/>
      <p:bold r:id="rId103"/>
    </p:embeddedFont>
    <p:embeddedFont>
      <p:font typeface="Cambria Math" panose="02040503050406030204" pitchFamily="18" charset="0"/>
      <p:regular r:id="rId104"/>
    </p:embeddedFont>
    <p:embeddedFont>
      <p:font typeface="Century Gothic" panose="020B0502020202020204" pitchFamily="34" charset="0"/>
      <p:regular r:id="rId105"/>
      <p:bold r:id="rId106"/>
      <p:italic r:id="rId107"/>
      <p:boldItalic r:id="rId108"/>
    </p:embeddedFont>
    <p:embeddedFont>
      <p:font typeface="Helvetica Neue" panose="02000503000000020004" pitchFamily="2" charset="0"/>
      <p:regular r:id="rId109"/>
      <p:bold r:id="rId110"/>
      <p:italic r:id="rId111"/>
      <p:boldItalic r:id="rId112"/>
    </p:embeddedFont>
    <p:embeddedFont>
      <p:font typeface="Lato" panose="020F0502020204030203" pitchFamily="34" charset="0"/>
      <p:regular r:id="rId113"/>
      <p:bold r:id="rId114"/>
      <p:italic r:id="rId115"/>
      <p:boldItalic r:id="rId1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5" userDrawn="1">
          <p15:clr>
            <a:srgbClr val="A4A3A4"/>
          </p15:clr>
        </p15:guide>
        <p15:guide id="2" pos="733"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4" roundtripDataSignature="AMtx7mhbwbpmZl6Umln1q/ckcX3dt/NVN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47F5"/>
    <a:srgbClr val="F28943"/>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21BE36-7E6F-4EC9-8D66-1CF97A6895EC}">
  <a:tblStyle styleId="{A521BE36-7E6F-4EC9-8D66-1CF97A6895E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테마 스타일 1 - 강조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테마 스타일 1 - 강조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567"/>
    <p:restoredTop sz="96966"/>
  </p:normalViewPr>
  <p:slideViewPr>
    <p:cSldViewPr snapToGrid="0" showGuides="1">
      <p:cViewPr>
        <p:scale>
          <a:sx n="235" d="100"/>
          <a:sy n="235" d="100"/>
        </p:scale>
        <p:origin x="1064" y="-1496"/>
      </p:cViewPr>
      <p:guideLst>
        <p:guide orient="horz" pos="1755"/>
        <p:guide pos="733"/>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1.fntdata"/><Relationship Id="rId175"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font" Target="fonts/font6.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2.fntdata"/><Relationship Id="rId80" Type="http://schemas.openxmlformats.org/officeDocument/2006/relationships/slide" Target="slides/slide79.xml"/><Relationship Id="rId85" Type="http://schemas.openxmlformats.org/officeDocument/2006/relationships/slide" Target="slides/slide84.xml"/><Relationship Id="rId176"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fntdata"/><Relationship Id="rId108" Type="http://schemas.openxmlformats.org/officeDocument/2006/relationships/font" Target="fonts/font7.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3.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77"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8.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9.fntdata"/><Relationship Id="rId115" Type="http://schemas.openxmlformats.org/officeDocument/2006/relationships/font" Target="fonts/font14.fntdata"/><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0.fntdata"/><Relationship Id="rId174" Type="http://customschemas.google.com/relationships/presentationmetadata" Target="meta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ko-KR" dirty="0"/>
              <a:t>Kneeboard</a:t>
            </a:r>
          </a:p>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264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Dometic</a:t>
            </a:r>
            <a:endParaRPr dirty="0"/>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66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Domestic PA</a:t>
            </a:r>
            <a:endParaRPr dirty="0"/>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173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922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203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8737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267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9826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6789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958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FC383736-9033-9ABD-4FD0-EF9180E5FD05}"/>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695C2200-5ADC-D2E6-BD2E-79C18F7998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a:extLst>
              <a:ext uri="{FF2B5EF4-FFF2-40B4-BE49-F238E27FC236}">
                <a16:creationId xmlns:a16="http://schemas.microsoft.com/office/drawing/2014/main" id="{C8097CB5-7E83-64A2-113C-56A2C973054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1862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a:extLst>
            <a:ext uri="{FF2B5EF4-FFF2-40B4-BE49-F238E27FC236}">
              <a16:creationId xmlns:a16="http://schemas.microsoft.com/office/drawing/2014/main" id="{3644B428-5B08-E846-31BF-7487117F1FE4}"/>
            </a:ext>
          </a:extLst>
        </p:cNvPr>
        <p:cNvGrpSpPr/>
        <p:nvPr/>
      </p:nvGrpSpPr>
      <p:grpSpPr>
        <a:xfrm>
          <a:off x="0" y="0"/>
          <a:ext cx="0" cy="0"/>
          <a:chOff x="0" y="0"/>
          <a:chExt cx="0" cy="0"/>
        </a:xfrm>
      </p:grpSpPr>
      <p:sp>
        <p:nvSpPr>
          <p:cNvPr id="367" name="Google Shape;367;p27:notes">
            <a:extLst>
              <a:ext uri="{FF2B5EF4-FFF2-40B4-BE49-F238E27FC236}">
                <a16:creationId xmlns:a16="http://schemas.microsoft.com/office/drawing/2014/main" id="{A607621B-0A3A-E1ED-9BFF-A6A2ED8997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a:extLst>
              <a:ext uri="{FF2B5EF4-FFF2-40B4-BE49-F238E27FC236}">
                <a16:creationId xmlns:a16="http://schemas.microsoft.com/office/drawing/2014/main" id="{138460F2-063D-FD07-5CAB-2535C79F579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4401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26775FA1-1320-E035-38FA-8371813223DC}"/>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F676C17A-2843-0C49-F801-6E0A0E1A5D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a:extLst>
              <a:ext uri="{FF2B5EF4-FFF2-40B4-BE49-F238E27FC236}">
                <a16:creationId xmlns:a16="http://schemas.microsoft.com/office/drawing/2014/main" id="{897BC005-844D-3873-D24C-5DDE07B38D1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879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a:extLst>
            <a:ext uri="{FF2B5EF4-FFF2-40B4-BE49-F238E27FC236}">
              <a16:creationId xmlns:a16="http://schemas.microsoft.com/office/drawing/2014/main" id="{C7713DDB-27B1-04F2-6E21-AD5C79BC6C19}"/>
            </a:ext>
          </a:extLst>
        </p:cNvPr>
        <p:cNvGrpSpPr/>
        <p:nvPr/>
      </p:nvGrpSpPr>
      <p:grpSpPr>
        <a:xfrm>
          <a:off x="0" y="0"/>
          <a:ext cx="0" cy="0"/>
          <a:chOff x="0" y="0"/>
          <a:chExt cx="0" cy="0"/>
        </a:xfrm>
      </p:grpSpPr>
      <p:sp>
        <p:nvSpPr>
          <p:cNvPr id="367" name="Google Shape;367;p27:notes">
            <a:extLst>
              <a:ext uri="{FF2B5EF4-FFF2-40B4-BE49-F238E27FC236}">
                <a16:creationId xmlns:a16="http://schemas.microsoft.com/office/drawing/2014/main" id="{4622DEBC-D4AF-9D8A-C262-D83DE8C785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a:extLst>
              <a:ext uri="{FF2B5EF4-FFF2-40B4-BE49-F238E27FC236}">
                <a16:creationId xmlns:a16="http://schemas.microsoft.com/office/drawing/2014/main" id="{62D33C27-83CF-115D-4709-C82E5012E57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1963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919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203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2F7C6055-6CCA-5D07-3F1A-48655EDAF990}"/>
            </a:ext>
          </a:extLst>
        </p:cNvPr>
        <p:cNvGrpSpPr/>
        <p:nvPr/>
      </p:nvGrpSpPr>
      <p:grpSpPr>
        <a:xfrm>
          <a:off x="0" y="0"/>
          <a:ext cx="0" cy="0"/>
          <a:chOff x="0" y="0"/>
          <a:chExt cx="0" cy="0"/>
        </a:xfrm>
      </p:grpSpPr>
      <p:sp>
        <p:nvSpPr>
          <p:cNvPr id="341" name="Google Shape;341;p24:notes">
            <a:extLst>
              <a:ext uri="{FF2B5EF4-FFF2-40B4-BE49-F238E27FC236}">
                <a16:creationId xmlns:a16="http://schemas.microsoft.com/office/drawing/2014/main" id="{60B899BC-F42D-700F-C96E-32F720BB04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4:notes">
            <a:extLst>
              <a:ext uri="{FF2B5EF4-FFF2-40B4-BE49-F238E27FC236}">
                <a16:creationId xmlns:a16="http://schemas.microsoft.com/office/drawing/2014/main" id="{E5CF3DB6-BBFC-5925-CB37-0A26303FA3D5}"/>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1507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03DEA4D-955E-D840-C9B3-46F6BF3930A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9FB4E5F-835F-80DD-FB3E-7FE41C554A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a:extLst>
              <a:ext uri="{FF2B5EF4-FFF2-40B4-BE49-F238E27FC236}">
                <a16:creationId xmlns:a16="http://schemas.microsoft.com/office/drawing/2014/main" id="{9AC3424C-A714-9FFF-3F5F-B9696470613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86517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B367041A-B601-F1A8-01C5-DF86C55A44EF}"/>
            </a:ext>
          </a:extLst>
        </p:cNvPr>
        <p:cNvGrpSpPr/>
        <p:nvPr/>
      </p:nvGrpSpPr>
      <p:grpSpPr>
        <a:xfrm>
          <a:off x="0" y="0"/>
          <a:ext cx="0" cy="0"/>
          <a:chOff x="0" y="0"/>
          <a:chExt cx="0" cy="0"/>
        </a:xfrm>
      </p:grpSpPr>
      <p:sp>
        <p:nvSpPr>
          <p:cNvPr id="350" name="Google Shape;350;p25:notes">
            <a:extLst>
              <a:ext uri="{FF2B5EF4-FFF2-40B4-BE49-F238E27FC236}">
                <a16:creationId xmlns:a16="http://schemas.microsoft.com/office/drawing/2014/main" id="{1208DAF8-8971-2493-F7B9-C1FF4293FC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5:notes">
            <a:extLst>
              <a:ext uri="{FF2B5EF4-FFF2-40B4-BE49-F238E27FC236}">
                <a16:creationId xmlns:a16="http://schemas.microsoft.com/office/drawing/2014/main" id="{D41D7F66-D483-E729-670A-C0EE3171449D}"/>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336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CAD9C56-A927-F97B-00A1-D558E0F2D59B}"/>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C2FFFB8-52C6-11DB-B143-A30E9E3A2C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a:extLst>
              <a:ext uri="{FF2B5EF4-FFF2-40B4-BE49-F238E27FC236}">
                <a16:creationId xmlns:a16="http://schemas.microsoft.com/office/drawing/2014/main" id="{5A09A23E-C4E3-E9D5-08A0-06D2848B1C8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2192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11046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262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24084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559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2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320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0318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50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9789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5221A22E-A846-0CD0-7ACE-17F2FF46E1B9}"/>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CE43679A-CC0C-F7CC-59F5-F05F5D2088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06297C63-2E00-9D2E-5F71-5500D5379372}"/>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851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392FE5BC-8962-F657-11B1-5DD2D6EFCF48}"/>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0493363A-0373-2A42-9D72-B3DD81232A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103A678A-D99C-9D39-AFE4-54581F701F3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58779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F67D4974-F13A-099F-BD03-E02C1785CE9F}"/>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F217BFC9-402A-6001-C345-C99D57A552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60800C15-6134-8514-936C-95AD6F0976E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68078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B6704C9-DB15-B2DD-8763-E73F06ECAF91}"/>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8F7B7C85-C808-6110-5AB8-E18346C1DA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BDF4A0D8-92B2-DDAE-5221-A24508136D0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53533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9084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054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4139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36857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16410146-84A2-54BE-E90D-BA7C68582BEA}"/>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259D1A6A-FCC0-EE86-1C75-286AB1EF4F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A025D45E-9D63-ADCA-6BE3-7A222231809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56177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A5B9D37A-155B-D10C-C40A-A8867E7FA3E6}"/>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F582DA9C-4DD1-66E5-1DB8-331A7A888D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845C3392-1637-F2B1-77C5-2471A17B440D}"/>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1840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39A6B97E-4383-B087-9B75-53E1150B7237}"/>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7F8DFBA9-99E6-19A2-5D69-8C9E2C65EA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E7E4B7E2-2886-3400-CEA8-CD24E220DD2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7302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E8C189D-7391-FF79-3E9E-5A3E32B32F4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5B22071B-B7F3-65D6-6976-ADE17BAA26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667B5779-ECD6-F58F-A846-0E4EC28A5C9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6410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67132D47-2A3A-DD1A-B752-E4B413BB8683}"/>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FB1DA832-4C0A-8973-97DD-D90FA1D140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AD708A03-9008-2107-683F-F43841A1017E}"/>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78173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B48859F-215A-8DA0-8FFF-1DC433DD207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4E8FC1CE-EFD9-97A3-05B4-26E3154151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822D1950-5E66-148A-8A3D-25DAAC0CEC3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2809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E64ABAFA-958B-CC54-4440-24B5BB3857F3}"/>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4578F5C7-5F89-1B63-B350-37EB66FDA4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01B0CE6A-93D2-BFFC-4C07-98E8C70E629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15795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20BE90A9-6AF1-D3D4-7DD5-3D7E5C9FE843}"/>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8F0B5738-F899-39B0-5F55-0BB17B01E5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24ECF57C-D9A0-5368-B8CB-72E0240DA658}"/>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75074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628F7987-A104-9E95-1CB2-2FC94F37957E}"/>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2AAEF965-15C5-5E43-2BF7-C70C3FC206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344228A9-D99D-1E6B-4DEA-ADDD688144F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57199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F4CA0078-9F91-0E18-6676-B6152F72572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5E26590E-B883-CC87-7471-1F5C736A70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006F02B3-F144-B62E-BEEF-B753EEED1FA0}"/>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10366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a:extLst>
            <a:ext uri="{FF2B5EF4-FFF2-40B4-BE49-F238E27FC236}">
              <a16:creationId xmlns:a16="http://schemas.microsoft.com/office/drawing/2014/main" id="{6000375B-81E6-EE92-411A-368B68168737}"/>
            </a:ext>
          </a:extLst>
        </p:cNvPr>
        <p:cNvGrpSpPr/>
        <p:nvPr/>
      </p:nvGrpSpPr>
      <p:grpSpPr>
        <a:xfrm>
          <a:off x="0" y="0"/>
          <a:ext cx="0" cy="0"/>
          <a:chOff x="0" y="0"/>
          <a:chExt cx="0" cy="0"/>
        </a:xfrm>
      </p:grpSpPr>
      <p:sp>
        <p:nvSpPr>
          <p:cNvPr id="314" name="Google Shape;314;p21:notes">
            <a:extLst>
              <a:ext uri="{FF2B5EF4-FFF2-40B4-BE49-F238E27FC236}">
                <a16:creationId xmlns:a16="http://schemas.microsoft.com/office/drawing/2014/main" id="{5CF24E58-448A-F15C-6091-CA11F5D97D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1:notes">
            <a:extLst>
              <a:ext uri="{FF2B5EF4-FFF2-40B4-BE49-F238E27FC236}">
                <a16:creationId xmlns:a16="http://schemas.microsoft.com/office/drawing/2014/main" id="{2FCEEF60-68F2-6607-F276-D439AA18334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3961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104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5733E810-264F-AC9D-ED17-1ABA3F777A46}"/>
            </a:ext>
          </a:extLst>
        </p:cNvPr>
        <p:cNvGrpSpPr/>
        <p:nvPr/>
      </p:nvGrpSpPr>
      <p:grpSpPr>
        <a:xfrm>
          <a:off x="0" y="0"/>
          <a:ext cx="0" cy="0"/>
          <a:chOff x="0" y="0"/>
          <a:chExt cx="0" cy="0"/>
        </a:xfrm>
      </p:grpSpPr>
      <p:sp>
        <p:nvSpPr>
          <p:cNvPr id="305" name="Google Shape;305;p20:notes">
            <a:extLst>
              <a:ext uri="{FF2B5EF4-FFF2-40B4-BE49-F238E27FC236}">
                <a16:creationId xmlns:a16="http://schemas.microsoft.com/office/drawing/2014/main" id="{DAD2CBF0-76BD-50C7-F256-4A974FF4D7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a:extLst>
              <a:ext uri="{FF2B5EF4-FFF2-40B4-BE49-F238E27FC236}">
                <a16:creationId xmlns:a16="http://schemas.microsoft.com/office/drawing/2014/main" id="{9C26DF00-82AF-7A8C-4A18-DD63D5E9791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70261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16DE37CA-8AC1-17FB-A638-4FF567AB9448}"/>
            </a:ext>
          </a:extLst>
        </p:cNvPr>
        <p:cNvGrpSpPr/>
        <p:nvPr/>
      </p:nvGrpSpPr>
      <p:grpSpPr>
        <a:xfrm>
          <a:off x="0" y="0"/>
          <a:ext cx="0" cy="0"/>
          <a:chOff x="0" y="0"/>
          <a:chExt cx="0" cy="0"/>
        </a:xfrm>
      </p:grpSpPr>
      <p:sp>
        <p:nvSpPr>
          <p:cNvPr id="269" name="Google Shape;269;p16:notes">
            <a:extLst>
              <a:ext uri="{FF2B5EF4-FFF2-40B4-BE49-F238E27FC236}">
                <a16:creationId xmlns:a16="http://schemas.microsoft.com/office/drawing/2014/main" id="{C87A87FC-EF5E-9F2C-9BFA-97880CFC32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a:extLst>
              <a:ext uri="{FF2B5EF4-FFF2-40B4-BE49-F238E27FC236}">
                <a16:creationId xmlns:a16="http://schemas.microsoft.com/office/drawing/2014/main" id="{AFC79A4D-92D2-2D01-5BFB-D8B58AF6254C}"/>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63662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DAF888BF-6846-2E27-88FD-7E8127C6736D}"/>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D0DD9375-B6E4-B08B-2B6C-1DC37EA8F8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3C5205FB-8BD9-DC20-3141-89B749D8FAE2}"/>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7152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9790B6A3-682A-82AC-8646-758EC827286E}"/>
            </a:ext>
          </a:extLst>
        </p:cNvPr>
        <p:cNvGrpSpPr/>
        <p:nvPr/>
      </p:nvGrpSpPr>
      <p:grpSpPr>
        <a:xfrm>
          <a:off x="0" y="0"/>
          <a:ext cx="0" cy="0"/>
          <a:chOff x="0" y="0"/>
          <a:chExt cx="0" cy="0"/>
        </a:xfrm>
      </p:grpSpPr>
      <p:sp>
        <p:nvSpPr>
          <p:cNvPr id="278" name="Google Shape;278;p17:notes">
            <a:extLst>
              <a:ext uri="{FF2B5EF4-FFF2-40B4-BE49-F238E27FC236}">
                <a16:creationId xmlns:a16="http://schemas.microsoft.com/office/drawing/2014/main" id="{BE2C1734-FB74-E1C9-6953-2406D5A5D3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a:extLst>
              <a:ext uri="{FF2B5EF4-FFF2-40B4-BE49-F238E27FC236}">
                <a16:creationId xmlns:a16="http://schemas.microsoft.com/office/drawing/2014/main" id="{9147765C-699E-C969-E95E-CC9A83756C9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49366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8CB74AB3-E823-2734-2378-D71FD1C1ACC2}"/>
            </a:ext>
          </a:extLst>
        </p:cNvPr>
        <p:cNvGrpSpPr/>
        <p:nvPr/>
      </p:nvGrpSpPr>
      <p:grpSpPr>
        <a:xfrm>
          <a:off x="0" y="0"/>
          <a:ext cx="0" cy="0"/>
          <a:chOff x="0" y="0"/>
          <a:chExt cx="0" cy="0"/>
        </a:xfrm>
      </p:grpSpPr>
      <p:sp>
        <p:nvSpPr>
          <p:cNvPr id="269" name="Google Shape;269;p16:notes">
            <a:extLst>
              <a:ext uri="{FF2B5EF4-FFF2-40B4-BE49-F238E27FC236}">
                <a16:creationId xmlns:a16="http://schemas.microsoft.com/office/drawing/2014/main" id="{C78DE496-F4CA-6678-CDFC-95CA9C34F4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a:extLst>
              <a:ext uri="{FF2B5EF4-FFF2-40B4-BE49-F238E27FC236}">
                <a16:creationId xmlns:a16="http://schemas.microsoft.com/office/drawing/2014/main" id="{0DBD1B00-F36D-AC67-99BE-4F3EC8B7712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2168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36655735-CDEB-85AF-6FC8-98C25F0899D9}"/>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FAB4BC62-9DFC-E1F1-6ADC-860695B9EF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A1B0A9EE-5F29-D66C-7B38-FF7A39919E1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094333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F00FDCD6-DEF5-7969-FD80-BDA72F03D8C7}"/>
            </a:ext>
          </a:extLst>
        </p:cNvPr>
        <p:cNvGrpSpPr/>
        <p:nvPr/>
      </p:nvGrpSpPr>
      <p:grpSpPr>
        <a:xfrm>
          <a:off x="0" y="0"/>
          <a:ext cx="0" cy="0"/>
          <a:chOff x="0" y="0"/>
          <a:chExt cx="0" cy="0"/>
        </a:xfrm>
      </p:grpSpPr>
      <p:sp>
        <p:nvSpPr>
          <p:cNvPr id="278" name="Google Shape;278;p17:notes">
            <a:extLst>
              <a:ext uri="{FF2B5EF4-FFF2-40B4-BE49-F238E27FC236}">
                <a16:creationId xmlns:a16="http://schemas.microsoft.com/office/drawing/2014/main" id="{92BE7503-AB91-3F6A-7267-861434AEA3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a:extLst>
              <a:ext uri="{FF2B5EF4-FFF2-40B4-BE49-F238E27FC236}">
                <a16:creationId xmlns:a16="http://schemas.microsoft.com/office/drawing/2014/main" id="{E9E466EA-C3F9-0882-C4F1-103A19B6AA55}"/>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96022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E85F4C01-B0AF-7285-3799-8E155A51CD2B}"/>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04541C7C-6017-A663-E8D1-2A06EE03F3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9C474937-B94E-6434-6DC3-A64FB92F978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22951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19656100-CCF3-B540-8D98-DE6C3FA10D9D}"/>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AFCE595-4D98-F31A-D878-8B8451A798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7DA8CE28-2E52-3632-54DD-A8D72B0C32B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5164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7C1CA010-E5B5-E314-C6A2-5C6C7B7D1268}"/>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6BD57082-3CFA-9D0E-F304-D046497FEE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841C43C7-EFFA-43C4-EE37-75C4DD77EE4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11507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0E6D7B58-AC25-EA0D-7540-0E7EEE65F57D}"/>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9B30B6C6-087C-B850-831D-9C9B02E84DF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2BB6E4EC-9EA8-08C8-7615-E1A65F0A55C0}"/>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01323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7469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37767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96336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16304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11951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13315279-8C29-024D-4A81-AEF1EF432607}"/>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793F5A28-AAB8-6E5A-9808-D4940C829DB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4A8C7E7C-9B5E-0CD5-E474-564FAACE201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408701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3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a:extLst>
            <a:ext uri="{FF2B5EF4-FFF2-40B4-BE49-F238E27FC236}">
              <a16:creationId xmlns:a16="http://schemas.microsoft.com/office/drawing/2014/main" id="{B0633215-9475-5E5A-E5F6-5C8B42322BCD}"/>
            </a:ext>
          </a:extLst>
        </p:cNvPr>
        <p:cNvGrpSpPr/>
        <p:nvPr/>
      </p:nvGrpSpPr>
      <p:grpSpPr>
        <a:xfrm>
          <a:off x="0" y="0"/>
          <a:ext cx="0" cy="0"/>
          <a:chOff x="0" y="0"/>
          <a:chExt cx="0" cy="0"/>
        </a:xfrm>
      </p:grpSpPr>
      <p:sp>
        <p:nvSpPr>
          <p:cNvPr id="417" name="Google Shape;417;p34:notes">
            <a:extLst>
              <a:ext uri="{FF2B5EF4-FFF2-40B4-BE49-F238E27FC236}">
                <a16:creationId xmlns:a16="http://schemas.microsoft.com/office/drawing/2014/main" id="{065A1C4F-930B-E622-60E5-598B0DE9A6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4:notes">
            <a:extLst>
              <a:ext uri="{FF2B5EF4-FFF2-40B4-BE49-F238E27FC236}">
                <a16:creationId xmlns:a16="http://schemas.microsoft.com/office/drawing/2014/main" id="{5E918B6A-0126-21A5-43ED-AC9E74291BD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882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1261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429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D9B9AB15-AFA2-F7AE-AB89-FCAEE78180CC}"/>
            </a:ext>
          </a:extLst>
        </p:cNvPr>
        <p:cNvGrpSpPr/>
        <p:nvPr/>
      </p:nvGrpSpPr>
      <p:grpSpPr>
        <a:xfrm>
          <a:off x="0" y="0"/>
          <a:ext cx="0" cy="0"/>
          <a:chOff x="0" y="0"/>
          <a:chExt cx="0" cy="0"/>
        </a:xfrm>
      </p:grpSpPr>
      <p:sp>
        <p:nvSpPr>
          <p:cNvPr id="427" name="Google Shape;427;p35:notes">
            <a:extLst>
              <a:ext uri="{FF2B5EF4-FFF2-40B4-BE49-F238E27FC236}">
                <a16:creationId xmlns:a16="http://schemas.microsoft.com/office/drawing/2014/main" id="{734E2ADB-6A39-9CBC-E4E1-18BAE5B4FB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a:extLst>
              <a:ext uri="{FF2B5EF4-FFF2-40B4-BE49-F238E27FC236}">
                <a16:creationId xmlns:a16="http://schemas.microsoft.com/office/drawing/2014/main" id="{F0BCED07-41ED-4A54-AF5E-411795BA347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656816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ED4CC4D0-4F5A-BE17-32D0-F29D839B2B1A}"/>
            </a:ext>
          </a:extLst>
        </p:cNvPr>
        <p:cNvGrpSpPr/>
        <p:nvPr/>
      </p:nvGrpSpPr>
      <p:grpSpPr>
        <a:xfrm>
          <a:off x="0" y="0"/>
          <a:ext cx="0" cy="0"/>
          <a:chOff x="0" y="0"/>
          <a:chExt cx="0" cy="0"/>
        </a:xfrm>
      </p:grpSpPr>
      <p:sp>
        <p:nvSpPr>
          <p:cNvPr id="427" name="Google Shape;427;p35:notes">
            <a:extLst>
              <a:ext uri="{FF2B5EF4-FFF2-40B4-BE49-F238E27FC236}">
                <a16:creationId xmlns:a16="http://schemas.microsoft.com/office/drawing/2014/main" id="{A5D12BE3-A4A4-77B9-E0D6-4EF909AE99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a:extLst>
              <a:ext uri="{FF2B5EF4-FFF2-40B4-BE49-F238E27FC236}">
                <a16:creationId xmlns:a16="http://schemas.microsoft.com/office/drawing/2014/main" id="{4F21E88D-F490-C3F1-A372-10857F60FEB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937387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07C1FBFE-E083-5D9A-2F7F-4F4450FB3872}"/>
            </a:ext>
          </a:extLst>
        </p:cNvPr>
        <p:cNvGrpSpPr/>
        <p:nvPr/>
      </p:nvGrpSpPr>
      <p:grpSpPr>
        <a:xfrm>
          <a:off x="0" y="0"/>
          <a:ext cx="0" cy="0"/>
          <a:chOff x="0" y="0"/>
          <a:chExt cx="0" cy="0"/>
        </a:xfrm>
      </p:grpSpPr>
      <p:sp>
        <p:nvSpPr>
          <p:cNvPr id="427" name="Google Shape;427;p35:notes">
            <a:extLst>
              <a:ext uri="{FF2B5EF4-FFF2-40B4-BE49-F238E27FC236}">
                <a16:creationId xmlns:a16="http://schemas.microsoft.com/office/drawing/2014/main" id="{A6A6B525-73C3-DC8E-472D-6250385906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a:extLst>
              <a:ext uri="{FF2B5EF4-FFF2-40B4-BE49-F238E27FC236}">
                <a16:creationId xmlns:a16="http://schemas.microsoft.com/office/drawing/2014/main" id="{F6A1E9E0-5A3E-5EBA-BAD8-801BDFB7039B}"/>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93226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99</a:t>
            </a:fld>
            <a:endParaRPr/>
          </a:p>
        </p:txBody>
      </p:sp>
    </p:spTree>
    <p:extLst>
      <p:ext uri="{BB962C8B-B14F-4D97-AF65-F5344CB8AC3E}">
        <p14:creationId xmlns:p14="http://schemas.microsoft.com/office/powerpoint/2010/main" val="240220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08669" y="484266"/>
            <a:ext cx="1912832" cy="2611360"/>
          </a:xfrm>
        </p:spPr>
        <p:txBody>
          <a:bodyPr anchor="b">
            <a:normAutofit/>
          </a:bodyPr>
          <a:lstStyle>
            <a:lvl1pPr algn="ctr">
              <a:defRPr sz="1019">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ko-KR" altLang="en-US"/>
              <a:t>마스터 제목 스타일 편집</a:t>
            </a:r>
            <a:endParaRPr lang="en-US" dirty="0"/>
          </a:p>
        </p:txBody>
      </p:sp>
      <p:sp>
        <p:nvSpPr>
          <p:cNvPr id="3" name="Subtitle 2"/>
          <p:cNvSpPr>
            <a:spLocks noGrp="1"/>
          </p:cNvSpPr>
          <p:nvPr>
            <p:ph type="subTitle" idx="1"/>
          </p:nvPr>
        </p:nvSpPr>
        <p:spPr>
          <a:xfrm>
            <a:off x="208669" y="3157538"/>
            <a:ext cx="1912832" cy="1803025"/>
          </a:xfrm>
        </p:spPr>
        <p:txBody>
          <a:bodyPr anchor="t">
            <a:normAutofit/>
          </a:bodyPr>
          <a:lstStyle>
            <a:lvl1pPr marL="0" indent="0" algn="ctr">
              <a:buNone/>
              <a:defRPr sz="458">
                <a:gradFill flip="none" rotWithShape="1">
                  <a:gsLst>
                    <a:gs pos="0">
                      <a:schemeClr val="tx1"/>
                    </a:gs>
                    <a:gs pos="100000">
                      <a:schemeClr val="tx1">
                        <a:lumMod val="75000"/>
                      </a:schemeClr>
                    </a:gs>
                  </a:gsLst>
                  <a:lin ang="0" scaled="1"/>
                  <a:tileRect/>
                </a:gradFill>
              </a:defRPr>
            </a:lvl1pPr>
            <a:lvl2pPr marL="116449" indent="0" algn="ctr">
              <a:buNone/>
              <a:defRPr>
                <a:solidFill>
                  <a:schemeClr val="tx1">
                    <a:tint val="75000"/>
                  </a:schemeClr>
                </a:solidFill>
              </a:defRPr>
            </a:lvl2pPr>
            <a:lvl3pPr marL="232898" indent="0" algn="ctr">
              <a:buNone/>
              <a:defRPr>
                <a:solidFill>
                  <a:schemeClr val="tx1">
                    <a:tint val="75000"/>
                  </a:schemeClr>
                </a:solidFill>
              </a:defRPr>
            </a:lvl3pPr>
            <a:lvl4pPr marL="349347" indent="0" algn="ctr">
              <a:buNone/>
              <a:defRPr>
                <a:solidFill>
                  <a:schemeClr val="tx1">
                    <a:tint val="75000"/>
                  </a:schemeClr>
                </a:solidFill>
              </a:defRPr>
            </a:lvl4pPr>
            <a:lvl5pPr marL="465795" indent="0" algn="ctr">
              <a:buNone/>
              <a:defRPr>
                <a:solidFill>
                  <a:schemeClr val="tx1">
                    <a:tint val="75000"/>
                  </a:schemeClr>
                </a:solidFill>
              </a:defRPr>
            </a:lvl5pPr>
            <a:lvl6pPr marL="582244" indent="0" algn="ctr">
              <a:buNone/>
              <a:defRPr>
                <a:solidFill>
                  <a:schemeClr val="tx1">
                    <a:tint val="75000"/>
                  </a:schemeClr>
                </a:solidFill>
              </a:defRPr>
            </a:lvl6pPr>
            <a:lvl7pPr marL="698693" indent="0" algn="ctr">
              <a:buNone/>
              <a:defRPr>
                <a:solidFill>
                  <a:schemeClr val="tx1">
                    <a:tint val="75000"/>
                  </a:schemeClr>
                </a:solidFill>
              </a:defRPr>
            </a:lvl7pPr>
            <a:lvl8pPr marL="815142" indent="0" algn="ctr">
              <a:buNone/>
              <a:defRPr>
                <a:solidFill>
                  <a:schemeClr val="tx1">
                    <a:tint val="75000"/>
                  </a:schemeClr>
                </a:solidFill>
              </a:defRPr>
            </a:lvl8pPr>
            <a:lvl9pPr marL="931591" indent="0" algn="ctr">
              <a:buNone/>
              <a:defRPr>
                <a:solidFill>
                  <a:schemeClr val="tx1">
                    <a:tint val="75000"/>
                  </a:schemeClr>
                </a:solidFill>
              </a:defRPr>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201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nchor="ct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30921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208669" y="2657443"/>
            <a:ext cx="1912832" cy="1481435"/>
          </a:xfrm>
        </p:spPr>
        <p:txBody>
          <a:bodyPr anchor="b">
            <a:normAutofit/>
          </a:bodyPr>
          <a:lstStyle>
            <a:lvl1pPr algn="r">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8669" y="4146846"/>
            <a:ext cx="1912832" cy="811078"/>
          </a:xfrm>
        </p:spPr>
        <p:txBody>
          <a:bodyPr anchor="t">
            <a:normAutofit/>
          </a:bodyPr>
          <a:lstStyle>
            <a:lvl1pPr marL="0" indent="0" algn="r">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7926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208423" y="1674480"/>
            <a:ext cx="938542" cy="3275456"/>
          </a:xfrm>
        </p:spPr>
        <p:txBody>
          <a:bodyPr>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181898" y="1674479"/>
            <a:ext cx="939603" cy="3275456"/>
          </a:xfrm>
        </p:spPr>
        <p:txBody>
          <a:bodyPr>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669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ko-KR" altLang="en-US"/>
              <a:t>마스터 제목 스타일 편집</a:t>
            </a:r>
            <a:endParaRPr lang="en-US" dirty="0"/>
          </a:p>
        </p:txBody>
      </p:sp>
      <p:sp>
        <p:nvSpPr>
          <p:cNvPr id="3" name="Text Placeholder 2"/>
          <p:cNvSpPr>
            <a:spLocks noGrp="1"/>
          </p:cNvSpPr>
          <p:nvPr>
            <p:ph type="body" idx="1"/>
          </p:nvPr>
        </p:nvSpPr>
        <p:spPr>
          <a:xfrm>
            <a:off x="281763" y="1674480"/>
            <a:ext cx="865202" cy="596047"/>
          </a:xfrm>
        </p:spPr>
        <p:txBody>
          <a:bodyPr anchor="b">
            <a:noAutofit/>
          </a:bodyPr>
          <a:lstStyle>
            <a:lvl1pPr marL="0" indent="0">
              <a:buNone/>
              <a:defRPr sz="560" b="0"/>
            </a:lvl1pPr>
            <a:lvl2pPr marL="116449" indent="0">
              <a:buNone/>
              <a:defRPr sz="509" b="1"/>
            </a:lvl2pPr>
            <a:lvl3pPr marL="232898" indent="0">
              <a:buNone/>
              <a:defRPr sz="458" b="1"/>
            </a:lvl3pPr>
            <a:lvl4pPr marL="349347" indent="0">
              <a:buNone/>
              <a:defRPr sz="408" b="1"/>
            </a:lvl4pPr>
            <a:lvl5pPr marL="465795" indent="0">
              <a:buNone/>
              <a:defRPr sz="408" b="1"/>
            </a:lvl5pPr>
            <a:lvl6pPr marL="582244" indent="0">
              <a:buNone/>
              <a:defRPr sz="408" b="1"/>
            </a:lvl6pPr>
            <a:lvl7pPr marL="698693" indent="0">
              <a:buNone/>
              <a:defRPr sz="408" b="1"/>
            </a:lvl7pPr>
            <a:lvl8pPr marL="815142" indent="0">
              <a:buNone/>
              <a:defRPr sz="408" b="1"/>
            </a:lvl8pPr>
            <a:lvl9pPr marL="931591" indent="0">
              <a:buNone/>
              <a:defRPr sz="408"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208423" y="2263647"/>
            <a:ext cx="938542" cy="2694277"/>
          </a:xfrm>
        </p:spPr>
        <p:txBody>
          <a:bodyPr anchor="t">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250554" y="1674480"/>
            <a:ext cx="870947" cy="589167"/>
          </a:xfrm>
        </p:spPr>
        <p:txBody>
          <a:bodyPr anchor="b">
            <a:noAutofit/>
          </a:bodyPr>
          <a:lstStyle>
            <a:lvl1pPr marL="0" indent="0">
              <a:buNone/>
              <a:defRPr sz="560" b="0"/>
            </a:lvl1pPr>
            <a:lvl2pPr marL="116449" indent="0">
              <a:buNone/>
              <a:defRPr sz="509" b="1"/>
            </a:lvl2pPr>
            <a:lvl3pPr marL="232898" indent="0">
              <a:buNone/>
              <a:defRPr sz="458" b="1"/>
            </a:lvl3pPr>
            <a:lvl4pPr marL="349347" indent="0">
              <a:buNone/>
              <a:defRPr sz="408" b="1"/>
            </a:lvl4pPr>
            <a:lvl5pPr marL="465795" indent="0">
              <a:buNone/>
              <a:defRPr sz="408" b="1"/>
            </a:lvl5pPr>
            <a:lvl6pPr marL="582244" indent="0">
              <a:buNone/>
              <a:defRPr sz="408" b="1"/>
            </a:lvl6pPr>
            <a:lvl7pPr marL="698693" indent="0">
              <a:buNone/>
              <a:defRPr sz="408" b="1"/>
            </a:lvl7pPr>
            <a:lvl8pPr marL="815142" indent="0">
              <a:buNone/>
              <a:defRPr sz="408" b="1"/>
            </a:lvl8pPr>
            <a:lvl9pPr marL="931591" indent="0">
              <a:buNone/>
              <a:defRPr sz="408"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178991" y="2263647"/>
            <a:ext cx="942731" cy="2694277"/>
          </a:xfrm>
        </p:spPr>
        <p:txBody>
          <a:bodyPr anchor="t">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endParaRPr lang="ko-Kore-KR" altLang="en-US"/>
          </a:p>
        </p:txBody>
      </p:sp>
      <p:sp>
        <p:nvSpPr>
          <p:cNvPr id="8" name="Footer Placeholder 7"/>
          <p:cNvSpPr>
            <a:spLocks noGrp="1"/>
          </p:cNvSpPr>
          <p:nvPr>
            <p:ph type="ftr" sz="quarter" idx="11"/>
          </p:nvPr>
        </p:nvSpPr>
        <p:spPr/>
        <p:txBody>
          <a:bodyPr/>
          <a:lstStyle/>
          <a:p>
            <a:endParaRPr lang="ko-Kore-KR" alt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19391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662"/>
            </a:lvl1p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endParaRPr lang="ko-Kore-KR" altLang="en-US"/>
          </a:p>
        </p:txBody>
      </p:sp>
      <p:sp>
        <p:nvSpPr>
          <p:cNvPr id="4" name="Footer Placeholder 3"/>
          <p:cNvSpPr>
            <a:spLocks noGrp="1"/>
          </p:cNvSpPr>
          <p:nvPr>
            <p:ph type="ftr" sz="quarter" idx="11"/>
          </p:nvPr>
        </p:nvSpPr>
        <p:spPr/>
        <p:txBody>
          <a:bodyPr/>
          <a:lstStyle/>
          <a:p>
            <a:endParaRPr lang="ko-Kore-KR" alt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132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ko-Kore-KR" altLang="en-US"/>
          </a:p>
        </p:txBody>
      </p:sp>
      <p:sp>
        <p:nvSpPr>
          <p:cNvPr id="3" name="Footer Placeholder 2"/>
          <p:cNvSpPr>
            <a:spLocks noGrp="1"/>
          </p:cNvSpPr>
          <p:nvPr>
            <p:ph type="ftr" sz="quarter" idx="11"/>
          </p:nvPr>
        </p:nvSpPr>
        <p:spPr/>
        <p:txBody>
          <a:bodyPr/>
          <a:lstStyle/>
          <a:p>
            <a:endParaRPr lang="ko-Kore-KR" alt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3688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208423" y="1425879"/>
            <a:ext cx="695176" cy="1114425"/>
          </a:xfrm>
        </p:spPr>
        <p:txBody>
          <a:bodyPr anchor="b">
            <a:normAutofit/>
          </a:bodyPr>
          <a:lstStyle>
            <a:lvl1pPr algn="l">
              <a:defRPr sz="560" b="0"/>
            </a:lvl1pPr>
          </a:lstStyle>
          <a:p>
            <a:r>
              <a:rPr lang="ko-KR" altLang="en-US"/>
              <a:t>마스터 제목 스타일 편집</a:t>
            </a:r>
            <a:endParaRPr lang="en-US" dirty="0"/>
          </a:p>
        </p:txBody>
      </p:sp>
      <p:sp>
        <p:nvSpPr>
          <p:cNvPr id="3" name="Content Placeholder 2"/>
          <p:cNvSpPr>
            <a:spLocks noGrp="1"/>
          </p:cNvSpPr>
          <p:nvPr>
            <p:ph idx="1"/>
          </p:nvPr>
        </p:nvSpPr>
        <p:spPr>
          <a:xfrm>
            <a:off x="975162" y="484265"/>
            <a:ext cx="1146340" cy="4473658"/>
          </a:xfrm>
        </p:spPr>
        <p:txBody>
          <a:bodyPr anchor="ctr">
            <a:normAutofit/>
          </a:bodyPr>
          <a:lstStyle>
            <a:lvl1pPr>
              <a:defRPr sz="458"/>
            </a:lvl1pPr>
            <a:lvl2pPr>
              <a:defRPr sz="408"/>
            </a:lvl2pPr>
            <a:lvl3pPr>
              <a:defRPr sz="357"/>
            </a:lvl3pPr>
            <a:lvl4pPr>
              <a:defRPr sz="306"/>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208423" y="2540304"/>
            <a:ext cx="695176" cy="1485900"/>
          </a:xfrm>
        </p:spPr>
        <p:txBody>
          <a:bodyPr>
            <a:normAutofit/>
          </a:bodyPr>
          <a:lstStyle>
            <a:lvl1pPr marL="0" indent="0">
              <a:buNone/>
              <a:defRPr sz="408"/>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2816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208423" y="1542344"/>
            <a:ext cx="1126688" cy="1114425"/>
          </a:xfrm>
        </p:spPr>
        <p:txBody>
          <a:bodyPr anchor="b">
            <a:normAutofit/>
          </a:bodyPr>
          <a:lstStyle>
            <a:lvl1pPr algn="l">
              <a:defRPr sz="611" b="0"/>
            </a:lvl1pPr>
          </a:lstStyle>
          <a:p>
            <a:r>
              <a:rPr lang="ko-KR" altLang="en-US"/>
              <a:t>마스터 제목 스타일 편집</a:t>
            </a:r>
            <a:endParaRPr lang="en-US" dirty="0"/>
          </a:p>
        </p:txBody>
      </p:sp>
      <p:sp>
        <p:nvSpPr>
          <p:cNvPr id="14" name="Picture Placeholder 2"/>
          <p:cNvSpPr>
            <a:spLocks noGrp="1" noChangeAspect="1"/>
          </p:cNvSpPr>
          <p:nvPr>
            <p:ph type="pic" idx="1"/>
          </p:nvPr>
        </p:nvSpPr>
        <p:spPr>
          <a:xfrm>
            <a:off x="1404714" y="-14859"/>
            <a:ext cx="636735" cy="5609273"/>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408"/>
            </a:lvl1pPr>
            <a:lvl2pPr marL="116449" indent="0">
              <a:buNone/>
              <a:defRPr sz="408"/>
            </a:lvl2pPr>
            <a:lvl3pPr marL="232898" indent="0">
              <a:buNone/>
              <a:defRPr sz="408"/>
            </a:lvl3pPr>
            <a:lvl4pPr marL="349347" indent="0">
              <a:buNone/>
              <a:defRPr sz="408"/>
            </a:lvl4pPr>
            <a:lvl5pPr marL="465795" indent="0">
              <a:buNone/>
              <a:defRPr sz="408"/>
            </a:lvl5pPr>
            <a:lvl6pPr marL="582244" indent="0">
              <a:buNone/>
              <a:defRPr sz="408"/>
            </a:lvl6pPr>
            <a:lvl7pPr marL="698693" indent="0">
              <a:buNone/>
              <a:defRPr sz="408"/>
            </a:lvl7pPr>
            <a:lvl8pPr marL="815142" indent="0">
              <a:buNone/>
              <a:defRPr sz="408"/>
            </a:lvl8pPr>
            <a:lvl9pPr marL="931591" indent="0">
              <a:buNone/>
              <a:defRPr sz="408"/>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08161" y="2656769"/>
            <a:ext cx="1126688" cy="1485900"/>
          </a:xfrm>
        </p:spPr>
        <p:txBody>
          <a:bodyPr>
            <a:normAutofit/>
          </a:bodyPr>
          <a:lstStyle>
            <a:lvl1pPr marL="0" indent="0">
              <a:buNone/>
              <a:defRPr sz="408"/>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1152117" y="5022342"/>
            <a:ext cx="182994" cy="296664"/>
          </a:xfrm>
        </p:spPr>
        <p:txBody>
          <a:bodyPr/>
          <a:lstStyle/>
          <a:p>
            <a:endParaRPr lang="ko-Kore-KR" altLang="en-US"/>
          </a:p>
        </p:txBody>
      </p:sp>
      <p:sp>
        <p:nvSpPr>
          <p:cNvPr id="6" name="Footer Placeholder 5"/>
          <p:cNvSpPr>
            <a:spLocks noGrp="1"/>
          </p:cNvSpPr>
          <p:nvPr>
            <p:ph type="ftr" sz="quarter" idx="11"/>
          </p:nvPr>
        </p:nvSpPr>
        <p:spPr>
          <a:xfrm>
            <a:off x="208423" y="5022342"/>
            <a:ext cx="943694" cy="296664"/>
          </a:xfrm>
        </p:spPr>
        <p:txBody>
          <a:bodyPr/>
          <a:lstStyle/>
          <a:p>
            <a:endParaRPr lang="ko-Kore-KR" altLang="en-US"/>
          </a:p>
        </p:txBody>
      </p:sp>
      <p:sp>
        <p:nvSpPr>
          <p:cNvPr id="7" name="Slide Number Placeholder 6"/>
          <p:cNvSpPr>
            <a:spLocks noGrp="1"/>
          </p:cNvSpPr>
          <p:nvPr>
            <p:ph type="sldNum" sz="quarter" idx="12"/>
          </p:nvPr>
        </p:nvSpPr>
        <p:spPr>
          <a:xfrm>
            <a:off x="2043680" y="5022342"/>
            <a:ext cx="77727" cy="267516"/>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47032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캡션 있는 파노라마 그림">
    <p:spTree>
      <p:nvGrpSpPr>
        <p:cNvPr id="1" name=""/>
        <p:cNvGrpSpPr/>
        <p:nvPr/>
      </p:nvGrpSpPr>
      <p:grpSpPr>
        <a:xfrm>
          <a:off x="0" y="0"/>
          <a:ext cx="0" cy="0"/>
          <a:chOff x="0" y="0"/>
          <a:chExt cx="0" cy="0"/>
        </a:xfrm>
      </p:grpSpPr>
      <p:sp>
        <p:nvSpPr>
          <p:cNvPr id="2" name="Title 1"/>
          <p:cNvSpPr>
            <a:spLocks noGrp="1"/>
          </p:cNvSpPr>
          <p:nvPr>
            <p:ph type="title"/>
          </p:nvPr>
        </p:nvSpPr>
        <p:spPr>
          <a:xfrm>
            <a:off x="233721" y="3556707"/>
            <a:ext cx="1888001" cy="737348"/>
          </a:xfrm>
        </p:spPr>
        <p:txBody>
          <a:bodyPr anchor="b">
            <a:normAutofit/>
          </a:bodyPr>
          <a:lstStyle>
            <a:lvl1pPr algn="l">
              <a:defRPr sz="509" b="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33721" y="809403"/>
            <a:ext cx="1859583" cy="242216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408"/>
            </a:lvl1pPr>
            <a:lvl2pPr marL="116449" indent="0">
              <a:buNone/>
              <a:defRPr sz="408"/>
            </a:lvl2pPr>
            <a:lvl3pPr marL="232898" indent="0">
              <a:buNone/>
              <a:defRPr sz="408"/>
            </a:lvl3pPr>
            <a:lvl4pPr marL="349347" indent="0">
              <a:buNone/>
              <a:defRPr sz="408"/>
            </a:lvl4pPr>
            <a:lvl5pPr marL="465795" indent="0">
              <a:buNone/>
              <a:defRPr sz="408"/>
            </a:lvl5pPr>
            <a:lvl6pPr marL="582244" indent="0">
              <a:buNone/>
              <a:defRPr sz="408"/>
            </a:lvl6pPr>
            <a:lvl7pPr marL="698693" indent="0">
              <a:buNone/>
              <a:defRPr sz="408"/>
            </a:lvl7pPr>
            <a:lvl8pPr marL="815142" indent="0">
              <a:buNone/>
              <a:defRPr sz="408"/>
            </a:lvl8pPr>
            <a:lvl9pPr marL="931591" indent="0">
              <a:buNone/>
              <a:defRPr sz="408"/>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33721" y="4294055"/>
            <a:ext cx="1888001" cy="663869"/>
          </a:xfrm>
        </p:spPr>
        <p:txBody>
          <a:bodyPr>
            <a:normAutofit/>
          </a:bodyPr>
          <a:lstStyle>
            <a:lvl1pPr marL="0" indent="0">
              <a:buNone/>
              <a:defRPr sz="357"/>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a:xfrm>
            <a:off x="233721" y="5022342"/>
            <a:ext cx="1359338" cy="296664"/>
          </a:xfrm>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06388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제목 및 캡션">
    <p:spTree>
      <p:nvGrpSpPr>
        <p:cNvPr id="1" name=""/>
        <p:cNvGrpSpPr/>
        <p:nvPr/>
      </p:nvGrpSpPr>
      <p:grpSpPr>
        <a:xfrm>
          <a:off x="0" y="0"/>
          <a:ext cx="0" cy="0"/>
          <a:chOff x="0" y="0"/>
          <a:chExt cx="0" cy="0"/>
        </a:xfrm>
      </p:grpSpPr>
      <p:sp>
        <p:nvSpPr>
          <p:cNvPr id="2" name="Title 1"/>
          <p:cNvSpPr>
            <a:spLocks noGrp="1"/>
          </p:cNvSpPr>
          <p:nvPr>
            <p:ph type="title"/>
          </p:nvPr>
        </p:nvSpPr>
        <p:spPr>
          <a:xfrm>
            <a:off x="208423" y="484265"/>
            <a:ext cx="1913079" cy="2549448"/>
          </a:xfrm>
        </p:spPr>
        <p:txBody>
          <a:bodyPr anchor="ctr">
            <a:normAutofit/>
          </a:bodyPr>
          <a:lstStyle>
            <a:lvl1pPr algn="l">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8423" y="3529013"/>
            <a:ext cx="1913079" cy="1428911"/>
          </a:xfrm>
        </p:spPr>
        <p:txBody>
          <a:bodyPr anchor="ctr">
            <a:normAutofit/>
          </a:bodyPr>
          <a:lstStyle>
            <a:lvl1pPr marL="0" indent="0" algn="l">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63532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캡션 있는 인용문">
    <p:spTree>
      <p:nvGrpSpPr>
        <p:cNvPr id="1" name=""/>
        <p:cNvGrpSpPr/>
        <p:nvPr/>
      </p:nvGrpSpPr>
      <p:grpSpPr>
        <a:xfrm>
          <a:off x="0" y="0"/>
          <a:ext cx="0" cy="0"/>
          <a:chOff x="0" y="0"/>
          <a:chExt cx="0" cy="0"/>
        </a:xfrm>
      </p:grpSpPr>
      <p:sp>
        <p:nvSpPr>
          <p:cNvPr id="14" name="TextBox 13"/>
          <p:cNvSpPr txBox="1"/>
          <p:nvPr/>
        </p:nvSpPr>
        <p:spPr>
          <a:xfrm>
            <a:off x="148692" y="698974"/>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2038" dirty="0">
                <a:solidFill>
                  <a:schemeClr val="accent1"/>
                </a:solidFill>
              </a:rPr>
              <a:t>“</a:t>
            </a:r>
          </a:p>
        </p:txBody>
      </p:sp>
      <p:sp>
        <p:nvSpPr>
          <p:cNvPr id="15" name="TextBox 14"/>
          <p:cNvSpPr txBox="1"/>
          <p:nvPr/>
        </p:nvSpPr>
        <p:spPr>
          <a:xfrm>
            <a:off x="2009185" y="2426062"/>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2038" dirty="0">
                <a:solidFill>
                  <a:schemeClr val="accent1"/>
                </a:solidFill>
              </a:rPr>
              <a:t>”</a:t>
            </a:r>
          </a:p>
        </p:txBody>
      </p:sp>
      <p:sp>
        <p:nvSpPr>
          <p:cNvPr id="2" name="Title 1"/>
          <p:cNvSpPr>
            <a:spLocks noGrp="1"/>
          </p:cNvSpPr>
          <p:nvPr>
            <p:ph type="title"/>
          </p:nvPr>
        </p:nvSpPr>
        <p:spPr>
          <a:xfrm>
            <a:off x="276322" y="484265"/>
            <a:ext cx="1776220" cy="2473314"/>
          </a:xfrm>
        </p:spPr>
        <p:txBody>
          <a:bodyPr anchor="ctr">
            <a:normAutofit/>
          </a:bodyPr>
          <a:lstStyle>
            <a:lvl1pPr algn="l">
              <a:defRPr sz="713" b="0" cap="all">
                <a:gradFill flip="none" rotWithShape="1">
                  <a:gsLst>
                    <a:gs pos="0">
                      <a:schemeClr val="tx1"/>
                    </a:gs>
                    <a:gs pos="100000">
                      <a:schemeClr val="tx1">
                        <a:lumMod val="75000"/>
                      </a:schemeClr>
                    </a:gs>
                  </a:gsLst>
                  <a:lin ang="5400000" scaled="0"/>
                  <a:tileRect/>
                </a:gradFill>
              </a:defRPr>
            </a:lvl1pPr>
          </a:lstStyle>
          <a:p>
            <a:r>
              <a:rPr lang="ko-KR" altLang="en-US"/>
              <a:t>마스터 제목 스타일 편집</a:t>
            </a:r>
            <a:endParaRPr lang="en-US" dirty="0"/>
          </a:p>
        </p:txBody>
      </p:sp>
      <p:sp>
        <p:nvSpPr>
          <p:cNvPr id="10" name="Text Placeholder 9"/>
          <p:cNvSpPr>
            <a:spLocks noGrp="1"/>
          </p:cNvSpPr>
          <p:nvPr>
            <p:ph type="body" sz="quarter" idx="13"/>
          </p:nvPr>
        </p:nvSpPr>
        <p:spPr>
          <a:xfrm>
            <a:off x="319999" y="2966117"/>
            <a:ext cx="1688866" cy="309563"/>
          </a:xfrm>
        </p:spPr>
        <p:txBody>
          <a:bodyPr anchor="ctr">
            <a:normAutofit/>
          </a:bodyPr>
          <a:lstStyle>
            <a:lvl1pPr marL="0" indent="0">
              <a:buFontTx/>
              <a:buNone/>
              <a:defRPr sz="357"/>
            </a:lvl1pPr>
            <a:lvl2pPr marL="116449" indent="0">
              <a:buFontTx/>
              <a:buNone/>
              <a:defRPr/>
            </a:lvl2pPr>
            <a:lvl3pPr marL="232898" indent="0">
              <a:buFontTx/>
              <a:buNone/>
              <a:defRPr/>
            </a:lvl3pPr>
            <a:lvl4pPr marL="349347" indent="0">
              <a:buFontTx/>
              <a:buNone/>
              <a:defRPr/>
            </a:lvl4pPr>
            <a:lvl5pPr marL="465795" indent="0">
              <a:buFontTx/>
              <a:buNone/>
              <a:defRPr/>
            </a:lvl5pPr>
          </a:lstStyle>
          <a:p>
            <a:pPr lvl="0"/>
            <a:r>
              <a:rPr lang="ko-KR" altLang="en-US"/>
              <a:t>마스터 텍스트 스타일을 편집하려면 클릭</a:t>
            </a:r>
          </a:p>
        </p:txBody>
      </p:sp>
      <p:sp>
        <p:nvSpPr>
          <p:cNvPr id="3" name="Text Placeholder 2"/>
          <p:cNvSpPr>
            <a:spLocks noGrp="1"/>
          </p:cNvSpPr>
          <p:nvPr>
            <p:ph type="body" idx="1"/>
          </p:nvPr>
        </p:nvSpPr>
        <p:spPr>
          <a:xfrm>
            <a:off x="208423" y="3770980"/>
            <a:ext cx="1913079" cy="1176338"/>
          </a:xfrm>
        </p:spPr>
        <p:txBody>
          <a:bodyPr anchor="ctr">
            <a:normAutofit/>
          </a:bodyPr>
          <a:lstStyle>
            <a:lvl1pPr marL="0" indent="0" algn="l">
              <a:buNone/>
              <a:defRPr sz="458">
                <a:gradFill flip="none" rotWithShape="1">
                  <a:gsLst>
                    <a:gs pos="0">
                      <a:schemeClr val="tx1"/>
                    </a:gs>
                    <a:gs pos="100000">
                      <a:schemeClr val="tx1">
                        <a:lumMod val="75000"/>
                      </a:schemeClr>
                    </a:gs>
                  </a:gsLst>
                  <a:lin ang="0" scaled="1"/>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56802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명함">
    <p:spTree>
      <p:nvGrpSpPr>
        <p:cNvPr id="1" name=""/>
        <p:cNvGrpSpPr/>
        <p:nvPr/>
      </p:nvGrpSpPr>
      <p:grpSpPr>
        <a:xfrm>
          <a:off x="0" y="0"/>
          <a:ext cx="0" cy="0"/>
          <a:chOff x="0" y="0"/>
          <a:chExt cx="0" cy="0"/>
        </a:xfrm>
      </p:grpSpPr>
      <p:sp>
        <p:nvSpPr>
          <p:cNvPr id="2" name="Title 1"/>
          <p:cNvSpPr>
            <a:spLocks noGrp="1"/>
          </p:cNvSpPr>
          <p:nvPr>
            <p:ph type="title"/>
          </p:nvPr>
        </p:nvSpPr>
        <p:spPr>
          <a:xfrm>
            <a:off x="208423" y="2927897"/>
            <a:ext cx="1913299" cy="1193400"/>
          </a:xfrm>
        </p:spPr>
        <p:txBody>
          <a:bodyPr anchor="b">
            <a:normAutofit/>
          </a:bodyPr>
          <a:lstStyle>
            <a:lvl1pPr algn="l">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9103" y="4121298"/>
            <a:ext cx="1913299" cy="836626"/>
          </a:xfrm>
        </p:spPr>
        <p:txBody>
          <a:bodyPr anchor="t">
            <a:normAutofit/>
          </a:bodyPr>
          <a:lstStyle>
            <a:lvl1pPr marL="0" indent="0" algn="l">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682143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인용문 있는 명함">
    <p:spTree>
      <p:nvGrpSpPr>
        <p:cNvPr id="1" name=""/>
        <p:cNvGrpSpPr/>
        <p:nvPr/>
      </p:nvGrpSpPr>
      <p:grpSpPr>
        <a:xfrm>
          <a:off x="0" y="0"/>
          <a:ext cx="0" cy="0"/>
          <a:chOff x="0" y="0"/>
          <a:chExt cx="0" cy="0"/>
        </a:xfrm>
      </p:grpSpPr>
      <p:sp>
        <p:nvSpPr>
          <p:cNvPr id="13" name="TextBox 12"/>
          <p:cNvSpPr txBox="1"/>
          <p:nvPr/>
        </p:nvSpPr>
        <p:spPr>
          <a:xfrm>
            <a:off x="148692" y="612504"/>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2038" dirty="0">
                <a:solidFill>
                  <a:schemeClr val="accent1"/>
                </a:solidFill>
              </a:rPr>
              <a:t>“</a:t>
            </a:r>
          </a:p>
        </p:txBody>
      </p:sp>
      <p:sp>
        <p:nvSpPr>
          <p:cNvPr id="16" name="TextBox 15"/>
          <p:cNvSpPr txBox="1"/>
          <p:nvPr/>
        </p:nvSpPr>
        <p:spPr>
          <a:xfrm>
            <a:off x="2008863" y="2339592"/>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2038" dirty="0">
                <a:solidFill>
                  <a:schemeClr val="accent1"/>
                </a:solidFill>
              </a:rPr>
              <a:t>”</a:t>
            </a:r>
          </a:p>
        </p:txBody>
      </p:sp>
      <p:sp>
        <p:nvSpPr>
          <p:cNvPr id="2" name="Title 1"/>
          <p:cNvSpPr>
            <a:spLocks noGrp="1"/>
          </p:cNvSpPr>
          <p:nvPr>
            <p:ph type="title"/>
          </p:nvPr>
        </p:nvSpPr>
        <p:spPr>
          <a:xfrm>
            <a:off x="276322" y="484265"/>
            <a:ext cx="1776220" cy="2311050"/>
          </a:xfrm>
        </p:spPr>
        <p:txBody>
          <a:bodyPr anchor="ctr">
            <a:normAutofit/>
          </a:bodyPr>
          <a:lstStyle>
            <a:lvl1pPr algn="l">
              <a:defRPr sz="713" b="0" cap="all">
                <a:gradFill flip="none" rotWithShape="1">
                  <a:gsLst>
                    <a:gs pos="0">
                      <a:schemeClr val="tx1"/>
                    </a:gs>
                    <a:gs pos="100000">
                      <a:schemeClr val="tx1">
                        <a:lumMod val="75000"/>
                      </a:schemeClr>
                    </a:gs>
                  </a:gsLst>
                  <a:lin ang="5400000" scaled="0"/>
                  <a:tileRect/>
                </a:gradFill>
              </a:defRPr>
            </a:lvl1pPr>
          </a:lstStyle>
          <a:p>
            <a:r>
              <a:rPr lang="ko-KR" altLang="en-US"/>
              <a:t>마스터 제목 스타일 편집</a:t>
            </a:r>
            <a:endParaRPr lang="en-US" dirty="0"/>
          </a:p>
        </p:txBody>
      </p:sp>
      <p:sp>
        <p:nvSpPr>
          <p:cNvPr id="10" name="Text Placeholder 9"/>
          <p:cNvSpPr>
            <a:spLocks noGrp="1"/>
          </p:cNvSpPr>
          <p:nvPr>
            <p:ph type="body" sz="quarter" idx="13"/>
          </p:nvPr>
        </p:nvSpPr>
        <p:spPr>
          <a:xfrm>
            <a:off x="208423" y="3157538"/>
            <a:ext cx="1913299" cy="856100"/>
          </a:xfrm>
        </p:spPr>
        <p:txBody>
          <a:bodyPr vert="horz" lIns="91440" tIns="45720" rIns="91440" bIns="45720" rtlCol="0" anchor="b">
            <a:normAutofit/>
          </a:bodyPr>
          <a:lstStyle>
            <a:lvl1pPr>
              <a:buNone/>
              <a:defRPr lang="en-US" sz="509"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ko-KR" altLang="en-US"/>
              <a:t>마스터 텍스트 스타일을 편집하려면 클릭</a:t>
            </a:r>
          </a:p>
        </p:txBody>
      </p:sp>
      <p:sp>
        <p:nvSpPr>
          <p:cNvPr id="3" name="Text Placeholder 2"/>
          <p:cNvSpPr>
            <a:spLocks noGrp="1"/>
          </p:cNvSpPr>
          <p:nvPr>
            <p:ph type="body" idx="1"/>
          </p:nvPr>
        </p:nvSpPr>
        <p:spPr>
          <a:xfrm>
            <a:off x="208423" y="4013638"/>
            <a:ext cx="1913299" cy="944286"/>
          </a:xfrm>
        </p:spPr>
        <p:txBody>
          <a:bodyPr anchor="t">
            <a:normAutofit/>
          </a:bodyPr>
          <a:lstStyle>
            <a:lvl1pPr marL="0" indent="0" algn="l">
              <a:buNone/>
              <a:defRPr sz="408">
                <a:gradFill flip="none" rotWithShape="1">
                  <a:gsLst>
                    <a:gs pos="0">
                      <a:schemeClr val="tx1"/>
                    </a:gs>
                    <a:gs pos="100000">
                      <a:schemeClr val="tx1">
                        <a:lumMod val="75000"/>
                      </a:schemeClr>
                    </a:gs>
                  </a:gsLst>
                  <a:lin ang="5400000" scaled="0"/>
                  <a:tileRect/>
                </a:gradFill>
              </a:defRPr>
            </a:lvl1pPr>
            <a:lvl2pPr marL="116449" indent="0">
              <a:buNone/>
              <a:defRPr sz="40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86433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참 또는 거짓">
    <p:spTree>
      <p:nvGrpSpPr>
        <p:cNvPr id="1" name=""/>
        <p:cNvGrpSpPr/>
        <p:nvPr/>
      </p:nvGrpSpPr>
      <p:grpSpPr>
        <a:xfrm>
          <a:off x="0" y="0"/>
          <a:ext cx="0" cy="0"/>
          <a:chOff x="0" y="0"/>
          <a:chExt cx="0" cy="0"/>
        </a:xfrm>
      </p:grpSpPr>
      <p:sp>
        <p:nvSpPr>
          <p:cNvPr id="2" name="Title 1"/>
          <p:cNvSpPr>
            <a:spLocks noGrp="1"/>
          </p:cNvSpPr>
          <p:nvPr>
            <p:ph type="title"/>
          </p:nvPr>
        </p:nvSpPr>
        <p:spPr>
          <a:xfrm>
            <a:off x="208423" y="484265"/>
            <a:ext cx="1913079" cy="2239886"/>
          </a:xfrm>
        </p:spPr>
        <p:txBody>
          <a:bodyPr vert="horz" lIns="91440" tIns="45720" rIns="91440" bIns="45720" rtlCol="0" anchor="ctr">
            <a:normAutofit/>
          </a:bodyPr>
          <a:lstStyle>
            <a:lvl1pPr>
              <a:defRPr lang="en-US" sz="713" b="0" dirty="0"/>
            </a:lvl1pPr>
          </a:lstStyle>
          <a:p>
            <a:pPr marL="0" lvl="0"/>
            <a:r>
              <a:rPr lang="ko-KR" altLang="en-US"/>
              <a:t>마스터 제목 스타일 편집</a:t>
            </a:r>
            <a:endParaRPr lang="en-US" dirty="0"/>
          </a:p>
        </p:txBody>
      </p:sp>
      <p:sp>
        <p:nvSpPr>
          <p:cNvPr id="10" name="Text Placeholder 9"/>
          <p:cNvSpPr>
            <a:spLocks noGrp="1"/>
          </p:cNvSpPr>
          <p:nvPr>
            <p:ph type="body" sz="quarter" idx="13"/>
          </p:nvPr>
        </p:nvSpPr>
        <p:spPr>
          <a:xfrm>
            <a:off x="208423" y="2992390"/>
            <a:ext cx="1913079" cy="852542"/>
          </a:xfrm>
        </p:spPr>
        <p:txBody>
          <a:bodyPr vert="horz" lIns="91440" tIns="45720" rIns="91440" bIns="45720" rtlCol="0" anchor="b">
            <a:normAutofit/>
          </a:bodyPr>
          <a:lstStyle>
            <a:lvl1pPr>
              <a:buNone/>
              <a:defRPr lang="en-US" sz="611"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ko-KR" altLang="en-US"/>
              <a:t>마스터 텍스트 스타일을 편집하려면 클릭</a:t>
            </a:r>
          </a:p>
        </p:txBody>
      </p:sp>
      <p:sp>
        <p:nvSpPr>
          <p:cNvPr id="3" name="Text Placeholder 2"/>
          <p:cNvSpPr>
            <a:spLocks noGrp="1"/>
          </p:cNvSpPr>
          <p:nvPr>
            <p:ph type="body" idx="1"/>
          </p:nvPr>
        </p:nvSpPr>
        <p:spPr>
          <a:xfrm>
            <a:off x="208423" y="3844932"/>
            <a:ext cx="1913078" cy="1112992"/>
          </a:xfrm>
        </p:spPr>
        <p:txBody>
          <a:bodyPr anchor="t">
            <a:normAutofit/>
          </a:bodyPr>
          <a:lstStyle>
            <a:lvl1pPr marL="0" indent="0" algn="l">
              <a:buNone/>
              <a:defRPr sz="408">
                <a:gradFill flip="none" rotWithShape="1">
                  <a:gsLst>
                    <a:gs pos="0">
                      <a:schemeClr val="tx1"/>
                    </a:gs>
                    <a:gs pos="100000">
                      <a:schemeClr val="tx1">
                        <a:lumMod val="75000"/>
                      </a:schemeClr>
                    </a:gs>
                  </a:gsLst>
                  <a:lin ang="5400000" scaled="0"/>
                  <a:tileRect/>
                </a:gradFill>
              </a:defRPr>
            </a:lvl1pPr>
            <a:lvl2pPr marL="116449" indent="0">
              <a:buNone/>
              <a:defRPr sz="40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403594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7" name="Title 1"/>
          <p:cNvSpPr>
            <a:spLocks noGrp="1"/>
          </p:cNvSpPr>
          <p:nvPr>
            <p:ph type="title"/>
          </p:nvPr>
        </p:nvSpPr>
        <p:spPr>
          <a:xfrm>
            <a:off x="208423" y="484265"/>
            <a:ext cx="1913079" cy="1066390"/>
          </a:xfr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9636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68638" y="484265"/>
            <a:ext cx="452863" cy="4473659"/>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208423" y="484265"/>
            <a:ext cx="1432398" cy="4473659"/>
          </a:xfrm>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7573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423" y="484265"/>
            <a:ext cx="1913079" cy="1066390"/>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208423" y="1674480"/>
            <a:ext cx="1913078" cy="3283444"/>
          </a:xfrm>
          <a:prstGeom prst="rect">
            <a:avLst/>
          </a:prstGeom>
        </p:spPr>
        <p:txBody>
          <a:bodyPr vert="horz" lIns="91440" tIns="45720" rIns="91440" bIns="45720" rtlCol="0" anchor="ctr">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668639" y="5019837"/>
            <a:ext cx="327901" cy="296664"/>
          </a:xfrm>
          <a:prstGeom prst="rect">
            <a:avLst/>
          </a:prstGeom>
        </p:spPr>
        <p:txBody>
          <a:bodyPr vert="horz" lIns="91440" tIns="45720" rIns="91440" bIns="45720" rtlCol="0" anchor="ctr"/>
          <a:lstStyle>
            <a:lvl1pPr algn="r">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ko-Kore-KR" altLang="en-US"/>
          </a:p>
        </p:txBody>
      </p:sp>
      <p:sp>
        <p:nvSpPr>
          <p:cNvPr id="5" name="Footer Placeholder 4"/>
          <p:cNvSpPr>
            <a:spLocks noGrp="1"/>
          </p:cNvSpPr>
          <p:nvPr>
            <p:ph type="ftr" sz="quarter" idx="3"/>
          </p:nvPr>
        </p:nvSpPr>
        <p:spPr>
          <a:xfrm>
            <a:off x="208423" y="5019837"/>
            <a:ext cx="1432398" cy="296664"/>
          </a:xfrm>
          <a:prstGeom prst="rect">
            <a:avLst/>
          </a:prstGeom>
        </p:spPr>
        <p:txBody>
          <a:bodyPr vert="horz" lIns="91440" tIns="45720" rIns="91440" bIns="45720" rtlCol="0" anchor="ctr"/>
          <a:lstStyle>
            <a:lvl1pPr algn="l">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ko-Kore-KR" altLang="en-US"/>
          </a:p>
        </p:txBody>
      </p:sp>
      <p:sp>
        <p:nvSpPr>
          <p:cNvPr id="6" name="Slide Number Placeholder 5"/>
          <p:cNvSpPr>
            <a:spLocks noGrp="1"/>
          </p:cNvSpPr>
          <p:nvPr>
            <p:ph type="sldNum" sz="quarter" idx="4"/>
          </p:nvPr>
        </p:nvSpPr>
        <p:spPr>
          <a:xfrm>
            <a:off x="2016413" y="5019837"/>
            <a:ext cx="105309" cy="296664"/>
          </a:xfrm>
          <a:prstGeom prst="rect">
            <a:avLst/>
          </a:prstGeom>
        </p:spPr>
        <p:txBody>
          <a:bodyPr vert="horz" lIns="91440" tIns="45720" rIns="91440" bIns="45720" rtlCol="0" anchor="ctr"/>
          <a:lstStyle>
            <a:lvl1pPr algn="r">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40670511"/>
      </p:ext>
    </p:extLst>
  </p:cSld>
  <p:clrMap bg1="dk1" tx1="lt1" bg2="dk2" tx2="lt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93" r:id="rId15"/>
    <p:sldLayoutId id="2147483994" r:id="rId16"/>
    <p:sldLayoutId id="2147483995" r:id="rId17"/>
  </p:sldLayoutIdLst>
  <p:hf sldNum="0" hdr="0" ftr="0" dt="0"/>
  <p:txStyles>
    <p:titleStyle>
      <a:lvl1pPr algn="l" defTabSz="116449" rtl="0" eaLnBrk="1" latinLnBrk="0" hangingPunct="1">
        <a:spcBef>
          <a:spcPct val="0"/>
        </a:spcBef>
        <a:buNone/>
        <a:defRPr sz="713"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72781" indent="-72781" algn="l" defTabSz="116449" rtl="0" eaLnBrk="1" latinLnBrk="0" hangingPunct="1">
        <a:spcBef>
          <a:spcPct val="20000"/>
        </a:spcBef>
        <a:spcAft>
          <a:spcPts val="153"/>
        </a:spcAft>
        <a:buClr>
          <a:schemeClr val="tx1"/>
        </a:buClr>
        <a:buSzPct val="130000"/>
        <a:buFont typeface="Arial"/>
        <a:buChar char="•"/>
        <a:defRPr sz="458"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189229" indent="-72781" algn="l" defTabSz="116449" rtl="0" eaLnBrk="1" latinLnBrk="0" hangingPunct="1">
        <a:spcBef>
          <a:spcPct val="20000"/>
        </a:spcBef>
        <a:spcAft>
          <a:spcPts val="153"/>
        </a:spcAft>
        <a:buClr>
          <a:schemeClr val="tx1"/>
        </a:buClr>
        <a:buSzPct val="130000"/>
        <a:buFont typeface="Arial"/>
        <a:buChar char="•"/>
        <a:defRPr sz="408"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305678" indent="-72781" algn="l" defTabSz="116449" rtl="0" eaLnBrk="1" latinLnBrk="0" hangingPunct="1">
        <a:spcBef>
          <a:spcPct val="20000"/>
        </a:spcBef>
        <a:spcAft>
          <a:spcPts val="153"/>
        </a:spcAft>
        <a:buClr>
          <a:schemeClr val="tx1"/>
        </a:buClr>
        <a:buSzPct val="130000"/>
        <a:buFont typeface="Arial"/>
        <a:buChar char="•"/>
        <a:defRPr sz="357"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393015" indent="-43668" algn="l" defTabSz="116449" rtl="0" eaLnBrk="1" latinLnBrk="0" hangingPunct="1">
        <a:spcBef>
          <a:spcPct val="20000"/>
        </a:spcBef>
        <a:spcAft>
          <a:spcPts val="153"/>
        </a:spcAft>
        <a:buClr>
          <a:schemeClr val="tx1"/>
        </a:buClr>
        <a:buSzPct val="130000"/>
        <a:buFont typeface="Arial"/>
        <a:buChar char="•"/>
        <a:defRPr sz="357"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509464" indent="-43668" algn="l" defTabSz="116449" rtl="0" eaLnBrk="1" latinLnBrk="0" hangingPunct="1">
        <a:spcBef>
          <a:spcPct val="20000"/>
        </a:spcBef>
        <a:spcAft>
          <a:spcPts val="153"/>
        </a:spcAft>
        <a:buClr>
          <a:schemeClr val="tx1"/>
        </a:buClr>
        <a:buSzPct val="130000"/>
        <a:buFont typeface="Arial"/>
        <a:buChar char="•"/>
        <a:defRPr sz="306"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640469"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756917"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873366"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989815" indent="-58224" algn="l" defTabSz="116449" rtl="0" eaLnBrk="1" latinLnBrk="0" hangingPunct="1">
        <a:spcBef>
          <a:spcPct val="20000"/>
        </a:spcBef>
        <a:spcAft>
          <a:spcPts val="153"/>
        </a:spcAft>
        <a:buClr>
          <a:schemeClr val="tx1"/>
        </a:buClr>
        <a:buSzPct val="10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116449" rtl="0" eaLnBrk="1" latinLnBrk="0" hangingPunct="1">
        <a:defRPr sz="458" kern="1200">
          <a:solidFill>
            <a:schemeClr val="tx1"/>
          </a:solidFill>
          <a:latin typeface="+mn-lt"/>
          <a:ea typeface="+mn-ea"/>
          <a:cs typeface="+mn-cs"/>
        </a:defRPr>
      </a:lvl1pPr>
      <a:lvl2pPr marL="116449" algn="l" defTabSz="116449" rtl="0" eaLnBrk="1" latinLnBrk="0" hangingPunct="1">
        <a:defRPr sz="458" kern="1200">
          <a:solidFill>
            <a:schemeClr val="tx1"/>
          </a:solidFill>
          <a:latin typeface="+mn-lt"/>
          <a:ea typeface="+mn-ea"/>
          <a:cs typeface="+mn-cs"/>
        </a:defRPr>
      </a:lvl2pPr>
      <a:lvl3pPr marL="232898" algn="l" defTabSz="116449" rtl="0" eaLnBrk="1" latinLnBrk="0" hangingPunct="1">
        <a:defRPr sz="458" kern="1200">
          <a:solidFill>
            <a:schemeClr val="tx1"/>
          </a:solidFill>
          <a:latin typeface="+mn-lt"/>
          <a:ea typeface="+mn-ea"/>
          <a:cs typeface="+mn-cs"/>
        </a:defRPr>
      </a:lvl3pPr>
      <a:lvl4pPr marL="349347" algn="l" defTabSz="116449" rtl="0" eaLnBrk="1" latinLnBrk="0" hangingPunct="1">
        <a:defRPr sz="458" kern="1200">
          <a:solidFill>
            <a:schemeClr val="tx1"/>
          </a:solidFill>
          <a:latin typeface="+mn-lt"/>
          <a:ea typeface="+mn-ea"/>
          <a:cs typeface="+mn-cs"/>
        </a:defRPr>
      </a:lvl4pPr>
      <a:lvl5pPr marL="465795" algn="l" defTabSz="116449" rtl="0" eaLnBrk="1" latinLnBrk="0" hangingPunct="1">
        <a:defRPr sz="458" kern="1200">
          <a:solidFill>
            <a:schemeClr val="tx1"/>
          </a:solidFill>
          <a:latin typeface="+mn-lt"/>
          <a:ea typeface="+mn-ea"/>
          <a:cs typeface="+mn-cs"/>
        </a:defRPr>
      </a:lvl5pPr>
      <a:lvl6pPr marL="582244" algn="l" defTabSz="116449" rtl="0" eaLnBrk="1" latinLnBrk="0" hangingPunct="1">
        <a:defRPr sz="458" kern="1200">
          <a:solidFill>
            <a:schemeClr val="tx1"/>
          </a:solidFill>
          <a:latin typeface="+mn-lt"/>
          <a:ea typeface="+mn-ea"/>
          <a:cs typeface="+mn-cs"/>
        </a:defRPr>
      </a:lvl6pPr>
      <a:lvl7pPr marL="698693" algn="l" defTabSz="116449" rtl="0" eaLnBrk="1" latinLnBrk="0" hangingPunct="1">
        <a:defRPr sz="458" kern="1200">
          <a:solidFill>
            <a:schemeClr val="tx1"/>
          </a:solidFill>
          <a:latin typeface="+mn-lt"/>
          <a:ea typeface="+mn-ea"/>
          <a:cs typeface="+mn-cs"/>
        </a:defRPr>
      </a:lvl7pPr>
      <a:lvl8pPr marL="815142" algn="l" defTabSz="116449" rtl="0" eaLnBrk="1" latinLnBrk="0" hangingPunct="1">
        <a:defRPr sz="458" kern="1200">
          <a:solidFill>
            <a:schemeClr val="tx1"/>
          </a:solidFill>
          <a:latin typeface="+mn-lt"/>
          <a:ea typeface="+mn-ea"/>
          <a:cs typeface="+mn-cs"/>
        </a:defRPr>
      </a:lvl8pPr>
      <a:lvl9pPr marL="931591" algn="l" defTabSz="116449" rtl="0" eaLnBrk="1" latinLnBrk="0" hangingPunct="1">
        <a:defRPr sz="4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slide" Target="slide83.xml"/><Relationship Id="rId18" Type="http://schemas.openxmlformats.org/officeDocument/2006/relationships/slide" Target="slide96.xml"/><Relationship Id="rId3" Type="http://schemas.openxmlformats.org/officeDocument/2006/relationships/slide" Target="slide2.xml"/><Relationship Id="rId7" Type="http://schemas.openxmlformats.org/officeDocument/2006/relationships/slide" Target="slide11.xml"/><Relationship Id="rId12" Type="http://schemas.openxmlformats.org/officeDocument/2006/relationships/slide" Target="slide82.xml"/><Relationship Id="rId17" Type="http://schemas.openxmlformats.org/officeDocument/2006/relationships/slide" Target="slide92.xml"/><Relationship Id="rId2" Type="http://schemas.openxmlformats.org/officeDocument/2006/relationships/notesSlide" Target="../notesSlides/notesSlide1.xml"/><Relationship Id="rId16" Type="http://schemas.openxmlformats.org/officeDocument/2006/relationships/slide" Target="slide90.xml"/><Relationship Id="rId1" Type="http://schemas.openxmlformats.org/officeDocument/2006/relationships/slideLayout" Target="../slideLayouts/slideLayout1.xml"/><Relationship Id="rId6" Type="http://schemas.openxmlformats.org/officeDocument/2006/relationships/slide" Target="slide9.xml"/><Relationship Id="rId11" Type="http://schemas.openxmlformats.org/officeDocument/2006/relationships/slide" Target="slide81.xml"/><Relationship Id="rId5" Type="http://schemas.openxmlformats.org/officeDocument/2006/relationships/slide" Target="slide7.xml"/><Relationship Id="rId15" Type="http://schemas.openxmlformats.org/officeDocument/2006/relationships/slide" Target="slide88.xml"/><Relationship Id="rId10" Type="http://schemas.openxmlformats.org/officeDocument/2006/relationships/hyperlink" Target="https://flyingdeuk.github.io/posts/A330-kneeboard/" TargetMode="External"/><Relationship Id="rId19" Type="http://schemas.openxmlformats.org/officeDocument/2006/relationships/slide" Target="slide97.xml"/><Relationship Id="rId4" Type="http://schemas.openxmlformats.org/officeDocument/2006/relationships/slide" Target="slide5.xml"/><Relationship Id="rId9" Type="http://schemas.openxmlformats.org/officeDocument/2006/relationships/hyperlink" Target="https://flyingdeuk.github.io/posts/B737-kneeboard/" TargetMode="External"/><Relationship Id="rId14" Type="http://schemas.openxmlformats.org/officeDocument/2006/relationships/slide" Target="slide86.xml"/></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slide" Target="slide15.xml"/><Relationship Id="rId7" Type="http://schemas.openxmlformats.org/officeDocument/2006/relationships/slide" Target="slide19.xml"/><Relationship Id="rId12"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18.xml"/><Relationship Id="rId11" Type="http://schemas.openxmlformats.org/officeDocument/2006/relationships/image" Target="../media/image2.png"/><Relationship Id="rId5" Type="http://schemas.openxmlformats.org/officeDocument/2006/relationships/slide" Target="slide17.xml"/><Relationship Id="rId10" Type="http://schemas.openxmlformats.org/officeDocument/2006/relationships/slide" Target="slide22.xml"/><Relationship Id="rId4" Type="http://schemas.openxmlformats.org/officeDocument/2006/relationships/slide" Target="slide16.xml"/><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slide" Target="slide29.xml"/><Relationship Id="rId13" Type="http://schemas.openxmlformats.org/officeDocument/2006/relationships/slide" Target="slide35.xml"/><Relationship Id="rId18" Type="http://schemas.openxmlformats.org/officeDocument/2006/relationships/image" Target="../media/image3.svg"/><Relationship Id="rId3" Type="http://schemas.openxmlformats.org/officeDocument/2006/relationships/slide" Target="slide23.xml"/><Relationship Id="rId7" Type="http://schemas.openxmlformats.org/officeDocument/2006/relationships/slide" Target="slide28.xml"/><Relationship Id="rId12" Type="http://schemas.openxmlformats.org/officeDocument/2006/relationships/slide" Target="slide34.xml"/><Relationship Id="rId17" Type="http://schemas.openxmlformats.org/officeDocument/2006/relationships/image" Target="../media/image2.png"/><Relationship Id="rId2" Type="http://schemas.openxmlformats.org/officeDocument/2006/relationships/notesSlide" Target="../notesSlides/notesSlide5.xml"/><Relationship Id="rId16" Type="http://schemas.openxmlformats.org/officeDocument/2006/relationships/slide" Target="slide38.xml"/><Relationship Id="rId1" Type="http://schemas.openxmlformats.org/officeDocument/2006/relationships/slideLayout" Target="../slideLayouts/slideLayout1.xml"/><Relationship Id="rId6" Type="http://schemas.openxmlformats.org/officeDocument/2006/relationships/slide" Target="slide27.xml"/><Relationship Id="rId11" Type="http://schemas.openxmlformats.org/officeDocument/2006/relationships/slide" Target="slide33.xml"/><Relationship Id="rId5" Type="http://schemas.openxmlformats.org/officeDocument/2006/relationships/slide" Target="slide26.xml"/><Relationship Id="rId15" Type="http://schemas.openxmlformats.org/officeDocument/2006/relationships/slide" Target="slide37.xml"/><Relationship Id="rId10" Type="http://schemas.openxmlformats.org/officeDocument/2006/relationships/slide" Target="slide32.xml"/><Relationship Id="rId4" Type="http://schemas.openxmlformats.org/officeDocument/2006/relationships/slide" Target="slide25.xml"/><Relationship Id="rId9" Type="http://schemas.openxmlformats.org/officeDocument/2006/relationships/slide" Target="slide30.xml"/><Relationship Id="rId14" Type="http://schemas.openxmlformats.org/officeDocument/2006/relationships/slide" Target="slide3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slide" Target="slide46.xml"/><Relationship Id="rId13" Type="http://schemas.openxmlformats.org/officeDocument/2006/relationships/image" Target="../media/image2.png"/><Relationship Id="rId3" Type="http://schemas.openxmlformats.org/officeDocument/2006/relationships/slide" Target="slide39.xml"/><Relationship Id="rId7" Type="http://schemas.openxmlformats.org/officeDocument/2006/relationships/slide" Target="slide44.xml"/><Relationship Id="rId12" Type="http://schemas.openxmlformats.org/officeDocument/2006/relationships/slide" Target="slide5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slide" Target="slide43.xml"/><Relationship Id="rId11" Type="http://schemas.openxmlformats.org/officeDocument/2006/relationships/slide" Target="slide50.xml"/><Relationship Id="rId5" Type="http://schemas.openxmlformats.org/officeDocument/2006/relationships/slide" Target="slide41.xml"/><Relationship Id="rId10" Type="http://schemas.openxmlformats.org/officeDocument/2006/relationships/slide" Target="slide49.xml"/><Relationship Id="rId4" Type="http://schemas.openxmlformats.org/officeDocument/2006/relationships/slide" Target="slide40.xml"/><Relationship Id="rId9" Type="http://schemas.openxmlformats.org/officeDocument/2006/relationships/slide" Target="slide47.xml"/><Relationship Id="rId1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slide" Target="slide58.xml"/><Relationship Id="rId13" Type="http://schemas.openxmlformats.org/officeDocument/2006/relationships/slide" Target="slide63.xml"/><Relationship Id="rId3" Type="http://schemas.openxmlformats.org/officeDocument/2006/relationships/slide" Target="slide53.xml"/><Relationship Id="rId7" Type="http://schemas.openxmlformats.org/officeDocument/2006/relationships/slide" Target="slide57.xml"/><Relationship Id="rId12" Type="http://schemas.openxmlformats.org/officeDocument/2006/relationships/slide" Target="slide62.xml"/><Relationship Id="rId2" Type="http://schemas.openxmlformats.org/officeDocument/2006/relationships/notesSlide" Target="../notesSlides/notesSlide9.xml"/><Relationship Id="rId16"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 Target="slide56.xml"/><Relationship Id="rId11" Type="http://schemas.openxmlformats.org/officeDocument/2006/relationships/slide" Target="slide61.xml"/><Relationship Id="rId5" Type="http://schemas.openxmlformats.org/officeDocument/2006/relationships/slide" Target="slide55.xml"/><Relationship Id="rId15" Type="http://schemas.openxmlformats.org/officeDocument/2006/relationships/image" Target="../media/image2.png"/><Relationship Id="rId10" Type="http://schemas.openxmlformats.org/officeDocument/2006/relationships/slide" Target="slide60.xml"/><Relationship Id="rId4" Type="http://schemas.openxmlformats.org/officeDocument/2006/relationships/slide" Target="slide54.xml"/><Relationship Id="rId9" Type="http://schemas.openxmlformats.org/officeDocument/2006/relationships/slide" Target="slide59.xml"/><Relationship Id="rId14" Type="http://schemas.openxmlformats.org/officeDocument/2006/relationships/slide" Target="slide65.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slide" Target="slide74.xml"/><Relationship Id="rId3" Type="http://schemas.openxmlformats.org/officeDocument/2006/relationships/slide" Target="slide66.xml"/><Relationship Id="rId7" Type="http://schemas.openxmlformats.org/officeDocument/2006/relationships/slide" Target="slide72.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slide" Target="slide71.xml"/><Relationship Id="rId5" Type="http://schemas.openxmlformats.org/officeDocument/2006/relationships/slide" Target="slide69.xml"/><Relationship Id="rId10" Type="http://schemas.openxmlformats.org/officeDocument/2006/relationships/image" Target="../media/image3.svg"/><Relationship Id="rId4" Type="http://schemas.openxmlformats.org/officeDocument/2006/relationships/slide" Target="slide68.xml"/><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slide" Target="slide75.xml"/><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slide" Target="slide80.xml"/><Relationship Id="rId5" Type="http://schemas.openxmlformats.org/officeDocument/2006/relationships/slide" Target="slide78.xml"/><Relationship Id="rId4" Type="http://schemas.openxmlformats.org/officeDocument/2006/relationships/slide" Target="slide77.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SS-GMP/" TargetMode="External"/><Relationship Id="rId7" Type="http://schemas.openxmlformats.org/officeDocument/2006/relationships/slide" Target="slide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hyperlink" Target="https://flyingdeuk.github.io/posts/RKPC-CJU/" TargetMode="External"/><Relationship Id="rId9"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PC-CJU/" TargetMode="External"/><Relationship Id="rId7" Type="http://schemas.openxmlformats.org/officeDocument/2006/relationships/slide" Target="slide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hyperlink" Target="https://flyingdeuk.github.io/posts/RKSS-GMP/" TargetMode="External"/><Relationship Id="rId9" Type="http://schemas.openxmlformats.org/officeDocument/2006/relationships/image" Target="../media/image3.svg"/></Relationships>
</file>

<file path=ppt/slides/_rels/slide17.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5.jp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flyingdeuk.github.io/posts/RKPK-PUS/" TargetMode="External"/><Relationship Id="rId5" Type="http://schemas.openxmlformats.org/officeDocument/2006/relationships/hyperlink" Target="https://flyingdeuk.github.io/posts/RKSS-GMP/" TargetMode="External"/><Relationship Id="rId10" Type="http://schemas.openxmlformats.org/officeDocument/2006/relationships/image" Target="../media/image3.svg"/><Relationship Id="rId4" Type="http://schemas.openxmlformats.org/officeDocument/2006/relationships/slide" Target="slide94.xm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PK-PUS/" TargetMode="External"/><Relationship Id="rId7" Type="http://schemas.openxmlformats.org/officeDocument/2006/relationships/slide" Target="slide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jpg"/><Relationship Id="rId4" Type="http://schemas.openxmlformats.org/officeDocument/2006/relationships/hyperlink" Target="https://flyingdeuk.github.io/posts/RKSS-GMP/" TargetMode="External"/><Relationship Id="rId9" Type="http://schemas.openxmlformats.org/officeDocument/2006/relationships/image" Target="../media/image3.sv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PC-CJU/" TargetMode="External"/><Relationship Id="rId7" Type="http://schemas.openxmlformats.org/officeDocument/2006/relationships/slide" Target="slide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image" Target="../media/image9.jpg"/><Relationship Id="rId4" Type="http://schemas.openxmlformats.org/officeDocument/2006/relationships/hyperlink" Target="https://flyingdeuk.github.io/posts/RKPK-PUS/" TargetMode="External"/><Relationship Id="rId9" Type="http://schemas.openxmlformats.org/officeDocument/2006/relationships/image" Target="../media/image3.svg"/></Relationships>
</file>

<file path=ppt/slides/_rels/slide2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KPK-PUS/" TargetMode="External"/><Relationship Id="rId7"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10.jpg"/><Relationship Id="rId4" Type="http://schemas.openxmlformats.org/officeDocument/2006/relationships/hyperlink" Target="https://flyingdeuk.github.io/posts/RKPC-CJU/"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slide" Target="slide94.xml"/><Relationship Id="rId7"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hyperlink" Target="https://flyingdeuk.github.io/posts/RKPK-PUS/" TargetMode="External"/><Relationship Id="rId4" Type="http://schemas.openxmlformats.org/officeDocument/2006/relationships/hyperlink" Target="https://flyingdeuk.github.io/posts/RKSI-ICN/"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KPK-PUS/" TargetMode="External"/><Relationship Id="rId7"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SS-GMP/" TargetMode="External"/><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slide" Target="slide6.xml"/><Relationship Id="rId4" Type="http://schemas.openxmlformats.org/officeDocument/2006/relationships/hyperlink" Target="https://flyingdeuk.github.io/posts/RJTT-HND/" TargetMode="External"/><Relationship Id="rId9"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JTT-HND/" TargetMode="External"/><Relationship Id="rId7"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13.png"/><Relationship Id="rId4" Type="http://schemas.openxmlformats.org/officeDocument/2006/relationships/hyperlink" Target="https://flyingdeuk.github.io/posts/RKSS-GMP/" TargetMode="External"/><Relationship Id="rId9"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BB-KIX/"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flyingdeuk.github.io/posts/RJBB-KIX/" TargetMode="External"/><Relationship Id="rId7"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AA-NRT/"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flyingdeuk.github.io/posts/RJAA-NRT/" TargetMode="External"/><Relationship Id="rId7" Type="http://schemas.openxmlformats.org/officeDocument/2006/relationships/image" Target="../media/image3.sv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TT-HND/"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JTT-HND/" TargetMode="External"/><Relationship Id="rId7"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13.png"/><Relationship Id="rId4" Type="http://schemas.openxmlformats.org/officeDocument/2006/relationships/hyperlink" Target="https://flyingdeuk.github.io/posts/RKSI-ICN/"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FF-FUK/"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JFF-FUK/" TargetMode="External"/><Relationship Id="rId7"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GG-NGO/"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flyingdeuk.github.io/posts/RJGG-NGO/" TargetMode="External"/><Relationship Id="rId7" Type="http://schemas.openxmlformats.org/officeDocument/2006/relationships/image" Target="../media/image3.sv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CC-CTS/"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flyingdeuk.github.io/posts/RJCC-CTS/" TargetMode="External"/><Relationship Id="rId7" Type="http://schemas.openxmlformats.org/officeDocument/2006/relationships/image" Target="../media/image3.sv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VHHH-HKG/"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HHH-HKG/" TargetMode="External"/><Relationship Id="rId7"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BAA-PEK/"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ZBAA-PEK/" TargetMode="External"/><Relationship Id="rId7"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16.jpeg"/><Relationship Id="rId4" Type="http://schemas.openxmlformats.org/officeDocument/2006/relationships/hyperlink" Target="https://flyingdeuk.github.io/posts/RKSI-ICN/"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HHH-WU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flyingdeuk.github.io/posts/ZHHH-WUH/" TargetMode="External"/><Relationship Id="rId7" Type="http://schemas.openxmlformats.org/officeDocument/2006/relationships/image" Target="../media/image3.sv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GGG-CA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ZGGG-CAN/" TargetMode="External"/><Relationship Id="rId7"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LXY-XI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flyingdeuk.github.io/posts/ZLXY-XIY/" TargetMode="External"/><Relationship Id="rId7" Type="http://schemas.openxmlformats.org/officeDocument/2006/relationships/image" Target="../media/image3.sv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KPK-PUS/" TargetMode="External"/><Relationship Id="rId7"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slide" Target="slide10.xml"/><Relationship Id="rId4" Type="http://schemas.openxmlformats.org/officeDocument/2006/relationships/hyperlink" Target="https://flyingdeuk.github.io/posts/VTBS-BKK/" TargetMode="External"/></Relationships>
</file>

<file path=ppt/slides/_rels/slide5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TBS-BKK/" TargetMode="External"/><Relationship Id="rId7"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3.xml"/><Relationship Id="rId4" Type="http://schemas.openxmlformats.org/officeDocument/2006/relationships/hyperlink" Target="https://flyingdeuk.github.io/posts/RKPK-PUS/"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TBS-BKK/"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flyingdeuk.github.io/posts/VTBS-BKK/" TargetMode="External"/><Relationship Id="rId7" Type="http://schemas.openxmlformats.org/officeDocument/2006/relationships/image" Target="../media/image3.sv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WSSS-SIN/"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s://flyingdeuk.github.io/posts/WSSS-SIN/" TargetMode="External"/><Relationship Id="rId7" Type="http://schemas.openxmlformats.org/officeDocument/2006/relationships/image" Target="../media/image3.sv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DN-DAD/" TargetMode="External"/></Relationships>
</file>

<file path=ppt/slides/_rels/slide6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VDN-DAD/" TargetMode="External"/><Relationship Id="rId7"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DN-DAD/"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flyingdeuk.github.io/posts/VVTS-SGN/" TargetMode="External"/><Relationship Id="rId7" Type="http://schemas.openxmlformats.org/officeDocument/2006/relationships/image" Target="../media/image3.sv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TCC-CNX/"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TCC-CNX/" TargetMode="External"/><Relationship Id="rId7"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flyingdeuk.github.io/posts/RJAA-NRT/" TargetMode="External"/><Relationship Id="rId7" Type="http://schemas.openxmlformats.org/officeDocument/2006/relationships/image" Target="../media/image3.sv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2.xml"/><Relationship Id="rId4" Type="http://schemas.openxmlformats.org/officeDocument/2006/relationships/hyperlink" Target="https://flyingdeuk.github.io/posts/PHNL-HNL/" TargetMode="Externa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PHNL-HNL/" TargetMode="External"/><Relationship Id="rId7"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slide" Target="slide6.xml"/><Relationship Id="rId4" Type="http://schemas.openxmlformats.org/officeDocument/2006/relationships/hyperlink" Target="https://flyingdeuk.github.io/posts/RJAA-NRT/"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2.xml"/><Relationship Id="rId4" Type="http://schemas.openxmlformats.org/officeDocument/2006/relationships/hyperlink" Target="https://flyingdeuk.github.io/posts/YSSY-SYD/" TargetMode="Externa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flyingdeuk.github.io/posts/YSSY-SYD" TargetMode="External"/><Relationship Id="rId7" Type="http://schemas.openxmlformats.org/officeDocument/2006/relationships/image" Target="../media/image3.sv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2.xml"/><Relationship Id="rId4" Type="http://schemas.openxmlformats.org/officeDocument/2006/relationships/hyperlink" Target="https://flyingdeuk.github.io/posts/YBBN-BNE/" TargetMode="Externa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flyingdeuk.github.io/posts/YBBN-BNE" TargetMode="External"/><Relationship Id="rId7" Type="http://schemas.openxmlformats.org/officeDocument/2006/relationships/image" Target="../media/image3.sv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4.xml"/><Relationship Id="rId4" Type="http://schemas.openxmlformats.org/officeDocument/2006/relationships/hyperlink" Target="https://flyingdeuk.github.io/posts/ZMCK-UBN/"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flyingdeuk.github.io/posts/ZMCK-UBN/" TargetMode="External"/><Relationship Id="rId7" Type="http://schemas.openxmlformats.org/officeDocument/2006/relationships/image" Target="../media/image3.sv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4.xml"/><Relationship Id="rId4" Type="http://schemas.openxmlformats.org/officeDocument/2006/relationships/hyperlink" Target="https://flyingdeuk.github.io/posts/OMDB-DXB/"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flyingdeuk.github.io/posts/OMDB-DXB/" TargetMode="External"/><Relationship Id="rId7" Type="http://schemas.openxmlformats.org/officeDocument/2006/relationships/image" Target="../media/image3.sv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2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0.xml.rels><?xml version="1.0" encoding="UTF-8" standalone="yes"?>
<Relationships xmlns="http://schemas.openxmlformats.org/package/2006/relationships"><Relationship Id="rId3" Type="http://schemas.openxmlformats.org/officeDocument/2006/relationships/slide" Target="slide88.xml"/><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slide" Target="slide88.xml"/></Relationships>
</file>

<file path=ppt/slides/_rels/slide9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3.svg"/><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7.jpeg"/><Relationship Id="rId4" Type="http://schemas.openxmlformats.org/officeDocument/2006/relationships/image" Target="../media/image26.jpeg"/></Relationships>
</file>

<file path=ppt/slides/_rels/slide9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4214502570"/>
              </p:ext>
            </p:extLst>
          </p:nvPr>
        </p:nvGraphicFramePr>
        <p:xfrm>
          <a:off x="98101" y="1069487"/>
          <a:ext cx="2132650" cy="2395508"/>
        </p:xfrm>
        <a:graphic>
          <a:graphicData uri="http://schemas.openxmlformats.org/drawingml/2006/table">
            <a:tbl>
              <a:tblPr firstRow="1" bandRow="1">
                <a:noFill/>
                <a:tableStyleId>{A521BE36-7E6F-4EC9-8D66-1CF97A6895EC}</a:tableStyleId>
              </a:tblPr>
              <a:tblGrid>
                <a:gridCol w="2132650">
                  <a:extLst>
                    <a:ext uri="{9D8B030D-6E8A-4147-A177-3AD203B41FA5}">
                      <a16:colId xmlns:a16="http://schemas.microsoft.com/office/drawing/2014/main" val="20000"/>
                    </a:ext>
                  </a:extLst>
                </a:gridCol>
              </a:tblGrid>
              <a:tr h="397007">
                <a:tc>
                  <a:txBody>
                    <a:bodyPr/>
                    <a:lstStyle/>
                    <a:p>
                      <a:pPr marL="0" marR="0" lvl="0" indent="0" algn="ctr" rtl="0">
                        <a:spcBef>
                          <a:spcPts val="0"/>
                        </a:spcBef>
                        <a:spcAft>
                          <a:spcPts val="0"/>
                        </a:spcAft>
                        <a:buNone/>
                      </a:pPr>
                      <a:r>
                        <a:rPr lang="en-US" sz="2400" b="1" u="none" strike="noStrike" cap="none" dirty="0">
                          <a:solidFill>
                            <a:schemeClr val="tx1"/>
                          </a:solidFill>
                          <a:latin typeface="Calibri"/>
                          <a:cs typeface="Calibri"/>
                          <a:sym typeface="Calibri"/>
                          <a:hlinkClick r:id="rId3" action="ppaction://hlinksldjump">
                            <a:extLst>
                              <a:ext uri="{A12FA001-AC4F-418D-AE19-62706E023703}">
                                <ahyp:hlinkClr xmlns:ahyp="http://schemas.microsoft.com/office/drawing/2018/hyperlinkcolor" val="tx"/>
                              </a:ext>
                            </a:extLst>
                          </a:hlinkClick>
                        </a:rPr>
                        <a:t>Domestic</a:t>
                      </a:r>
                      <a:endParaRPr sz="2400" b="1" u="none" strike="noStrike" cap="none" dirty="0">
                        <a:solidFill>
                          <a:schemeClr val="tx1"/>
                        </a:solidFill>
                        <a:latin typeface="Calibri"/>
                        <a:cs typeface="Calibri"/>
                        <a:sym typeface="Calibri"/>
                      </a:endParaRPr>
                    </a:p>
                  </a:txBody>
                  <a:tcPr marL="0" marR="0" marT="0" marB="0" anchor="ctr"/>
                </a:tc>
                <a:extLst>
                  <a:ext uri="{0D108BD9-81ED-4DB2-BD59-A6C34878D82A}">
                    <a16:rowId xmlns:a16="http://schemas.microsoft.com/office/drawing/2014/main" val="10000"/>
                  </a:ext>
                </a:extLst>
              </a:tr>
              <a:tr h="397007">
                <a:tc>
                  <a:txBody>
                    <a:bodyPr/>
                    <a:lstStyle/>
                    <a:p>
                      <a:pPr marL="0" marR="0" lvl="0" indent="0" algn="ctr" rtl="0">
                        <a:spcBef>
                          <a:spcPts val="0"/>
                        </a:spcBef>
                        <a:spcAft>
                          <a:spcPts val="0"/>
                        </a:spcAft>
                        <a:buNone/>
                      </a:pPr>
                      <a:r>
                        <a:rPr lang="en-US" sz="2400" b="1" u="none" strike="noStrike" cap="none" dirty="0">
                          <a:solidFill>
                            <a:srgbClr val="0070C0"/>
                          </a:solidFill>
                          <a:latin typeface="Calibri"/>
                          <a:ea typeface="Calibri"/>
                          <a:cs typeface="Calibri"/>
                          <a:sym typeface="Calibri"/>
                          <a:hlinkClick r:id="rId4" action="ppaction://hlinksldjump">
                            <a:extLst>
                              <a:ext uri="{A12FA001-AC4F-418D-AE19-62706E023703}">
                                <ahyp:hlinkClr xmlns:ahyp="http://schemas.microsoft.com/office/drawing/2018/hyperlinkcolor" val="tx"/>
                              </a:ext>
                            </a:extLst>
                          </a:hlinkClick>
                        </a:rPr>
                        <a:t>Japan</a:t>
                      </a:r>
                      <a:endParaRPr sz="2400" b="1" u="none" strike="noStrike" cap="none" dirty="0">
                        <a:solidFill>
                          <a:srgbClr val="0070C0"/>
                        </a:solidFill>
                        <a:latin typeface="Calibri"/>
                        <a:cs typeface="Calibri"/>
                        <a:sym typeface="Calibri"/>
                      </a:endParaRPr>
                    </a:p>
                  </a:txBody>
                  <a:tcPr marL="0" marR="0" marT="0" marB="0" anchor="ctr"/>
                </a:tc>
                <a:extLst>
                  <a:ext uri="{0D108BD9-81ED-4DB2-BD59-A6C34878D82A}">
                    <a16:rowId xmlns:a16="http://schemas.microsoft.com/office/drawing/2014/main" val="10001"/>
                  </a:ext>
                </a:extLst>
              </a:tr>
              <a:tr h="397007">
                <a:tc>
                  <a:txBody>
                    <a:bodyPr/>
                    <a:lstStyle/>
                    <a:p>
                      <a:pPr marL="0" marR="0" lvl="0" indent="0" algn="ctr" rtl="0">
                        <a:spcBef>
                          <a:spcPts val="0"/>
                        </a:spcBef>
                        <a:spcAft>
                          <a:spcPts val="0"/>
                        </a:spcAft>
                        <a:buNone/>
                      </a:pPr>
                      <a:r>
                        <a:rPr lang="en-US" sz="2400" b="1" u="none" strike="noStrike" cap="none" dirty="0">
                          <a:solidFill>
                            <a:srgbClr val="00B050"/>
                          </a:solidFill>
                          <a:latin typeface="Calibri"/>
                          <a:ea typeface="Calibri"/>
                          <a:cs typeface="Calibri"/>
                          <a:sym typeface="Calibri"/>
                          <a:hlinkClick r:id="rId5" action="ppaction://hlinksldjump">
                            <a:extLst>
                              <a:ext uri="{A12FA001-AC4F-418D-AE19-62706E023703}">
                                <ahyp:hlinkClr xmlns:ahyp="http://schemas.microsoft.com/office/drawing/2018/hyperlinkcolor" val="tx"/>
                              </a:ext>
                            </a:extLst>
                          </a:hlinkClick>
                        </a:rPr>
                        <a:t>China</a:t>
                      </a:r>
                      <a:endParaRPr lang="en-US" altLang="ko-Kore-KR" sz="2400" b="1" u="none" strike="noStrike" cap="none" dirty="0">
                        <a:solidFill>
                          <a:srgbClr val="00B050"/>
                        </a:solidFill>
                        <a:latin typeface="Calibri"/>
                        <a:cs typeface="Calibri"/>
                        <a:sym typeface="Calibri"/>
                      </a:endParaRPr>
                    </a:p>
                  </a:txBody>
                  <a:tcPr marL="0" marR="0" marT="0" marB="0" anchor="ctr"/>
                </a:tc>
                <a:extLst>
                  <a:ext uri="{0D108BD9-81ED-4DB2-BD59-A6C34878D82A}">
                    <a16:rowId xmlns:a16="http://schemas.microsoft.com/office/drawing/2014/main" val="10002"/>
                  </a:ext>
                </a:extLst>
              </a:tr>
              <a:tr h="397007">
                <a:tc>
                  <a:txBody>
                    <a:bodyPr/>
                    <a:lstStyle/>
                    <a:p>
                      <a:pPr marL="0" marR="0" lvl="0" indent="0" algn="ctr" rtl="0">
                        <a:spcBef>
                          <a:spcPts val="0"/>
                        </a:spcBef>
                        <a:spcAft>
                          <a:spcPts val="0"/>
                        </a:spcAft>
                        <a:buNone/>
                      </a:pPr>
                      <a:r>
                        <a:rPr lang="en-US" sz="2400" b="1" u="none" strike="noStrike" cap="none" dirty="0">
                          <a:solidFill>
                            <a:srgbClr val="AA47F5"/>
                          </a:solidFill>
                          <a:latin typeface="Calibri"/>
                          <a:ea typeface="Calibri"/>
                          <a:cs typeface="Calibri"/>
                          <a:sym typeface="Calibri"/>
                          <a:hlinkClick r:id="rId6" action="ppaction://hlinksldjump">
                            <a:extLst>
                              <a:ext uri="{A12FA001-AC4F-418D-AE19-62706E023703}">
                                <ahyp:hlinkClr xmlns:ahyp="http://schemas.microsoft.com/office/drawing/2018/hyperlinkcolor" val="tx"/>
                              </a:ext>
                            </a:extLst>
                          </a:hlinkClick>
                        </a:rPr>
                        <a:t>SE Asia</a:t>
                      </a:r>
                      <a:endParaRPr lang="en-US" altLang="ko-Kore-KR" sz="2400" b="1" u="none" strike="noStrike" cap="none" dirty="0">
                        <a:solidFill>
                          <a:srgbClr val="AA47F5"/>
                        </a:solidFill>
                        <a:latin typeface="Calibri"/>
                        <a:cs typeface="Calibri"/>
                        <a:sym typeface="Calibri"/>
                      </a:endParaRPr>
                    </a:p>
                  </a:txBody>
                  <a:tcPr marL="0" marR="0" marT="0" marB="0" anchor="ctr"/>
                </a:tc>
                <a:extLst>
                  <a:ext uri="{0D108BD9-81ED-4DB2-BD59-A6C34878D82A}">
                    <a16:rowId xmlns:a16="http://schemas.microsoft.com/office/drawing/2014/main" val="10003"/>
                  </a:ext>
                </a:extLst>
              </a:tr>
              <a:tr h="403740">
                <a:tc>
                  <a:txBody>
                    <a:bodyPr/>
                    <a:lstStyle/>
                    <a:p>
                      <a:pPr marL="0" marR="0" lvl="0" indent="0" algn="ctr" rtl="0">
                        <a:spcBef>
                          <a:spcPts val="0"/>
                        </a:spcBef>
                        <a:spcAft>
                          <a:spcPts val="0"/>
                        </a:spcAft>
                        <a:buNone/>
                      </a:pPr>
                      <a:r>
                        <a:rPr lang="en-US" altLang="ko-Kore-KR" sz="2400" b="1" u="none" strike="noStrike" cap="none" dirty="0">
                          <a:solidFill>
                            <a:srgbClr val="FFC000"/>
                          </a:solidFill>
                          <a:latin typeface="Calibri"/>
                          <a:cs typeface="Calibri"/>
                          <a:sym typeface="Calibri"/>
                          <a:hlinkClick r:id="rId7" action="ppaction://hlinksldjump">
                            <a:extLst>
                              <a:ext uri="{A12FA001-AC4F-418D-AE19-62706E023703}">
                                <ahyp:hlinkClr xmlns:ahyp="http://schemas.microsoft.com/office/drawing/2018/hyperlinkcolor" val="tx"/>
                              </a:ext>
                            </a:extLst>
                          </a:hlinkClick>
                        </a:rPr>
                        <a:t>Oceania</a:t>
                      </a:r>
                      <a:endParaRPr lang="en-US" altLang="ko-Kore-KR" sz="2400" b="1" u="none" strike="noStrike" cap="none" dirty="0">
                        <a:solidFill>
                          <a:srgbClr val="FFC000"/>
                        </a:solidFill>
                        <a:latin typeface="Calibri"/>
                        <a:cs typeface="Calibri"/>
                        <a:sym typeface="Calibri"/>
                      </a:endParaRPr>
                    </a:p>
                  </a:txBody>
                  <a:tcPr marL="0" marR="0" marT="0" marB="0" anchor="ctr"/>
                </a:tc>
                <a:extLst>
                  <a:ext uri="{0D108BD9-81ED-4DB2-BD59-A6C34878D82A}">
                    <a16:rowId xmlns:a16="http://schemas.microsoft.com/office/drawing/2014/main" val="2949207752"/>
                  </a:ext>
                </a:extLst>
              </a:tr>
              <a:tr h="40374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2000" b="1" u="none" strike="noStrike" cap="none" dirty="0">
                          <a:solidFill>
                            <a:srgbClr val="002060"/>
                          </a:solidFill>
                          <a:latin typeface="Calibri"/>
                          <a:cs typeface="Calibri"/>
                          <a:sym typeface="Calibri"/>
                          <a:hlinkClick r:id="rId8" action="ppaction://hlinksldjump">
                            <a:extLst>
                              <a:ext uri="{A12FA001-AC4F-418D-AE19-62706E023703}">
                                <ahyp:hlinkClr xmlns:ahyp="http://schemas.microsoft.com/office/drawing/2018/hyperlinkcolor" val="tx"/>
                              </a:ext>
                            </a:extLst>
                          </a:hlinkClick>
                        </a:rPr>
                        <a:t>Mongo, ME Asia</a:t>
                      </a:r>
                      <a:endParaRPr lang="en-US" altLang="ko-Kore-KR" sz="2000" b="1" u="none" strike="noStrike" cap="none" dirty="0">
                        <a:solidFill>
                          <a:srgbClr val="002060"/>
                        </a:solidFill>
                        <a:latin typeface="Calibri"/>
                        <a:cs typeface="Calibri"/>
                        <a:sym typeface="Calibri"/>
                      </a:endParaRPr>
                    </a:p>
                  </a:txBody>
                  <a:tcPr marL="0" marR="0" marT="0" marB="0" anchor="ctr"/>
                </a:tc>
                <a:extLst>
                  <a:ext uri="{0D108BD9-81ED-4DB2-BD59-A6C34878D82A}">
                    <a16:rowId xmlns:a16="http://schemas.microsoft.com/office/drawing/2014/main" val="2503510456"/>
                  </a:ext>
                </a:extLst>
              </a:tr>
            </a:tbl>
          </a:graphicData>
        </a:graphic>
      </p:graphicFrame>
      <p:sp>
        <p:nvSpPr>
          <p:cNvPr id="89" name="Google Shape;89;p1">
            <a:hlinkClick r:id="rId9"/>
          </p:cNvPr>
          <p:cNvSpPr/>
          <p:nvPr/>
        </p:nvSpPr>
        <p:spPr>
          <a:xfrm>
            <a:off x="11947" y="-38794"/>
            <a:ext cx="2332054" cy="861734"/>
          </a:xfrm>
          <a:prstGeom prst="rect">
            <a:avLst/>
          </a:prstGeom>
          <a:noFill/>
          <a:ln>
            <a:noFill/>
          </a:ln>
        </p:spPr>
        <p:txBody>
          <a:bodyPr spcFirstLastPara="1" wrap="square" lIns="36000" tIns="45700" rIns="36000" bIns="45700" anchor="ctr" anchorCtr="0">
            <a:spAutoFit/>
          </a:bodyPr>
          <a:lstStyle/>
          <a:p>
            <a:pPr marL="0" marR="0" lvl="0" indent="0" rtl="0">
              <a:spcBef>
                <a:spcPts val="0"/>
              </a:spcBef>
              <a:spcAft>
                <a:spcPts val="0"/>
              </a:spcAft>
              <a:buNone/>
            </a:pPr>
            <a:r>
              <a:rPr lang="en-US"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BM DoHyeon OTF" panose="020B0600000101010101" pitchFamily="34" charset="-127"/>
                <a:cs typeface="Calibri"/>
                <a:sym typeface="Calibri"/>
                <a:hlinkClick r:id="rId10"/>
              </a:rPr>
              <a:t>A330</a:t>
            </a:r>
          </a:p>
          <a:p>
            <a:pPr marL="0" marR="0" lvl="0" indent="0" algn="ctr" rtl="0">
              <a:spcBef>
                <a:spcPts val="0"/>
              </a:spcBef>
              <a:spcAft>
                <a:spcPts val="0"/>
              </a:spcAft>
              <a:buNone/>
            </a:pPr>
            <a:r>
              <a:rPr lang="en-US" sz="3200"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BM DoHyeon OTF" panose="020B0600000101010101" pitchFamily="34" charset="-127"/>
                <a:cs typeface="Calibri"/>
                <a:sym typeface="Calibri"/>
                <a:hlinkClick r:id="rId10"/>
              </a:rPr>
              <a:t>KneeBoard</a:t>
            </a:r>
            <a:endParaRPr sz="3200"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BM DoHyeon OTF" panose="020B0600000101010101" pitchFamily="34" charset="-127"/>
              <a:cs typeface="Calibri"/>
              <a:sym typeface="Calibri"/>
            </a:endParaRPr>
          </a:p>
        </p:txBody>
      </p:sp>
      <p:graphicFrame>
        <p:nvGraphicFramePr>
          <p:cNvPr id="90" name="Google Shape;90;p1"/>
          <p:cNvGraphicFramePr/>
          <p:nvPr>
            <p:extLst>
              <p:ext uri="{D42A27DB-BD31-4B8C-83A1-F6EECF244321}">
                <p14:modId xmlns:p14="http://schemas.microsoft.com/office/powerpoint/2010/main" val="1772776687"/>
              </p:ext>
            </p:extLst>
          </p:nvPr>
        </p:nvGraphicFramePr>
        <p:xfrm>
          <a:off x="185895" y="3531746"/>
          <a:ext cx="1969476" cy="1947491"/>
        </p:xfrm>
        <a:graphic>
          <a:graphicData uri="http://schemas.openxmlformats.org/drawingml/2006/table">
            <a:tbl>
              <a:tblPr firstRow="1" bandRow="1">
                <a:noFill/>
                <a:tableStyleId>{A521BE36-7E6F-4EC9-8D66-1CF97A6895EC}</a:tableStyleId>
              </a:tblPr>
              <a:tblGrid>
                <a:gridCol w="984738">
                  <a:extLst>
                    <a:ext uri="{9D8B030D-6E8A-4147-A177-3AD203B41FA5}">
                      <a16:colId xmlns:a16="http://schemas.microsoft.com/office/drawing/2014/main" val="20000"/>
                    </a:ext>
                  </a:extLst>
                </a:gridCol>
                <a:gridCol w="984738">
                  <a:extLst>
                    <a:ext uri="{9D8B030D-6E8A-4147-A177-3AD203B41FA5}">
                      <a16:colId xmlns:a16="http://schemas.microsoft.com/office/drawing/2014/main" val="20001"/>
                    </a:ext>
                  </a:extLst>
                </a:gridCol>
              </a:tblGrid>
              <a:tr h="278213">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chemeClr val="tx1"/>
                          </a:solidFill>
                          <a:latin typeface="Calibri"/>
                          <a:ea typeface="Calibri"/>
                          <a:cs typeface="Calibri"/>
                          <a:sym typeface="Calibri"/>
                          <a:hlinkClick r:id="rId11" action="ppaction://hlinksldjump">
                            <a:extLst>
                              <a:ext uri="{A12FA001-AC4F-418D-AE19-62706E023703}">
                                <ahyp:hlinkClr xmlns:ahyp="http://schemas.microsoft.com/office/drawing/2018/hyperlinkcolor" val="tx"/>
                              </a:ext>
                            </a:extLst>
                          </a:hlinkClick>
                        </a:rPr>
                        <a:t>Differences</a:t>
                      </a:r>
                      <a:endParaRPr lang="en-US" altLang="ko-Kore-KR" sz="1400" b="1" u="none" strike="noStrike" cap="none" dirty="0">
                        <a:solidFill>
                          <a:schemeClr val="tx1"/>
                        </a:solidFill>
                        <a:latin typeface="Calibri"/>
                        <a:ea typeface="Calibri"/>
                        <a:cs typeface="Calibri"/>
                        <a:sym typeface="Calibri"/>
                      </a:endParaRPr>
                    </a:p>
                  </a:txBody>
                  <a:tcPr marL="91450" marR="91450" marT="0" marB="0" anchor="ctr"/>
                </a:tc>
                <a:tc hMerge="1">
                  <a:txBody>
                    <a:bodyPr/>
                    <a:lstStyle/>
                    <a:p>
                      <a:endParaRPr lang="ko-Kore-KR" altLang="en-US"/>
                    </a:p>
                  </a:txBody>
                  <a:tcPr/>
                </a:tc>
                <a:extLst>
                  <a:ext uri="{0D108BD9-81ED-4DB2-BD59-A6C34878D82A}">
                    <a16:rowId xmlns:a16="http://schemas.microsoft.com/office/drawing/2014/main" val="1728321702"/>
                  </a:ext>
                </a:extLst>
              </a:tr>
              <a:tr h="278213">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rgbClr val="7030A0"/>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FUEL Consumption</a:t>
                      </a:r>
                      <a:endParaRPr lang="en-US" altLang="ko-Kore-KR" sz="1400" b="1" u="none" strike="noStrike" cap="none" dirty="0">
                        <a:solidFill>
                          <a:srgbClr val="7030A0"/>
                        </a:solidFill>
                        <a:latin typeface="Calibri"/>
                        <a:ea typeface="Calibri"/>
                        <a:cs typeface="Calibri"/>
                        <a:sym typeface="Calibri"/>
                      </a:endParaRPr>
                    </a:p>
                  </a:txBody>
                  <a:tcPr marL="91450" marR="91450" marT="0" marB="0" anchor="ctr"/>
                </a:tc>
                <a:tc hMerge="1">
                  <a:txBody>
                    <a:bodyPr/>
                    <a:lstStyle/>
                    <a:p>
                      <a:endParaRPr lang="ko-Kore-KR" altLang="en-US"/>
                    </a:p>
                  </a:txBody>
                  <a:tcPr/>
                </a:tc>
                <a:extLst>
                  <a:ext uri="{0D108BD9-81ED-4DB2-BD59-A6C34878D82A}">
                    <a16:rowId xmlns:a16="http://schemas.microsoft.com/office/drawing/2014/main" val="966151611"/>
                  </a:ext>
                </a:extLst>
              </a:tr>
              <a:tr h="278213">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rgbClr val="7030A0"/>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LP Aircon/ HP StartUnit</a:t>
                      </a:r>
                      <a:r>
                        <a:rPr lang="en-US" altLang="ko-Kore-KR" sz="1400" b="1" u="none" strike="noStrike" cap="none" dirty="0">
                          <a:solidFill>
                            <a:srgbClr val="7030A0"/>
                          </a:solidFill>
                          <a:latin typeface="Calibri"/>
                          <a:ea typeface="Calibri"/>
                          <a:cs typeface="Calibri"/>
                          <a:sym typeface="Calibri"/>
                        </a:rPr>
                        <a:t> </a:t>
                      </a:r>
                    </a:p>
                  </a:txBody>
                  <a:tcPr marL="91450" marR="91450" marT="0" marB="0" anchor="ctr"/>
                </a:tc>
                <a:tc hMerge="1">
                  <a:txBody>
                    <a:bodyPr/>
                    <a:lstStyle/>
                    <a:p>
                      <a:endParaRPr lang="ko-Kore-KR" altLang="en-US"/>
                    </a:p>
                  </a:txBody>
                  <a:tcPr/>
                </a:tc>
                <a:extLst>
                  <a:ext uri="{0D108BD9-81ED-4DB2-BD59-A6C34878D82A}">
                    <a16:rowId xmlns:a16="http://schemas.microsoft.com/office/drawing/2014/main" val="211395324"/>
                  </a:ext>
                </a:extLst>
              </a:tr>
              <a:tr h="278213">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rgbClr val="0070C0"/>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Cold Temp Correction</a:t>
                      </a:r>
                      <a:endParaRPr lang="en-US" altLang="ko-Kore-KR" sz="1400" b="1" u="none" strike="noStrike" cap="none" dirty="0">
                        <a:solidFill>
                          <a:srgbClr val="0070C0"/>
                        </a:solidFill>
                        <a:latin typeface="Calibri"/>
                        <a:ea typeface="Calibri"/>
                        <a:cs typeface="Calibri"/>
                        <a:sym typeface="Calibri"/>
                      </a:endParaRPr>
                    </a:p>
                  </a:txBody>
                  <a:tcPr marL="91450" marR="91450" marT="0" marB="0" anchor="ctr"/>
                </a:tc>
                <a:tc hMerge="1">
                  <a:txBody>
                    <a:bodyPr/>
                    <a:lstStyle/>
                    <a:p>
                      <a:endParaRPr lang="ko-Kore-KR"/>
                    </a:p>
                  </a:txBody>
                  <a:tcPr/>
                </a:tc>
                <a:extLst>
                  <a:ext uri="{0D108BD9-81ED-4DB2-BD59-A6C34878D82A}">
                    <a16:rowId xmlns:a16="http://schemas.microsoft.com/office/drawing/2014/main" val="10002"/>
                  </a:ext>
                </a:extLst>
              </a:tr>
              <a:tr h="278213">
                <a:tc gridSpan="2">
                  <a:txBody>
                    <a:bodyPr/>
                    <a:lstStyle/>
                    <a:p>
                      <a:pPr marL="0" marR="0" lvl="0" indent="0" algn="ctr" rtl="0">
                        <a:spcBef>
                          <a:spcPts val="0"/>
                        </a:spcBef>
                        <a:spcAft>
                          <a:spcPts val="0"/>
                        </a:spcAft>
                        <a:buNone/>
                      </a:pPr>
                      <a:r>
                        <a:rPr lang="en-US" sz="1400" b="1" u="none" strike="noStrike" cap="none" dirty="0">
                          <a:solidFill>
                            <a:srgbClr val="0070C0"/>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Cold </a:t>
                      </a:r>
                      <a:r>
                        <a:rPr lang="en-US" sz="1400" b="1" u="none" strike="noStrike" cap="none" dirty="0" err="1">
                          <a:solidFill>
                            <a:srgbClr val="0070C0"/>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Wx</a:t>
                      </a:r>
                      <a:r>
                        <a:rPr lang="en-US" sz="1400" b="1" u="none" strike="noStrike" cap="none" dirty="0">
                          <a:solidFill>
                            <a:srgbClr val="0070C0"/>
                          </a:solidFill>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 Operation</a:t>
                      </a:r>
                      <a:endParaRPr sz="1400" b="1" u="none" strike="noStrike" cap="none" dirty="0">
                        <a:solidFill>
                          <a:srgbClr val="0070C0"/>
                        </a:solidFill>
                        <a:latin typeface="Calibri"/>
                        <a:ea typeface="Calibri"/>
                        <a:cs typeface="Calibri"/>
                        <a:sym typeface="Calibri"/>
                      </a:endParaRPr>
                    </a:p>
                  </a:txBody>
                  <a:tcPr marL="91450" marR="91450" marT="0" marB="0" anchor="ctr"/>
                </a:tc>
                <a:tc hMerge="1">
                  <a:txBody>
                    <a:bodyPr/>
                    <a:lstStyle/>
                    <a:p>
                      <a:endParaRPr lang="ko-Kore-KR"/>
                    </a:p>
                  </a:txBody>
                  <a:tcPr/>
                </a:tc>
                <a:extLst>
                  <a:ext uri="{0D108BD9-81ED-4DB2-BD59-A6C34878D82A}">
                    <a16:rowId xmlns:a16="http://schemas.microsoft.com/office/drawing/2014/main" val="10003"/>
                  </a:ext>
                </a:extLst>
              </a:tr>
              <a:tr h="278213">
                <a:tc>
                  <a:txBody>
                    <a:bodyPr/>
                    <a:lstStyle/>
                    <a:p>
                      <a:pPr marL="0" marR="0" lvl="0" indent="0" algn="ctr" rtl="0">
                        <a:spcBef>
                          <a:spcPts val="0"/>
                        </a:spcBef>
                        <a:spcAft>
                          <a:spcPts val="0"/>
                        </a:spcAft>
                        <a:buNone/>
                      </a:pPr>
                      <a:r>
                        <a:rPr lang="en-US" sz="1200" b="1" u="none" strike="noStrike" cap="none" dirty="0">
                          <a:solidFill>
                            <a:srgbClr val="0070C0"/>
                          </a:solidFill>
                          <a:latin typeface="Calibri"/>
                          <a:ea typeface="Calibri"/>
                          <a:cs typeface="Calibri"/>
                          <a:sym typeface="Calibri"/>
                          <a:hlinkClick r:id="rId16" action="ppaction://hlinksldjump">
                            <a:extLst>
                              <a:ext uri="{A12FA001-AC4F-418D-AE19-62706E023703}">
                                <ahyp:hlinkClr xmlns:ahyp="http://schemas.microsoft.com/office/drawing/2018/hyperlinkcolor" val="tx"/>
                              </a:ext>
                            </a:extLst>
                          </a:hlinkClick>
                        </a:rPr>
                        <a:t>ENG ON </a:t>
                      </a:r>
                      <a:r>
                        <a:rPr lang="en-US" sz="900" b="1" u="none" strike="noStrike" cap="none" dirty="0">
                          <a:solidFill>
                            <a:srgbClr val="0070C0"/>
                          </a:solidFill>
                          <a:latin typeface="Calibri"/>
                          <a:ea typeface="Calibri"/>
                          <a:cs typeface="Calibri"/>
                          <a:sym typeface="Calibri"/>
                          <a:hlinkClick r:id="rId16" action="ppaction://hlinksldjump">
                            <a:extLst>
                              <a:ext uri="{A12FA001-AC4F-418D-AE19-62706E023703}">
                                <ahyp:hlinkClr xmlns:ahyp="http://schemas.microsoft.com/office/drawing/2018/hyperlinkcolor" val="tx"/>
                              </a:ext>
                            </a:extLst>
                          </a:hlinkClick>
                        </a:rPr>
                        <a:t>Deicing</a:t>
                      </a:r>
                      <a:endParaRPr sz="1200" b="1" u="none" strike="noStrike" cap="none" dirty="0">
                        <a:solidFill>
                          <a:srgbClr val="0070C0"/>
                        </a:solidFill>
                        <a:latin typeface="Calibri"/>
                        <a:ea typeface="Calibri"/>
                        <a:cs typeface="Calibri"/>
                        <a:sym typeface="Calibri"/>
                      </a:endParaRPr>
                    </a:p>
                  </a:txBody>
                  <a:tcPr marL="36000" marR="36000" marT="0" marB="0" anchor="ctr"/>
                </a:tc>
                <a:tc>
                  <a:txBody>
                    <a:bodyPr/>
                    <a:lstStyle/>
                    <a:p>
                      <a:pPr marL="0" marR="0" lvl="0" indent="0" algn="ctr" rtl="0">
                        <a:spcBef>
                          <a:spcPts val="0"/>
                        </a:spcBef>
                        <a:spcAft>
                          <a:spcPts val="0"/>
                        </a:spcAft>
                        <a:buNone/>
                      </a:pPr>
                      <a:r>
                        <a:rPr lang="en-US" sz="1200" b="1" u="none" strike="noStrike" cap="none" dirty="0">
                          <a:solidFill>
                            <a:srgbClr val="0070C0"/>
                          </a:solidFill>
                          <a:latin typeface="Calibri"/>
                          <a:ea typeface="Calibri"/>
                          <a:cs typeface="Calibri"/>
                          <a:sym typeface="Calibri"/>
                          <a:hlinkClick r:id="rId17" action="ppaction://hlinksldjump">
                            <a:extLst>
                              <a:ext uri="{A12FA001-AC4F-418D-AE19-62706E023703}">
                                <ahyp:hlinkClr xmlns:ahyp="http://schemas.microsoft.com/office/drawing/2018/hyperlinkcolor" val="tx"/>
                              </a:ext>
                            </a:extLst>
                          </a:hlinkClick>
                        </a:rPr>
                        <a:t>ENG OFF</a:t>
                      </a:r>
                      <a:r>
                        <a:rPr lang="en-US" sz="900" b="1" u="none" strike="noStrike" cap="none" dirty="0">
                          <a:solidFill>
                            <a:srgbClr val="0070C0"/>
                          </a:solidFill>
                          <a:latin typeface="Calibri"/>
                          <a:ea typeface="Calibri"/>
                          <a:cs typeface="Calibri"/>
                          <a:sym typeface="Calibri"/>
                          <a:hlinkClick r:id="rId17" action="ppaction://hlinksldjump">
                            <a:extLst>
                              <a:ext uri="{A12FA001-AC4F-418D-AE19-62706E023703}">
                                <ahyp:hlinkClr xmlns:ahyp="http://schemas.microsoft.com/office/drawing/2018/hyperlinkcolor" val="tx"/>
                              </a:ext>
                            </a:extLst>
                          </a:hlinkClick>
                        </a:rPr>
                        <a:t>Deicing</a:t>
                      </a:r>
                      <a:endParaRPr sz="1200" b="1" u="none" strike="noStrike" cap="none" dirty="0">
                        <a:solidFill>
                          <a:srgbClr val="0070C0"/>
                        </a:solidFill>
                        <a:latin typeface="Calibri"/>
                        <a:ea typeface="Calibri"/>
                        <a:cs typeface="Calibri"/>
                        <a:sym typeface="Calibri"/>
                      </a:endParaRPr>
                    </a:p>
                  </a:txBody>
                  <a:tcPr marL="36000" marR="36000" marT="0" marB="0" anchor="ctr"/>
                </a:tc>
                <a:extLst>
                  <a:ext uri="{0D108BD9-81ED-4DB2-BD59-A6C34878D82A}">
                    <a16:rowId xmlns:a16="http://schemas.microsoft.com/office/drawing/2014/main" val="10004"/>
                  </a:ext>
                </a:extLst>
              </a:tr>
              <a:tr h="278213">
                <a:tc>
                  <a:txBody>
                    <a:bodyPr/>
                    <a:lstStyle/>
                    <a:p>
                      <a:pPr marL="0" marR="0" lvl="0" indent="0" algn="ctr" rtl="0">
                        <a:spcBef>
                          <a:spcPts val="0"/>
                        </a:spcBef>
                        <a:spcAft>
                          <a:spcPts val="0"/>
                        </a:spcAft>
                        <a:buNone/>
                      </a:pPr>
                      <a:r>
                        <a:rPr lang="en-US" sz="1400" b="1" u="none" strike="noStrike" cap="none" dirty="0">
                          <a:solidFill>
                            <a:srgbClr val="F28943"/>
                          </a:solidFill>
                          <a:latin typeface="Calibri"/>
                          <a:ea typeface="Calibri"/>
                          <a:cs typeface="Calibri"/>
                          <a:sym typeface="Calibri"/>
                          <a:hlinkClick r:id="rId18" action="ppaction://hlinksldjump">
                            <a:extLst>
                              <a:ext uri="{A12FA001-AC4F-418D-AE19-62706E023703}">
                                <ahyp:hlinkClr xmlns:ahyp="http://schemas.microsoft.com/office/drawing/2018/hyperlinkcolor" val="tx"/>
                              </a:ext>
                            </a:extLst>
                          </a:hlinkClick>
                        </a:rPr>
                        <a:t>QRH</a:t>
                      </a:r>
                      <a:endParaRPr sz="1400" b="1" u="none" strike="noStrike" cap="none" dirty="0">
                        <a:solidFill>
                          <a:srgbClr val="F28943"/>
                        </a:solidFill>
                        <a:latin typeface="Calibri"/>
                        <a:ea typeface="Calibri"/>
                        <a:cs typeface="Calibri"/>
                        <a:sym typeface="Calibri"/>
                      </a:endParaRPr>
                    </a:p>
                  </a:txBody>
                  <a:tcPr marL="36000" marR="36000" marT="0" marB="0" anchor="ctr"/>
                </a:tc>
                <a:tc>
                  <a:txBody>
                    <a:bodyPr/>
                    <a:lstStyle/>
                    <a:p>
                      <a:pPr marL="0" marR="0" lvl="0" indent="0" algn="ctr" rtl="0">
                        <a:spcBef>
                          <a:spcPts val="0"/>
                        </a:spcBef>
                        <a:spcAft>
                          <a:spcPts val="0"/>
                        </a:spcAft>
                        <a:buNone/>
                      </a:pPr>
                      <a:r>
                        <a:rPr lang="en-US" sz="1400" b="1" u="none" strike="noStrike" cap="none" dirty="0">
                          <a:solidFill>
                            <a:schemeClr val="bg2"/>
                          </a:solidFill>
                          <a:latin typeface="Calibri"/>
                          <a:ea typeface="Calibri"/>
                          <a:cs typeface="Calibri"/>
                          <a:sym typeface="Calibri"/>
                          <a:hlinkClick r:id="rId19" action="ppaction://hlinksldjump"/>
                        </a:rPr>
                        <a:t>RESET</a:t>
                      </a:r>
                      <a:endParaRPr sz="1400" b="1" u="none" strike="noStrike" cap="none" dirty="0">
                        <a:solidFill>
                          <a:schemeClr val="bg2"/>
                        </a:solidFill>
                        <a:latin typeface="Calibri"/>
                        <a:ea typeface="Calibri"/>
                        <a:cs typeface="Calibri"/>
                        <a:sym typeface="Calibri"/>
                      </a:endParaRPr>
                    </a:p>
                  </a:txBody>
                  <a:tcPr marL="36000" marR="36000" marT="0" marB="0" anchor="ctr"/>
                </a:tc>
                <a:extLst>
                  <a:ext uri="{0D108BD9-81ED-4DB2-BD59-A6C34878D82A}">
                    <a16:rowId xmlns:a16="http://schemas.microsoft.com/office/drawing/2014/main" val="2972723870"/>
                  </a:ext>
                </a:extLst>
              </a:tr>
            </a:tbl>
          </a:graphicData>
        </a:graphic>
      </p:graphicFrame>
      <p:sp>
        <p:nvSpPr>
          <p:cNvPr id="91" name="Google Shape;91;p1"/>
          <p:cNvSpPr txBox="1"/>
          <p:nvPr/>
        </p:nvSpPr>
        <p:spPr>
          <a:xfrm>
            <a:off x="1384420" y="818320"/>
            <a:ext cx="92060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dirty="0">
                <a:solidFill>
                  <a:schemeClr val="dk1"/>
                </a:solidFill>
                <a:latin typeface="Calibri"/>
                <a:ea typeface="Calibri"/>
                <a:cs typeface="Calibri"/>
                <a:sym typeface="Calibri"/>
              </a:rPr>
              <a:t>by </a:t>
            </a:r>
            <a:r>
              <a:rPr lang="en-US" sz="1000" b="1" i="0" u="none" strike="noStrike" cap="none" dirty="0" err="1">
                <a:solidFill>
                  <a:schemeClr val="dk1"/>
                </a:solidFill>
                <a:latin typeface="Calibri"/>
                <a:ea typeface="Calibri"/>
                <a:cs typeface="Calibri"/>
                <a:sym typeface="Calibri"/>
              </a:rPr>
              <a:t>Flyingdeuk</a:t>
            </a:r>
            <a:endParaRPr sz="1000" b="1" dirty="0">
              <a:solidFill>
                <a:schemeClr val="dk1"/>
              </a:solidFill>
              <a:latin typeface="Calibri"/>
              <a:ea typeface="Calibri"/>
              <a:cs typeface="Calibri"/>
              <a:sym typeface="Calibri"/>
            </a:endParaRPr>
          </a:p>
        </p:txBody>
      </p:sp>
      <p:sp>
        <p:nvSpPr>
          <p:cNvPr id="92" name="Google Shape;92;p1"/>
          <p:cNvSpPr txBox="1"/>
          <p:nvPr/>
        </p:nvSpPr>
        <p:spPr>
          <a:xfrm>
            <a:off x="1437992" y="58256"/>
            <a:ext cx="1025795"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rgbClr val="0070C0"/>
                </a:solidFill>
                <a:latin typeface="Calibri"/>
                <a:ea typeface="Calibri"/>
                <a:cs typeface="Calibri"/>
                <a:sym typeface="Calibri"/>
              </a:rPr>
              <a:t>VER. </a:t>
            </a:r>
            <a:r>
              <a:rPr lang="en-US" sz="1100" b="1">
                <a:solidFill>
                  <a:srgbClr val="0070C0"/>
                </a:solidFill>
                <a:latin typeface="Calibri"/>
                <a:ea typeface="Calibri"/>
                <a:cs typeface="Calibri"/>
                <a:sym typeface="Calibri"/>
              </a:rPr>
              <a:t>25.</a:t>
            </a:r>
            <a:r>
              <a:rPr lang="en-US" altLang="ko-KR" sz="1100" b="1">
                <a:solidFill>
                  <a:srgbClr val="0070C0"/>
                </a:solidFill>
                <a:latin typeface="Calibri"/>
                <a:ea typeface="Calibri"/>
                <a:cs typeface="Calibri"/>
                <a:sym typeface="Calibri"/>
              </a:rPr>
              <a:t>6</a:t>
            </a:r>
            <a:r>
              <a:rPr lang="en-US" sz="1100" b="1">
                <a:solidFill>
                  <a:srgbClr val="0070C0"/>
                </a:solidFill>
                <a:latin typeface="Calibri"/>
                <a:ea typeface="Calibri"/>
                <a:cs typeface="Calibri"/>
                <a:sym typeface="Calibri"/>
              </a:rPr>
              <a:t>.</a:t>
            </a:r>
            <a:r>
              <a:rPr lang="en-US" altLang="ko-KR" sz="1100" b="1">
                <a:solidFill>
                  <a:srgbClr val="0070C0"/>
                </a:solidFill>
                <a:latin typeface="Calibri"/>
                <a:ea typeface="Calibri"/>
                <a:cs typeface="Calibri"/>
                <a:sym typeface="Calibri"/>
              </a:rPr>
              <a:t>18</a:t>
            </a:r>
            <a:endParaRPr sz="1100" b="1" dirty="0">
              <a:solidFill>
                <a:srgbClr val="0070C0"/>
              </a:solidFill>
              <a:latin typeface="Calibri"/>
              <a:ea typeface="Calibri"/>
              <a:cs typeface="Calibri"/>
              <a:sym typeface="Calibri"/>
            </a:endParaRPr>
          </a:p>
        </p:txBody>
      </p:sp>
      <p:sp>
        <p:nvSpPr>
          <p:cNvPr id="2" name="TextBox 1">
            <a:extLst>
              <a:ext uri="{FF2B5EF4-FFF2-40B4-BE49-F238E27FC236}">
                <a16:creationId xmlns:a16="http://schemas.microsoft.com/office/drawing/2014/main" id="{0057724C-88B0-A932-6665-9CCC34DC2660}"/>
              </a:ext>
            </a:extLst>
          </p:cNvPr>
          <p:cNvSpPr txBox="1"/>
          <p:nvPr/>
        </p:nvSpPr>
        <p:spPr>
          <a:xfrm>
            <a:off x="84097" y="808050"/>
            <a:ext cx="1393563" cy="246221"/>
          </a:xfrm>
          <a:prstGeom prst="rect">
            <a:avLst/>
          </a:prstGeom>
          <a:noFill/>
        </p:spPr>
        <p:txBody>
          <a:bodyPr wrap="square" rtlCol="0">
            <a:spAutoFit/>
          </a:bodyPr>
          <a:lstStyle/>
          <a:p>
            <a:r>
              <a:rPr lang="en-US" altLang="ko-Kore-KR" sz="1000" u="none" strike="noStrike" cap="none" dirty="0">
                <a:latin typeface="Calibri"/>
                <a:ea typeface="Calibri"/>
                <a:cs typeface="Calibri"/>
                <a:sym typeface="Calibri"/>
              </a:rPr>
              <a:t>☝️ </a:t>
            </a:r>
            <a:r>
              <a:rPr kumimoji="1" lang="en-US" altLang="ko-Kore-KR" sz="900" b="1" u="sng" dirty="0">
                <a:solidFill>
                  <a:schemeClr val="accent1"/>
                </a:solidFill>
              </a:rPr>
              <a:t>Click for Update</a:t>
            </a:r>
            <a:endParaRPr kumimoji="1" lang="ko-Kore-KR" altLang="en-US" sz="900" b="1" u="sng" dirty="0">
              <a:solidFill>
                <a:schemeClr val="accent1"/>
              </a:solidFill>
            </a:endParaRPr>
          </a:p>
        </p:txBody>
      </p:sp>
    </p:spTree>
    <p:extLst>
      <p:ext uri="{BB962C8B-B14F-4D97-AF65-F5344CB8AC3E}">
        <p14:creationId xmlns:p14="http://schemas.microsoft.com/office/powerpoint/2010/main" val="1783952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1984622410"/>
              </p:ext>
            </p:extLst>
          </p:nvPr>
        </p:nvGraphicFramePr>
        <p:xfrm>
          <a:off x="98101" y="132865"/>
          <a:ext cx="2132650" cy="4096062"/>
        </p:xfrm>
        <a:graphic>
          <a:graphicData uri="http://schemas.openxmlformats.org/drawingml/2006/table">
            <a:tbl>
              <a:tblPr firstRow="1" bandRow="1">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972615961"/>
                    </a:ext>
                  </a:extLst>
                </a:gridCol>
              </a:tblGrid>
              <a:tr h="948086">
                <a:tc gridSpan="2">
                  <a:txBody>
                    <a:bodyPr/>
                    <a:lstStyle/>
                    <a:p>
                      <a:pPr marL="0" marR="0" lvl="0" indent="0" algn="ctr" rtl="0">
                        <a:spcBef>
                          <a:spcPts val="0"/>
                        </a:spcBef>
                        <a:spcAft>
                          <a:spcPts val="0"/>
                        </a:spcAft>
                        <a:buNone/>
                      </a:pPr>
                      <a:r>
                        <a:rPr lang="en-US" sz="2800" b="1" u="none" strike="noStrike" cap="none" dirty="0">
                          <a:solidFill>
                            <a:schemeClr val="tx1"/>
                          </a:solidFill>
                          <a:sym typeface="Calibri"/>
                        </a:rPr>
                        <a:t>Domestic</a:t>
                      </a:r>
                      <a:endParaRPr sz="2800" b="1" u="none" strike="noStrike" cap="none" dirty="0">
                        <a:solidFill>
                          <a:schemeClr val="tx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786994">
                <a:tc>
                  <a:txBody>
                    <a:bodyPr/>
                    <a:lstStyle/>
                    <a:p>
                      <a:pPr marL="0" marR="0" lvl="0" indent="0" algn="ctr" rtl="0">
                        <a:spcBef>
                          <a:spcPts val="0"/>
                        </a:spcBef>
                        <a:spcAft>
                          <a:spcPts val="0"/>
                        </a:spcAft>
                        <a:buNone/>
                      </a:pPr>
                      <a:r>
                        <a:rPr lang="en-US" sz="2000" b="1" i="0" u="none" strike="noStrike" cap="none" dirty="0">
                          <a:solidFill>
                            <a:schemeClr val="bg1"/>
                          </a:solidFill>
                          <a:latin typeface="Calibri" panose="020F0502020204030204" pitchFamily="34" charset="0"/>
                          <a:ea typeface="+mj-ea"/>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sz="2000" b="1" i="0" u="none" strike="noStrike" cap="none" dirty="0">
                        <a:solidFill>
                          <a:schemeClr val="bg1"/>
                        </a:solidFill>
                        <a:latin typeface="Calibri" panose="020F0502020204030204" pitchFamily="34" charset="0"/>
                        <a:ea typeface="+mj-ea"/>
                        <a:cs typeface="Calibri" panose="020F0502020204030204" pitchFamily="34" charset="0"/>
                        <a:sym typeface="Calibri"/>
                      </a:endParaRPr>
                    </a:p>
                  </a:txBody>
                  <a:tcPr marL="0" marR="0" marT="0" marB="0" anchor="ctr"/>
                </a:tc>
                <a:tc>
                  <a:txBody>
                    <a:bodyPr/>
                    <a:lstStyle/>
                    <a:p>
                      <a:pPr marL="0" marR="0" lvl="0" indent="0" algn="ctr" rtl="0">
                        <a:spcBef>
                          <a:spcPts val="0"/>
                        </a:spcBef>
                        <a:spcAft>
                          <a:spcPts val="0"/>
                        </a:spcAft>
                        <a:buNone/>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0"/>
                  </a:ext>
                </a:extLst>
              </a:tr>
              <a:tr h="786994">
                <a:tc>
                  <a:txBody>
                    <a:bodyPr/>
                    <a:lstStyle/>
                    <a:p>
                      <a:pPr marL="0" marR="0" lvl="0" indent="0" algn="ctr" rtl="0">
                        <a:spcBef>
                          <a:spcPts val="0"/>
                        </a:spcBef>
                        <a:spcAft>
                          <a:spcPts val="0"/>
                        </a:spcAft>
                        <a:buNone/>
                      </a:pPr>
                      <a:r>
                        <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GMP</a:t>
                      </a:r>
                      <a:endPar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1"/>
                  </a:ext>
                </a:extLst>
              </a:tr>
              <a:tr h="78699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5"/>
                  </a:ext>
                </a:extLst>
              </a:tr>
              <a:tr h="78699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7"/>
                  </a:ext>
                </a:extLst>
              </a:tr>
            </a:tbl>
          </a:graphicData>
        </a:graphic>
      </p:graphicFrame>
      <p:graphicFrame>
        <p:nvGraphicFramePr>
          <p:cNvPr id="90" name="Google Shape;90;p1"/>
          <p:cNvGraphicFramePr/>
          <p:nvPr>
            <p:extLst>
              <p:ext uri="{D42A27DB-BD31-4B8C-83A1-F6EECF244321}">
                <p14:modId xmlns:p14="http://schemas.microsoft.com/office/powerpoint/2010/main" val="1398689169"/>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ECFD93F4-8434-FE54-31C3-BD68508B755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826172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972228931"/>
              </p:ext>
            </p:extLst>
          </p:nvPr>
        </p:nvGraphicFramePr>
        <p:xfrm>
          <a:off x="0" y="-1"/>
          <a:ext cx="2328875" cy="376285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50342">
                <a:tc>
                  <a:txBody>
                    <a:bodyPr/>
                    <a:lstStyle/>
                    <a:p>
                      <a:pPr marL="0" marR="0" lvl="0" indent="0" algn="l" rtl="0">
                        <a:spcBef>
                          <a:spcPts val="0"/>
                        </a:spcBef>
                        <a:spcAft>
                          <a:spcPts val="0"/>
                        </a:spcAft>
                        <a:buNone/>
                      </a:pPr>
                      <a:r>
                        <a:rPr lang="en-US" sz="1100" b="1" dirty="0">
                          <a:latin typeface="Calibri"/>
                          <a:ea typeface="Calibri"/>
                          <a:cs typeface="Calibri"/>
                          <a:sym typeface="Calibri"/>
                        </a:rPr>
                        <a:t>WELCOME PA</a:t>
                      </a:r>
                      <a:r>
                        <a:rPr lang="ko-KR" altLang="en-US" sz="1100" b="1" dirty="0">
                          <a:latin typeface="Calibri"/>
                          <a:ea typeface="Calibri"/>
                          <a:cs typeface="Calibri"/>
                          <a:sym typeface="Calibri"/>
                        </a:rPr>
                        <a:t> </a:t>
                      </a:r>
                      <a:r>
                        <a:rPr lang="en-US" altLang="ko-KR" sz="600" b="1" dirty="0">
                          <a:solidFill>
                            <a:srgbClr val="FFC000"/>
                          </a:solidFill>
                          <a:latin typeface="+mn-ea"/>
                          <a:ea typeface="+mn-ea"/>
                          <a:cs typeface="Calibri"/>
                          <a:sym typeface="Calibri"/>
                        </a:rPr>
                        <a:t>(10</a:t>
                      </a:r>
                      <a:r>
                        <a:rPr lang="ko-KR" altLang="en-US" sz="600" b="1" dirty="0" err="1">
                          <a:solidFill>
                            <a:srgbClr val="FFC000"/>
                          </a:solidFill>
                          <a:latin typeface="+mn-ea"/>
                          <a:ea typeface="+mn-ea"/>
                          <a:cs typeface="Calibri"/>
                          <a:sym typeface="Calibri"/>
                        </a:rPr>
                        <a:t>분이상</a:t>
                      </a:r>
                      <a:r>
                        <a:rPr lang="ko-KR" altLang="en-US" sz="600" b="1" dirty="0">
                          <a:solidFill>
                            <a:srgbClr val="FFC000"/>
                          </a:solidFill>
                          <a:latin typeface="+mn-ea"/>
                          <a:ea typeface="+mn-ea"/>
                          <a:cs typeface="Calibri"/>
                          <a:sym typeface="Calibri"/>
                        </a:rPr>
                        <a:t> 지연 </a:t>
                      </a:r>
                      <a:r>
                        <a:rPr lang="en-US" altLang="ko-KR" sz="600" b="1" dirty="0">
                          <a:solidFill>
                            <a:srgbClr val="FFC000"/>
                          </a:solidFill>
                          <a:latin typeface="+mn-ea"/>
                          <a:ea typeface="+mn-ea"/>
                          <a:cs typeface="Calibri"/>
                          <a:sym typeface="Calibri"/>
                        </a:rPr>
                        <a:t>or</a:t>
                      </a:r>
                      <a:r>
                        <a:rPr lang="ko-KR" altLang="en-US" sz="600" b="1" dirty="0">
                          <a:solidFill>
                            <a:srgbClr val="FFC000"/>
                          </a:solidFill>
                          <a:latin typeface="+mn-ea"/>
                          <a:ea typeface="+mn-ea"/>
                          <a:cs typeface="Calibri"/>
                          <a:sym typeface="Calibri"/>
                        </a:rPr>
                        <a:t> </a:t>
                      </a:r>
                      <a:r>
                        <a:rPr lang="ko-KR" altLang="en-US" sz="600" b="1" dirty="0" err="1">
                          <a:solidFill>
                            <a:srgbClr val="FFC000"/>
                          </a:solidFill>
                          <a:latin typeface="+mn-ea"/>
                          <a:ea typeface="+mn-ea"/>
                          <a:cs typeface="Calibri"/>
                          <a:sym typeface="Calibri"/>
                        </a:rPr>
                        <a:t>예상시</a:t>
                      </a:r>
                      <a:r>
                        <a:rPr lang="ko-KR" altLang="en-US" sz="600" b="1" dirty="0">
                          <a:solidFill>
                            <a:srgbClr val="FFC000"/>
                          </a:solidFill>
                          <a:latin typeface="+mn-ea"/>
                          <a:ea typeface="+mn-ea"/>
                          <a:cs typeface="Calibri"/>
                          <a:sym typeface="Calibri"/>
                        </a:rPr>
                        <a:t> 지연 방송</a:t>
                      </a:r>
                      <a:r>
                        <a:rPr lang="en-US" altLang="ko-KR" sz="600" b="1" dirty="0">
                          <a:solidFill>
                            <a:srgbClr val="FFC000"/>
                          </a:solidFill>
                          <a:latin typeface="+mn-ea"/>
                          <a:ea typeface="+mn-ea"/>
                          <a:cs typeface="Calibri"/>
                          <a:sym typeface="Calibri"/>
                        </a:rPr>
                        <a:t>)</a:t>
                      </a:r>
                      <a:r>
                        <a:rPr lang="ko-KR" altLang="en-US" sz="800" b="1" dirty="0">
                          <a:latin typeface="+mn-ea"/>
                          <a:ea typeface="+mn-ea"/>
                          <a:cs typeface="Calibri"/>
                          <a:sym typeface="Calibri"/>
                        </a:rPr>
                        <a:t> </a:t>
                      </a:r>
                      <a:endParaRPr sz="1100" b="1" dirty="0">
                        <a:latin typeface="+mn-ea"/>
                        <a:ea typeface="+mn-ea"/>
                        <a:cs typeface="Calibri"/>
                        <a:sym typeface="Calibri"/>
                      </a:endParaRPr>
                    </a:p>
                  </a:txBody>
                  <a:tcPr marL="91450" marR="91450" marT="45725" marB="45725"/>
                </a:tc>
                <a:extLst>
                  <a:ext uri="{0D108BD9-81ED-4DB2-BD59-A6C34878D82A}">
                    <a16:rowId xmlns:a16="http://schemas.microsoft.com/office/drawing/2014/main" val="10000"/>
                  </a:ext>
                </a:extLst>
              </a:tr>
              <a:tr h="1622843">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622843">
                <a:tc>
                  <a:txBody>
                    <a:bodyPr/>
                    <a:lstStyle/>
                    <a:p>
                      <a:pPr marL="0" marR="0" lvl="0" indent="0" algn="l" rtl="0">
                        <a:lnSpc>
                          <a:spcPct val="100000"/>
                        </a:lnSpc>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Welcome aboard Korean Air.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3754935373"/>
              </p:ext>
            </p:extLst>
          </p:nvPr>
        </p:nvGraphicFramePr>
        <p:xfrm>
          <a:off x="109959" y="3860577"/>
          <a:ext cx="2112380" cy="861672"/>
        </p:xfrm>
        <a:graphic>
          <a:graphicData uri="http://schemas.openxmlformats.org/drawingml/2006/table">
            <a:tbl>
              <a:tblPr firstRow="1" bandRow="1">
                <a:noFill/>
                <a:tableStyleId>{A521BE36-7E6F-4EC9-8D66-1CF97A6895EC}</a:tableStyleId>
              </a:tblPr>
              <a:tblGrid>
                <a:gridCol w="447464">
                  <a:extLst>
                    <a:ext uri="{9D8B030D-6E8A-4147-A177-3AD203B41FA5}">
                      <a16:colId xmlns:a16="http://schemas.microsoft.com/office/drawing/2014/main" val="20000"/>
                    </a:ext>
                  </a:extLst>
                </a:gridCol>
                <a:gridCol w="1664916">
                  <a:extLst>
                    <a:ext uri="{9D8B030D-6E8A-4147-A177-3AD203B41FA5}">
                      <a16:colId xmlns:a16="http://schemas.microsoft.com/office/drawing/2014/main" val="20001"/>
                    </a:ext>
                  </a:extLst>
                </a:gridCol>
              </a:tblGrid>
              <a:tr h="184386">
                <a:tc gridSpan="2">
                  <a:txBody>
                    <a:bodyPr/>
                    <a:lstStyle/>
                    <a:p>
                      <a:pPr marL="0" marR="0" lvl="0" indent="0" algn="ctr" rtl="0">
                        <a:spcBef>
                          <a:spcPts val="0"/>
                        </a:spcBef>
                        <a:spcAft>
                          <a:spcPts val="0"/>
                        </a:spcAft>
                        <a:buNone/>
                      </a:pPr>
                      <a:r>
                        <a:rPr lang="en-US" sz="1400" b="0" dirty="0"/>
                        <a:t>Domestic</a:t>
                      </a:r>
                      <a:endParaRPr sz="1400" b="0" dirty="0"/>
                    </a:p>
                  </a:txBody>
                  <a:tcPr marL="0" marR="0" marT="0" marB="0"/>
                </a:tc>
                <a:tc hMerge="1">
                  <a:txBody>
                    <a:bodyPr/>
                    <a:lstStyle/>
                    <a:p>
                      <a:pPr marL="0" marR="0" lvl="0" indent="0" algn="ctr" rtl="0">
                        <a:spcBef>
                          <a:spcPts val="0"/>
                        </a:spcBef>
                        <a:spcAft>
                          <a:spcPts val="0"/>
                        </a:spcAft>
                        <a:buNone/>
                      </a:pPr>
                      <a:endParaRPr b="0" dirty="0"/>
                    </a:p>
                  </a:txBody>
                  <a:tcPr marL="0" marR="0" marT="0" marB="0"/>
                </a:tc>
                <a:extLst>
                  <a:ext uri="{0D108BD9-81ED-4DB2-BD59-A6C34878D82A}">
                    <a16:rowId xmlns:a16="http://schemas.microsoft.com/office/drawing/2014/main" val="1412390786"/>
                  </a:ext>
                </a:extLst>
              </a:tr>
              <a:tr h="162078">
                <a:tc>
                  <a:txBody>
                    <a:bodyPr/>
                    <a:lstStyle/>
                    <a:p>
                      <a:pPr marL="0" marR="0" lvl="0" indent="0" algn="ctr" rtl="0">
                        <a:spcBef>
                          <a:spcPts val="0"/>
                        </a:spcBef>
                        <a:spcAft>
                          <a:spcPts val="0"/>
                        </a:spcAft>
                        <a:buNone/>
                      </a:pPr>
                      <a:r>
                        <a:rPr lang="en-US" sz="900" b="0" dirty="0"/>
                        <a:t>GMP</a:t>
                      </a:r>
                      <a:endParaRPr sz="900" b="0" dirty="0"/>
                    </a:p>
                  </a:txBody>
                  <a:tcPr marL="0" marR="0" marT="0" marB="0"/>
                </a:tc>
                <a:tc>
                  <a:txBody>
                    <a:bodyPr/>
                    <a:lstStyle/>
                    <a:p>
                      <a:pPr marL="0" marR="0" lvl="0" indent="0" algn="ctr" rtl="0">
                        <a:spcBef>
                          <a:spcPts val="0"/>
                        </a:spcBef>
                        <a:spcAft>
                          <a:spcPts val="0"/>
                        </a:spcAft>
                        <a:buNone/>
                      </a:pPr>
                      <a:r>
                        <a:rPr lang="en-US" sz="900" b="0" dirty="0" err="1"/>
                        <a:t>김포국제</a:t>
                      </a:r>
                      <a:endParaRPr sz="1600" b="0" dirty="0"/>
                    </a:p>
                  </a:txBody>
                  <a:tcPr marL="0" marR="0" marT="0" marB="0"/>
                </a:tc>
                <a:extLst>
                  <a:ext uri="{0D108BD9-81ED-4DB2-BD59-A6C34878D82A}">
                    <a16:rowId xmlns:a16="http://schemas.microsoft.com/office/drawing/2014/main" val="10000"/>
                  </a:ext>
                </a:extLst>
              </a:tr>
              <a:tr h="162078">
                <a:tc>
                  <a:txBody>
                    <a:bodyPr/>
                    <a:lstStyle/>
                    <a:p>
                      <a:pPr marL="0" marR="0" lvl="0" indent="0" algn="ctr" rtl="0">
                        <a:spcBef>
                          <a:spcPts val="0"/>
                        </a:spcBef>
                        <a:spcAft>
                          <a:spcPts val="0"/>
                        </a:spcAft>
                        <a:buNone/>
                      </a:pPr>
                      <a:r>
                        <a:rPr lang="en-US" sz="900" dirty="0"/>
                        <a:t>ICN</a:t>
                      </a:r>
                      <a:endParaRPr sz="900" dirty="0"/>
                    </a:p>
                  </a:txBody>
                  <a:tcPr marL="0" marR="0" marT="0" marB="0"/>
                </a:tc>
                <a:tc>
                  <a:txBody>
                    <a:bodyPr/>
                    <a:lstStyle/>
                    <a:p>
                      <a:pPr marL="0" marR="0" lvl="0" indent="0" algn="ctr" rtl="0">
                        <a:spcBef>
                          <a:spcPts val="0"/>
                        </a:spcBef>
                        <a:spcAft>
                          <a:spcPts val="0"/>
                        </a:spcAft>
                        <a:buNone/>
                      </a:pPr>
                      <a:r>
                        <a:rPr lang="en-US" sz="900" dirty="0" err="1"/>
                        <a:t>인천국제</a:t>
                      </a:r>
                      <a:endParaRPr sz="1600" dirty="0"/>
                    </a:p>
                  </a:txBody>
                  <a:tcPr marL="0" marR="0" marT="0" marB="0"/>
                </a:tc>
                <a:extLst>
                  <a:ext uri="{0D108BD9-81ED-4DB2-BD59-A6C34878D82A}">
                    <a16:rowId xmlns:a16="http://schemas.microsoft.com/office/drawing/2014/main" val="10001"/>
                  </a:ext>
                </a:extLst>
              </a:tr>
              <a:tr h="162078">
                <a:tc>
                  <a:txBody>
                    <a:bodyPr/>
                    <a:lstStyle/>
                    <a:p>
                      <a:pPr marL="0" marR="0" lvl="0" indent="0" algn="ctr" rtl="0">
                        <a:spcBef>
                          <a:spcPts val="0"/>
                        </a:spcBef>
                        <a:spcAft>
                          <a:spcPts val="0"/>
                        </a:spcAft>
                        <a:buNone/>
                      </a:pPr>
                      <a:r>
                        <a:rPr lang="en-US" sz="900" dirty="0"/>
                        <a:t>CJU</a:t>
                      </a:r>
                      <a:endParaRPr sz="900" dirty="0"/>
                    </a:p>
                  </a:txBody>
                  <a:tcPr marL="0" marR="0" marT="0" marB="0"/>
                </a:tc>
                <a:tc>
                  <a:txBody>
                    <a:bodyPr/>
                    <a:lstStyle/>
                    <a:p>
                      <a:pPr marL="0" marR="0" lvl="0" indent="0" algn="ctr" rtl="0">
                        <a:spcBef>
                          <a:spcPts val="0"/>
                        </a:spcBef>
                        <a:spcAft>
                          <a:spcPts val="0"/>
                        </a:spcAft>
                        <a:buNone/>
                      </a:pPr>
                      <a:r>
                        <a:rPr lang="en-US" sz="900" dirty="0" err="1"/>
                        <a:t>제주국제</a:t>
                      </a:r>
                      <a:endParaRPr sz="1600" dirty="0"/>
                    </a:p>
                  </a:txBody>
                  <a:tcPr marL="0" marR="0" marT="0" marB="0"/>
                </a:tc>
                <a:extLst>
                  <a:ext uri="{0D108BD9-81ED-4DB2-BD59-A6C34878D82A}">
                    <a16:rowId xmlns:a16="http://schemas.microsoft.com/office/drawing/2014/main" val="10002"/>
                  </a:ext>
                </a:extLst>
              </a:tr>
              <a:tr h="162078">
                <a:tc>
                  <a:txBody>
                    <a:bodyPr/>
                    <a:lstStyle/>
                    <a:p>
                      <a:pPr marL="0" marR="0" lvl="0" indent="0" algn="ctr" rtl="0">
                        <a:spcBef>
                          <a:spcPts val="0"/>
                        </a:spcBef>
                        <a:spcAft>
                          <a:spcPts val="0"/>
                        </a:spcAft>
                        <a:buNone/>
                      </a:pPr>
                      <a:r>
                        <a:rPr lang="en-US" sz="900" dirty="0"/>
                        <a:t>PUS</a:t>
                      </a:r>
                      <a:endParaRPr sz="900" dirty="0"/>
                    </a:p>
                  </a:txBody>
                  <a:tcPr marL="0" marR="0" marT="0" marB="0"/>
                </a:tc>
                <a:tc>
                  <a:txBody>
                    <a:bodyPr/>
                    <a:lstStyle/>
                    <a:p>
                      <a:pPr marL="0" marR="0" lvl="0" indent="0" algn="ctr" rtl="0">
                        <a:spcBef>
                          <a:spcPts val="0"/>
                        </a:spcBef>
                        <a:spcAft>
                          <a:spcPts val="0"/>
                        </a:spcAft>
                        <a:buNone/>
                      </a:pPr>
                      <a:r>
                        <a:rPr lang="en-US" sz="900" dirty="0" err="1"/>
                        <a:t>김해국제</a:t>
                      </a:r>
                      <a:endParaRPr sz="900" dirty="0"/>
                    </a:p>
                  </a:txBody>
                  <a:tcPr marL="0" marR="0" marT="0" marB="0"/>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88375B34-8C64-6DD0-9FBE-ACB2C6F75CC8}"/>
              </a:ext>
            </a:extLst>
          </p:cNvPr>
          <p:cNvSpPr txBox="1"/>
          <p:nvPr/>
        </p:nvSpPr>
        <p:spPr>
          <a:xfrm>
            <a:off x="1464366" y="5212277"/>
            <a:ext cx="980661" cy="307777"/>
          </a:xfrm>
          <a:prstGeom prst="rect">
            <a:avLst/>
          </a:prstGeom>
          <a:noFill/>
        </p:spPr>
        <p:txBody>
          <a:bodyPr wrap="square" rtlCol="0">
            <a:spAutoFit/>
          </a:bodyPr>
          <a:lstStyle/>
          <a:p>
            <a:r>
              <a:rPr kumimoji="1" lang="ko-Kore-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방송</a:t>
            </a:r>
            <a:endParaRPr kumimoji="1" lang="ko-Kore-KR" altLang="en-US" sz="1400" b="1" dirty="0">
              <a:solidFill>
                <a:srgbClr val="FF0000"/>
              </a:solidFill>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7550E0A2-BAC2-77CC-CA51-0D3557CA6F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36750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4183226876"/>
              </p:ext>
            </p:extLst>
          </p:nvPr>
        </p:nvGraphicFramePr>
        <p:xfrm>
          <a:off x="0" y="1"/>
          <a:ext cx="2328876" cy="5271929"/>
        </p:xfrm>
        <a:graphic>
          <a:graphicData uri="http://schemas.openxmlformats.org/drawingml/2006/table">
            <a:tbl>
              <a:tblPr firstRow="1" bandRow="1">
                <a:noFill/>
                <a:tableStyleId>{A521BE36-7E6F-4EC9-8D66-1CF97A6895EC}</a:tableStyleId>
              </a:tblPr>
              <a:tblGrid>
                <a:gridCol w="1164438">
                  <a:extLst>
                    <a:ext uri="{9D8B030D-6E8A-4147-A177-3AD203B41FA5}">
                      <a16:colId xmlns:a16="http://schemas.microsoft.com/office/drawing/2014/main" val="20000"/>
                    </a:ext>
                  </a:extLst>
                </a:gridCol>
                <a:gridCol w="272476">
                  <a:extLst>
                    <a:ext uri="{9D8B030D-6E8A-4147-A177-3AD203B41FA5}">
                      <a16:colId xmlns:a16="http://schemas.microsoft.com/office/drawing/2014/main" val="2595559527"/>
                    </a:ext>
                  </a:extLst>
                </a:gridCol>
                <a:gridCol w="891962">
                  <a:extLst>
                    <a:ext uri="{9D8B030D-6E8A-4147-A177-3AD203B41FA5}">
                      <a16:colId xmlns:a16="http://schemas.microsoft.com/office/drawing/2014/main" val="1608007032"/>
                    </a:ext>
                  </a:extLst>
                </a:gridCol>
              </a:tblGrid>
              <a:tr h="317144">
                <a:tc gridSpan="3">
                  <a:txBody>
                    <a:bodyPr/>
                    <a:lstStyle/>
                    <a:p>
                      <a:pPr marL="0" marR="0" lvl="0" indent="0" algn="l" rtl="0">
                        <a:spcBef>
                          <a:spcPts val="0"/>
                        </a:spcBef>
                        <a:spcAft>
                          <a:spcPts val="0"/>
                        </a:spcAft>
                        <a:buNone/>
                      </a:pPr>
                      <a:r>
                        <a:rPr lang="ko-KR" altLang="en-US" sz="1200" b="1" dirty="0">
                          <a:latin typeface="Calibri"/>
                          <a:ea typeface="Calibri"/>
                          <a:cs typeface="Calibri"/>
                          <a:sym typeface="Calibri"/>
                        </a:rPr>
                        <a:t>도착</a:t>
                      </a:r>
                      <a:r>
                        <a:rPr lang="en-US" sz="1200" b="1" dirty="0">
                          <a:latin typeface="Calibri"/>
                          <a:ea typeface="Calibri"/>
                          <a:cs typeface="Calibri"/>
                          <a:sym typeface="Calibri"/>
                        </a:rPr>
                        <a:t> </a:t>
                      </a:r>
                      <a:r>
                        <a:rPr lang="ko-KR" altLang="en-US" sz="1200" b="1" dirty="0">
                          <a:latin typeface="Calibri"/>
                          <a:ea typeface="Calibri"/>
                          <a:cs typeface="Calibri"/>
                          <a:sym typeface="Calibri"/>
                        </a:rPr>
                        <a:t>방송 </a:t>
                      </a:r>
                      <a:r>
                        <a:rPr lang="en-US" altLang="ko-KR" sz="900" b="1" dirty="0">
                          <a:latin typeface="Calibri"/>
                          <a:ea typeface="Calibri"/>
                          <a:cs typeface="Calibri"/>
                          <a:sym typeface="Calibri"/>
                        </a:rPr>
                        <a:t>(5</a:t>
                      </a:r>
                      <a:r>
                        <a:rPr lang="ko-KR" altLang="en-US" sz="900" b="1" dirty="0">
                          <a:latin typeface="Calibri"/>
                          <a:ea typeface="Calibri"/>
                          <a:cs typeface="Calibri"/>
                          <a:sym typeface="Calibri"/>
                        </a:rPr>
                        <a:t>시간이상</a:t>
                      </a:r>
                      <a:r>
                        <a:rPr lang="en-US" altLang="ko-KR" sz="900" b="1" dirty="0">
                          <a:latin typeface="Calibri"/>
                          <a:ea typeface="Calibri"/>
                          <a:cs typeface="Calibri"/>
                          <a:sym typeface="Calibri"/>
                        </a:rPr>
                        <a: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40</a:t>
                      </a:r>
                      <a:r>
                        <a:rPr lang="ko-KR" altLang="en-US" sz="900" b="1" dirty="0">
                          <a:latin typeface="Calibri"/>
                          <a:ea typeface="Calibri"/>
                          <a:cs typeface="Calibri"/>
                          <a:sym typeface="Calibri"/>
                        </a:rPr>
                        <a:t>분전</a:t>
                      </a:r>
                      <a:r>
                        <a:rPr lang="en-US" altLang="ko-KR" sz="900" b="1" dirty="0">
                          <a:latin typeface="Calibri"/>
                          <a:ea typeface="Calibri"/>
                          <a:cs typeface="Calibri"/>
                          <a:sym typeface="Calibri"/>
                        </a:rPr>
                        <a:t>)</a:t>
                      </a:r>
                    </a:p>
                    <a:p>
                      <a:pPr marL="0" marR="0" lvl="0" indent="0" algn="l" rtl="0">
                        <a:spcBef>
                          <a:spcPts val="0"/>
                        </a:spcBef>
                        <a:spcAft>
                          <a:spcPts val="0"/>
                        </a:spcAft>
                        <a:buNone/>
                      </a:pPr>
                      <a:r>
                        <a:rPr lang="ko-KR" altLang="en-US" sz="800" b="0" dirty="0">
                          <a:solidFill>
                            <a:srgbClr val="FFC000"/>
                          </a:solidFill>
                          <a:latin typeface="Calibri"/>
                          <a:ea typeface="Calibri"/>
                          <a:cs typeface="Calibri"/>
                          <a:sym typeface="Calibri"/>
                        </a:rPr>
                        <a:t>출발지 기준 </a:t>
                      </a:r>
                      <a:r>
                        <a:rPr lang="en-US" altLang="ko-KR" sz="800" b="0" dirty="0">
                          <a:solidFill>
                            <a:srgbClr val="FFC000"/>
                          </a:solidFill>
                          <a:latin typeface="Calibri"/>
                          <a:ea typeface="Calibri"/>
                          <a:cs typeface="Calibri"/>
                          <a:sym typeface="Calibri"/>
                        </a:rPr>
                        <a:t>2200-0800</a:t>
                      </a:r>
                      <a:r>
                        <a:rPr lang="ko-KR" altLang="en-US" sz="800" b="0" dirty="0">
                          <a:solidFill>
                            <a:srgbClr val="FFC000"/>
                          </a:solidFill>
                          <a:latin typeface="Calibri"/>
                          <a:ea typeface="Calibri"/>
                          <a:cs typeface="Calibri"/>
                          <a:sym typeface="Calibri"/>
                        </a:rPr>
                        <a:t> </a:t>
                      </a:r>
                      <a:r>
                        <a:rPr lang="en-US" altLang="ko-KR" sz="800" b="0" dirty="0">
                          <a:solidFill>
                            <a:srgbClr val="FFC000"/>
                          </a:solidFill>
                          <a:latin typeface="Calibri"/>
                          <a:ea typeface="Calibri"/>
                          <a:cs typeface="Calibri"/>
                          <a:sym typeface="Calibri"/>
                        </a:rPr>
                        <a:t>Quiet Hour</a:t>
                      </a:r>
                      <a:r>
                        <a:rPr lang="ko-KR" altLang="en-US" sz="800" b="0" dirty="0">
                          <a:solidFill>
                            <a:srgbClr val="FFC000"/>
                          </a:solidFill>
                          <a:latin typeface="Calibri"/>
                          <a:ea typeface="Calibri"/>
                          <a:cs typeface="Calibri"/>
                          <a:sym typeface="Calibri"/>
                        </a:rPr>
                        <a:t> </a:t>
                      </a:r>
                      <a:endParaRPr lang="en-US" altLang="ko-KR" sz="800" b="0" dirty="0">
                        <a:solidFill>
                          <a:srgbClr val="FFC000"/>
                        </a:solidFill>
                        <a:latin typeface="Calibri"/>
                        <a:ea typeface="Calibri"/>
                        <a:cs typeface="Calibri"/>
                        <a:sym typeface="Calibri"/>
                      </a:endParaRPr>
                    </a:p>
                  </a:txBody>
                  <a:tcPr marL="91450" marR="91450" marT="45725" marB="45725"/>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341539">
                <a:tc gridSpan="3">
                  <a:txBody>
                    <a:bodyPr/>
                    <a:lstStyle/>
                    <a:p>
                      <a:pPr marL="0" marR="0" lvl="0" indent="0" algn="l" rtl="0">
                        <a:spcBef>
                          <a:spcPts val="0"/>
                        </a:spcBef>
                        <a:spcAft>
                          <a:spcPts val="0"/>
                        </a:spcAft>
                        <a:buNone/>
                      </a:pPr>
                      <a:r>
                        <a:rPr lang="ko-KR" altLang="en-US" sz="800" b="1" dirty="0">
                          <a:solidFill>
                            <a:schemeClr val="bg1"/>
                          </a:solidFill>
                          <a:latin typeface="Calibri"/>
                          <a:ea typeface="Calibri"/>
                          <a:cs typeface="Calibri"/>
                          <a:sym typeface="Calibri"/>
                        </a:rPr>
                        <a:t>동남아 지역 난기류 대비 기내 서비스 절차</a:t>
                      </a:r>
                      <a:endParaRPr lang="en-US" altLang="ko-KR" sz="800" b="1" dirty="0">
                        <a:solidFill>
                          <a:schemeClr val="bg1"/>
                        </a:solidFill>
                        <a:latin typeface="Calibri"/>
                        <a:ea typeface="Calibri"/>
                        <a:cs typeface="Calibri"/>
                        <a:sym typeface="Calibri"/>
                      </a:endParaRPr>
                    </a:p>
                    <a:p>
                      <a:pPr marL="0" marR="0" lvl="0" indent="0" algn="l" rtl="0">
                        <a:spcBef>
                          <a:spcPts val="0"/>
                        </a:spcBef>
                        <a:spcAft>
                          <a:spcPts val="0"/>
                        </a:spcAft>
                        <a:buNone/>
                      </a:pPr>
                      <a:r>
                        <a:rPr lang="en-US" altLang="ko-KR" sz="700" b="1" i="0" kern="1200" dirty="0">
                          <a:solidFill>
                            <a:srgbClr val="0070C0"/>
                          </a:solidFill>
                          <a:latin typeface="+mn-ea"/>
                          <a:ea typeface="Calibri"/>
                          <a:cs typeface="Calibri"/>
                          <a:sym typeface="Calibri"/>
                        </a:rPr>
                        <a:t>-</a:t>
                      </a:r>
                      <a:r>
                        <a:rPr lang="ko-KR" altLang="en-US" sz="700" b="1" i="0" kern="1200" dirty="0">
                          <a:solidFill>
                            <a:srgbClr val="0070C0"/>
                          </a:solidFill>
                          <a:latin typeface="+mn-ea"/>
                          <a:ea typeface="Calibri"/>
                          <a:cs typeface="Calibri"/>
                          <a:sym typeface="Calibri"/>
                        </a:rPr>
                        <a:t> </a:t>
                      </a:r>
                      <a:r>
                        <a:rPr lang="en-US" altLang="ko-Kore-KR" sz="700" b="1" i="0" kern="1200" dirty="0">
                          <a:solidFill>
                            <a:srgbClr val="0070C0"/>
                          </a:solidFill>
                          <a:latin typeface="+mn-ea"/>
                          <a:ea typeface="Calibri"/>
                          <a:cs typeface="Calibri"/>
                          <a:sym typeface="Calibri"/>
                        </a:rPr>
                        <a:t>6</a:t>
                      </a:r>
                      <a:r>
                        <a:rPr lang="ko-KR" altLang="en-US" sz="700" b="1" i="0" kern="1200" dirty="0">
                          <a:solidFill>
                            <a:srgbClr val="0070C0"/>
                          </a:solidFill>
                          <a:latin typeface="+mn-ea"/>
                          <a:ea typeface="Calibri"/>
                          <a:cs typeface="Calibri"/>
                          <a:sym typeface="Calibri"/>
                        </a:rPr>
                        <a:t>시간 미만 중거리만 </a:t>
                      </a:r>
                      <a:r>
                        <a:rPr lang="en-US" altLang="ko-KR" sz="700" b="1" i="0" kern="1200" dirty="0">
                          <a:solidFill>
                            <a:srgbClr val="0070C0"/>
                          </a:solidFill>
                          <a:latin typeface="+mn-ea"/>
                          <a:ea typeface="Calibri"/>
                          <a:cs typeface="Calibri"/>
                          <a:sym typeface="Calibri"/>
                        </a:rPr>
                        <a:t>1</a:t>
                      </a:r>
                      <a:r>
                        <a:rPr lang="ko-KR" altLang="en-US" sz="700" b="1" i="0" kern="1200" dirty="0">
                          <a:solidFill>
                            <a:srgbClr val="0070C0"/>
                          </a:solidFill>
                          <a:latin typeface="+mn-ea"/>
                          <a:ea typeface="Calibri"/>
                          <a:cs typeface="Calibri"/>
                          <a:sym typeface="Calibri"/>
                        </a:rPr>
                        <a:t>시간 전 음료서비스</a:t>
                      </a:r>
                      <a:endParaRPr lang="en-US" altLang="ko-KR" sz="700" b="1" i="0" kern="1200" dirty="0">
                        <a:solidFill>
                          <a:srgbClr val="0070C0"/>
                        </a:solidFill>
                        <a:latin typeface="+mn-ea"/>
                        <a:ea typeface="Calibri"/>
                        <a:cs typeface="Calibri"/>
                        <a:sym typeface="Calibri"/>
                      </a:endParaRPr>
                    </a:p>
                    <a:p>
                      <a:pPr marL="0" marR="0" lvl="0" indent="0" algn="l" rtl="0">
                        <a:spcBef>
                          <a:spcPts val="0"/>
                        </a:spcBef>
                        <a:spcAft>
                          <a:spcPts val="0"/>
                        </a:spcAft>
                        <a:buNone/>
                      </a:pPr>
                      <a:r>
                        <a:rPr lang="en-US" altLang="ko-KR" sz="700" b="1" i="0" kern="1200" dirty="0">
                          <a:solidFill>
                            <a:srgbClr val="0070C0"/>
                          </a:solidFill>
                          <a:latin typeface="+mn-ea"/>
                          <a:ea typeface="Calibri"/>
                          <a:cs typeface="Calibri"/>
                          <a:sym typeface="Calibri"/>
                        </a:rPr>
                        <a:t>-</a:t>
                      </a:r>
                      <a:r>
                        <a:rPr lang="ko-KR" altLang="en-US" sz="700" b="1" i="0" kern="1200" dirty="0">
                          <a:solidFill>
                            <a:srgbClr val="0070C0"/>
                          </a:solidFill>
                          <a:latin typeface="+mn-ea"/>
                          <a:ea typeface="Calibri"/>
                          <a:cs typeface="Calibri"/>
                          <a:sym typeface="Calibri"/>
                        </a:rPr>
                        <a:t> </a:t>
                      </a:r>
                      <a:r>
                        <a:rPr lang="en-US" altLang="ko-KR" sz="700" b="1" i="0" kern="1200" dirty="0">
                          <a:solidFill>
                            <a:srgbClr val="0070C0"/>
                          </a:solidFill>
                          <a:latin typeface="+mn-ea"/>
                          <a:ea typeface="Calibri"/>
                          <a:cs typeface="Calibri"/>
                          <a:sym typeface="Calibri"/>
                        </a:rPr>
                        <a:t>40</a:t>
                      </a:r>
                      <a:r>
                        <a:rPr lang="ko-KR" altLang="en-US" sz="700" b="1" i="0" kern="1200" dirty="0">
                          <a:solidFill>
                            <a:srgbClr val="0070C0"/>
                          </a:solidFill>
                          <a:latin typeface="+mn-ea"/>
                          <a:ea typeface="Calibri"/>
                          <a:cs typeface="Calibri"/>
                          <a:sym typeface="Calibri"/>
                        </a:rPr>
                        <a:t>분전 서비스 회수 </a:t>
                      </a:r>
                      <a:endParaRPr lang="en-US" altLang="ko-KR" sz="700" b="1" i="0" kern="1200" dirty="0">
                        <a:solidFill>
                          <a:srgbClr val="0070C0"/>
                        </a:solidFill>
                        <a:latin typeface="+mn-ea"/>
                        <a:ea typeface="Calibri"/>
                        <a:cs typeface="Calibri"/>
                        <a:sym typeface="Calibri"/>
                      </a:endParaRPr>
                    </a:p>
                    <a:p>
                      <a:pPr marL="0" marR="0" lvl="0" indent="0" algn="l" rtl="0">
                        <a:spcBef>
                          <a:spcPts val="0"/>
                        </a:spcBef>
                        <a:spcAft>
                          <a:spcPts val="0"/>
                        </a:spcAft>
                        <a:buNone/>
                      </a:pPr>
                      <a:r>
                        <a:rPr lang="en-US" altLang="ko-KR" sz="700" b="1" i="0" kern="1200" dirty="0">
                          <a:solidFill>
                            <a:srgbClr val="0070C0"/>
                          </a:solidFill>
                          <a:latin typeface="+mn-ea"/>
                          <a:ea typeface="Calibri"/>
                          <a:cs typeface="Calibri"/>
                          <a:sym typeface="Calibri"/>
                        </a:rPr>
                        <a:t>-</a:t>
                      </a:r>
                      <a:r>
                        <a:rPr lang="ko-KR" altLang="en-US" sz="700" b="1" i="0" kern="1200" dirty="0">
                          <a:solidFill>
                            <a:srgbClr val="0070C0"/>
                          </a:solidFill>
                          <a:latin typeface="+mn-ea"/>
                          <a:ea typeface="Calibri"/>
                          <a:cs typeface="Calibri"/>
                          <a:sym typeface="Calibri"/>
                        </a:rPr>
                        <a:t> </a:t>
                      </a:r>
                      <a:r>
                        <a:rPr lang="en-US" altLang="ko-KR" sz="700" b="1" i="0" kern="1200" dirty="0">
                          <a:solidFill>
                            <a:srgbClr val="0070C0"/>
                          </a:solidFill>
                          <a:latin typeface="+mn-ea"/>
                          <a:ea typeface="Calibri"/>
                          <a:cs typeface="Calibri"/>
                          <a:sym typeface="Calibri"/>
                        </a:rPr>
                        <a:t>APP PA</a:t>
                      </a:r>
                      <a:r>
                        <a:rPr lang="ko-KR" altLang="en-US" sz="700" b="1" i="0" kern="1200" dirty="0">
                          <a:solidFill>
                            <a:srgbClr val="0070C0"/>
                          </a:solidFill>
                          <a:latin typeface="+mn-ea"/>
                          <a:ea typeface="Calibri"/>
                          <a:cs typeface="Calibri"/>
                          <a:sym typeface="Calibri"/>
                        </a:rPr>
                        <a:t>이후 </a:t>
                      </a:r>
                      <a:r>
                        <a:rPr lang="en-US" altLang="ko-KR" sz="700" b="1" i="0" kern="1200" dirty="0">
                          <a:solidFill>
                            <a:srgbClr val="0070C0"/>
                          </a:solidFill>
                          <a:latin typeface="+mn-ea"/>
                          <a:ea typeface="Calibri"/>
                          <a:cs typeface="Calibri"/>
                          <a:sym typeface="Calibri"/>
                        </a:rPr>
                        <a:t>CREW </a:t>
                      </a:r>
                      <a:r>
                        <a:rPr lang="ko-KR" altLang="en-US" sz="700" b="1" i="0" kern="1200" dirty="0">
                          <a:solidFill>
                            <a:srgbClr val="0070C0"/>
                          </a:solidFill>
                          <a:latin typeface="+mn-ea"/>
                          <a:ea typeface="Calibri"/>
                          <a:cs typeface="Calibri"/>
                          <a:sym typeface="Calibri"/>
                        </a:rPr>
                        <a:t>착석 강조</a:t>
                      </a:r>
                      <a:endParaRPr lang="en-US" altLang="ko-KR" sz="700" b="1" i="0" kern="1200" dirty="0">
                        <a:solidFill>
                          <a:srgbClr val="0070C0"/>
                        </a:solidFill>
                        <a:latin typeface="+mn-ea"/>
                        <a:ea typeface="Calibri"/>
                        <a:cs typeface="Calibri"/>
                        <a:sym typeface="Calibri"/>
                      </a:endParaRPr>
                    </a:p>
                  </a:txBody>
                  <a:tcPr marL="91450" marR="91450" marT="45725" marB="45725"/>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611346289"/>
                  </a:ext>
                </a:extLst>
              </a:tr>
              <a:tr h="627202">
                <a:tc gridSpan="3">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ko-KR" altLang="en-US" sz="800" b="1" dirty="0">
                          <a:latin typeface="Calibri"/>
                          <a:ea typeface="Calibri"/>
                          <a:cs typeface="Calibri"/>
                          <a:sym typeface="Calibri"/>
                        </a:rPr>
                        <a:t>저는 기장입니다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우리 비행기는 앞으로 약 </a:t>
                      </a:r>
                      <a:r>
                        <a:rPr lang="en-US" altLang="ko-KR" sz="800" b="1" dirty="0">
                          <a:latin typeface="Calibri"/>
                          <a:ea typeface="Calibri"/>
                          <a:cs typeface="Calibri"/>
                          <a:sym typeface="Calibri"/>
                        </a:rPr>
                        <a:t>(40)</a:t>
                      </a:r>
                      <a:r>
                        <a:rPr lang="ko-KR" altLang="en-US" sz="800" b="1" dirty="0">
                          <a:latin typeface="Calibri"/>
                          <a:ea typeface="Calibri"/>
                          <a:cs typeface="Calibri"/>
                          <a:sym typeface="Calibri"/>
                        </a:rPr>
                        <a:t>분 후에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국제공항에 착륙 예정입니다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현재 공항의 날씨는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 기온은 섭씨 </a:t>
                      </a:r>
                      <a:r>
                        <a:rPr lang="en-US" altLang="ko-KR" sz="800" b="1" dirty="0">
                          <a:latin typeface="Calibri"/>
                          <a:ea typeface="Calibri"/>
                          <a:cs typeface="Calibri"/>
                          <a:sym typeface="Calibri"/>
                        </a:rPr>
                        <a:t>__</a:t>
                      </a:r>
                      <a:r>
                        <a:rPr lang="ko-KR" altLang="en-US" sz="800" b="1" dirty="0">
                          <a:latin typeface="Calibri"/>
                          <a:ea typeface="Calibri"/>
                          <a:cs typeface="Calibri"/>
                          <a:sym typeface="Calibri"/>
                        </a:rPr>
                        <a:t>도 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en-US" altLang="ko-KR" sz="800" b="1" dirty="0">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484795">
                <a:tc gridSpan="2">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맑으며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다소</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흐리며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이슬</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비가 내리며</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소나기가 내리며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바람이 불고 있으며</a:t>
                      </a:r>
                      <a:endParaRPr lang="en-US" altLang="ko-KR" sz="600" b="1" dirty="0">
                        <a:latin typeface="Calibri"/>
                        <a:ea typeface="Calibri"/>
                        <a:cs typeface="Calibri"/>
                        <a:sym typeface="Calibri"/>
                      </a:endParaRPr>
                    </a:p>
                  </a:txBody>
                  <a:tcPr marL="36000" marR="36000" marT="36000" marB="36000"/>
                </a:tc>
                <a:tc hMerge="1">
                  <a:txBody>
                    <a:bodyPr/>
                    <a:lstStyle/>
                    <a:p>
                      <a:endParaRPr lang="ko-Kore-KR" altLang="en-US"/>
                    </a:p>
                  </a:txBody>
                  <a:tcPr/>
                </a:tc>
                <a:tc>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눈이 오고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안개가 끼어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황사가 있으며</a:t>
                      </a:r>
                      <a:endParaRPr lang="en-US" altLang="ko-KR" sz="6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3804322827"/>
                  </a:ext>
                </a:extLst>
              </a:tr>
              <a:tr h="159795">
                <a:tc gridSpan="3">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지금 이곳의 시각은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월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일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요일</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오전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오후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시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분 입니다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고맙습니다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591553393"/>
                  </a:ext>
                </a:extLst>
              </a:tr>
              <a:tr h="920044">
                <a:tc gridSpan="3">
                  <a:txBody>
                    <a:bodyPr/>
                    <a:lstStyle/>
                    <a:p>
                      <a:pPr marL="0" marR="0" lvl="0" indent="0" algn="l" rtl="0">
                        <a:lnSpc>
                          <a:spcPct val="150000"/>
                        </a:lnSpc>
                        <a:spcBef>
                          <a:spcPts val="0"/>
                        </a:spcBef>
                        <a:spcAft>
                          <a:spcPts val="0"/>
                        </a:spcAft>
                        <a:buNone/>
                      </a:pPr>
                      <a:r>
                        <a:rPr lang="en-US" altLang="ko-KR" sz="800" b="1" dirty="0">
                          <a:latin typeface="Calibri"/>
                          <a:ea typeface="Calibri"/>
                          <a:cs typeface="Calibri"/>
                          <a:sym typeface="Calibri"/>
                        </a:rPr>
                        <a:t>L</a:t>
                      </a:r>
                      <a:r>
                        <a:rPr lang="en-US" sz="800" b="1" dirty="0">
                          <a:latin typeface="Calibri"/>
                          <a:ea typeface="Calibri"/>
                          <a:cs typeface="Calibri"/>
                          <a:sym typeface="Calibri"/>
                        </a:rPr>
                        <a:t>adies and gentlemen</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R" sz="800" b="1" dirty="0">
                          <a:latin typeface="Calibri"/>
                          <a:ea typeface="Calibri"/>
                          <a:cs typeface="Calibri"/>
                          <a:sym typeface="Calibri"/>
                        </a:rPr>
                        <a:t>t</a:t>
                      </a:r>
                      <a:r>
                        <a:rPr lang="en-US" sz="800" b="1" dirty="0">
                          <a:latin typeface="Calibri"/>
                          <a:ea typeface="Calibri"/>
                          <a:cs typeface="Calibri"/>
                          <a:sym typeface="Calibri"/>
                        </a:rPr>
                        <a:t>his is </a:t>
                      </a:r>
                      <a:r>
                        <a:rPr lang="en-US" altLang="ko-KR" sz="800" b="1" u="sng" dirty="0">
                          <a:latin typeface="Calibri"/>
                          <a:ea typeface="Calibri"/>
                          <a:cs typeface="Calibri"/>
                          <a:sym typeface="Calibri"/>
                        </a:rPr>
                        <a:t>the</a:t>
                      </a:r>
                      <a:r>
                        <a:rPr lang="ko-KR" altLang="en-US" sz="800" b="1" dirty="0">
                          <a:latin typeface="Calibri"/>
                          <a:ea typeface="Calibri"/>
                          <a:cs typeface="Calibri"/>
                          <a:sym typeface="Calibri"/>
                        </a:rPr>
                        <a:t> </a:t>
                      </a:r>
                      <a:r>
                        <a:rPr lang="en-US" sz="800" b="1" dirty="0">
                          <a:latin typeface="Calibri"/>
                          <a:ea typeface="Calibri"/>
                          <a:cs typeface="Calibri"/>
                          <a:sym typeface="Calibri"/>
                        </a:rPr>
                        <a:t>captain</a:t>
                      </a:r>
                      <a:r>
                        <a:rPr lang="ko-KR" altLang="en-US" sz="800" b="1" dirty="0">
                          <a:latin typeface="Calibri"/>
                          <a:ea typeface="Calibri"/>
                          <a:cs typeface="Calibri"/>
                          <a:sym typeface="Calibri"/>
                        </a:rPr>
                        <a:t> </a:t>
                      </a:r>
                      <a:r>
                        <a:rPr lang="en-US" sz="800" b="1" dirty="0">
                          <a:latin typeface="Calibri"/>
                          <a:ea typeface="Calibri"/>
                          <a:cs typeface="Calibri"/>
                          <a:sym typeface="Calibri"/>
                        </a:rPr>
                        <a:t>speaking. </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We expect to land at __ international airport in about (40) minutes.</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temperature at ___ is __ degrees Celsius, or __ degrees Fahrenheit </a:t>
                      </a:r>
                      <a:r>
                        <a:rPr lang="en-US" altLang="ko-KR" sz="700" b="0" dirty="0">
                          <a:solidFill>
                            <a:srgbClr val="00B050"/>
                          </a:solidFill>
                          <a:latin typeface="Calibri"/>
                          <a:ea typeface="Calibri"/>
                          <a:cs typeface="Calibri"/>
                          <a:sym typeface="Calibri"/>
                        </a:rPr>
                        <a:t>(NAVBLUE </a:t>
                      </a:r>
                      <a:r>
                        <a:rPr lang="ko-KR" altLang="en-US" sz="700" b="0" dirty="0">
                          <a:solidFill>
                            <a:srgbClr val="00B050"/>
                          </a:solidFill>
                          <a:latin typeface="Calibri"/>
                          <a:ea typeface="Calibri"/>
                          <a:cs typeface="Calibri"/>
                          <a:sym typeface="Calibri"/>
                        </a:rPr>
                        <a:t>참조</a:t>
                      </a:r>
                      <a:r>
                        <a:rPr lang="en-US" altLang="ko-KR" sz="700" b="0" dirty="0">
                          <a:solidFill>
                            <a:srgbClr val="00B050"/>
                          </a:solidFill>
                          <a:latin typeface="Calibri"/>
                          <a:ea typeface="Calibri"/>
                          <a:cs typeface="Calibri"/>
                          <a:sym typeface="Calibri"/>
                        </a:rPr>
                        <a:t>)</a:t>
                      </a:r>
                      <a:endParaRPr lang="en-US" altLang="ko-Kore-KR" sz="700" b="0" dirty="0">
                        <a:solidFill>
                          <a:srgbClr val="00B050"/>
                        </a:solidFill>
                        <a:latin typeface="Calibri"/>
                        <a:ea typeface="Calibri"/>
                        <a:cs typeface="Calibri"/>
                        <a:sym typeface="Calibri"/>
                      </a:endParaRP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and it is </a:t>
                      </a: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___. </a:t>
                      </a: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627303">
                <a:tc>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(mostly) clear</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(partly) cloudy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drizzling / raining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windy</a:t>
                      </a:r>
                      <a:endParaRPr lang="ko-Kore-KR" altLang="en-US" sz="800" b="1" dirty="0">
                        <a:latin typeface="Calibri"/>
                        <a:ea typeface="Calibri"/>
                        <a:cs typeface="Calibri"/>
                        <a:sym typeface="Calibri"/>
                      </a:endParaRPr>
                    </a:p>
                  </a:txBody>
                  <a:tcPr marL="36000" marR="36000" marT="36000" marB="36000"/>
                </a:tc>
                <a:tc gridSpan="2">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snowing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foggy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hazy or smoggy</a:t>
                      </a:r>
                    </a:p>
                  </a:txBody>
                  <a:tcPr marL="36000" marR="36000" marT="36000" marB="36000"/>
                </a:tc>
                <a:tc hMerge="1">
                  <a:txBody>
                    <a:bodyPr/>
                    <a:lstStyle/>
                    <a:p>
                      <a:endParaRPr lang="ko-Kore-KR" altLang="en-US"/>
                    </a:p>
                  </a:txBody>
                  <a:tcPr/>
                </a:tc>
                <a:extLst>
                  <a:ext uri="{0D108BD9-81ED-4DB2-BD59-A6C34878D82A}">
                    <a16:rowId xmlns:a16="http://schemas.microsoft.com/office/drawing/2014/main" val="4104669382"/>
                  </a:ext>
                </a:extLst>
              </a:tr>
              <a:tr h="481593">
                <a:tc gridSpan="3">
                  <a:txBody>
                    <a:bodyPr/>
                    <a:lstStyle/>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time is __ : __ </a:t>
                      </a:r>
                      <a:r>
                        <a:rPr lang="en-US" altLang="ko-Kore-KR" sz="800" b="1" dirty="0" err="1">
                          <a:latin typeface="Calibri"/>
                          <a:ea typeface="Calibri"/>
                          <a:cs typeface="Calibri"/>
                          <a:sym typeface="Calibri"/>
                        </a:rPr>
                        <a:t>a.m</a:t>
                      </a:r>
                      <a:r>
                        <a:rPr lang="en-US" altLang="ko-Kore-KR" sz="800" b="1" dirty="0">
                          <a:latin typeface="Calibri"/>
                          <a:ea typeface="Calibri"/>
                          <a:cs typeface="Calibri"/>
                          <a:sym typeface="Calibri"/>
                        </a:rPr>
                        <a:t>(</a:t>
                      </a:r>
                      <a:r>
                        <a:rPr lang="en-US" altLang="ko-Kore-KR" sz="800" b="1" dirty="0" err="1">
                          <a:latin typeface="Calibri"/>
                          <a:ea typeface="Calibri"/>
                          <a:cs typeface="Calibri"/>
                          <a:sym typeface="Calibri"/>
                        </a:rPr>
                        <a:t>p.m</a:t>
                      </a:r>
                      <a:r>
                        <a:rPr lang="en-US" altLang="ko-Kore-KR" sz="800" b="1" dirty="0">
                          <a:latin typeface="Calibri"/>
                          <a:ea typeface="Calibri"/>
                          <a:cs typeface="Calibri"/>
                          <a:sym typeface="Calibri"/>
                        </a:rPr>
                        <a:t>), on (day-of-the-week), (month)(date).</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Thank you for flying with us today.</a:t>
                      </a:r>
                      <a:endParaRPr lang="ko-Kore-KR" altLang="en-US" sz="800" b="1" dirty="0">
                        <a:latin typeface="Calibri"/>
                        <a:ea typeface="Calibri"/>
                        <a:cs typeface="Calibri"/>
                        <a:sym typeface="Calibri"/>
                      </a:endParaRPr>
                    </a:p>
                  </a:txBody>
                  <a:tcPr marL="36000" marR="36000" marT="36000" marB="36000"/>
                </a:tc>
                <a:tc hMerge="1">
                  <a:txBody>
                    <a:bodyPr/>
                    <a:lstStyle/>
                    <a:p>
                      <a:pPr marL="0" marR="0" lvl="0" indent="0" algn="l" rtl="0">
                        <a:spcBef>
                          <a:spcPts val="0"/>
                        </a:spcBef>
                        <a:spcAft>
                          <a:spcPts val="0"/>
                        </a:spcAft>
                        <a:buNone/>
                      </a:pPr>
                      <a:endParaRPr lang="ko-Kore-KR" altLang="en-US" sz="800" b="1" dirty="0">
                        <a:latin typeface="Calibri"/>
                        <a:ea typeface="Calibri"/>
                        <a:cs typeface="Calibri"/>
                        <a:sym typeface="Calibri"/>
                      </a:endParaRPr>
                    </a:p>
                  </a:txBody>
                  <a:tcPr marL="36000" marR="36000" marT="36000" marB="36000"/>
                </a:tc>
                <a:tc hMerge="1">
                  <a:txBody>
                    <a:bodyPr/>
                    <a:lstStyle/>
                    <a:p>
                      <a:endParaRPr lang="ko-Kore-KR" altLang="en-US"/>
                    </a:p>
                  </a:txBody>
                  <a:tcPr/>
                </a:tc>
                <a:extLst>
                  <a:ext uri="{0D108BD9-81ED-4DB2-BD59-A6C34878D82A}">
                    <a16:rowId xmlns:a16="http://schemas.microsoft.com/office/drawing/2014/main" val="2371547286"/>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CCF6AE2C-F0D0-934B-3803-365D62B0F7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0713" y="5114924"/>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827705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1439270089"/>
              </p:ext>
            </p:extLst>
          </p:nvPr>
        </p:nvGraphicFramePr>
        <p:xfrm>
          <a:off x="98101" y="132866"/>
          <a:ext cx="2132650" cy="4152947"/>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400549661"/>
                    </a:ext>
                  </a:extLst>
                </a:gridCol>
              </a:tblGrid>
              <a:tr h="607748">
                <a:tc gridSpan="2">
                  <a:txBody>
                    <a:bodyPr/>
                    <a:lstStyle/>
                    <a:p>
                      <a:pPr marL="0" marR="0" lvl="0" indent="0" algn="ctr" rtl="0">
                        <a:spcBef>
                          <a:spcPts val="0"/>
                        </a:spcBef>
                        <a:spcAft>
                          <a:spcPts val="0"/>
                        </a:spcAft>
                        <a:buNone/>
                      </a:pPr>
                      <a:r>
                        <a:rPr lang="en-US" sz="2400" b="1" u="none" strike="noStrike" cap="none" dirty="0">
                          <a:solidFill>
                            <a:srgbClr val="0070C0"/>
                          </a:solidFill>
                          <a:latin typeface="Calibri"/>
                          <a:ea typeface="Calibri"/>
                          <a:cs typeface="Calibri"/>
                          <a:sym typeface="Calibri"/>
                        </a:rPr>
                        <a:t>Japan</a:t>
                      </a:r>
                      <a:endParaRPr sz="2400" b="1" u="none" strike="noStrike" cap="none" dirty="0">
                        <a:solidFill>
                          <a:srgbClr val="0070C0"/>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50645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HND</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171994361"/>
                  </a:ext>
                </a:extLst>
              </a:tr>
              <a:tr h="50645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KIX</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8"/>
                  </a:ext>
                </a:extLst>
              </a:tr>
              <a:tr h="50645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NRT</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9"/>
                  </a:ext>
                </a:extLst>
              </a:tr>
              <a:tr h="506457">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HND</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63828124"/>
                  </a:ext>
                </a:extLst>
              </a:tr>
              <a:tr h="50645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FUK</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506457">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NGO</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84101360"/>
                  </a:ext>
                </a:extLst>
              </a:tr>
              <a:tr h="506457">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CTS</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751654410"/>
                  </a:ext>
                </a:extLst>
              </a:tr>
            </a:tbl>
          </a:graphicData>
        </a:graphic>
      </p:graphicFrame>
      <p:graphicFrame>
        <p:nvGraphicFramePr>
          <p:cNvPr id="2" name="Google Shape;90;p1">
            <a:extLst>
              <a:ext uri="{FF2B5EF4-FFF2-40B4-BE49-F238E27FC236}">
                <a16:creationId xmlns:a16="http://schemas.microsoft.com/office/drawing/2014/main" id="{DF6841FC-4A97-859B-2F3D-4E93557EA573}"/>
              </a:ext>
            </a:extLst>
          </p:cNvPr>
          <p:cNvGraphicFramePr/>
          <p:nvPr>
            <p:extLst>
              <p:ext uri="{D42A27DB-BD31-4B8C-83A1-F6EECF244321}">
                <p14:modId xmlns:p14="http://schemas.microsoft.com/office/powerpoint/2010/main" val="1550731239"/>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51C5D988-811B-0301-9731-AB07EF7D86D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168900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1722207695"/>
              </p:ext>
            </p:extLst>
          </p:nvPr>
        </p:nvGraphicFramePr>
        <p:xfrm>
          <a:off x="0" y="0"/>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877125">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325695369"/>
              </p:ext>
            </p:extLst>
          </p:nvPr>
        </p:nvGraphicFramePr>
        <p:xfrm>
          <a:off x="81023" y="3763126"/>
          <a:ext cx="2129742" cy="1391059"/>
        </p:xfrm>
        <a:graphic>
          <a:graphicData uri="http://schemas.openxmlformats.org/drawingml/2006/table">
            <a:tbl>
              <a:tblPr firstRow="1" bandRow="1">
                <a:noFill/>
                <a:tableStyleId>{A521BE36-7E6F-4EC9-8D66-1CF97A6895EC}</a:tableStyleId>
              </a:tblPr>
              <a:tblGrid>
                <a:gridCol w="451142">
                  <a:extLst>
                    <a:ext uri="{9D8B030D-6E8A-4147-A177-3AD203B41FA5}">
                      <a16:colId xmlns:a16="http://schemas.microsoft.com/office/drawing/2014/main" val="20000"/>
                    </a:ext>
                  </a:extLst>
                </a:gridCol>
                <a:gridCol w="1678600">
                  <a:extLst>
                    <a:ext uri="{9D8B030D-6E8A-4147-A177-3AD203B41FA5}">
                      <a16:colId xmlns:a16="http://schemas.microsoft.com/office/drawing/2014/main" val="20001"/>
                    </a:ext>
                  </a:extLst>
                </a:gridCol>
              </a:tblGrid>
              <a:tr h="205867">
                <a:tc gridSpan="2">
                  <a:txBody>
                    <a:bodyPr/>
                    <a:lstStyle/>
                    <a:p>
                      <a:pPr marL="0" marR="0" lvl="0" indent="0" algn="ctr" rtl="0">
                        <a:spcBef>
                          <a:spcPts val="0"/>
                        </a:spcBef>
                        <a:spcAft>
                          <a:spcPts val="0"/>
                        </a:spcAft>
                        <a:buNone/>
                      </a:pPr>
                      <a:r>
                        <a:rPr lang="en-US" sz="1100" b="0" dirty="0">
                          <a:solidFill>
                            <a:schemeClr val="tx1"/>
                          </a:solidFill>
                        </a:rPr>
                        <a:t>Japan</a:t>
                      </a:r>
                      <a:endParaRPr sz="1100" b="0" dirty="0">
                        <a:solidFill>
                          <a:schemeClr val="tx1"/>
                        </a:solidFill>
                      </a:endParaRPr>
                    </a:p>
                  </a:txBody>
                  <a:tcPr marL="0" marR="0" marT="0" marB="0" anchor="ctr"/>
                </a:tc>
                <a:tc hMerge="1">
                  <a:txBody>
                    <a:bodyPr/>
                    <a:lstStyle/>
                    <a:p>
                      <a:pPr marL="0" marR="0" lvl="0" indent="0" algn="ctr" rtl="0">
                        <a:spcBef>
                          <a:spcPts val="0"/>
                        </a:spcBef>
                        <a:spcAft>
                          <a:spcPts val="0"/>
                        </a:spcAft>
                        <a:buNone/>
                      </a:pPr>
                      <a:endParaRPr sz="800" b="0" dirty="0">
                        <a:solidFill>
                          <a:srgbClr val="0070C0"/>
                        </a:solidFill>
                      </a:endParaRPr>
                    </a:p>
                  </a:txBody>
                  <a:tcPr marL="0" marR="0" marT="0" marB="0"/>
                </a:tc>
                <a:extLst>
                  <a:ext uri="{0D108BD9-81ED-4DB2-BD59-A6C34878D82A}">
                    <a16:rowId xmlns:a16="http://schemas.microsoft.com/office/drawing/2014/main" val="4210945862"/>
                  </a:ext>
                </a:extLst>
              </a:tr>
              <a:tr h="197532">
                <a:tc>
                  <a:txBody>
                    <a:bodyPr/>
                    <a:lstStyle/>
                    <a:p>
                      <a:pPr marL="0" marR="0" lvl="0" indent="0" algn="ctr" rtl="0">
                        <a:spcBef>
                          <a:spcPts val="0"/>
                        </a:spcBef>
                        <a:spcAft>
                          <a:spcPts val="0"/>
                        </a:spcAft>
                        <a:buNone/>
                      </a:pPr>
                      <a:r>
                        <a:rPr lang="en-US" sz="900" b="0" dirty="0">
                          <a:solidFill>
                            <a:srgbClr val="0070C0"/>
                          </a:solidFill>
                        </a:rPr>
                        <a:t>KIX</a:t>
                      </a:r>
                      <a:endParaRPr sz="900" b="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오사카</a:t>
                      </a:r>
                      <a:r>
                        <a:rPr lang="en-US" sz="900" b="0" dirty="0">
                          <a:solidFill>
                            <a:srgbClr val="0070C0"/>
                          </a:solidFill>
                        </a:rPr>
                        <a:t>/</a:t>
                      </a:r>
                      <a:r>
                        <a:rPr lang="en-US" sz="900" b="0" dirty="0" err="1">
                          <a:solidFill>
                            <a:srgbClr val="0070C0"/>
                          </a:solidFill>
                        </a:rPr>
                        <a:t>간사이</a:t>
                      </a:r>
                      <a:endParaRPr sz="900" b="0" dirty="0">
                        <a:solidFill>
                          <a:srgbClr val="0070C0"/>
                        </a:solidFill>
                      </a:endParaRPr>
                    </a:p>
                  </a:txBody>
                  <a:tcPr marL="0" marR="0" marT="0" marB="0" anchor="ctr"/>
                </a:tc>
                <a:extLst>
                  <a:ext uri="{0D108BD9-81ED-4DB2-BD59-A6C34878D82A}">
                    <a16:rowId xmlns:a16="http://schemas.microsoft.com/office/drawing/2014/main" val="10007"/>
                  </a:ext>
                </a:extLst>
              </a:tr>
              <a:tr h="197532">
                <a:tc>
                  <a:txBody>
                    <a:bodyPr/>
                    <a:lstStyle/>
                    <a:p>
                      <a:pPr marL="0" marR="0" lvl="0" indent="0" algn="ctr" rtl="0">
                        <a:spcBef>
                          <a:spcPts val="0"/>
                        </a:spcBef>
                        <a:spcAft>
                          <a:spcPts val="0"/>
                        </a:spcAft>
                        <a:buNone/>
                      </a:pPr>
                      <a:r>
                        <a:rPr lang="en-US" sz="900" dirty="0">
                          <a:solidFill>
                            <a:srgbClr val="0070C0"/>
                          </a:solidFill>
                        </a:rPr>
                        <a:t>HND</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도쿄</a:t>
                      </a:r>
                      <a:r>
                        <a:rPr lang="en-US" sz="900" b="0" dirty="0">
                          <a:solidFill>
                            <a:srgbClr val="0070C0"/>
                          </a:solidFill>
                        </a:rPr>
                        <a:t>/</a:t>
                      </a:r>
                      <a:r>
                        <a:rPr lang="en-US" sz="900" b="0" dirty="0" err="1">
                          <a:solidFill>
                            <a:srgbClr val="0070C0"/>
                          </a:solidFill>
                        </a:rPr>
                        <a:t>하네다</a:t>
                      </a:r>
                      <a:endParaRPr sz="900" b="0" dirty="0">
                        <a:solidFill>
                          <a:srgbClr val="0070C0"/>
                        </a:solidFill>
                      </a:endParaRPr>
                    </a:p>
                  </a:txBody>
                  <a:tcPr marL="0" marR="0" marT="0" marB="0" anchor="ctr"/>
                </a:tc>
                <a:extLst>
                  <a:ext uri="{0D108BD9-81ED-4DB2-BD59-A6C34878D82A}">
                    <a16:rowId xmlns:a16="http://schemas.microsoft.com/office/drawing/2014/main" val="1188143320"/>
                  </a:ext>
                </a:extLst>
              </a:tr>
              <a:tr h="197532">
                <a:tc>
                  <a:txBody>
                    <a:bodyPr/>
                    <a:lstStyle/>
                    <a:p>
                      <a:pPr marL="0" marR="0" lvl="0" indent="0" algn="ctr" rtl="0">
                        <a:spcBef>
                          <a:spcPts val="0"/>
                        </a:spcBef>
                        <a:spcAft>
                          <a:spcPts val="0"/>
                        </a:spcAft>
                        <a:buNone/>
                      </a:pPr>
                      <a:r>
                        <a:rPr lang="en-US" sz="900" dirty="0">
                          <a:solidFill>
                            <a:srgbClr val="0070C0"/>
                          </a:solidFill>
                        </a:rPr>
                        <a:t>NRT</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도쿄</a:t>
                      </a:r>
                      <a:r>
                        <a:rPr lang="en-US" sz="900" b="0" dirty="0">
                          <a:solidFill>
                            <a:srgbClr val="0070C0"/>
                          </a:solidFill>
                        </a:rPr>
                        <a:t>/</a:t>
                      </a:r>
                      <a:r>
                        <a:rPr lang="en-US" sz="900" b="0" dirty="0" err="1">
                          <a:solidFill>
                            <a:srgbClr val="0070C0"/>
                          </a:solidFill>
                        </a:rPr>
                        <a:t>나리타</a:t>
                      </a:r>
                      <a:endParaRPr sz="900" b="0" dirty="0">
                        <a:solidFill>
                          <a:srgbClr val="0070C0"/>
                        </a:solidFill>
                      </a:endParaRPr>
                    </a:p>
                  </a:txBody>
                  <a:tcPr marL="0" marR="0" marT="0" marB="0" anchor="ctr"/>
                </a:tc>
                <a:extLst>
                  <a:ext uri="{0D108BD9-81ED-4DB2-BD59-A6C34878D82A}">
                    <a16:rowId xmlns:a16="http://schemas.microsoft.com/office/drawing/2014/main" val="3275921985"/>
                  </a:ext>
                </a:extLst>
              </a:tr>
              <a:tr h="197532">
                <a:tc>
                  <a:txBody>
                    <a:bodyPr/>
                    <a:lstStyle/>
                    <a:p>
                      <a:pPr marL="0" marR="0" lvl="0" indent="0" algn="ctr" rtl="0">
                        <a:spcBef>
                          <a:spcPts val="0"/>
                        </a:spcBef>
                        <a:spcAft>
                          <a:spcPts val="0"/>
                        </a:spcAft>
                        <a:buNone/>
                      </a:pPr>
                      <a:r>
                        <a:rPr lang="en-US" sz="900" dirty="0">
                          <a:solidFill>
                            <a:srgbClr val="0070C0"/>
                          </a:solidFill>
                        </a:rPr>
                        <a:t>CTS</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삿포로</a:t>
                      </a:r>
                      <a:r>
                        <a:rPr lang="en-US" sz="900" b="0" dirty="0">
                          <a:solidFill>
                            <a:srgbClr val="0070C0"/>
                          </a:solidFill>
                        </a:rPr>
                        <a:t>/</a:t>
                      </a:r>
                      <a:r>
                        <a:rPr lang="en-US" sz="900" b="0" dirty="0" err="1">
                          <a:solidFill>
                            <a:srgbClr val="0070C0"/>
                          </a:solidFill>
                        </a:rPr>
                        <a:t>신</a:t>
                      </a:r>
                      <a:r>
                        <a:rPr lang="en-US" sz="900" b="0" dirty="0">
                          <a:solidFill>
                            <a:srgbClr val="0070C0"/>
                          </a:solidFill>
                        </a:rPr>
                        <a:t>(New) </a:t>
                      </a:r>
                      <a:r>
                        <a:rPr lang="en-US" sz="900" b="0" dirty="0" err="1">
                          <a:solidFill>
                            <a:srgbClr val="0070C0"/>
                          </a:solidFill>
                        </a:rPr>
                        <a:t>치토세</a:t>
                      </a:r>
                      <a:endParaRPr sz="900" b="0" dirty="0">
                        <a:solidFill>
                          <a:srgbClr val="0070C0"/>
                        </a:solidFill>
                      </a:endParaRPr>
                    </a:p>
                  </a:txBody>
                  <a:tcPr marL="0" marR="0" marT="0" marB="0" anchor="ctr"/>
                </a:tc>
                <a:extLst>
                  <a:ext uri="{0D108BD9-81ED-4DB2-BD59-A6C34878D82A}">
                    <a16:rowId xmlns:a16="http://schemas.microsoft.com/office/drawing/2014/main" val="2751862034"/>
                  </a:ext>
                </a:extLst>
              </a:tr>
              <a:tr h="197532">
                <a:tc>
                  <a:txBody>
                    <a:bodyPr/>
                    <a:lstStyle/>
                    <a:p>
                      <a:pPr marL="0" marR="0" lvl="0" indent="0" algn="ctr" rtl="0">
                        <a:spcBef>
                          <a:spcPts val="0"/>
                        </a:spcBef>
                        <a:spcAft>
                          <a:spcPts val="0"/>
                        </a:spcAft>
                        <a:buNone/>
                      </a:pPr>
                      <a:r>
                        <a:rPr lang="en-US" sz="900" dirty="0">
                          <a:solidFill>
                            <a:srgbClr val="0070C0"/>
                          </a:solidFill>
                        </a:rPr>
                        <a:t>NGO</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0070C0"/>
                          </a:solidFill>
                        </a:rPr>
                        <a:t>나고야</a:t>
                      </a:r>
                      <a:r>
                        <a:rPr lang="en-US" altLang="ko-KR" sz="900" b="0" dirty="0">
                          <a:solidFill>
                            <a:srgbClr val="0070C0"/>
                          </a:solidFill>
                        </a:rPr>
                        <a:t>/</a:t>
                      </a:r>
                      <a:r>
                        <a:rPr lang="ko-KR" altLang="en-US" sz="900" b="0" dirty="0">
                          <a:solidFill>
                            <a:srgbClr val="0070C0"/>
                          </a:solidFill>
                        </a:rPr>
                        <a:t>주부</a:t>
                      </a:r>
                      <a:r>
                        <a:rPr lang="en-US" altLang="ko-KR" sz="900" b="0" dirty="0">
                          <a:solidFill>
                            <a:srgbClr val="0070C0"/>
                          </a:solidFill>
                        </a:rPr>
                        <a:t>(Chubu </a:t>
                      </a:r>
                      <a:r>
                        <a:rPr lang="en-US" altLang="ko-KR" sz="900" b="0" dirty="0" err="1">
                          <a:solidFill>
                            <a:srgbClr val="0070C0"/>
                          </a:solidFill>
                        </a:rPr>
                        <a:t>Centrair</a:t>
                      </a:r>
                      <a:r>
                        <a:rPr lang="en-US" altLang="ko-KR" sz="900" b="0" dirty="0">
                          <a:solidFill>
                            <a:srgbClr val="0070C0"/>
                          </a:solidFill>
                        </a:rPr>
                        <a:t>)</a:t>
                      </a:r>
                      <a:endParaRPr sz="900" b="0" dirty="0">
                        <a:solidFill>
                          <a:srgbClr val="0070C0"/>
                        </a:solidFill>
                      </a:endParaRPr>
                    </a:p>
                  </a:txBody>
                  <a:tcPr marL="0" marR="0" marT="0" marB="0" anchor="ctr"/>
                </a:tc>
                <a:extLst>
                  <a:ext uri="{0D108BD9-81ED-4DB2-BD59-A6C34878D82A}">
                    <a16:rowId xmlns:a16="http://schemas.microsoft.com/office/drawing/2014/main" val="2116662300"/>
                  </a:ext>
                </a:extLst>
              </a:tr>
              <a:tr h="197532">
                <a:tc>
                  <a:txBody>
                    <a:bodyPr/>
                    <a:lstStyle/>
                    <a:p>
                      <a:pPr marL="0" marR="0" lvl="0" indent="0" algn="ctr" rtl="0">
                        <a:spcBef>
                          <a:spcPts val="0"/>
                        </a:spcBef>
                        <a:spcAft>
                          <a:spcPts val="0"/>
                        </a:spcAft>
                        <a:buNone/>
                      </a:pPr>
                      <a:r>
                        <a:rPr lang="en-US" sz="900" dirty="0">
                          <a:solidFill>
                            <a:srgbClr val="0070C0"/>
                          </a:solidFill>
                        </a:rPr>
                        <a:t>FUK</a:t>
                      </a:r>
                      <a:endParaRPr sz="900" dirty="0"/>
                    </a:p>
                  </a:txBody>
                  <a:tcPr marL="0" marR="0" marT="0" marB="0" anchor="ctr"/>
                </a:tc>
                <a:tc>
                  <a:txBody>
                    <a:bodyPr/>
                    <a:lstStyle/>
                    <a:p>
                      <a:pPr marL="0" marR="0" lvl="0" indent="0" algn="ctr" rtl="0">
                        <a:spcBef>
                          <a:spcPts val="0"/>
                        </a:spcBef>
                        <a:spcAft>
                          <a:spcPts val="0"/>
                        </a:spcAft>
                        <a:buNone/>
                      </a:pPr>
                      <a:r>
                        <a:rPr lang="ko-KR" altLang="en-US" sz="900" dirty="0">
                          <a:solidFill>
                            <a:srgbClr val="0070C0"/>
                          </a:solidFill>
                        </a:rPr>
                        <a:t>후쿠오카</a:t>
                      </a:r>
                      <a:endParaRPr sz="900" dirty="0"/>
                    </a:p>
                  </a:txBody>
                  <a:tcPr marL="0" marR="0" marT="0" marB="0" anchor="ctr"/>
                </a:tc>
                <a:extLst>
                  <a:ext uri="{0D108BD9-81ED-4DB2-BD59-A6C34878D82A}">
                    <a16:rowId xmlns:a16="http://schemas.microsoft.com/office/drawing/2014/main" val="132924141"/>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D83135CD-FE0D-D672-B8B7-AE38F68859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8239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3540122534"/>
              </p:ext>
            </p:extLst>
          </p:nvPr>
        </p:nvGraphicFramePr>
        <p:xfrm>
          <a:off x="104230" y="114852"/>
          <a:ext cx="2115458" cy="2441681"/>
        </p:xfrm>
        <a:graphic>
          <a:graphicData uri="http://schemas.openxmlformats.org/drawingml/2006/table">
            <a:tbl>
              <a:tblPr firstRow="1" bandRow="1">
                <a:noFill/>
                <a:tableStyleId>{A521BE36-7E6F-4EC9-8D66-1CF97A6895EC}</a:tableStyleId>
              </a:tblPr>
              <a:tblGrid>
                <a:gridCol w="1057729">
                  <a:extLst>
                    <a:ext uri="{9D8B030D-6E8A-4147-A177-3AD203B41FA5}">
                      <a16:colId xmlns:a16="http://schemas.microsoft.com/office/drawing/2014/main" val="20000"/>
                    </a:ext>
                  </a:extLst>
                </a:gridCol>
                <a:gridCol w="1057729">
                  <a:extLst>
                    <a:ext uri="{9D8B030D-6E8A-4147-A177-3AD203B41FA5}">
                      <a16:colId xmlns:a16="http://schemas.microsoft.com/office/drawing/2014/main" val="2763461019"/>
                    </a:ext>
                  </a:extLst>
                </a:gridCol>
              </a:tblGrid>
              <a:tr h="351186">
                <a:tc gridSpan="2">
                  <a:txBody>
                    <a:bodyPr/>
                    <a:lstStyle/>
                    <a:p>
                      <a:pPr marL="0" marR="0" lvl="0" indent="0" algn="ctr" rtl="0">
                        <a:spcBef>
                          <a:spcPts val="0"/>
                        </a:spcBef>
                        <a:spcAft>
                          <a:spcPts val="0"/>
                        </a:spcAft>
                        <a:buNone/>
                      </a:pPr>
                      <a:r>
                        <a:rPr lang="en-US" sz="1800" b="1" u="none" strike="noStrike" cap="none" dirty="0">
                          <a:solidFill>
                            <a:srgbClr val="00B050"/>
                          </a:solidFill>
                          <a:latin typeface="Calibri"/>
                          <a:ea typeface="Calibri"/>
                          <a:cs typeface="Calibri"/>
                          <a:sym typeface="Calibri"/>
                        </a:rPr>
                        <a:t>China</a:t>
                      </a:r>
                      <a:r>
                        <a:rPr lang="en-US" sz="1800" b="1" u="none" strike="noStrike" cap="none" dirty="0">
                          <a:solidFill>
                            <a:schemeClr val="bg1"/>
                          </a:solidFill>
                          <a:latin typeface="Calibri"/>
                          <a:ea typeface="Calibri"/>
                          <a:cs typeface="Calibri"/>
                          <a:sym typeface="Calibri"/>
                        </a:rPr>
                        <a:t> </a:t>
                      </a:r>
                      <a:endParaRPr sz="1800" b="1" u="none" strike="noStrike" cap="none" dirty="0">
                        <a:solidFill>
                          <a:schemeClr val="bg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HKG</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9315092"/>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PEK</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252244187"/>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WUH</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830567129"/>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CAN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487466338"/>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XIY</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745310571"/>
                  </a:ext>
                </a:extLst>
              </a:tr>
            </a:tbl>
          </a:graphicData>
        </a:graphic>
      </p:graphicFrame>
      <p:graphicFrame>
        <p:nvGraphicFramePr>
          <p:cNvPr id="3" name="Google Shape;90;p1">
            <a:extLst>
              <a:ext uri="{FF2B5EF4-FFF2-40B4-BE49-F238E27FC236}">
                <a16:creationId xmlns:a16="http://schemas.microsoft.com/office/drawing/2014/main" id="{87F02D1E-B645-12DD-A165-59B69450880B}"/>
              </a:ext>
            </a:extLst>
          </p:cNvPr>
          <p:cNvGraphicFramePr/>
          <p:nvPr>
            <p:extLst>
              <p:ext uri="{D42A27DB-BD31-4B8C-83A1-F6EECF244321}">
                <p14:modId xmlns:p14="http://schemas.microsoft.com/office/powerpoint/2010/main" val="1552724582"/>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CB8B5A48-7593-5DEE-6767-4476684CA64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398369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1" name="Google Shape;371;p27"/>
          <p:cNvGraphicFramePr/>
          <p:nvPr>
            <p:extLst>
              <p:ext uri="{D42A27DB-BD31-4B8C-83A1-F6EECF244321}">
                <p14:modId xmlns:p14="http://schemas.microsoft.com/office/powerpoint/2010/main" val="3834267655"/>
              </p:ext>
            </p:extLst>
          </p:nvPr>
        </p:nvGraphicFramePr>
        <p:xfrm>
          <a:off x="121884" y="3798834"/>
          <a:ext cx="2069883" cy="1104344"/>
        </p:xfrm>
        <a:graphic>
          <a:graphicData uri="http://schemas.openxmlformats.org/drawingml/2006/table">
            <a:tbl>
              <a:tblPr firstRow="1" bandRow="1">
                <a:noFill/>
                <a:tableStyleId>{A521BE36-7E6F-4EC9-8D66-1CF97A6895EC}</a:tableStyleId>
              </a:tblPr>
              <a:tblGrid>
                <a:gridCol w="520867">
                  <a:extLst>
                    <a:ext uri="{9D8B030D-6E8A-4147-A177-3AD203B41FA5}">
                      <a16:colId xmlns:a16="http://schemas.microsoft.com/office/drawing/2014/main" val="20002"/>
                    </a:ext>
                  </a:extLst>
                </a:gridCol>
                <a:gridCol w="1549016">
                  <a:extLst>
                    <a:ext uri="{9D8B030D-6E8A-4147-A177-3AD203B41FA5}">
                      <a16:colId xmlns:a16="http://schemas.microsoft.com/office/drawing/2014/main" val="20003"/>
                    </a:ext>
                  </a:extLst>
                </a:gridCol>
              </a:tblGrid>
              <a:tr h="13804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b="1" dirty="0">
                          <a:solidFill>
                            <a:schemeClr val="tx1"/>
                          </a:solidFill>
                        </a:rPr>
                        <a:t>China</a:t>
                      </a:r>
                    </a:p>
                  </a:txBody>
                  <a:tcPr marL="0" marR="0" marT="0" marB="0"/>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b="0" dirty="0">
                          <a:solidFill>
                            <a:schemeClr val="bg1"/>
                          </a:solidFill>
                        </a:rPr>
                        <a:t>China</a:t>
                      </a:r>
                    </a:p>
                  </a:txBody>
                  <a:tcPr marL="0" marR="0" marT="0" marB="0"/>
                </a:tc>
                <a:extLst>
                  <a:ext uri="{0D108BD9-81ED-4DB2-BD59-A6C34878D82A}">
                    <a16:rowId xmlns:a16="http://schemas.microsoft.com/office/drawing/2014/main" val="2912171646"/>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HKG</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홍콩</a:t>
                      </a:r>
                      <a:endParaRPr lang="en-US" altLang="ko-Kore-KR" sz="900" dirty="0">
                        <a:solidFill>
                          <a:srgbClr val="AA47F5"/>
                        </a:solidFill>
                      </a:endParaRPr>
                    </a:p>
                  </a:txBody>
                  <a:tcPr marL="0" marR="0" marT="0" marB="0" anchor="ctr"/>
                </a:tc>
                <a:extLst>
                  <a:ext uri="{0D108BD9-81ED-4DB2-BD59-A6C34878D82A}">
                    <a16:rowId xmlns:a16="http://schemas.microsoft.com/office/drawing/2014/main" val="10000"/>
                  </a:ext>
                </a:extLst>
              </a:tr>
              <a:tr h="138043">
                <a:tc>
                  <a:txBody>
                    <a:bodyPr/>
                    <a:lstStyle/>
                    <a:p>
                      <a:pPr marL="0" marR="0" lvl="0" indent="0" algn="ctr" rtl="0">
                        <a:spcBef>
                          <a:spcPts val="0"/>
                        </a:spcBef>
                        <a:spcAft>
                          <a:spcPts val="0"/>
                        </a:spcAft>
                        <a:buNone/>
                      </a:pPr>
                      <a:r>
                        <a:rPr lang="en-US" sz="900" dirty="0">
                          <a:solidFill>
                            <a:srgbClr val="00B050"/>
                          </a:solidFill>
                        </a:rPr>
                        <a:t>PEK</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베이징</a:t>
                      </a:r>
                      <a:r>
                        <a:rPr lang="en-US" altLang="ko-KR" sz="900" b="0" dirty="0">
                          <a:solidFill>
                            <a:srgbClr val="00B050"/>
                          </a:solidFill>
                        </a:rPr>
                        <a:t>/</a:t>
                      </a:r>
                      <a:r>
                        <a:rPr lang="ko-KR" altLang="en-US" sz="900" b="0" dirty="0" err="1">
                          <a:solidFill>
                            <a:srgbClr val="00B050"/>
                          </a:solidFill>
                        </a:rPr>
                        <a:t>소우뚜</a:t>
                      </a:r>
                      <a:r>
                        <a:rPr lang="en-US" altLang="ko-KR" sz="900" b="0" dirty="0">
                          <a:solidFill>
                            <a:srgbClr val="00B050"/>
                          </a:solidFill>
                        </a:rPr>
                        <a:t>(Capital)</a:t>
                      </a:r>
                      <a:endParaRPr sz="900" b="0" dirty="0">
                        <a:solidFill>
                          <a:srgbClr val="00B050"/>
                        </a:solidFill>
                      </a:endParaRPr>
                    </a:p>
                  </a:txBody>
                  <a:tcPr marL="0" marR="0" marT="0" marB="0" anchor="ctr"/>
                </a:tc>
                <a:extLst>
                  <a:ext uri="{0D108BD9-81ED-4DB2-BD59-A6C34878D82A}">
                    <a16:rowId xmlns:a16="http://schemas.microsoft.com/office/drawing/2014/main" val="66253469"/>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WUH</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우한</a:t>
                      </a:r>
                      <a:r>
                        <a:rPr lang="en-US" altLang="ko-KR" sz="900" dirty="0">
                          <a:solidFill>
                            <a:srgbClr val="00B050"/>
                          </a:solidFill>
                        </a:rPr>
                        <a:t>/</a:t>
                      </a:r>
                      <a:r>
                        <a:rPr lang="ko-KR" altLang="en-US" sz="900" dirty="0" err="1">
                          <a:solidFill>
                            <a:srgbClr val="00B050"/>
                          </a:solidFill>
                        </a:rPr>
                        <a:t>톈허</a:t>
                      </a:r>
                      <a:endParaRPr lang="en-US" altLang="ko-Kore-KR" sz="900" dirty="0">
                        <a:solidFill>
                          <a:srgbClr val="AA47F5"/>
                        </a:solidFill>
                      </a:endParaRPr>
                    </a:p>
                  </a:txBody>
                  <a:tcPr marL="0" marR="0" marT="0" marB="0" anchor="ctr"/>
                </a:tc>
                <a:extLst>
                  <a:ext uri="{0D108BD9-81ED-4DB2-BD59-A6C34878D82A}">
                    <a16:rowId xmlns:a16="http://schemas.microsoft.com/office/drawing/2014/main" val="10002"/>
                  </a:ext>
                </a:extLst>
              </a:tr>
              <a:tr h="138043">
                <a:tc>
                  <a:txBody>
                    <a:bodyPr/>
                    <a:lstStyle/>
                    <a:p>
                      <a:pPr marL="0" marR="0" lvl="0" indent="0" algn="ctr" rtl="0">
                        <a:spcBef>
                          <a:spcPts val="0"/>
                        </a:spcBef>
                        <a:spcAft>
                          <a:spcPts val="0"/>
                        </a:spcAft>
                        <a:buNone/>
                      </a:pPr>
                      <a:r>
                        <a:rPr lang="en-US" sz="900" dirty="0">
                          <a:solidFill>
                            <a:srgbClr val="00B050"/>
                          </a:solidFill>
                        </a:rPr>
                        <a:t>CAN</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광저우</a:t>
                      </a:r>
                      <a:r>
                        <a:rPr lang="en-US" altLang="ko-KR" sz="900" b="0" dirty="0">
                          <a:solidFill>
                            <a:srgbClr val="00B050"/>
                          </a:solidFill>
                        </a:rPr>
                        <a:t>/</a:t>
                      </a:r>
                      <a:r>
                        <a:rPr lang="ko-KR" altLang="en-US" sz="900" b="0" dirty="0" err="1">
                          <a:solidFill>
                            <a:srgbClr val="00B050"/>
                          </a:solidFill>
                        </a:rPr>
                        <a:t>바이윈</a:t>
                      </a:r>
                      <a:endParaRPr sz="900" b="0" dirty="0">
                        <a:solidFill>
                          <a:srgbClr val="00B050"/>
                        </a:solidFill>
                      </a:endParaRPr>
                    </a:p>
                  </a:txBody>
                  <a:tcPr marL="0" marR="0" marT="0" marB="0" anchor="ctr"/>
                </a:tc>
                <a:extLst>
                  <a:ext uri="{0D108BD9-81ED-4DB2-BD59-A6C34878D82A}">
                    <a16:rowId xmlns:a16="http://schemas.microsoft.com/office/drawing/2014/main" val="10004"/>
                  </a:ext>
                </a:extLst>
              </a:tr>
              <a:tr h="138043">
                <a:tc>
                  <a:txBody>
                    <a:bodyPr/>
                    <a:lstStyle/>
                    <a:p>
                      <a:pPr marL="0" marR="0" lvl="0" indent="0" algn="ctr" rtl="0">
                        <a:spcBef>
                          <a:spcPts val="0"/>
                        </a:spcBef>
                        <a:spcAft>
                          <a:spcPts val="0"/>
                        </a:spcAft>
                        <a:buNone/>
                      </a:pPr>
                      <a:r>
                        <a:rPr lang="en-US" sz="900" dirty="0">
                          <a:solidFill>
                            <a:srgbClr val="00B050"/>
                          </a:solidFill>
                        </a:rPr>
                        <a:t>XIY</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시안</a:t>
                      </a:r>
                      <a:r>
                        <a:rPr lang="en-US" altLang="ko-KR" sz="900" b="0" dirty="0">
                          <a:solidFill>
                            <a:srgbClr val="00B050"/>
                          </a:solidFill>
                        </a:rPr>
                        <a:t>/</a:t>
                      </a:r>
                      <a:r>
                        <a:rPr lang="ko-KR" altLang="en-US" sz="900" b="0" dirty="0" err="1">
                          <a:solidFill>
                            <a:srgbClr val="00B050"/>
                          </a:solidFill>
                        </a:rPr>
                        <a:t>시엔양</a:t>
                      </a:r>
                      <a:endParaRPr sz="900" b="0" dirty="0">
                        <a:solidFill>
                          <a:srgbClr val="00B050"/>
                        </a:solidFill>
                      </a:endParaRPr>
                    </a:p>
                  </a:txBody>
                  <a:tcPr marL="0" marR="0" marT="0" marB="0" anchor="ctr"/>
                </a:tc>
                <a:extLst>
                  <a:ext uri="{0D108BD9-81ED-4DB2-BD59-A6C34878D82A}">
                    <a16:rowId xmlns:a16="http://schemas.microsoft.com/office/drawing/2014/main" val="4254199483"/>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TSN</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톈진</a:t>
                      </a:r>
                      <a:r>
                        <a:rPr lang="en-US" altLang="ko-KR" sz="900" dirty="0">
                          <a:solidFill>
                            <a:srgbClr val="00B050"/>
                          </a:solidFill>
                        </a:rPr>
                        <a:t>/</a:t>
                      </a:r>
                      <a:r>
                        <a:rPr lang="ko-KR" altLang="en-US" sz="900" dirty="0" err="1">
                          <a:solidFill>
                            <a:srgbClr val="00B050"/>
                          </a:solidFill>
                        </a:rPr>
                        <a:t>빈하이</a:t>
                      </a:r>
                      <a:endParaRPr lang="en-US" altLang="ko-Kore-KR" sz="900" dirty="0">
                        <a:solidFill>
                          <a:srgbClr val="AA47F5"/>
                        </a:solidFill>
                      </a:endParaRPr>
                    </a:p>
                  </a:txBody>
                  <a:tcPr marL="0" marR="0" marT="0" marB="0" anchor="ctr"/>
                </a:tc>
                <a:extLst>
                  <a:ext uri="{0D108BD9-81ED-4DB2-BD59-A6C34878D82A}">
                    <a16:rowId xmlns:a16="http://schemas.microsoft.com/office/drawing/2014/main" val="2322049173"/>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DLC</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다롄</a:t>
                      </a:r>
                      <a:r>
                        <a:rPr lang="en-US" altLang="ko-KR" sz="900" dirty="0">
                          <a:solidFill>
                            <a:srgbClr val="00B050"/>
                          </a:solidFill>
                        </a:rPr>
                        <a:t>/</a:t>
                      </a:r>
                      <a:r>
                        <a:rPr lang="ko-KR" altLang="en-US" sz="900" dirty="0" err="1">
                          <a:solidFill>
                            <a:srgbClr val="00B050"/>
                          </a:solidFill>
                        </a:rPr>
                        <a:t>쪼우쑤이쯔</a:t>
                      </a:r>
                      <a:endParaRPr lang="en-US" altLang="ko-Kore-KR" sz="900" dirty="0">
                        <a:solidFill>
                          <a:srgbClr val="AA47F5"/>
                        </a:solidFill>
                      </a:endParaRPr>
                    </a:p>
                  </a:txBody>
                  <a:tcPr marL="0" marR="0" marT="0" marB="0" anchor="ctr"/>
                </a:tc>
                <a:extLst>
                  <a:ext uri="{0D108BD9-81ED-4DB2-BD59-A6C34878D82A}">
                    <a16:rowId xmlns:a16="http://schemas.microsoft.com/office/drawing/2014/main" val="1944538903"/>
                  </a:ext>
                </a:extLst>
              </a:tr>
            </a:tbl>
          </a:graphicData>
        </a:graphic>
      </p:graphicFrame>
      <p:graphicFrame>
        <p:nvGraphicFramePr>
          <p:cNvPr id="2" name="Google Shape;370;p27">
            <a:extLst>
              <a:ext uri="{FF2B5EF4-FFF2-40B4-BE49-F238E27FC236}">
                <a16:creationId xmlns:a16="http://schemas.microsoft.com/office/drawing/2014/main" id="{5B16D409-08BC-B107-3860-B094CC862342}"/>
              </a:ext>
            </a:extLst>
          </p:cNvPr>
          <p:cNvGraphicFramePr/>
          <p:nvPr>
            <p:extLst>
              <p:ext uri="{D42A27DB-BD31-4B8C-83A1-F6EECF244321}">
                <p14:modId xmlns:p14="http://schemas.microsoft.com/office/powerpoint/2010/main" val="2633842035"/>
              </p:ext>
            </p:extLst>
          </p:nvPr>
        </p:nvGraphicFramePr>
        <p:xfrm>
          <a:off x="0" y="0"/>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rtl="0">
                        <a:spcBef>
                          <a:spcPts val="0"/>
                        </a:spcBef>
                        <a:spcAft>
                          <a:spcPts val="0"/>
                        </a:spcAft>
                        <a:buNone/>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lang="en-US" altLang="ko-KR" sz="600" b="1" i="0" kern="1200" dirty="0">
                          <a:solidFill>
                            <a:srgbClr val="FFC000"/>
                          </a:solidFill>
                          <a:latin typeface="+mn-ea"/>
                          <a:ea typeface="Calibri"/>
                          <a:cs typeface="Calibri"/>
                          <a:sym typeface="Calibri"/>
                        </a:rPr>
                        <a:t>(10</a:t>
                      </a:r>
                      <a:r>
                        <a:rPr lang="ko-KR" altLang="en-US" sz="600" b="1" i="0" kern="1200" dirty="0" err="1">
                          <a:solidFill>
                            <a:srgbClr val="FFC000"/>
                          </a:solidFill>
                          <a:latin typeface="+mn-ea"/>
                          <a:ea typeface="Calibri"/>
                          <a:cs typeface="Calibri"/>
                          <a:sym typeface="Calibri"/>
                        </a:rPr>
                        <a:t>분이상</a:t>
                      </a:r>
                      <a:r>
                        <a:rPr lang="ko-KR" altLang="en-US" sz="600" b="1" i="0" kern="1200" dirty="0">
                          <a:solidFill>
                            <a:srgbClr val="FFC000"/>
                          </a:solidFill>
                          <a:latin typeface="+mn-ea"/>
                          <a:ea typeface="Calibri"/>
                          <a:cs typeface="Calibri"/>
                          <a:sym typeface="Calibri"/>
                        </a:rPr>
                        <a:t> 지연 </a:t>
                      </a:r>
                      <a:r>
                        <a:rPr lang="en-US" altLang="ko-KR" sz="600" b="1" i="0" kern="1200" dirty="0">
                          <a:solidFill>
                            <a:srgbClr val="FFC000"/>
                          </a:solidFill>
                          <a:latin typeface="+mn-ea"/>
                          <a:ea typeface="Calibri"/>
                          <a:cs typeface="Calibri"/>
                          <a:sym typeface="Calibri"/>
                        </a:rPr>
                        <a:t>or</a:t>
                      </a:r>
                      <a:r>
                        <a:rPr lang="ko-KR" altLang="en-US" sz="600" b="1" i="0" kern="1200" dirty="0">
                          <a:solidFill>
                            <a:srgbClr val="FFC000"/>
                          </a:solidFill>
                          <a:latin typeface="+mn-ea"/>
                          <a:ea typeface="Calibri"/>
                          <a:cs typeface="Calibri"/>
                          <a:sym typeface="Calibri"/>
                        </a:rPr>
                        <a:t> </a:t>
                      </a:r>
                      <a:r>
                        <a:rPr lang="ko-KR" altLang="en-US" sz="600" b="1" i="0" kern="1200" dirty="0" err="1">
                          <a:solidFill>
                            <a:srgbClr val="FFC000"/>
                          </a:solidFill>
                          <a:latin typeface="+mn-ea"/>
                          <a:ea typeface="Calibri"/>
                          <a:cs typeface="Calibri"/>
                          <a:sym typeface="Calibri"/>
                        </a:rPr>
                        <a:t>예상시</a:t>
                      </a:r>
                      <a:r>
                        <a:rPr lang="ko-KR" altLang="en-US" sz="600" b="1" i="0" kern="1200" dirty="0">
                          <a:solidFill>
                            <a:srgbClr val="FFC000"/>
                          </a:solidFill>
                          <a:latin typeface="+mn-ea"/>
                          <a:ea typeface="Calibri"/>
                          <a:cs typeface="Calibri"/>
                          <a:sym typeface="Calibri"/>
                        </a:rPr>
                        <a:t> 지연 방송</a:t>
                      </a:r>
                      <a:r>
                        <a:rPr lang="en-US" altLang="ko-KR" sz="600" b="1" i="0" kern="1200" dirty="0">
                          <a:solidFill>
                            <a:srgbClr val="FFC000"/>
                          </a:solidFill>
                          <a:latin typeface="+mn-ea"/>
                          <a:ea typeface="Calibri"/>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877125">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A28790C4-7E26-FFB4-21CC-3E16C21A5C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64058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84429472"/>
              </p:ext>
            </p:extLst>
          </p:nvPr>
        </p:nvGraphicFramePr>
        <p:xfrm>
          <a:off x="98101" y="184953"/>
          <a:ext cx="2132650" cy="3851663"/>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453137">
                <a:tc gridSpan="2">
                  <a:txBody>
                    <a:bodyPr/>
                    <a:lstStyle/>
                    <a:p>
                      <a:pPr marL="0" marR="0" lvl="0" indent="0" algn="ctr" rtl="0">
                        <a:spcBef>
                          <a:spcPts val="0"/>
                        </a:spcBef>
                        <a:spcAft>
                          <a:spcPts val="0"/>
                        </a:spcAft>
                        <a:buNone/>
                      </a:pPr>
                      <a:r>
                        <a:rPr lang="en-US" altLang="ko-KR" sz="2400" b="1" u="none" strike="noStrike" cap="none" dirty="0">
                          <a:solidFill>
                            <a:srgbClr val="7030A0"/>
                          </a:solidFill>
                          <a:latin typeface="Calibri"/>
                          <a:ea typeface="Calibri"/>
                          <a:cs typeface="Calibri"/>
                          <a:sym typeface="Calibri"/>
                        </a:rPr>
                        <a:t>SE </a:t>
                      </a:r>
                      <a:r>
                        <a:rPr lang="en-US" sz="2400" b="1" u="none" strike="noStrike" cap="none" dirty="0">
                          <a:solidFill>
                            <a:srgbClr val="7030A0"/>
                          </a:solidFill>
                          <a:latin typeface="Calibri"/>
                          <a:ea typeface="Calibri"/>
                          <a:cs typeface="Calibri"/>
                          <a:sym typeface="Calibri"/>
                        </a:rPr>
                        <a:t>Asia</a:t>
                      </a:r>
                      <a:endParaRPr sz="2400" b="1" u="none" strike="noStrike" cap="none" dirty="0">
                        <a:solidFill>
                          <a:srgbClr val="7030A0"/>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BKK</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11"/>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BKK</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SIN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DAD</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SGN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209742540"/>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CNX</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71315063"/>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11506459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0619318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261878942"/>
                  </a:ext>
                </a:extLst>
              </a:tr>
            </a:tbl>
          </a:graphicData>
        </a:graphic>
      </p:graphicFrame>
      <p:graphicFrame>
        <p:nvGraphicFramePr>
          <p:cNvPr id="2" name="Google Shape;90;p1">
            <a:extLst>
              <a:ext uri="{FF2B5EF4-FFF2-40B4-BE49-F238E27FC236}">
                <a16:creationId xmlns:a16="http://schemas.microsoft.com/office/drawing/2014/main" id="{420D4B99-E8E2-695D-C567-AA64CB4A507C}"/>
              </a:ext>
            </a:extLst>
          </p:cNvPr>
          <p:cNvGraphicFramePr/>
          <p:nvPr>
            <p:extLst>
              <p:ext uri="{D42A27DB-BD31-4B8C-83A1-F6EECF244321}">
                <p14:modId xmlns:p14="http://schemas.microsoft.com/office/powerpoint/2010/main" val="2824658083"/>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5300C3F7-80BE-FCDE-AE00-66776EFBDDA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09116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1" name="Google Shape;371;p27"/>
          <p:cNvGraphicFramePr/>
          <p:nvPr>
            <p:extLst>
              <p:ext uri="{D42A27DB-BD31-4B8C-83A1-F6EECF244321}">
                <p14:modId xmlns:p14="http://schemas.microsoft.com/office/powerpoint/2010/main" val="3221540470"/>
              </p:ext>
            </p:extLst>
          </p:nvPr>
        </p:nvGraphicFramePr>
        <p:xfrm>
          <a:off x="114028" y="3763936"/>
          <a:ext cx="2100805" cy="1479556"/>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170532">
                <a:tc gridSpan="2">
                  <a:txBody>
                    <a:bodyPr/>
                    <a:lstStyle/>
                    <a:p>
                      <a:pPr marL="0" marR="0" lvl="0" indent="0" algn="ctr" rtl="0">
                        <a:spcBef>
                          <a:spcPts val="0"/>
                        </a:spcBef>
                        <a:spcAft>
                          <a:spcPts val="0"/>
                        </a:spcAft>
                        <a:buNone/>
                      </a:pPr>
                      <a:r>
                        <a:rPr lang="en-US" sz="1100" dirty="0">
                          <a:solidFill>
                            <a:schemeClr val="bg1"/>
                          </a:solidFill>
                        </a:rPr>
                        <a:t>S.E Asia</a:t>
                      </a:r>
                      <a:endParaRPr sz="1100" b="0" dirty="0">
                        <a:solidFill>
                          <a:schemeClr val="bg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163628">
                <a:tc>
                  <a:txBody>
                    <a:bodyPr/>
                    <a:lstStyle/>
                    <a:p>
                      <a:pPr marL="0" marR="0" lvl="0" indent="0" algn="ctr" rtl="0">
                        <a:spcBef>
                          <a:spcPts val="0"/>
                        </a:spcBef>
                        <a:spcAft>
                          <a:spcPts val="0"/>
                        </a:spcAft>
                        <a:buNone/>
                      </a:pPr>
                      <a:r>
                        <a:rPr lang="en-US" sz="900" dirty="0">
                          <a:solidFill>
                            <a:srgbClr val="7030A0"/>
                          </a:solidFill>
                        </a:rPr>
                        <a:t>BKK</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방콕</a:t>
                      </a:r>
                      <a:r>
                        <a:rPr lang="en-US" altLang="ko-KR" sz="900" b="0" dirty="0">
                          <a:solidFill>
                            <a:srgbClr val="7030A0"/>
                          </a:solidFill>
                        </a:rPr>
                        <a:t>/</a:t>
                      </a:r>
                      <a:r>
                        <a:rPr lang="ko-KR" altLang="en-US" sz="900" b="0" dirty="0" err="1">
                          <a:solidFill>
                            <a:srgbClr val="7030A0"/>
                          </a:solidFill>
                        </a:rPr>
                        <a:t>수완나폼</a:t>
                      </a:r>
                      <a:endParaRPr lang="ko-KR" altLang="en-US" sz="900" b="0" dirty="0">
                        <a:solidFill>
                          <a:srgbClr val="7030A0"/>
                        </a:solidFill>
                      </a:endParaRPr>
                    </a:p>
                  </a:txBody>
                  <a:tcPr marL="0" marR="0" marT="0" marB="0" anchor="ctr"/>
                </a:tc>
                <a:extLst>
                  <a:ext uri="{0D108BD9-81ED-4DB2-BD59-A6C34878D82A}">
                    <a16:rowId xmlns:a16="http://schemas.microsoft.com/office/drawing/2014/main" val="376584517"/>
                  </a:ext>
                </a:extLst>
              </a:tr>
              <a:tr h="163628">
                <a:tc>
                  <a:txBody>
                    <a:bodyPr/>
                    <a:lstStyle/>
                    <a:p>
                      <a:pPr marL="0" marR="0" lvl="0" indent="0" algn="ctr" rtl="0">
                        <a:spcBef>
                          <a:spcPts val="0"/>
                        </a:spcBef>
                        <a:spcAft>
                          <a:spcPts val="0"/>
                        </a:spcAft>
                        <a:buNone/>
                      </a:pPr>
                      <a:r>
                        <a:rPr lang="en-US" sz="900" dirty="0">
                          <a:solidFill>
                            <a:srgbClr val="7030A0"/>
                          </a:solidFill>
                        </a:rPr>
                        <a:t>SIN</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싱가포르</a:t>
                      </a:r>
                      <a:r>
                        <a:rPr lang="en-US" altLang="ko-KR" sz="900" b="0" dirty="0">
                          <a:solidFill>
                            <a:srgbClr val="7030A0"/>
                          </a:solidFill>
                        </a:rPr>
                        <a:t>/</a:t>
                      </a:r>
                      <a:r>
                        <a:rPr lang="ko-KR" altLang="en-US" sz="900" b="0" dirty="0">
                          <a:solidFill>
                            <a:srgbClr val="7030A0"/>
                          </a:solidFill>
                        </a:rPr>
                        <a:t>창이</a:t>
                      </a:r>
                      <a:endParaRPr sz="900" b="0" dirty="0">
                        <a:solidFill>
                          <a:srgbClr val="7030A0"/>
                        </a:solidFill>
                      </a:endParaRPr>
                    </a:p>
                  </a:txBody>
                  <a:tcPr marL="0" marR="0" marT="0" marB="0" anchor="ctr"/>
                </a:tc>
                <a:extLst>
                  <a:ext uri="{0D108BD9-81ED-4DB2-BD59-A6C34878D82A}">
                    <a16:rowId xmlns:a16="http://schemas.microsoft.com/office/drawing/2014/main" val="2751862034"/>
                  </a:ext>
                </a:extLst>
              </a:tr>
              <a:tr h="163628">
                <a:tc>
                  <a:txBody>
                    <a:bodyPr/>
                    <a:lstStyle/>
                    <a:p>
                      <a:pPr marL="0" marR="0" lvl="0" indent="0" algn="ctr" rtl="0">
                        <a:spcBef>
                          <a:spcPts val="0"/>
                        </a:spcBef>
                        <a:spcAft>
                          <a:spcPts val="0"/>
                        </a:spcAft>
                        <a:buNone/>
                      </a:pPr>
                      <a:r>
                        <a:rPr lang="en-US" sz="900" dirty="0">
                          <a:solidFill>
                            <a:srgbClr val="7030A0"/>
                          </a:solidFill>
                        </a:rPr>
                        <a:t>DAD</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err="1">
                          <a:solidFill>
                            <a:srgbClr val="7030A0"/>
                          </a:solidFill>
                        </a:rPr>
                        <a:t>다낭</a:t>
                      </a:r>
                      <a:endParaRPr sz="900" b="0" dirty="0">
                        <a:solidFill>
                          <a:srgbClr val="7030A0"/>
                        </a:solidFill>
                      </a:endParaRPr>
                    </a:p>
                  </a:txBody>
                  <a:tcPr marL="0" marR="0" marT="0" marB="0" anchor="ctr"/>
                </a:tc>
                <a:extLst>
                  <a:ext uri="{0D108BD9-81ED-4DB2-BD59-A6C34878D82A}">
                    <a16:rowId xmlns:a16="http://schemas.microsoft.com/office/drawing/2014/main" val="2116662300"/>
                  </a:ext>
                </a:extLst>
              </a:tr>
              <a:tr h="163628">
                <a:tc>
                  <a:txBody>
                    <a:bodyPr/>
                    <a:lstStyle/>
                    <a:p>
                      <a:pPr marL="0" marR="0" lvl="0" indent="0" algn="ctr" rtl="0">
                        <a:spcBef>
                          <a:spcPts val="0"/>
                        </a:spcBef>
                        <a:spcAft>
                          <a:spcPts val="0"/>
                        </a:spcAft>
                        <a:buNone/>
                      </a:pPr>
                      <a:r>
                        <a:rPr lang="en-US" sz="900" dirty="0">
                          <a:solidFill>
                            <a:srgbClr val="7030A0"/>
                          </a:solidFill>
                        </a:rPr>
                        <a:t>SGN</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베트남 호찌민</a:t>
                      </a:r>
                      <a:r>
                        <a:rPr lang="en-US" altLang="ko-KR" sz="900" b="0" dirty="0">
                          <a:solidFill>
                            <a:srgbClr val="7030A0"/>
                          </a:solidFill>
                        </a:rPr>
                        <a:t>/</a:t>
                      </a:r>
                      <a:r>
                        <a:rPr lang="ko-KR" altLang="en-US" sz="900" b="0" dirty="0" err="1">
                          <a:solidFill>
                            <a:srgbClr val="7030A0"/>
                          </a:solidFill>
                        </a:rPr>
                        <a:t>탄소넛</a:t>
                      </a:r>
                      <a:endParaRPr sz="900" b="0" dirty="0">
                        <a:solidFill>
                          <a:srgbClr val="7030A0"/>
                        </a:solidFill>
                      </a:endParaRPr>
                    </a:p>
                  </a:txBody>
                  <a:tcPr marL="0" marR="0" marT="0" marB="0" anchor="ctr"/>
                </a:tc>
                <a:extLst>
                  <a:ext uri="{0D108BD9-81ED-4DB2-BD59-A6C34878D82A}">
                    <a16:rowId xmlns:a16="http://schemas.microsoft.com/office/drawing/2014/main" val="2526617030"/>
                  </a:ext>
                </a:extLst>
              </a:tr>
              <a:tr h="163628">
                <a:tc>
                  <a:txBody>
                    <a:bodyPr/>
                    <a:lstStyle/>
                    <a:p>
                      <a:pPr marL="0" marR="0" lvl="0" indent="0" algn="ctr" rtl="0">
                        <a:spcBef>
                          <a:spcPts val="0"/>
                        </a:spcBef>
                        <a:spcAft>
                          <a:spcPts val="0"/>
                        </a:spcAft>
                        <a:buNone/>
                      </a:pPr>
                      <a:r>
                        <a:rPr lang="en-US" sz="900" dirty="0">
                          <a:solidFill>
                            <a:srgbClr val="7030A0"/>
                          </a:solidFill>
                        </a:rPr>
                        <a:t>CNX</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치앙마이</a:t>
                      </a:r>
                      <a:endParaRPr sz="900" b="0" dirty="0">
                        <a:solidFill>
                          <a:srgbClr val="7030A0"/>
                        </a:solidFill>
                      </a:endParaRPr>
                    </a:p>
                  </a:txBody>
                  <a:tcPr marL="0" marR="0" marT="0" marB="0" anchor="ctr"/>
                </a:tc>
                <a:extLst>
                  <a:ext uri="{0D108BD9-81ED-4DB2-BD59-A6C34878D82A}">
                    <a16:rowId xmlns:a16="http://schemas.microsoft.com/office/drawing/2014/main" val="2194080171"/>
                  </a:ext>
                </a:extLst>
              </a:tr>
              <a:tr h="163628">
                <a:tc>
                  <a:txBody>
                    <a:bodyPr/>
                    <a:lstStyle/>
                    <a:p>
                      <a:pPr marL="0" marR="0" lvl="0" indent="0" algn="ctr" rtl="0">
                        <a:spcBef>
                          <a:spcPts val="0"/>
                        </a:spcBef>
                        <a:spcAft>
                          <a:spcPts val="0"/>
                        </a:spcAft>
                        <a:buNone/>
                      </a:pPr>
                      <a:r>
                        <a:rPr lang="en-US" sz="900" dirty="0">
                          <a:solidFill>
                            <a:srgbClr val="7030A0"/>
                          </a:solidFill>
                        </a:rPr>
                        <a:t>MNL</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필리핀 마닐라</a:t>
                      </a:r>
                      <a:r>
                        <a:rPr lang="en-US" altLang="ko-KR" sz="900" b="0" dirty="0">
                          <a:solidFill>
                            <a:srgbClr val="7030A0"/>
                          </a:solidFill>
                        </a:rPr>
                        <a:t>/</a:t>
                      </a:r>
                      <a:r>
                        <a:rPr lang="ko-KR" altLang="en-US" sz="900" b="0" dirty="0" err="1">
                          <a:solidFill>
                            <a:srgbClr val="7030A0"/>
                          </a:solidFill>
                        </a:rPr>
                        <a:t>니노이</a:t>
                      </a:r>
                      <a:r>
                        <a:rPr lang="ko-KR" altLang="en-US" sz="900" b="0" dirty="0">
                          <a:solidFill>
                            <a:srgbClr val="7030A0"/>
                          </a:solidFill>
                        </a:rPr>
                        <a:t> </a:t>
                      </a:r>
                      <a:r>
                        <a:rPr lang="ko-KR" altLang="en-US" sz="900" b="0" dirty="0" err="1">
                          <a:solidFill>
                            <a:srgbClr val="7030A0"/>
                          </a:solidFill>
                        </a:rPr>
                        <a:t>아키노</a:t>
                      </a:r>
                      <a:endParaRPr lang="ko-KR" altLang="en-US" sz="900" b="0" dirty="0">
                        <a:solidFill>
                          <a:srgbClr val="7030A0"/>
                        </a:solidFill>
                      </a:endParaRPr>
                    </a:p>
                  </a:txBody>
                  <a:tcPr marL="0" marR="0" marT="0" marB="0" anchor="ctr"/>
                </a:tc>
                <a:extLst>
                  <a:ext uri="{0D108BD9-81ED-4DB2-BD59-A6C34878D82A}">
                    <a16:rowId xmlns:a16="http://schemas.microsoft.com/office/drawing/2014/main" val="3544170142"/>
                  </a:ext>
                </a:extLst>
              </a:tr>
              <a:tr h="163628">
                <a:tc>
                  <a:txBody>
                    <a:bodyPr/>
                    <a:lstStyle/>
                    <a:p>
                      <a:pPr marL="0" marR="0" lvl="0" indent="0" algn="ctr" rtl="0">
                        <a:spcBef>
                          <a:spcPts val="0"/>
                        </a:spcBef>
                        <a:spcAft>
                          <a:spcPts val="0"/>
                        </a:spcAft>
                        <a:buNone/>
                      </a:pPr>
                      <a:r>
                        <a:rPr lang="en-US" sz="900" dirty="0">
                          <a:solidFill>
                            <a:srgbClr val="7030A0"/>
                          </a:solidFill>
                        </a:rPr>
                        <a:t>TPE</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타이완</a:t>
                      </a:r>
                      <a:r>
                        <a:rPr lang="en-US" altLang="ko-KR" sz="900" b="0" dirty="0">
                          <a:solidFill>
                            <a:srgbClr val="7030A0"/>
                          </a:solidFill>
                        </a:rPr>
                        <a:t>/</a:t>
                      </a:r>
                      <a:r>
                        <a:rPr lang="ko-KR" altLang="en-US" sz="900" b="0" dirty="0">
                          <a:solidFill>
                            <a:srgbClr val="7030A0"/>
                          </a:solidFill>
                        </a:rPr>
                        <a:t>타이페이 </a:t>
                      </a:r>
                      <a:r>
                        <a:rPr lang="ko-KR" altLang="en-US" sz="900" b="0" dirty="0" err="1">
                          <a:solidFill>
                            <a:srgbClr val="7030A0"/>
                          </a:solidFill>
                        </a:rPr>
                        <a:t>타오유엔</a:t>
                      </a:r>
                      <a:endParaRPr lang="ko-KR" altLang="en-US" sz="900" b="0" dirty="0">
                        <a:solidFill>
                          <a:srgbClr val="7030A0"/>
                        </a:solidFill>
                      </a:endParaRPr>
                    </a:p>
                  </a:txBody>
                  <a:tcPr marL="0" marR="0" marT="0" marB="0" anchor="ctr"/>
                </a:tc>
                <a:extLst>
                  <a:ext uri="{0D108BD9-81ED-4DB2-BD59-A6C34878D82A}">
                    <a16:rowId xmlns:a16="http://schemas.microsoft.com/office/drawing/2014/main" val="3792024321"/>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132924141"/>
                  </a:ext>
                </a:extLst>
              </a:tr>
            </a:tbl>
          </a:graphicData>
        </a:graphic>
      </p:graphicFrame>
      <p:graphicFrame>
        <p:nvGraphicFramePr>
          <p:cNvPr id="4" name="Google Shape;370;p27">
            <a:extLst>
              <a:ext uri="{FF2B5EF4-FFF2-40B4-BE49-F238E27FC236}">
                <a16:creationId xmlns:a16="http://schemas.microsoft.com/office/drawing/2014/main" id="{F9B588B8-8715-9703-FBCF-4E7E4E8AB301}"/>
              </a:ext>
            </a:extLst>
          </p:cNvPr>
          <p:cNvGraphicFramePr/>
          <p:nvPr>
            <p:extLst>
              <p:ext uri="{D42A27DB-BD31-4B8C-83A1-F6EECF244321}">
                <p14:modId xmlns:p14="http://schemas.microsoft.com/office/powerpoint/2010/main" val="1775399040"/>
              </p:ext>
            </p:extLst>
          </p:nvPr>
        </p:nvGraphicFramePr>
        <p:xfrm>
          <a:off x="0" y="1"/>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476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335400">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122292">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919822C7-DE3F-F659-C1B5-86715278BF84}"/>
              </a:ext>
            </a:extLst>
          </p:cNvPr>
          <p:cNvSpPr txBox="1"/>
          <p:nvPr/>
        </p:nvSpPr>
        <p:spPr>
          <a:xfrm>
            <a:off x="1464836" y="5278537"/>
            <a:ext cx="1006693" cy="307777"/>
          </a:xfrm>
          <a:prstGeom prst="rect">
            <a:avLst/>
          </a:prstGeom>
          <a:noFill/>
        </p:spPr>
        <p:txBody>
          <a:bodyPr wrap="square" rtlCol="0">
            <a:spAutoFit/>
          </a:bodyPr>
          <a:lstStyle/>
          <a:p>
            <a:r>
              <a:rPr kumimoji="1" lang="ko-Kore-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 방송</a:t>
            </a:r>
            <a:endParaRPr kumimoji="1" lang="ko-Kore-KR" altLang="en-US" sz="1400" b="1" dirty="0">
              <a:solidFill>
                <a:srgbClr val="FF0000"/>
              </a:solidFill>
            </a:endParaRPr>
          </a:p>
        </p:txBody>
      </p:sp>
      <p:pic>
        <p:nvPicPr>
          <p:cNvPr id="2" name="그래픽 1" descr="집 Wi-Fi에서 작업 단색으로 채워진">
            <a:hlinkClick r:id="" action="ppaction://hlinkshowjump?jump=firstslide"/>
            <a:extLst>
              <a:ext uri="{FF2B5EF4-FFF2-40B4-BE49-F238E27FC236}">
                <a16:creationId xmlns:a16="http://schemas.microsoft.com/office/drawing/2014/main" id="{64D7ADBC-A170-0D7F-4328-F102F81074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187756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0448F4CA-FCE6-D113-A82C-19B1075AC00C}"/>
            </a:ext>
          </a:extLst>
        </p:cNvPr>
        <p:cNvGrpSpPr/>
        <p:nvPr/>
      </p:nvGrpSpPr>
      <p:grpSpPr>
        <a:xfrm>
          <a:off x="0" y="0"/>
          <a:ext cx="0" cy="0"/>
          <a:chOff x="0" y="0"/>
          <a:chExt cx="0" cy="0"/>
        </a:xfrm>
      </p:grpSpPr>
      <p:graphicFrame>
        <p:nvGraphicFramePr>
          <p:cNvPr id="88" name="Google Shape;88;p1">
            <a:extLst>
              <a:ext uri="{FF2B5EF4-FFF2-40B4-BE49-F238E27FC236}">
                <a16:creationId xmlns:a16="http://schemas.microsoft.com/office/drawing/2014/main" id="{BD08BEF3-BB56-7429-CA56-017D9B113B43}"/>
              </a:ext>
            </a:extLst>
          </p:cNvPr>
          <p:cNvGraphicFramePr/>
          <p:nvPr>
            <p:extLst>
              <p:ext uri="{D42A27DB-BD31-4B8C-83A1-F6EECF244321}">
                <p14:modId xmlns:p14="http://schemas.microsoft.com/office/powerpoint/2010/main" val="124331603"/>
              </p:ext>
            </p:extLst>
          </p:nvPr>
        </p:nvGraphicFramePr>
        <p:xfrm>
          <a:off x="98101" y="184953"/>
          <a:ext cx="2132650" cy="3474049"/>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453137">
                <a:tc gridSpan="2">
                  <a:txBody>
                    <a:bodyPr/>
                    <a:lstStyle/>
                    <a:p>
                      <a:pPr marL="0" marR="0" lvl="0" indent="0" algn="ctr" rtl="0">
                        <a:spcBef>
                          <a:spcPts val="0"/>
                        </a:spcBef>
                        <a:spcAft>
                          <a:spcPts val="0"/>
                        </a:spcAft>
                        <a:buNone/>
                      </a:pPr>
                      <a:r>
                        <a:rPr lang="en-US" sz="2400" b="1" u="none" strike="noStrike" cap="none" dirty="0">
                          <a:solidFill>
                            <a:srgbClr val="FFC000"/>
                          </a:solidFill>
                          <a:latin typeface="Calibri"/>
                          <a:ea typeface="Calibri"/>
                          <a:cs typeface="Calibri"/>
                          <a:sym typeface="Calibri"/>
                        </a:rPr>
                        <a:t>Oceania</a:t>
                      </a:r>
                      <a:endParaRPr sz="2400" b="1" u="none" strike="noStrike" cap="none" dirty="0">
                        <a:solidFill>
                          <a:srgbClr val="FFC000"/>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NRT</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HNL</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SYD</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BNE</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0" u="none" strike="noStrike" cap="none" dirty="0">
                        <a:solidFill>
                          <a:srgbClr val="7030A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209742540"/>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0" u="none" strike="noStrike" cap="none" dirty="0">
                        <a:solidFill>
                          <a:srgbClr val="7030A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71315063"/>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11506459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0619318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261878942"/>
                  </a:ext>
                </a:extLst>
              </a:tr>
            </a:tbl>
          </a:graphicData>
        </a:graphic>
      </p:graphicFrame>
      <p:graphicFrame>
        <p:nvGraphicFramePr>
          <p:cNvPr id="2" name="Google Shape;90;p1">
            <a:extLst>
              <a:ext uri="{FF2B5EF4-FFF2-40B4-BE49-F238E27FC236}">
                <a16:creationId xmlns:a16="http://schemas.microsoft.com/office/drawing/2014/main" id="{60715795-D460-C921-1929-104CD446B2C3}"/>
              </a:ext>
            </a:extLst>
          </p:cNvPr>
          <p:cNvGraphicFramePr/>
          <p:nvPr>
            <p:extLst>
              <p:ext uri="{D42A27DB-BD31-4B8C-83A1-F6EECF244321}">
                <p14:modId xmlns:p14="http://schemas.microsoft.com/office/powerpoint/2010/main" val="2158389381"/>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D866FAE2-9980-C00E-E905-5E5F7DBD0E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816484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a:extLst>
            <a:ext uri="{FF2B5EF4-FFF2-40B4-BE49-F238E27FC236}">
              <a16:creationId xmlns:a16="http://schemas.microsoft.com/office/drawing/2014/main" id="{E7A4B785-4C80-2E4F-A9AC-6AFE1939C031}"/>
            </a:ext>
          </a:extLst>
        </p:cNvPr>
        <p:cNvGrpSpPr/>
        <p:nvPr/>
      </p:nvGrpSpPr>
      <p:grpSpPr>
        <a:xfrm>
          <a:off x="0" y="0"/>
          <a:ext cx="0" cy="0"/>
          <a:chOff x="0" y="0"/>
          <a:chExt cx="0" cy="0"/>
        </a:xfrm>
      </p:grpSpPr>
      <p:graphicFrame>
        <p:nvGraphicFramePr>
          <p:cNvPr id="371" name="Google Shape;371;p27">
            <a:extLst>
              <a:ext uri="{FF2B5EF4-FFF2-40B4-BE49-F238E27FC236}">
                <a16:creationId xmlns:a16="http://schemas.microsoft.com/office/drawing/2014/main" id="{B8915301-9BDE-7349-EF64-2C9099847090}"/>
              </a:ext>
            </a:extLst>
          </p:cNvPr>
          <p:cNvGraphicFramePr/>
          <p:nvPr>
            <p:extLst>
              <p:ext uri="{D42A27DB-BD31-4B8C-83A1-F6EECF244321}">
                <p14:modId xmlns:p14="http://schemas.microsoft.com/office/powerpoint/2010/main" val="3845484"/>
              </p:ext>
            </p:extLst>
          </p:nvPr>
        </p:nvGraphicFramePr>
        <p:xfrm>
          <a:off x="114028" y="3763936"/>
          <a:ext cx="2100805" cy="1479556"/>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170532">
                <a:tc gridSpan="2">
                  <a:txBody>
                    <a:bodyPr/>
                    <a:lstStyle/>
                    <a:p>
                      <a:pPr marL="0" marR="0" lvl="0" indent="0" algn="ctr" rtl="0">
                        <a:spcBef>
                          <a:spcPts val="0"/>
                        </a:spcBef>
                        <a:spcAft>
                          <a:spcPts val="0"/>
                        </a:spcAft>
                        <a:buNone/>
                      </a:pPr>
                      <a:r>
                        <a:rPr lang="en-US" sz="1100" dirty="0">
                          <a:solidFill>
                            <a:schemeClr val="tx1"/>
                          </a:solidFill>
                        </a:rPr>
                        <a:t>Oceania</a:t>
                      </a:r>
                      <a:endParaRPr sz="1100" b="0" dirty="0">
                        <a:solidFill>
                          <a:schemeClr val="tx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163628">
                <a:tc>
                  <a:txBody>
                    <a:bodyPr/>
                    <a:lstStyle/>
                    <a:p>
                      <a:pPr marL="0" marR="0" lvl="0" indent="0" algn="ctr" rtl="0">
                        <a:spcBef>
                          <a:spcPts val="0"/>
                        </a:spcBef>
                        <a:spcAft>
                          <a:spcPts val="0"/>
                        </a:spcAft>
                        <a:buNone/>
                      </a:pPr>
                      <a:r>
                        <a:rPr lang="en-US" sz="900" dirty="0">
                          <a:solidFill>
                            <a:srgbClr val="F28943"/>
                          </a:solidFill>
                        </a:rPr>
                        <a:t>HNL</a:t>
                      </a:r>
                      <a:endParaRPr sz="900" dirty="0">
                        <a:solidFill>
                          <a:srgbClr val="F28943"/>
                        </a:solidFill>
                      </a:endParaRPr>
                    </a:p>
                  </a:txBody>
                  <a:tcPr marL="0" marR="0" marT="0" marB="0" anchor="ctr"/>
                </a:tc>
                <a:tc>
                  <a:txBody>
                    <a:bodyPr/>
                    <a:lstStyle/>
                    <a:p>
                      <a:pPr marL="0" marR="0" lvl="0" indent="0" algn="ctr" rtl="0">
                        <a:spcBef>
                          <a:spcPts val="0"/>
                        </a:spcBef>
                        <a:spcAft>
                          <a:spcPts val="0"/>
                        </a:spcAft>
                        <a:buNone/>
                      </a:pPr>
                      <a:r>
                        <a:rPr lang="ko-KR" altLang="en-US" sz="800" b="0" dirty="0" err="1">
                          <a:solidFill>
                            <a:srgbClr val="F28943"/>
                          </a:solidFill>
                        </a:rPr>
                        <a:t>호놀루루</a:t>
                      </a:r>
                      <a:r>
                        <a:rPr lang="en-US" altLang="ko-KR" sz="800" b="0" dirty="0">
                          <a:solidFill>
                            <a:srgbClr val="F28943"/>
                          </a:solidFill>
                        </a:rPr>
                        <a:t>/</a:t>
                      </a:r>
                      <a:r>
                        <a:rPr lang="ko-KR" altLang="en-US" sz="800" b="0" dirty="0">
                          <a:solidFill>
                            <a:srgbClr val="F28943"/>
                          </a:solidFill>
                        </a:rPr>
                        <a:t>다니엘 케이 이노우에</a:t>
                      </a:r>
                      <a:endParaRPr sz="800" b="0" dirty="0">
                        <a:solidFill>
                          <a:srgbClr val="F28943"/>
                        </a:solidFill>
                      </a:endParaRPr>
                    </a:p>
                  </a:txBody>
                  <a:tcPr marL="0" marR="0" marT="0" marB="0" anchor="ctr"/>
                </a:tc>
                <a:extLst>
                  <a:ext uri="{0D108BD9-81ED-4DB2-BD59-A6C34878D82A}">
                    <a16:rowId xmlns:a16="http://schemas.microsoft.com/office/drawing/2014/main" val="2751862034"/>
                  </a:ext>
                </a:extLst>
              </a:tr>
              <a:tr h="163628">
                <a:tc>
                  <a:txBody>
                    <a:bodyPr/>
                    <a:lstStyle/>
                    <a:p>
                      <a:pPr marL="0" marR="0" lvl="0" indent="0" algn="ctr" rtl="0">
                        <a:spcBef>
                          <a:spcPts val="0"/>
                        </a:spcBef>
                        <a:spcAft>
                          <a:spcPts val="0"/>
                        </a:spcAft>
                        <a:buNone/>
                      </a:pPr>
                      <a:r>
                        <a:rPr lang="en-US" sz="900" dirty="0">
                          <a:solidFill>
                            <a:srgbClr val="F28943"/>
                          </a:solidFill>
                        </a:rPr>
                        <a:t>SYD</a:t>
                      </a:r>
                      <a:endParaRPr sz="900" dirty="0">
                        <a:solidFill>
                          <a:srgbClr val="F28943"/>
                        </a:solidFill>
                      </a:endParaRPr>
                    </a:p>
                  </a:txBody>
                  <a:tcPr marL="0" marR="0" marT="0" marB="0" anchor="ctr"/>
                </a:tc>
                <a:tc>
                  <a:txBody>
                    <a:bodyPr/>
                    <a:lstStyle/>
                    <a:p>
                      <a:pPr marL="0" marR="0" lvl="0" indent="0" algn="ctr" rtl="0">
                        <a:spcBef>
                          <a:spcPts val="0"/>
                        </a:spcBef>
                        <a:spcAft>
                          <a:spcPts val="0"/>
                        </a:spcAft>
                        <a:buNone/>
                      </a:pPr>
                      <a:r>
                        <a:rPr lang="ko-KR" altLang="en-US" sz="800" b="0" dirty="0">
                          <a:solidFill>
                            <a:srgbClr val="F28943"/>
                          </a:solidFill>
                        </a:rPr>
                        <a:t>시드니</a:t>
                      </a:r>
                      <a:r>
                        <a:rPr lang="en-US" altLang="ko-KR" sz="800" b="0" dirty="0">
                          <a:solidFill>
                            <a:srgbClr val="F28943"/>
                          </a:solidFill>
                        </a:rPr>
                        <a:t>/</a:t>
                      </a:r>
                      <a:r>
                        <a:rPr lang="ko-KR" altLang="en-US" sz="800" b="0" dirty="0" err="1">
                          <a:solidFill>
                            <a:srgbClr val="F28943"/>
                          </a:solidFill>
                        </a:rPr>
                        <a:t>킹스폴드</a:t>
                      </a:r>
                      <a:r>
                        <a:rPr lang="ko-KR" altLang="en-US" sz="800" b="0" dirty="0">
                          <a:solidFill>
                            <a:srgbClr val="F28943"/>
                          </a:solidFill>
                        </a:rPr>
                        <a:t> 스미스</a:t>
                      </a:r>
                      <a:endParaRPr sz="900" b="0" dirty="0">
                        <a:solidFill>
                          <a:srgbClr val="F28943"/>
                        </a:solidFill>
                      </a:endParaRPr>
                    </a:p>
                  </a:txBody>
                  <a:tcPr marL="0" marR="0" marT="0" marB="0" anchor="ctr"/>
                </a:tc>
                <a:extLst>
                  <a:ext uri="{0D108BD9-81ED-4DB2-BD59-A6C34878D82A}">
                    <a16:rowId xmlns:a16="http://schemas.microsoft.com/office/drawing/2014/main" val="2116662300"/>
                  </a:ext>
                </a:extLst>
              </a:tr>
              <a:tr h="163628">
                <a:tc>
                  <a:txBody>
                    <a:bodyPr/>
                    <a:lstStyle/>
                    <a:p>
                      <a:pPr marL="0" marR="0" lvl="0" indent="0" algn="ctr" rtl="0">
                        <a:spcBef>
                          <a:spcPts val="0"/>
                        </a:spcBef>
                        <a:spcAft>
                          <a:spcPts val="0"/>
                        </a:spcAft>
                        <a:buNone/>
                      </a:pPr>
                      <a:r>
                        <a:rPr lang="en-US" sz="900" dirty="0">
                          <a:solidFill>
                            <a:srgbClr val="F28943"/>
                          </a:solidFill>
                        </a:rPr>
                        <a:t>BNE</a:t>
                      </a:r>
                      <a:endParaRPr sz="900" dirty="0">
                        <a:solidFill>
                          <a:srgbClr val="F28943"/>
                        </a:solidFill>
                      </a:endParaRPr>
                    </a:p>
                  </a:txBody>
                  <a:tcPr marL="0" marR="0" marT="0" marB="0" anchor="ctr"/>
                </a:tc>
                <a:tc>
                  <a:txBody>
                    <a:bodyPr/>
                    <a:lstStyle/>
                    <a:p>
                      <a:pPr marL="0" marR="0" lvl="0" indent="0" algn="ctr" rtl="0">
                        <a:spcBef>
                          <a:spcPts val="0"/>
                        </a:spcBef>
                        <a:spcAft>
                          <a:spcPts val="0"/>
                        </a:spcAft>
                        <a:buNone/>
                      </a:pPr>
                      <a:r>
                        <a:rPr lang="ko-KR" altLang="en-US" sz="800" b="0" dirty="0">
                          <a:solidFill>
                            <a:srgbClr val="F28943"/>
                          </a:solidFill>
                        </a:rPr>
                        <a:t>브리즈번</a:t>
                      </a:r>
                      <a:endParaRPr sz="900" b="0" dirty="0">
                        <a:solidFill>
                          <a:srgbClr val="F28943"/>
                        </a:solidFill>
                      </a:endParaRPr>
                    </a:p>
                  </a:txBody>
                  <a:tcPr marL="0" marR="0" marT="0" marB="0" anchor="ctr"/>
                </a:tc>
                <a:extLst>
                  <a:ext uri="{0D108BD9-81ED-4DB2-BD59-A6C34878D82A}">
                    <a16:rowId xmlns:a16="http://schemas.microsoft.com/office/drawing/2014/main" val="2526617030"/>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2194080171"/>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3544170142"/>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3792024321"/>
                  </a:ext>
                </a:extLst>
              </a:tr>
              <a:tr h="163628">
                <a:tc>
                  <a:txBody>
                    <a:bodyPr/>
                    <a:lstStyle/>
                    <a:p>
                      <a:pPr marL="0" marR="0" lvl="0" indent="0" algn="ctr" rtl="0">
                        <a:spcBef>
                          <a:spcPts val="0"/>
                        </a:spcBef>
                        <a:spcAft>
                          <a:spcPts val="0"/>
                        </a:spcAft>
                        <a:buNone/>
                      </a:pPr>
                      <a:endParaRPr sz="900" dirty="0">
                        <a:solidFill>
                          <a:srgbClr val="FFFF00"/>
                        </a:solidFill>
                      </a:endParaRPr>
                    </a:p>
                  </a:txBody>
                  <a:tcPr marL="0" marR="0" marT="0" marB="0" anchor="ctr"/>
                </a:tc>
                <a:tc>
                  <a:txBody>
                    <a:bodyPr/>
                    <a:lstStyle/>
                    <a:p>
                      <a:pPr marL="0" marR="0" lvl="0" indent="0" algn="ctr" rtl="0">
                        <a:spcBef>
                          <a:spcPts val="0"/>
                        </a:spcBef>
                        <a:spcAft>
                          <a:spcPts val="0"/>
                        </a:spcAft>
                        <a:buNone/>
                      </a:pPr>
                      <a:endParaRPr sz="900" b="0" dirty="0">
                        <a:solidFill>
                          <a:srgbClr val="FFFF00"/>
                        </a:solidFill>
                      </a:endParaRPr>
                    </a:p>
                  </a:txBody>
                  <a:tcPr marL="0" marR="0" marT="0" marB="0" anchor="ctr"/>
                </a:tc>
                <a:extLst>
                  <a:ext uri="{0D108BD9-81ED-4DB2-BD59-A6C34878D82A}">
                    <a16:rowId xmlns:a16="http://schemas.microsoft.com/office/drawing/2014/main" val="132924141"/>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2783088539"/>
                  </a:ext>
                </a:extLst>
              </a:tr>
            </a:tbl>
          </a:graphicData>
        </a:graphic>
      </p:graphicFrame>
      <p:graphicFrame>
        <p:nvGraphicFramePr>
          <p:cNvPr id="4" name="Google Shape;370;p27">
            <a:extLst>
              <a:ext uri="{FF2B5EF4-FFF2-40B4-BE49-F238E27FC236}">
                <a16:creationId xmlns:a16="http://schemas.microsoft.com/office/drawing/2014/main" id="{E45BF995-9579-C743-9CC0-6787DB044A20}"/>
              </a:ext>
            </a:extLst>
          </p:cNvPr>
          <p:cNvGraphicFramePr/>
          <p:nvPr>
            <p:extLst>
              <p:ext uri="{D42A27DB-BD31-4B8C-83A1-F6EECF244321}">
                <p14:modId xmlns:p14="http://schemas.microsoft.com/office/powerpoint/2010/main" val="2881329072"/>
              </p:ext>
            </p:extLst>
          </p:nvPr>
        </p:nvGraphicFramePr>
        <p:xfrm>
          <a:off x="0" y="1"/>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476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335400">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122292">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CB4F8880-7826-96D6-F5B7-8FA2F436D2EE}"/>
              </a:ext>
            </a:extLst>
          </p:cNvPr>
          <p:cNvSpPr txBox="1"/>
          <p:nvPr/>
        </p:nvSpPr>
        <p:spPr>
          <a:xfrm>
            <a:off x="1584105" y="5291789"/>
            <a:ext cx="910408" cy="276999"/>
          </a:xfrm>
          <a:prstGeom prst="rect">
            <a:avLst/>
          </a:prstGeom>
          <a:noFill/>
        </p:spPr>
        <p:txBody>
          <a:bodyPr wrap="square" rtlCol="0">
            <a:spAutoFit/>
          </a:bodyPr>
          <a:lstStyle/>
          <a:p>
            <a:r>
              <a:rPr kumimoji="1" lang="ko-Kore-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방송</a:t>
            </a:r>
            <a:endParaRPr kumimoji="1" lang="ko-Kore-KR" altLang="en-US" sz="1200" b="1" dirty="0">
              <a:solidFill>
                <a:srgbClr val="FF0000"/>
              </a:solidFill>
            </a:endParaRPr>
          </a:p>
        </p:txBody>
      </p:sp>
      <p:pic>
        <p:nvPicPr>
          <p:cNvPr id="2" name="그래픽 1" descr="집 Wi-Fi에서 작업 단색으로 채워진">
            <a:hlinkClick r:id="" action="ppaction://hlinkshowjump?jump=firstslide"/>
            <a:extLst>
              <a:ext uri="{FF2B5EF4-FFF2-40B4-BE49-F238E27FC236}">
                <a16:creationId xmlns:a16="http://schemas.microsoft.com/office/drawing/2014/main" id="{07A69A2B-0668-E18A-E9BB-083570E8A3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789536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D9EAF46-3FEF-5EB2-F163-5BB55F947550}"/>
            </a:ext>
          </a:extLst>
        </p:cNvPr>
        <p:cNvGrpSpPr/>
        <p:nvPr/>
      </p:nvGrpSpPr>
      <p:grpSpPr>
        <a:xfrm>
          <a:off x="0" y="0"/>
          <a:ext cx="0" cy="0"/>
          <a:chOff x="0" y="0"/>
          <a:chExt cx="0" cy="0"/>
        </a:xfrm>
      </p:grpSpPr>
      <p:graphicFrame>
        <p:nvGraphicFramePr>
          <p:cNvPr id="88" name="Google Shape;88;p1">
            <a:extLst>
              <a:ext uri="{FF2B5EF4-FFF2-40B4-BE49-F238E27FC236}">
                <a16:creationId xmlns:a16="http://schemas.microsoft.com/office/drawing/2014/main" id="{38051F1B-8853-CC2D-998D-6CD7EE60CE1F}"/>
              </a:ext>
            </a:extLst>
          </p:cNvPr>
          <p:cNvGraphicFramePr/>
          <p:nvPr>
            <p:extLst>
              <p:ext uri="{D42A27DB-BD31-4B8C-83A1-F6EECF244321}">
                <p14:modId xmlns:p14="http://schemas.microsoft.com/office/powerpoint/2010/main" val="1649060368"/>
              </p:ext>
            </p:extLst>
          </p:nvPr>
        </p:nvGraphicFramePr>
        <p:xfrm>
          <a:off x="98101" y="184953"/>
          <a:ext cx="2132650" cy="3096435"/>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453137">
                <a:tc gridSpan="2">
                  <a:txBody>
                    <a:bodyPr/>
                    <a:lstStyle/>
                    <a:p>
                      <a:pPr marL="0" marR="0" lvl="0" indent="0" algn="ctr" rtl="0">
                        <a:spcBef>
                          <a:spcPts val="0"/>
                        </a:spcBef>
                        <a:spcAft>
                          <a:spcPts val="0"/>
                        </a:spcAft>
                        <a:buNone/>
                      </a:pPr>
                      <a:r>
                        <a:rPr lang="en-US" sz="2000" b="1" u="none" strike="noStrike" cap="none" dirty="0">
                          <a:solidFill>
                            <a:srgbClr val="002060"/>
                          </a:solidFill>
                          <a:latin typeface="Calibri"/>
                          <a:ea typeface="Calibri"/>
                          <a:cs typeface="Calibri"/>
                          <a:sym typeface="Calibri"/>
                        </a:rPr>
                        <a:t>Mongo, ME Asia</a:t>
                      </a:r>
                      <a:endParaRPr sz="2000" b="1" u="none" strike="noStrike" cap="none" dirty="0">
                        <a:solidFill>
                          <a:srgbClr val="002060"/>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UBN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DXB</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0" u="none" strike="noStrike" cap="none" dirty="0">
                        <a:solidFill>
                          <a:srgbClr val="7030A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209742540"/>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0" u="none" strike="noStrike" cap="none" dirty="0">
                        <a:solidFill>
                          <a:srgbClr val="7030A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71315063"/>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11506459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0619318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261878942"/>
                  </a:ext>
                </a:extLst>
              </a:tr>
            </a:tbl>
          </a:graphicData>
        </a:graphic>
      </p:graphicFrame>
      <p:graphicFrame>
        <p:nvGraphicFramePr>
          <p:cNvPr id="2" name="Google Shape;90;p1">
            <a:extLst>
              <a:ext uri="{FF2B5EF4-FFF2-40B4-BE49-F238E27FC236}">
                <a16:creationId xmlns:a16="http://schemas.microsoft.com/office/drawing/2014/main" id="{BFD5B3D4-0FE7-0276-A001-5170B87F05AA}"/>
              </a:ext>
            </a:extLst>
          </p:cNvPr>
          <p:cNvGraphicFramePr/>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C89B58A8-BDA8-A88E-6025-CB9EEC9E6F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076084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9">
          <a:extLst>
            <a:ext uri="{FF2B5EF4-FFF2-40B4-BE49-F238E27FC236}">
              <a16:creationId xmlns:a16="http://schemas.microsoft.com/office/drawing/2014/main" id="{5BA0D3EB-0DDA-1A51-ABEA-AC2CF01EA403}"/>
            </a:ext>
          </a:extLst>
        </p:cNvPr>
        <p:cNvGrpSpPr/>
        <p:nvPr/>
      </p:nvGrpSpPr>
      <p:grpSpPr>
        <a:xfrm>
          <a:off x="0" y="0"/>
          <a:ext cx="0" cy="0"/>
          <a:chOff x="0" y="0"/>
          <a:chExt cx="0" cy="0"/>
        </a:xfrm>
      </p:grpSpPr>
      <p:graphicFrame>
        <p:nvGraphicFramePr>
          <p:cNvPr id="371" name="Google Shape;371;p27">
            <a:extLst>
              <a:ext uri="{FF2B5EF4-FFF2-40B4-BE49-F238E27FC236}">
                <a16:creationId xmlns:a16="http://schemas.microsoft.com/office/drawing/2014/main" id="{97C9AC41-143F-0C80-645D-4230AAF27CFF}"/>
              </a:ext>
            </a:extLst>
          </p:cNvPr>
          <p:cNvGraphicFramePr/>
          <p:nvPr>
            <p:extLst>
              <p:ext uri="{D42A27DB-BD31-4B8C-83A1-F6EECF244321}">
                <p14:modId xmlns:p14="http://schemas.microsoft.com/office/powerpoint/2010/main" val="3623628968"/>
              </p:ext>
            </p:extLst>
          </p:nvPr>
        </p:nvGraphicFramePr>
        <p:xfrm>
          <a:off x="114028" y="3763936"/>
          <a:ext cx="2100805" cy="1152300"/>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170532">
                <a:tc gridSpan="2">
                  <a:txBody>
                    <a:bodyPr/>
                    <a:lstStyle/>
                    <a:p>
                      <a:pPr marL="0" marR="0" lvl="0" indent="0" algn="ctr" rtl="0">
                        <a:spcBef>
                          <a:spcPts val="0"/>
                        </a:spcBef>
                        <a:spcAft>
                          <a:spcPts val="0"/>
                        </a:spcAft>
                        <a:buNone/>
                      </a:pPr>
                      <a:r>
                        <a:rPr lang="en-US" sz="1100" dirty="0">
                          <a:solidFill>
                            <a:schemeClr val="tx1"/>
                          </a:solidFill>
                        </a:rPr>
                        <a:t>Mongo, ME Asia</a:t>
                      </a:r>
                      <a:endParaRPr sz="1100" b="0" dirty="0">
                        <a:solidFill>
                          <a:schemeClr val="tx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163628">
                <a:tc>
                  <a:txBody>
                    <a:bodyPr/>
                    <a:lstStyle/>
                    <a:p>
                      <a:pPr marL="0" marR="0" lvl="0" indent="0" algn="ctr" rtl="0">
                        <a:spcBef>
                          <a:spcPts val="0"/>
                        </a:spcBef>
                        <a:spcAft>
                          <a:spcPts val="0"/>
                        </a:spcAft>
                        <a:buNone/>
                      </a:pPr>
                      <a:r>
                        <a:rPr lang="en-US" sz="900" dirty="0">
                          <a:solidFill>
                            <a:srgbClr val="002060"/>
                          </a:solidFill>
                        </a:rPr>
                        <a:t>UBN</a:t>
                      </a:r>
                      <a:endParaRPr sz="900" dirty="0">
                        <a:solidFill>
                          <a:srgbClr val="002060"/>
                        </a:solidFill>
                      </a:endParaRPr>
                    </a:p>
                  </a:txBody>
                  <a:tcPr marL="0" marR="0" marT="0" marB="0" anchor="ctr"/>
                </a:tc>
                <a:tc>
                  <a:txBody>
                    <a:bodyPr/>
                    <a:lstStyle/>
                    <a:p>
                      <a:pPr marL="0" marR="0" lvl="0" indent="0" algn="ctr" rtl="0">
                        <a:spcBef>
                          <a:spcPts val="0"/>
                        </a:spcBef>
                        <a:spcAft>
                          <a:spcPts val="0"/>
                        </a:spcAft>
                        <a:buNone/>
                      </a:pPr>
                      <a:r>
                        <a:rPr lang="ko-KR" altLang="en-US" sz="800" b="0" dirty="0" err="1">
                          <a:solidFill>
                            <a:srgbClr val="002060"/>
                          </a:solidFill>
                        </a:rPr>
                        <a:t>울란바타르</a:t>
                      </a:r>
                      <a:r>
                        <a:rPr lang="en-US" altLang="ko-KR" sz="800" b="0" dirty="0">
                          <a:solidFill>
                            <a:srgbClr val="002060"/>
                          </a:solidFill>
                        </a:rPr>
                        <a:t>/</a:t>
                      </a:r>
                      <a:r>
                        <a:rPr lang="ko-KR" altLang="en-US" sz="800" b="0" dirty="0" err="1">
                          <a:solidFill>
                            <a:srgbClr val="002060"/>
                          </a:solidFill>
                        </a:rPr>
                        <a:t>칭기스칸</a:t>
                      </a:r>
                      <a:endParaRPr sz="800" b="0" dirty="0">
                        <a:solidFill>
                          <a:srgbClr val="002060"/>
                        </a:solidFill>
                      </a:endParaRPr>
                    </a:p>
                  </a:txBody>
                  <a:tcPr marL="0" marR="0" marT="0" marB="0" anchor="ctr"/>
                </a:tc>
                <a:extLst>
                  <a:ext uri="{0D108BD9-81ED-4DB2-BD59-A6C34878D82A}">
                    <a16:rowId xmlns:a16="http://schemas.microsoft.com/office/drawing/2014/main" val="2751862034"/>
                  </a:ext>
                </a:extLst>
              </a:tr>
              <a:tr h="163628">
                <a:tc>
                  <a:txBody>
                    <a:bodyPr/>
                    <a:lstStyle/>
                    <a:p>
                      <a:pPr marL="0" marR="0" lvl="0" indent="0" algn="ctr" rtl="0">
                        <a:spcBef>
                          <a:spcPts val="0"/>
                        </a:spcBef>
                        <a:spcAft>
                          <a:spcPts val="0"/>
                        </a:spcAft>
                        <a:buNone/>
                      </a:pPr>
                      <a:r>
                        <a:rPr lang="en-US" sz="900" dirty="0">
                          <a:solidFill>
                            <a:srgbClr val="002060"/>
                          </a:solidFill>
                        </a:rPr>
                        <a:t>DXB</a:t>
                      </a:r>
                      <a:endParaRPr sz="900" dirty="0">
                        <a:solidFill>
                          <a:srgbClr val="002060"/>
                        </a:solidFill>
                      </a:endParaRPr>
                    </a:p>
                  </a:txBody>
                  <a:tcPr marL="0" marR="0" marT="0" marB="0" anchor="ctr"/>
                </a:tc>
                <a:tc>
                  <a:txBody>
                    <a:bodyPr/>
                    <a:lstStyle/>
                    <a:p>
                      <a:pPr marL="0" marR="0" lvl="0" indent="0" algn="ctr" rtl="0">
                        <a:spcBef>
                          <a:spcPts val="0"/>
                        </a:spcBef>
                        <a:spcAft>
                          <a:spcPts val="0"/>
                        </a:spcAft>
                        <a:buNone/>
                      </a:pPr>
                      <a:r>
                        <a:rPr lang="ko-KR" altLang="en-US" sz="800" b="0" dirty="0">
                          <a:solidFill>
                            <a:srgbClr val="002060"/>
                          </a:solidFill>
                        </a:rPr>
                        <a:t>두바이</a:t>
                      </a:r>
                      <a:endParaRPr sz="800" b="0" dirty="0">
                        <a:solidFill>
                          <a:srgbClr val="002060"/>
                        </a:solidFill>
                      </a:endParaRPr>
                    </a:p>
                  </a:txBody>
                  <a:tcPr marL="0" marR="0" marT="0" marB="0" anchor="ctr"/>
                </a:tc>
                <a:extLst>
                  <a:ext uri="{0D108BD9-81ED-4DB2-BD59-A6C34878D82A}">
                    <a16:rowId xmlns:a16="http://schemas.microsoft.com/office/drawing/2014/main" val="2194080171"/>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3544170142"/>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3792024321"/>
                  </a:ext>
                </a:extLst>
              </a:tr>
              <a:tr h="163628">
                <a:tc>
                  <a:txBody>
                    <a:bodyPr/>
                    <a:lstStyle/>
                    <a:p>
                      <a:pPr marL="0" marR="0" lvl="0" indent="0" algn="ctr" rtl="0">
                        <a:spcBef>
                          <a:spcPts val="0"/>
                        </a:spcBef>
                        <a:spcAft>
                          <a:spcPts val="0"/>
                        </a:spcAft>
                        <a:buNone/>
                      </a:pPr>
                      <a:endParaRPr sz="900" dirty="0">
                        <a:solidFill>
                          <a:srgbClr val="FFFF00"/>
                        </a:solidFill>
                      </a:endParaRPr>
                    </a:p>
                  </a:txBody>
                  <a:tcPr marL="0" marR="0" marT="0" marB="0" anchor="ctr"/>
                </a:tc>
                <a:tc>
                  <a:txBody>
                    <a:bodyPr/>
                    <a:lstStyle/>
                    <a:p>
                      <a:pPr marL="0" marR="0" lvl="0" indent="0" algn="ctr" rtl="0">
                        <a:spcBef>
                          <a:spcPts val="0"/>
                        </a:spcBef>
                        <a:spcAft>
                          <a:spcPts val="0"/>
                        </a:spcAft>
                        <a:buNone/>
                      </a:pPr>
                      <a:endParaRPr sz="900" b="0" dirty="0">
                        <a:solidFill>
                          <a:srgbClr val="FFFF00"/>
                        </a:solidFill>
                      </a:endParaRPr>
                    </a:p>
                  </a:txBody>
                  <a:tcPr marL="0" marR="0" marT="0" marB="0" anchor="ctr"/>
                </a:tc>
                <a:extLst>
                  <a:ext uri="{0D108BD9-81ED-4DB2-BD59-A6C34878D82A}">
                    <a16:rowId xmlns:a16="http://schemas.microsoft.com/office/drawing/2014/main" val="132924141"/>
                  </a:ext>
                </a:extLst>
              </a:tr>
              <a:tr h="163628">
                <a:tc>
                  <a:txBody>
                    <a:bodyPr/>
                    <a:lstStyle/>
                    <a:p>
                      <a:pPr marL="0" marR="0" lvl="0" indent="0" algn="ctr" rtl="0">
                        <a:spcBef>
                          <a:spcPts val="0"/>
                        </a:spcBef>
                        <a:spcAft>
                          <a:spcPts val="0"/>
                        </a:spcAft>
                        <a:buNone/>
                      </a:pP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ko-KR" altLang="en-US" sz="900" b="0" dirty="0">
                        <a:solidFill>
                          <a:srgbClr val="7030A0"/>
                        </a:solidFill>
                      </a:endParaRPr>
                    </a:p>
                  </a:txBody>
                  <a:tcPr marL="0" marR="0" marT="0" marB="0" anchor="ctr"/>
                </a:tc>
                <a:extLst>
                  <a:ext uri="{0D108BD9-81ED-4DB2-BD59-A6C34878D82A}">
                    <a16:rowId xmlns:a16="http://schemas.microsoft.com/office/drawing/2014/main" val="2783088539"/>
                  </a:ext>
                </a:extLst>
              </a:tr>
            </a:tbl>
          </a:graphicData>
        </a:graphic>
      </p:graphicFrame>
      <p:graphicFrame>
        <p:nvGraphicFramePr>
          <p:cNvPr id="4" name="Google Shape;370;p27">
            <a:extLst>
              <a:ext uri="{FF2B5EF4-FFF2-40B4-BE49-F238E27FC236}">
                <a16:creationId xmlns:a16="http://schemas.microsoft.com/office/drawing/2014/main" id="{9D899C51-27AF-23F3-734C-79D426155FFB}"/>
              </a:ext>
            </a:extLst>
          </p:cNvPr>
          <p:cNvGraphicFramePr/>
          <p:nvPr/>
        </p:nvGraphicFramePr>
        <p:xfrm>
          <a:off x="0" y="1"/>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476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335400">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122292">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2CAB0477-8700-3365-FC72-A26290AA5055}"/>
              </a:ext>
            </a:extLst>
          </p:cNvPr>
          <p:cNvSpPr txBox="1"/>
          <p:nvPr/>
        </p:nvSpPr>
        <p:spPr>
          <a:xfrm>
            <a:off x="1584105" y="5291789"/>
            <a:ext cx="910408" cy="276999"/>
          </a:xfrm>
          <a:prstGeom prst="rect">
            <a:avLst/>
          </a:prstGeom>
          <a:noFill/>
        </p:spPr>
        <p:txBody>
          <a:bodyPr wrap="square" rtlCol="0">
            <a:spAutoFit/>
          </a:bodyPr>
          <a:lstStyle/>
          <a:p>
            <a:r>
              <a:rPr kumimoji="1" lang="ko-Kore-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방송</a:t>
            </a:r>
            <a:endParaRPr kumimoji="1" lang="ko-Kore-KR" altLang="en-US" sz="1200" b="1" dirty="0">
              <a:solidFill>
                <a:srgbClr val="FF0000"/>
              </a:solidFill>
            </a:endParaRPr>
          </a:p>
        </p:txBody>
      </p:sp>
      <p:pic>
        <p:nvPicPr>
          <p:cNvPr id="2" name="그래픽 1" descr="집 Wi-Fi에서 작업 단색으로 채워진">
            <a:hlinkClick r:id="" action="ppaction://hlinkshowjump?jump=firstslide"/>
            <a:extLst>
              <a:ext uri="{FF2B5EF4-FFF2-40B4-BE49-F238E27FC236}">
                <a16:creationId xmlns:a16="http://schemas.microsoft.com/office/drawing/2014/main" id="{C991B66B-483B-59A9-E54E-40785639C94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95341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106" name="Google Shape;106;p2"/>
          <p:cNvGraphicFramePr/>
          <p:nvPr>
            <p:extLst>
              <p:ext uri="{D42A27DB-BD31-4B8C-83A1-F6EECF244321}">
                <p14:modId xmlns:p14="http://schemas.microsoft.com/office/powerpoint/2010/main" val="2341494615"/>
              </p:ext>
            </p:extLst>
          </p:nvPr>
        </p:nvGraphicFramePr>
        <p:xfrm>
          <a:off x="0" y="1059290"/>
          <a:ext cx="2339850" cy="181465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67475">
                  <a:extLst>
                    <a:ext uri="{9D8B030D-6E8A-4147-A177-3AD203B41FA5}">
                      <a16:colId xmlns:a16="http://schemas.microsoft.com/office/drawing/2014/main" val="20003"/>
                    </a:ext>
                  </a:extLst>
                </a:gridCol>
                <a:gridCol w="70400">
                  <a:extLst>
                    <a:ext uri="{9D8B030D-6E8A-4147-A177-3AD203B41FA5}">
                      <a16:colId xmlns:a16="http://schemas.microsoft.com/office/drawing/2014/main" val="4275541653"/>
                    </a:ext>
                  </a:extLst>
                </a:gridCol>
                <a:gridCol w="439000">
                  <a:extLst>
                    <a:ext uri="{9D8B030D-6E8A-4147-A177-3AD203B41FA5}">
                      <a16:colId xmlns:a16="http://schemas.microsoft.com/office/drawing/2014/main" val="20006"/>
                    </a:ext>
                  </a:extLst>
                </a:gridCol>
                <a:gridCol w="439000">
                  <a:extLst>
                    <a:ext uri="{9D8B030D-6E8A-4147-A177-3AD203B41FA5}">
                      <a16:colId xmlns:a16="http://schemas.microsoft.com/office/drawing/2014/main" val="20008"/>
                    </a:ext>
                  </a:extLst>
                </a:gridCol>
              </a:tblGrid>
              <a:tr h="173836">
                <a:tc gridSpan="7">
                  <a:txBody>
                    <a:bodyPr/>
                    <a:lstStyle/>
                    <a:p>
                      <a:pPr marL="0" marR="0" lvl="0" indent="0" algn="ctr" rtl="0">
                        <a:spcBef>
                          <a:spcPts val="0"/>
                        </a:spcBef>
                        <a:spcAft>
                          <a:spcPts val="0"/>
                        </a:spcAft>
                        <a:buNone/>
                      </a:pPr>
                      <a:r>
                        <a:rPr lang="en-US" sz="800" u="none" strike="noStrike" cap="none" dirty="0"/>
                        <a:t>GMP : </a:t>
                      </a:r>
                      <a:r>
                        <a:rPr lang="en-US"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57990">
                <a:tc rowSpan="2">
                  <a:txBody>
                    <a:bodyPr/>
                    <a:lstStyle/>
                    <a:p>
                      <a:pPr marL="0" marR="0" lvl="0" indent="0" algn="ctr" rtl="0">
                        <a:spcBef>
                          <a:spcPts val="0"/>
                        </a:spcBef>
                        <a:spcAft>
                          <a:spcPts val="0"/>
                        </a:spcAft>
                        <a:buNone/>
                      </a:pPr>
                      <a:r>
                        <a:rPr lang="en-US" sz="800" b="1" u="none" strike="noStrike" cap="none"/>
                        <a:t>32L/R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BULTI </a:t>
                      </a:r>
                      <a:r>
                        <a:rPr lang="en-US" sz="800" b="1" u="none" strike="noStrike" cap="none" dirty="0" err="1">
                          <a:solidFill>
                            <a:srgbClr val="0070C0"/>
                          </a:solidFill>
                        </a:rPr>
                        <a:t>xT</a:t>
                      </a:r>
                      <a:endParaRPr sz="800" b="1" u="none" strike="noStrike" cap="none" dirty="0">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u="none" strike="noStrike" cap="none" dirty="0"/>
                        <a:t>HD 324 </a:t>
                      </a:r>
                      <a:r>
                        <a:rPr lang="en-US" sz="800" b="1" u="none" strike="noStrike" cap="none" dirty="0">
                          <a:solidFill>
                            <a:srgbClr val="0070C0"/>
                          </a:solidFill>
                        </a:rPr>
                        <a:t>ALT 5000 </a:t>
                      </a:r>
                      <a:r>
                        <a:rPr lang="en-US" sz="800" b="1" u="none" strike="noStrike" cap="none" dirty="0">
                          <a:solidFill>
                            <a:srgbClr val="C00000"/>
                          </a:solidFill>
                        </a:rPr>
                        <a:t>Mod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1"/>
                  </a:ext>
                </a:extLst>
              </a:tr>
              <a:tr h="15799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(BULTI xQ)</a:t>
                      </a:r>
                      <a:endParaRPr sz="800" u="none" strike="noStrike" cap="none"/>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u="none" strike="noStrike" cap="none"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2"/>
                  </a:ext>
                </a:extLst>
              </a:tr>
              <a:tr h="157990">
                <a:tc rowSpan="2">
                  <a:txBody>
                    <a:bodyPr/>
                    <a:lstStyle/>
                    <a:p>
                      <a:pPr marL="0" marR="0" lvl="0" indent="0" algn="ctr" rtl="0">
                        <a:spcBef>
                          <a:spcPts val="0"/>
                        </a:spcBef>
                        <a:spcAft>
                          <a:spcPts val="0"/>
                        </a:spcAft>
                        <a:buNone/>
                      </a:pPr>
                      <a:r>
                        <a:rPr lang="en-US" sz="800" b="1" u="none" strike="noStrike" cap="none"/>
                        <a:t>14L/R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solidFill>
                            <a:srgbClr val="0070C0"/>
                          </a:solidFill>
                        </a:rPr>
                        <a:t>BULTI xU</a:t>
                      </a:r>
                      <a:endParaRPr sz="800" b="1" u="none" strike="noStrike" cap="none">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u="none" strike="noStrike" cap="none" dirty="0"/>
                        <a:t>HD 144 </a:t>
                      </a:r>
                      <a:r>
                        <a:rPr lang="en-US" sz="800" b="1" u="none" strike="noStrike" cap="none" dirty="0">
                          <a:solidFill>
                            <a:srgbClr val="0070C0"/>
                          </a:solidFill>
                        </a:rPr>
                        <a:t>ALT 6000 </a:t>
                      </a:r>
                      <a:r>
                        <a:rPr lang="en-US" sz="800" b="1" u="none" strike="noStrike" cap="none" dirty="0">
                          <a:solidFill>
                            <a:srgbClr val="C00000"/>
                          </a:solidFill>
                        </a:rPr>
                        <a:t>Mod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3"/>
                  </a:ext>
                </a:extLst>
              </a:tr>
              <a:tr h="15799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dirty="0"/>
                        <a:t>(BULTI </a:t>
                      </a:r>
                      <a:r>
                        <a:rPr lang="en-US" sz="800" u="none" strike="noStrike" cap="none" dirty="0" err="1"/>
                        <a:t>xZ</a:t>
                      </a:r>
                      <a:r>
                        <a:rPr lang="en-US" sz="800" u="none" strike="noStrike" cap="none" dirty="0"/>
                        <a:t>)</a:t>
                      </a:r>
                      <a:endParaRPr sz="800" u="none" strike="noStrike" cap="none" dirty="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u="none" strike="noStrike" cap="none"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4"/>
                  </a:ext>
                </a:extLst>
              </a:tr>
              <a:tr h="25732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KIP</a:t>
                      </a:r>
                      <a:endParaRPr dirty="0"/>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 IKMO</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32R ISKP</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14L ISEL 109.9</a:t>
                      </a:r>
                      <a:endParaRP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14R </a:t>
                      </a:r>
                      <a:r>
                        <a:rPr lang="en-US" sz="700" b="1" u="none" strike="noStrike" cap="none" dirty="0">
                          <a:solidFill>
                            <a:srgbClr val="C00000"/>
                          </a:solidFill>
                        </a:rPr>
                        <a:t>IOFR</a:t>
                      </a:r>
                      <a:r>
                        <a:rPr lang="en-US" sz="800" b="1" u="none" strike="noStrike" cap="none" dirty="0">
                          <a:solidFill>
                            <a:srgbClr val="C00000"/>
                          </a:solidFill>
                        </a:rPr>
                        <a:t> 108.7</a:t>
                      </a:r>
                      <a:endParaRPr dirty="0"/>
                    </a:p>
                  </a:txBody>
                  <a:tcPr marL="36000" marR="36000" marT="36000" marB="36000" anchor="ctr"/>
                </a:tc>
                <a:extLst>
                  <a:ext uri="{0D108BD9-81ED-4DB2-BD59-A6C34878D82A}">
                    <a16:rowId xmlns:a16="http://schemas.microsoft.com/office/drawing/2014/main" val="10005"/>
                  </a:ext>
                </a:extLst>
              </a:tr>
              <a:tr h="25732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u="none" strike="noStrike" cap="none" dirty="0"/>
                        <a:t>32L/R : EO32L/R, R225</a:t>
                      </a:r>
                      <a:r>
                        <a:rPr lang="en-US" altLang="ko-Kore-KR" sz="600" u="none" strike="noStrike" cap="none" dirty="0"/>
                        <a:t>, </a:t>
                      </a:r>
                      <a:r>
                        <a:rPr lang="en-US" altLang="ko-Kore-KR" sz="800" u="none" strike="noStrike" cap="none" dirty="0"/>
                        <a:t>YJU R271</a:t>
                      </a:r>
                    </a:p>
                  </a:txBody>
                  <a:tcPr marL="36000" marR="36000" marT="36000" marB="3600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u="none" strike="noStrike" cap="none" dirty="0"/>
                        <a:t>14L/R : EO14L/R, R220, P73 /2</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5799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APRON(130.875) -&gt; GND(121.9)  -&gt; TWR (All by ATC)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07" name="Google Shape;107;p2"/>
          <p:cNvGraphicFramePr/>
          <p:nvPr>
            <p:extLst>
              <p:ext uri="{D42A27DB-BD31-4B8C-83A1-F6EECF244321}">
                <p14:modId xmlns:p14="http://schemas.microsoft.com/office/powerpoint/2010/main" val="1167799734"/>
              </p:ext>
            </p:extLst>
          </p:nvPr>
        </p:nvGraphicFramePr>
        <p:xfrm>
          <a:off x="4472" y="3638242"/>
          <a:ext cx="2310728" cy="1921330"/>
        </p:xfrm>
        <a:graphic>
          <a:graphicData uri="http://schemas.openxmlformats.org/drawingml/2006/table">
            <a:tbl>
              <a:tblPr firstRow="1" bandRow="1">
                <a:noFill/>
                <a:tableStyleId>{A521BE36-7E6F-4EC9-8D66-1CF97A6895EC}</a:tableStyleId>
              </a:tblPr>
              <a:tblGrid>
                <a:gridCol w="390499">
                  <a:extLst>
                    <a:ext uri="{9D8B030D-6E8A-4147-A177-3AD203B41FA5}">
                      <a16:colId xmlns:a16="http://schemas.microsoft.com/office/drawing/2014/main" val="20000"/>
                    </a:ext>
                  </a:extLst>
                </a:gridCol>
                <a:gridCol w="209308">
                  <a:extLst>
                    <a:ext uri="{9D8B030D-6E8A-4147-A177-3AD203B41FA5}">
                      <a16:colId xmlns:a16="http://schemas.microsoft.com/office/drawing/2014/main" val="20001"/>
                    </a:ext>
                  </a:extLst>
                </a:gridCol>
                <a:gridCol w="527130">
                  <a:extLst>
                    <a:ext uri="{9D8B030D-6E8A-4147-A177-3AD203B41FA5}">
                      <a16:colId xmlns:a16="http://schemas.microsoft.com/office/drawing/2014/main" val="20002"/>
                    </a:ext>
                  </a:extLst>
                </a:gridCol>
                <a:gridCol w="413260">
                  <a:extLst>
                    <a:ext uri="{9D8B030D-6E8A-4147-A177-3AD203B41FA5}">
                      <a16:colId xmlns:a16="http://schemas.microsoft.com/office/drawing/2014/main" val="20005"/>
                    </a:ext>
                  </a:extLst>
                </a:gridCol>
                <a:gridCol w="770531">
                  <a:extLst>
                    <a:ext uri="{9D8B030D-6E8A-4147-A177-3AD203B41FA5}">
                      <a16:colId xmlns:a16="http://schemas.microsoft.com/office/drawing/2014/main" val="20006"/>
                    </a:ext>
                  </a:extLst>
                </a:gridCol>
              </a:tblGrid>
              <a:tr h="209058">
                <a:tc gridSpan="5">
                  <a:txBody>
                    <a:bodyPr/>
                    <a:lstStyle/>
                    <a:p>
                      <a:pPr marL="0" marR="0" lvl="0" indent="0" algn="ctr" rtl="0">
                        <a:spcBef>
                          <a:spcPts val="0"/>
                        </a:spcBef>
                        <a:spcAft>
                          <a:spcPts val="0"/>
                        </a:spcAft>
                        <a:buNone/>
                      </a:pPr>
                      <a:r>
                        <a:rPr lang="en-US" sz="800" u="none" strike="noStrike" cap="none" dirty="0"/>
                        <a:t>CJU </a:t>
                      </a:r>
                      <a:r>
                        <a:rPr lang="en-US" sz="800" u="none" strike="noStrike" cap="none" dirty="0">
                          <a:solidFill>
                            <a:srgbClr val="00B0F0"/>
                          </a:solidFill>
                        </a:rPr>
                        <a:t>[066/246]</a:t>
                      </a:r>
                      <a:r>
                        <a:rPr lang="en-US" sz="800" u="none" strike="noStrike" cap="none" dirty="0"/>
                        <a:t> : STAR </a:t>
                      </a:r>
                    </a:p>
                    <a:p>
                      <a:pPr marL="0" marR="0" lvl="0" indent="0" algn="ctr" rtl="0">
                        <a:spcBef>
                          <a:spcPts val="0"/>
                        </a:spcBef>
                        <a:spcAft>
                          <a:spcPts val="0"/>
                        </a:spcAft>
                        <a:buNone/>
                      </a:pPr>
                      <a:r>
                        <a:rPr lang="en-US" sz="700" u="none" strike="noStrike" cap="none" dirty="0">
                          <a:solidFill>
                            <a:srgbClr val="FFC000"/>
                          </a:solidFill>
                        </a:rPr>
                        <a:t>AFT Merge PT(220kts) DCT IAF(210kts), FAF (160kts)</a:t>
                      </a:r>
                      <a:endParaRPr sz="7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pPr marL="0" marR="0" lvl="0" indent="0" algn="ctr" rtl="0">
                        <a:spcBef>
                          <a:spcPts val="0"/>
                        </a:spcBef>
                        <a:spcAft>
                          <a:spcPts val="0"/>
                        </a:spcAft>
                        <a:buNone/>
                      </a:pPr>
                      <a:endParaRPr sz="7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26670">
                <a:tc>
                  <a:txBody>
                    <a:bodyPr/>
                    <a:lstStyle/>
                    <a:p>
                      <a:pPr marL="0" marR="0" lvl="0" indent="0" algn="ctr" rtl="0">
                        <a:spcBef>
                          <a:spcPts val="0"/>
                        </a:spcBef>
                        <a:spcAft>
                          <a:spcPts val="0"/>
                        </a:spcAft>
                        <a:buNone/>
                      </a:pPr>
                      <a:r>
                        <a:rPr lang="en-US" sz="800" b="1" u="none" strike="noStrike" cap="none" dirty="0"/>
                        <a:t>ILS Z 07</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t>DOTOL xP</a:t>
                      </a:r>
                      <a:endParaRPr sz="800" b="1" u="none" strike="noStrike" cap="none"/>
                    </a:p>
                  </a:txBody>
                  <a:tcPr marL="36000" marR="36000" marT="36000" marB="36000" anchor="ctr"/>
                </a:tc>
                <a:tc hMerge="1">
                  <a:txBody>
                    <a:bodyPr/>
                    <a:lstStyle/>
                    <a:p>
                      <a:pPr marL="0" marR="0" lvl="0" indent="0" algn="ctr" rtl="0">
                        <a:spcBef>
                          <a:spcPts val="0"/>
                        </a:spcBef>
                        <a:spcAft>
                          <a:spcPts val="0"/>
                        </a:spcAft>
                        <a:buNone/>
                      </a:pPr>
                      <a:endParaRPr sz="800" b="1" u="none" strike="noStrike" cap="none"/>
                    </a:p>
                  </a:txBody>
                  <a:tcPr marL="36000" marR="36000" marT="36000" marB="36000" anchor="ctr"/>
                </a:tc>
                <a:tc>
                  <a:txBody>
                    <a:bodyPr/>
                    <a:lstStyle/>
                    <a:p>
                      <a:pPr algn="ctr"/>
                      <a:r>
                        <a:rPr lang="en-US" sz="800" b="1" u="none" strike="noStrike" cap="none" dirty="0"/>
                        <a:t>YUMIN</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DOTOL 160</a:t>
                      </a:r>
                      <a:endParaRPr sz="800" b="1" u="none" strike="noStrike" cap="none" dirty="0"/>
                    </a:p>
                  </a:txBody>
                  <a:tcPr marL="36000" marR="36000" marT="36000" marB="36000" anchor="ctr"/>
                </a:tc>
                <a:extLst>
                  <a:ext uri="{0D108BD9-81ED-4DB2-BD59-A6C34878D82A}">
                    <a16:rowId xmlns:a16="http://schemas.microsoft.com/office/drawing/2014/main" val="10001"/>
                  </a:ext>
                </a:extLst>
              </a:tr>
              <a:tr h="126670">
                <a:tc gridSpan="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endParaRPr sz="800" b="1" u="none" strike="noStrike" cap="none" dirty="0">
                        <a:solidFill>
                          <a:srgbClr val="C00000"/>
                        </a:solidFill>
                      </a:endParaRPr>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sz="800" b="1" u="none" strike="noStrike" cap="none" dirty="0">
                        <a:solidFill>
                          <a:srgbClr val="C00000"/>
                        </a:solidFill>
                      </a:endParaRPr>
                    </a:p>
                  </a:txBody>
                  <a:tcPr marL="36000" marR="36000" marT="36000" marB="36000" anchor="ctr"/>
                </a:tc>
                <a:tc hMerge="1">
                  <a:txBody>
                    <a:bodyPr/>
                    <a:lstStyle/>
                    <a:p>
                      <a:endParaRPr lang="ko-Kore-KR" dirty="0"/>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extLst>
                  <a:ext uri="{0D108BD9-81ED-4DB2-BD59-A6C34878D82A}">
                    <a16:rowId xmlns:a16="http://schemas.microsoft.com/office/drawing/2014/main" val="3614569801"/>
                  </a:ext>
                </a:extLst>
              </a:tr>
              <a:tr h="126670">
                <a:tc>
                  <a:txBody>
                    <a:bodyPr/>
                    <a:lstStyle/>
                    <a:p>
                      <a:pPr marL="0" marR="0" lvl="0" indent="0" algn="ctr" rtl="0">
                        <a:spcBef>
                          <a:spcPts val="0"/>
                        </a:spcBef>
                        <a:spcAft>
                          <a:spcPts val="0"/>
                        </a:spcAft>
                        <a:buNone/>
                      </a:pPr>
                      <a:r>
                        <a:rPr lang="en-US" sz="800" b="1" u="none" strike="noStrike" cap="none"/>
                        <a:t>ILS Z 25</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DOTOL </a:t>
                      </a:r>
                      <a:r>
                        <a:rPr lang="en-US" sz="800" b="1" u="none" strike="noStrike" cap="none" dirty="0" err="1"/>
                        <a:t>xT</a:t>
                      </a:r>
                      <a:r>
                        <a:rPr lang="en-US" sz="800" b="1" u="none" strike="noStrike" cap="none" dirty="0"/>
                        <a:t>(</a:t>
                      </a:r>
                      <a:r>
                        <a:rPr lang="en-US" sz="800" b="1" u="none" strike="noStrike" cap="none" dirty="0" err="1"/>
                        <a:t>xM</a:t>
                      </a:r>
                      <a:r>
                        <a:rPr lang="en-US" sz="800" b="1" u="none" strike="noStrike" cap="none" dirty="0"/>
                        <a:t>)</a:t>
                      </a:r>
                      <a:endParaRPr sz="800" b="1" u="none" strike="noStrike" cap="none" dirty="0"/>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a:txBody>
                    <a:bodyPr/>
                    <a:lstStyle/>
                    <a:p>
                      <a:r>
                        <a:rPr lang="en-US" sz="800" b="1" u="none" strike="noStrike" cap="none" dirty="0"/>
                        <a:t>DUKAL</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t>DOTOL/-10 160</a:t>
                      </a:r>
                      <a:endParaRPr sz="800" b="1" u="none" strike="noStrike" cap="none"/>
                    </a:p>
                  </a:txBody>
                  <a:tcPr marL="36000" marR="36000" marT="36000" marB="36000" anchor="ctr"/>
                </a:tc>
                <a:extLst>
                  <a:ext uri="{0D108BD9-81ED-4DB2-BD59-A6C34878D82A}">
                    <a16:rowId xmlns:a16="http://schemas.microsoft.com/office/drawing/2014/main" val="10002"/>
                  </a:ext>
                </a:extLst>
              </a:tr>
              <a:tr h="15084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NAV</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70C0"/>
                          </a:solidFill>
                        </a:rPr>
                        <a:t>YDM </a:t>
                      </a:r>
                      <a:r>
                        <a:rPr lang="en-US" sz="800" b="1" u="none" strike="noStrike" cap="none" dirty="0">
                          <a:solidFill>
                            <a:srgbClr val="C00000"/>
                          </a:solidFill>
                        </a:rPr>
                        <a:t>25 ICHE</a:t>
                      </a:r>
                      <a:endParaRPr sz="800"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350473488"/>
                  </a:ext>
                </a:extLst>
              </a:tr>
              <a:tr h="15084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err="1">
                          <a:solidFill>
                            <a:schemeClr val="bg1"/>
                          </a:solidFill>
                        </a:rPr>
                        <a:t>RWxx</a:t>
                      </a:r>
                      <a:r>
                        <a:rPr lang="en-US" sz="800" b="0" u="none" strike="noStrike" cap="none" dirty="0">
                          <a:solidFill>
                            <a:schemeClr val="bg1"/>
                          </a:solidFill>
                        </a:rPr>
                        <a:t> /8</a:t>
                      </a:r>
                      <a:endParaRPr sz="800" b="0" u="none" strike="noStrike" cap="none" dirty="0">
                        <a:solidFill>
                          <a:schemeClr val="bg1"/>
                        </a:solidFill>
                      </a:endParaRPr>
                    </a:p>
                  </a:txBody>
                  <a:tcPr marL="36000" marR="36000" marT="36000" marB="36000" anchor="ct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4"/>
                  </a:ext>
                </a:extLst>
              </a:tr>
              <a:tr h="209075">
                <a:tc gridSpan="5">
                  <a:txBody>
                    <a:bodyPr/>
                    <a:lstStyle/>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07 : P6(5176’), P5(5882’), </a:t>
                      </a:r>
                      <a:r>
                        <a:rPr lang="en-US" sz="800" u="none" strike="noStrike" cap="none" dirty="0">
                          <a:solidFill>
                            <a:srgbClr val="0070C0"/>
                          </a:solidFill>
                        </a:rPr>
                        <a:t>P4(6840’-ATC HIRO)</a:t>
                      </a:r>
                      <a:endParaRPr dirty="0"/>
                    </a:p>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25 : P7(5219’), P8(5882’), </a:t>
                      </a:r>
                      <a:r>
                        <a:rPr lang="en-US" sz="800" u="none" strike="noStrike" cap="none" dirty="0">
                          <a:solidFill>
                            <a:srgbClr val="0070C0"/>
                          </a:solidFill>
                        </a:rPr>
                        <a:t>P10(7524’-ATC HIRO) </a:t>
                      </a:r>
                      <a:endParaRPr dirty="0"/>
                    </a:p>
                  </a:txBody>
                  <a:tcPr marL="36000" marR="36000" marT="36000" marB="36000" anchor="ctr"/>
                </a:tc>
                <a:tc hMerge="1">
                  <a:txBody>
                    <a:bodyPr/>
                    <a:lstStyle/>
                    <a:p>
                      <a:endParaRPr lang="ko-Kore-KR"/>
                    </a:p>
                  </a:txBody>
                  <a:tcPr/>
                </a:tc>
                <a:tc hMerge="1">
                  <a:txBody>
                    <a:bodyPr/>
                    <a:lstStyle/>
                    <a:p>
                      <a:pPr marL="0" marR="0" lvl="0" indent="0" algn="l" rtl="0">
                        <a:lnSpc>
                          <a:spcPct val="100000"/>
                        </a:lnSpc>
                        <a:spcBef>
                          <a:spcPts val="0"/>
                        </a:spcBef>
                        <a:spcAft>
                          <a:spcPts val="0"/>
                        </a:spcAft>
                        <a:buClr>
                          <a:schemeClr val="dk1"/>
                        </a:buClr>
                        <a:buSzPts val="800"/>
                        <a:buFont typeface="Calibri"/>
                        <a:buNone/>
                      </a:pP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907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HST 40KTS</a:t>
                      </a:r>
                      <a:endParaRPr dirty="0"/>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08" name="Google Shape;108;p2"/>
          <p:cNvGraphicFramePr/>
          <p:nvPr>
            <p:extLst>
              <p:ext uri="{D42A27DB-BD31-4B8C-83A1-F6EECF244321}">
                <p14:modId xmlns:p14="http://schemas.microsoft.com/office/powerpoint/2010/main" val="3712267667"/>
              </p:ext>
            </p:extLst>
          </p:nvPr>
        </p:nvGraphicFramePr>
        <p:xfrm>
          <a:off x="-2501" y="16503"/>
          <a:ext cx="2328850" cy="563987"/>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05086">
                <a:tc>
                  <a:txBody>
                    <a:bodyPr/>
                    <a:lstStyle/>
                    <a:p>
                      <a:pPr marL="0" marR="0" lvl="0" indent="0" algn="ctr" rtl="0">
                        <a:spcBef>
                          <a:spcPts val="0"/>
                        </a:spcBef>
                        <a:spcAft>
                          <a:spcPts val="0"/>
                        </a:spcAft>
                        <a:buNone/>
                      </a:pPr>
                      <a:r>
                        <a:rPr lang="en-US" sz="1300" u="none" strike="noStrike" cap="none" dirty="0">
                          <a:solidFill>
                            <a:schemeClr val="tx1"/>
                          </a:solidFill>
                          <a:hlinkClick r:id="rId3">
                            <a:extLst>
                              <a:ext uri="{A12FA001-AC4F-418D-AE19-62706E023703}">
                                <ahyp:hlinkClr xmlns:ahyp="http://schemas.microsoft.com/office/drawing/2018/hyperlinkcolor" val="tx"/>
                              </a:ext>
                            </a:extLst>
                          </a:hlinkClick>
                        </a:rPr>
                        <a:t>RKSS(GMP) 59ft</a:t>
                      </a:r>
                      <a:endParaRPr sz="1300" u="none" strike="noStrike" cap="none" dirty="0">
                        <a:solidFill>
                          <a:schemeClr val="tx1"/>
                        </a:solidFill>
                      </a:endParaRPr>
                    </a:p>
                  </a:txBody>
                  <a:tcPr marL="36000" marR="0" marT="0" marB="0" anchor="ctr"/>
                </a:tc>
                <a:tc>
                  <a:txBody>
                    <a:bodyPr/>
                    <a:lstStyle/>
                    <a:p>
                      <a:pPr marL="0" marR="0" lvl="0" indent="0" algn="ctr" rtl="0">
                        <a:spcBef>
                          <a:spcPts val="0"/>
                        </a:spcBef>
                        <a:spcAft>
                          <a:spcPts val="0"/>
                        </a:spcAft>
                        <a:buNone/>
                      </a:pPr>
                      <a:r>
                        <a:rPr lang="en-US" sz="1300" u="none" strike="noStrike" cap="none" dirty="0">
                          <a:solidFill>
                            <a:schemeClr val="tx1"/>
                          </a:solidFill>
                          <a:hlinkClick r:id="rId4">
                            <a:extLst>
                              <a:ext uri="{A12FA001-AC4F-418D-AE19-62706E023703}">
                                <ahyp:hlinkClr xmlns:ahyp="http://schemas.microsoft.com/office/drawing/2018/hyperlinkcolor" val="tx"/>
                              </a:ext>
                            </a:extLst>
                          </a:hlinkClick>
                        </a:rPr>
                        <a:t>RKPC(CJU) 119ft</a:t>
                      </a:r>
                      <a:endParaRPr sz="1300" u="none" strike="noStrike" cap="none" dirty="0">
                        <a:solidFill>
                          <a:schemeClr val="tx1"/>
                        </a:solidFill>
                      </a:endParaRPr>
                    </a:p>
                  </a:txBody>
                  <a:tcPr marL="36000" marR="0" marT="0" marB="0" anchor="ctr"/>
                </a:tc>
                <a:extLst>
                  <a:ext uri="{0D108BD9-81ED-4DB2-BD59-A6C34878D82A}">
                    <a16:rowId xmlns:a16="http://schemas.microsoft.com/office/drawing/2014/main" val="10000"/>
                  </a:ext>
                </a:extLst>
              </a:tr>
              <a:tr h="358901">
                <a:tc>
                  <a:txBody>
                    <a:bodyPr/>
                    <a:lstStyle/>
                    <a:p>
                      <a:pPr marL="0" marR="0" lvl="0" indent="0" algn="ctr" rtl="0">
                        <a:spcBef>
                          <a:spcPts val="0"/>
                        </a:spcBef>
                        <a:spcAft>
                          <a:spcPts val="0"/>
                        </a:spcAft>
                        <a:buNone/>
                      </a:pPr>
                      <a:r>
                        <a:rPr lang="en-US" sz="900" u="none" strike="noStrike" cap="none" dirty="0"/>
                        <a:t>KE GMP 131.15</a:t>
                      </a:r>
                      <a:endParaRPr dirty="0"/>
                    </a:p>
                    <a:p>
                      <a:pPr marL="0" marR="0" lvl="0" indent="0" algn="ctr" rtl="0">
                        <a:spcBef>
                          <a:spcPts val="0"/>
                        </a:spcBef>
                        <a:spcAft>
                          <a:spcPts val="0"/>
                        </a:spcAft>
                        <a:buNone/>
                      </a:pPr>
                      <a:r>
                        <a:rPr lang="en-US" sz="600" u="none" strike="noStrike" cap="none" dirty="0">
                          <a:solidFill>
                            <a:srgbClr val="FF0000"/>
                          </a:solidFill>
                          <a:latin typeface="Calibri"/>
                          <a:ea typeface="Calibri"/>
                          <a:cs typeface="Calibri"/>
                          <a:sym typeface="Calibri"/>
                        </a:rPr>
                        <a:t>DCL -15분 </a:t>
                      </a:r>
                      <a:r>
                        <a:rPr lang="en-US" sz="600" u="none" strike="noStrike" cap="none" dirty="0" err="1">
                          <a:solidFill>
                            <a:srgbClr val="FF0000"/>
                          </a:solidFill>
                          <a:latin typeface="Calibri"/>
                          <a:ea typeface="Calibri"/>
                          <a:cs typeface="Calibri"/>
                          <a:sym typeface="Calibri"/>
                        </a:rPr>
                        <a:t>가능</a:t>
                      </a:r>
                      <a:r>
                        <a:rPr lang="en-US" sz="600" u="none" strike="noStrike" cap="none" dirty="0">
                          <a:solidFill>
                            <a:srgbClr val="FF0000"/>
                          </a:solidFill>
                          <a:latin typeface="Calibri"/>
                          <a:ea typeface="Calibri"/>
                          <a:cs typeface="Calibri"/>
                          <a:sym typeface="Calibri"/>
                        </a:rPr>
                        <a:t> TOBT 5분 </a:t>
                      </a:r>
                      <a:r>
                        <a:rPr lang="en-US" sz="600" u="none" strike="noStrike" cap="none" dirty="0" err="1">
                          <a:solidFill>
                            <a:srgbClr val="FF0000"/>
                          </a:solidFill>
                          <a:latin typeface="Calibri"/>
                          <a:ea typeface="Calibri"/>
                          <a:cs typeface="Calibri"/>
                          <a:sym typeface="Calibri"/>
                        </a:rPr>
                        <a:t>차이시</a:t>
                      </a:r>
                      <a:r>
                        <a:rPr lang="en-US" sz="600" u="none" strike="noStrike" cap="none" dirty="0">
                          <a:solidFill>
                            <a:srgbClr val="FF0000"/>
                          </a:solidFill>
                          <a:latin typeface="Calibri"/>
                          <a:ea typeface="Calibri"/>
                          <a:cs typeface="Calibri"/>
                          <a:sym typeface="Calibri"/>
                        </a:rPr>
                        <a:t> CTC Comm</a:t>
                      </a:r>
                      <a:endParaRPr sz="800" u="none" strike="noStrike" cap="none" dirty="0">
                        <a:solidFill>
                          <a:srgbClr val="FF0000"/>
                        </a:solidFill>
                        <a:latin typeface="Calibri"/>
                        <a:ea typeface="Calibri"/>
                        <a:cs typeface="Calibri"/>
                        <a:sym typeface="Calibri"/>
                      </a:endParaRPr>
                    </a:p>
                  </a:txBody>
                  <a:tcPr marL="72000" marR="72000" marT="0" marB="0" anchor="ctr"/>
                </a:tc>
                <a:tc>
                  <a:txBody>
                    <a:bodyPr/>
                    <a:lstStyle/>
                    <a:p>
                      <a:pPr marL="0" marR="0" lvl="0" indent="0" algn="ctr" rtl="0">
                        <a:spcBef>
                          <a:spcPts val="0"/>
                        </a:spcBef>
                        <a:spcAft>
                          <a:spcPts val="0"/>
                        </a:spcAft>
                        <a:buNone/>
                      </a:pPr>
                      <a:r>
                        <a:rPr lang="en-US" sz="900" u="none" strike="noStrike" cap="none" dirty="0"/>
                        <a:t>KE CJU 129.4</a:t>
                      </a:r>
                      <a:endParaRPr sz="900" u="none" strike="noStrike" cap="none" dirty="0"/>
                    </a:p>
                  </a:txBody>
                  <a:tcPr marL="91450" marR="91450" marT="45725" marB="45725" anchor="ctr"/>
                </a:tc>
                <a:extLst>
                  <a:ext uri="{0D108BD9-81ED-4DB2-BD59-A6C34878D82A}">
                    <a16:rowId xmlns:a16="http://schemas.microsoft.com/office/drawing/2014/main" val="10001"/>
                  </a:ext>
                </a:extLst>
              </a:tr>
            </a:tbl>
          </a:graphicData>
        </a:graphic>
      </p:graphicFrame>
      <p:sp>
        <p:nvSpPr>
          <p:cNvPr id="109" name="Google Shape;109;p2"/>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5" name="그림 4">
            <a:extLst>
              <a:ext uri="{FF2B5EF4-FFF2-40B4-BE49-F238E27FC236}">
                <a16:creationId xmlns:a16="http://schemas.microsoft.com/office/drawing/2014/main" id="{01395358-67C5-B17F-BCD1-397471B84CD8}"/>
              </a:ext>
            </a:extLst>
          </p:cNvPr>
          <p:cNvPicPr>
            <a:picLocks noChangeAspect="1"/>
          </p:cNvPicPr>
          <p:nvPr/>
        </p:nvPicPr>
        <p:blipFill>
          <a:blip r:embed="rId5"/>
          <a:stretch>
            <a:fillRect/>
          </a:stretch>
        </p:blipFill>
        <p:spPr>
          <a:xfrm>
            <a:off x="148563" y="602614"/>
            <a:ext cx="451728" cy="451728"/>
          </a:xfrm>
          <a:prstGeom prst="rect">
            <a:avLst/>
          </a:prstGeom>
          <a:ln>
            <a:noFill/>
          </a:ln>
        </p:spPr>
      </p:pic>
      <p:pic>
        <p:nvPicPr>
          <p:cNvPr id="3" name="그림 2" descr="텍스트, 지도, 폰트, 도표이(가) 표시된 사진&#10;&#10;자동 생성된 설명">
            <a:extLst>
              <a:ext uri="{FF2B5EF4-FFF2-40B4-BE49-F238E27FC236}">
                <a16:creationId xmlns:a16="http://schemas.microsoft.com/office/drawing/2014/main" id="{0A4BE269-C442-8267-320E-C71929B74F32}"/>
              </a:ext>
            </a:extLst>
          </p:cNvPr>
          <p:cNvPicPr>
            <a:picLocks noChangeAspect="1"/>
          </p:cNvPicPr>
          <p:nvPr/>
        </p:nvPicPr>
        <p:blipFill>
          <a:blip r:embed="rId6"/>
          <a:stretch>
            <a:fillRect/>
          </a:stretch>
        </p:blipFill>
        <p:spPr>
          <a:xfrm>
            <a:off x="9224" y="2897388"/>
            <a:ext cx="729331" cy="727785"/>
          </a:xfrm>
          <a:prstGeom prst="rect">
            <a:avLst/>
          </a:prstGeom>
        </p:spPr>
      </p:pic>
      <p:sp>
        <p:nvSpPr>
          <p:cNvPr id="2" name="직사각형 1">
            <a:hlinkClick r:id="" action="ppaction://hlinkshowjump?jump=firstslide"/>
            <a:extLst>
              <a:ext uri="{FF2B5EF4-FFF2-40B4-BE49-F238E27FC236}">
                <a16:creationId xmlns:a16="http://schemas.microsoft.com/office/drawing/2014/main" id="{B1E1E6C3-2FAC-67D6-CA78-10767C1FFA4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그래픽 3" descr="집 Wi-Fi에서 작업 단색으로 채워진">
            <a:hlinkClick r:id="" action="ppaction://hlinkshowjump?jump=firstslide"/>
            <a:extLst>
              <a:ext uri="{FF2B5EF4-FFF2-40B4-BE49-F238E27FC236}">
                <a16:creationId xmlns:a16="http://schemas.microsoft.com/office/drawing/2014/main" id="{1081EFB0-D11A-4A21-0FEF-698BAD74319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3397861292"/>
              </p:ext>
            </p:extLst>
          </p:nvPr>
        </p:nvGraphicFramePr>
        <p:xfrm>
          <a:off x="0" y="1070883"/>
          <a:ext cx="2339850" cy="13048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467475">
                  <a:extLst>
                    <a:ext uri="{9D8B030D-6E8A-4147-A177-3AD203B41FA5}">
                      <a16:colId xmlns:a16="http://schemas.microsoft.com/office/drawing/2014/main" val="20004"/>
                    </a:ext>
                  </a:extLst>
                </a:gridCol>
                <a:gridCol w="169800">
                  <a:extLst>
                    <a:ext uri="{9D8B030D-6E8A-4147-A177-3AD203B41FA5}">
                      <a16:colId xmlns:a16="http://schemas.microsoft.com/office/drawing/2014/main" val="189605880"/>
                    </a:ext>
                  </a:extLst>
                </a:gridCol>
                <a:gridCol w="778600">
                  <a:extLst>
                    <a:ext uri="{9D8B030D-6E8A-4147-A177-3AD203B41FA5}">
                      <a16:colId xmlns:a16="http://schemas.microsoft.com/office/drawing/2014/main" val="20007"/>
                    </a:ext>
                  </a:extLst>
                </a:gridCol>
              </a:tblGrid>
              <a:tr h="0">
                <a:tc gridSpan="7">
                  <a:txBody>
                    <a:bodyPr/>
                    <a:lstStyle/>
                    <a:p>
                      <a:pPr marL="0" marR="0" lvl="0" indent="0" algn="ctr" rtl="0">
                        <a:spcBef>
                          <a:spcPts val="0"/>
                        </a:spcBef>
                        <a:spcAft>
                          <a:spcPts val="0"/>
                        </a:spcAft>
                        <a:buNone/>
                      </a:pPr>
                      <a:r>
                        <a:rPr lang="en-US" sz="800" u="none" strike="noStrike" cap="none"/>
                        <a:t>CJU : SID (NADP 1)</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a:t>07</a:t>
                      </a:r>
                      <a:endParaRPr sz="800" b="1" u="none" strike="noStrike" cap="none"/>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solidFill>
                            <a:srgbClr val="0070C0"/>
                          </a:solidFill>
                        </a:rPr>
                        <a:t>KAMIT xE</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 066 </a:t>
                      </a:r>
                      <a:r>
                        <a:rPr lang="en-US" sz="800" b="1" u="none" strike="noStrike" cap="none" dirty="0">
                          <a:solidFill>
                            <a:srgbClr val="0070C0"/>
                          </a:solidFill>
                        </a:rPr>
                        <a:t>ALT 10000</a:t>
                      </a:r>
                      <a:endParaRPr sz="800" b="1" u="none" strike="noStrike" cap="none"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a:t>25</a:t>
                      </a:r>
                      <a:endParaRPr sz="800" b="1" u="none" strike="noStrike" cap="none"/>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solidFill>
                            <a:srgbClr val="0070C0"/>
                          </a:solidFill>
                        </a:rPr>
                        <a:t>KAMIT xW</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altLang="ko-KR" sz="800" b="1" u="none" strike="noStrike" cap="none" dirty="0"/>
                        <a:t>HD </a:t>
                      </a:r>
                      <a:r>
                        <a:rPr lang="en-US" sz="800" b="1" u="none" strike="noStrike" cap="none" dirty="0"/>
                        <a:t>246</a:t>
                      </a:r>
                      <a:r>
                        <a:rPr lang="en-US" sz="800" b="1" u="none" strike="noStrike" cap="none" dirty="0">
                          <a:solidFill>
                            <a:schemeClr val="dk1"/>
                          </a:solidFill>
                        </a:rPr>
                        <a:t> </a:t>
                      </a:r>
                      <a:r>
                        <a:rPr lang="en-US" sz="800" b="1" u="none" strike="noStrike" cap="none" dirty="0">
                          <a:solidFill>
                            <a:srgbClr val="0070C0"/>
                          </a:solidFill>
                        </a:rPr>
                        <a:t>ALT 10000</a:t>
                      </a:r>
                      <a:endParaRPr sz="800" b="1" u="none" strike="noStrike" cap="none"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YDM 109.0</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07 109.9</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25 ICHE 111.3</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u="none" strike="noStrike" cap="none" dirty="0"/>
                        <a:t>07 : NONE</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u="none" strike="noStrike" cap="none" dirty="0"/>
                        <a:t>25 : YDM246/3, R290</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25 : 31 Holding PSN on P, E1,2,3 CTC TWR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8" name="Google Shape;118;p3"/>
          <p:cNvGraphicFramePr/>
          <p:nvPr>
            <p:extLst>
              <p:ext uri="{D42A27DB-BD31-4B8C-83A1-F6EECF244321}">
                <p14:modId xmlns:p14="http://schemas.microsoft.com/office/powerpoint/2010/main" val="3795498547"/>
              </p:ext>
            </p:extLst>
          </p:nvPr>
        </p:nvGraphicFramePr>
        <p:xfrm>
          <a:off x="-1981" y="3694345"/>
          <a:ext cx="2330850" cy="1864570"/>
        </p:xfrm>
        <a:graphic>
          <a:graphicData uri="http://schemas.openxmlformats.org/drawingml/2006/table">
            <a:tbl>
              <a:tblPr firstRow="1" bandRow="1">
                <a:noFill/>
                <a:tableStyleId>{A521BE36-7E6F-4EC9-8D66-1CF97A6895EC}</a:tableStyleId>
              </a:tblPr>
              <a:tblGrid>
                <a:gridCol w="456500">
                  <a:extLst>
                    <a:ext uri="{9D8B030D-6E8A-4147-A177-3AD203B41FA5}">
                      <a16:colId xmlns:a16="http://schemas.microsoft.com/office/drawing/2014/main" val="20000"/>
                    </a:ext>
                  </a:extLst>
                </a:gridCol>
                <a:gridCol w="107600">
                  <a:extLst>
                    <a:ext uri="{9D8B030D-6E8A-4147-A177-3AD203B41FA5}">
                      <a16:colId xmlns:a16="http://schemas.microsoft.com/office/drawing/2014/main" val="20002"/>
                    </a:ext>
                  </a:extLst>
                </a:gridCol>
                <a:gridCol w="564100">
                  <a:extLst>
                    <a:ext uri="{9D8B030D-6E8A-4147-A177-3AD203B41FA5}">
                      <a16:colId xmlns:a16="http://schemas.microsoft.com/office/drawing/2014/main" val="20003"/>
                    </a:ext>
                  </a:extLst>
                </a:gridCol>
                <a:gridCol w="515550">
                  <a:extLst>
                    <a:ext uri="{9D8B030D-6E8A-4147-A177-3AD203B41FA5}">
                      <a16:colId xmlns:a16="http://schemas.microsoft.com/office/drawing/2014/main" val="20005"/>
                    </a:ext>
                  </a:extLst>
                </a:gridCol>
                <a:gridCol w="687100">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u="none" strike="noStrike" cap="none" dirty="0"/>
                        <a:t>GMP </a:t>
                      </a:r>
                      <a:r>
                        <a:rPr lang="en-US" sz="800" u="none" strike="noStrike" cap="none" dirty="0">
                          <a:solidFill>
                            <a:srgbClr val="00B0F0"/>
                          </a:solidFill>
                        </a:rPr>
                        <a:t>[324/144]</a:t>
                      </a:r>
                      <a:r>
                        <a:rPr lang="en-US" sz="800" u="none" strike="noStrike" cap="none" dirty="0"/>
                        <a:t> : STAR</a:t>
                      </a:r>
                      <a:endParaRPr sz="800" u="none" strike="noStrike" cap="none"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u="none" strike="noStrike" cap="none" dirty="0"/>
                        <a:t>ILS 32L/R</a:t>
                      </a:r>
                      <a:endParaRPr sz="800" b="1" u="none" strike="noStrike" cap="none" dirty="0"/>
                    </a:p>
                  </a:txBody>
                  <a:tcPr marL="36000" marR="36000" marT="36000" marB="36000" anchor="ctr"/>
                </a:tc>
                <a:tc hMerge="1">
                  <a:txBody>
                    <a:bodyPr/>
                    <a:lstStyle/>
                    <a:p>
                      <a:r>
                        <a:rPr lang="en-US" sz="800" b="1" u="none" strike="noStrike" cap="none"/>
                        <a:t>OLMEN xT</a:t>
                      </a:r>
                      <a:endParaRPr lang="ko-Kore-KR"/>
                    </a:p>
                  </a:txBody>
                  <a:tcPr marL="36000" marR="36000" marT="36000" marB="36000" anchor="ctr"/>
                </a:tc>
                <a:tc>
                  <a:txBody>
                    <a:bodyPr/>
                    <a:lstStyle/>
                    <a:p>
                      <a:pPr algn="ctr"/>
                      <a:r>
                        <a:rPr lang="en-US" sz="800" b="1" u="none" strike="noStrike" cap="none"/>
                        <a:t>OLMEN xT</a:t>
                      </a:r>
                      <a:endParaRPr lang="ko-Kore-KR"/>
                    </a:p>
                  </a:txBody>
                  <a:tcPr marL="36000" marR="36000" marT="36000" marB="36000" anchor="ctr"/>
                </a:tc>
                <a:tc>
                  <a:txBody>
                    <a:bodyPr/>
                    <a:lstStyle/>
                    <a:p>
                      <a:pPr marL="0" marR="0" lvl="0" indent="0" algn="ctr" rtl="0">
                        <a:spcBef>
                          <a:spcPts val="0"/>
                        </a:spcBef>
                        <a:spcAft>
                          <a:spcPts val="0"/>
                        </a:spcAft>
                        <a:buNone/>
                      </a:pPr>
                      <a:r>
                        <a:rPr lang="en-US" sz="800" b="1" u="none" strike="noStrike" cap="none"/>
                        <a:t>BUMSI</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u="none" strike="noStrike" cap="none" dirty="0"/>
                        <a:t>ILS 14R</a:t>
                      </a:r>
                      <a:endParaRPr sz="800" b="1" u="none" strike="noStrike" cap="none" dirty="0"/>
                    </a:p>
                  </a:txBody>
                  <a:tcPr marL="36000" marR="36000" marT="36000" marB="36000" anchor="ctr"/>
                </a:tc>
                <a:tc hMerge="1">
                  <a:txBody>
                    <a:bodyPr/>
                    <a:lstStyle/>
                    <a:p>
                      <a:r>
                        <a:rPr lang="en-US" sz="800" b="1" u="none" strike="noStrike" cap="none" dirty="0"/>
                        <a:t>OLMEN </a:t>
                      </a:r>
                      <a:r>
                        <a:rPr lang="en-US" sz="800" b="1" u="none" strike="noStrike" cap="none" dirty="0" err="1"/>
                        <a:t>xU</a:t>
                      </a:r>
                      <a:endParaRPr lang="ko-Kore-KR" dirty="0"/>
                    </a:p>
                  </a:txBody>
                  <a:tcPr marL="36000" marR="36000" marT="36000" marB="36000" anchor="ctr"/>
                </a:tc>
                <a:tc>
                  <a:txBody>
                    <a:bodyPr/>
                    <a:lstStyle/>
                    <a:p>
                      <a:pPr algn="ctr"/>
                      <a:r>
                        <a:rPr lang="en-US" sz="800" b="1" u="none" strike="noStrike" cap="none" dirty="0"/>
                        <a:t>OLMEN </a:t>
                      </a:r>
                      <a:r>
                        <a:rPr lang="en-US" sz="800" b="1" u="none" strike="noStrike" cap="none"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t>DOKDO</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white"/>
                          </a:solidFill>
                          <a:effectLst/>
                          <a:uLnTx/>
                          <a:uFillTx/>
                          <a:latin typeface="Calibri"/>
                          <a:cs typeface="Calibri"/>
                          <a:sym typeface="Calibri"/>
                        </a:rPr>
                        <a:t>NAV</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b="1" dirty="0">
                          <a:solidFill>
                            <a:srgbClr val="0070C0"/>
                          </a:solidFill>
                        </a:rPr>
                        <a:t>KIP </a:t>
                      </a:r>
                      <a:r>
                        <a:rPr lang="en-US" sz="800" b="1" dirty="0">
                          <a:solidFill>
                            <a:srgbClr val="C00000"/>
                          </a:solidFill>
                        </a:rPr>
                        <a:t>32L IKMO, 32R ISKP, 14L ISEL, 14R IOFR</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906004732"/>
                  </a:ext>
                </a:extLst>
              </a:tr>
              <a:tr h="156400">
                <a:tc>
                  <a:txBody>
                    <a:bodyPr/>
                    <a:lstStyle/>
                    <a:p>
                      <a:pPr marL="0" marR="0" lvl="0" indent="0" algn="ctr" rtl="0">
                        <a:spcBef>
                          <a:spcPts val="0"/>
                        </a:spcBef>
                        <a:spcAft>
                          <a:spcPts val="0"/>
                        </a:spcAft>
                        <a:buNone/>
                      </a:pPr>
                      <a:r>
                        <a:rPr lang="en-US" sz="800" u="none" strike="noStrike" cap="none"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u="none" strike="noStrike" cap="none"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a:t>
                      </a:r>
                      <a:r>
                        <a:rPr lang="en-US" sz="800" b="1" dirty="0">
                          <a:solidFill>
                            <a:srgbClr val="C00000"/>
                          </a:solidFill>
                          <a:latin typeface="Calibri"/>
                          <a:ea typeface="Calibri"/>
                          <a:cs typeface="Calibri"/>
                          <a:sym typeface="Calibri"/>
                        </a:rPr>
                        <a:t>(No CL L/T)</a:t>
                      </a:r>
                      <a:r>
                        <a:rPr lang="en-US" sz="800" b="1" dirty="0">
                          <a:solidFill>
                            <a:schemeClr val="dk1"/>
                          </a:solidFill>
                          <a:latin typeface="Calibri"/>
                          <a:ea typeface="Calibri"/>
                          <a:cs typeface="Calibri"/>
                          <a:sym typeface="Calibri"/>
                        </a:rPr>
                        <a:t> :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19" name="Google Shape;119;p3"/>
          <p:cNvGraphicFramePr/>
          <p:nvPr>
            <p:extLst>
              <p:ext uri="{D42A27DB-BD31-4B8C-83A1-F6EECF244321}">
                <p14:modId xmlns:p14="http://schemas.microsoft.com/office/powerpoint/2010/main" val="1751314156"/>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spcBef>
                          <a:spcPts val="0"/>
                        </a:spcBef>
                        <a:spcAft>
                          <a:spcPts val="0"/>
                        </a:spcAft>
                        <a:buNone/>
                      </a:pPr>
                      <a:r>
                        <a:rPr lang="en-US" sz="700">
                          <a:solidFill>
                            <a:srgbClr val="FF0000"/>
                          </a:solidFill>
                        </a:rPr>
                        <a:t>DCL -10분</a:t>
                      </a:r>
                      <a:endParaRPr sz="70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20" name="Google Shape;120;p3"/>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130" name="Google Shape;130;p3"/>
          <p:cNvPicPr preferRelativeResize="0"/>
          <p:nvPr/>
        </p:nvPicPr>
        <p:blipFill rotWithShape="1">
          <a:blip r:embed="rId5">
            <a:alphaModFix/>
          </a:blip>
          <a:srcRect/>
          <a:stretch/>
        </p:blipFill>
        <p:spPr>
          <a:xfrm>
            <a:off x="-2501" y="2394041"/>
            <a:ext cx="1166932" cy="829288"/>
          </a:xfrm>
          <a:prstGeom prst="rect">
            <a:avLst/>
          </a:prstGeom>
          <a:noFill/>
          <a:ln>
            <a:noFill/>
          </a:ln>
        </p:spPr>
      </p:pic>
      <p:pic>
        <p:nvPicPr>
          <p:cNvPr id="4" name="그림 3" descr="텍스트, 시계이(가) 표시된 사진&#10;&#10;자동 생성된 설명">
            <a:extLst>
              <a:ext uri="{FF2B5EF4-FFF2-40B4-BE49-F238E27FC236}">
                <a16:creationId xmlns:a16="http://schemas.microsoft.com/office/drawing/2014/main" id="{2AAA03F3-9C76-BDAE-2BA4-2B888A8439F6}"/>
              </a:ext>
            </a:extLst>
          </p:cNvPr>
          <p:cNvPicPr>
            <a:picLocks noChangeAspect="1"/>
          </p:cNvPicPr>
          <p:nvPr/>
        </p:nvPicPr>
        <p:blipFill>
          <a:blip r:embed="rId6"/>
          <a:stretch>
            <a:fillRect/>
          </a:stretch>
        </p:blipFill>
        <p:spPr>
          <a:xfrm>
            <a:off x="1602416" y="584746"/>
            <a:ext cx="492402" cy="492402"/>
          </a:xfrm>
          <a:prstGeom prst="rect">
            <a:avLst/>
          </a:prstGeom>
        </p:spPr>
      </p:pic>
      <p:sp>
        <p:nvSpPr>
          <p:cNvPr id="3" name="직사각형 2">
            <a:hlinkClick r:id="" action="ppaction://hlinkshowjump?jump=firstslide"/>
            <a:extLst>
              <a:ext uri="{FF2B5EF4-FFF2-40B4-BE49-F238E27FC236}">
                <a16:creationId xmlns:a16="http://schemas.microsoft.com/office/drawing/2014/main" id="{DD9173A3-1ECF-6009-194E-99FFD55E035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50D6773A-6336-7BA1-7A64-79AA12E3E0B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2" name="그림 1" descr="텍스트, 지도, 폰트, 도표이(가) 표시된 사진&#10;&#10;자동 생성된 설명">
            <a:extLst>
              <a:ext uri="{FF2B5EF4-FFF2-40B4-BE49-F238E27FC236}">
                <a16:creationId xmlns:a16="http://schemas.microsoft.com/office/drawing/2014/main" id="{1D9EE3FE-3D0C-40C8-D531-747FC2E143D7}"/>
              </a:ext>
            </a:extLst>
          </p:cNvPr>
          <p:cNvPicPr>
            <a:picLocks noChangeAspect="1"/>
          </p:cNvPicPr>
          <p:nvPr/>
        </p:nvPicPr>
        <p:blipFill>
          <a:blip r:embed="rId3"/>
          <a:stretch>
            <a:fillRect/>
          </a:stretch>
        </p:blipFill>
        <p:spPr>
          <a:xfrm>
            <a:off x="-3340" y="2899247"/>
            <a:ext cx="750216" cy="748625"/>
          </a:xfrm>
          <a:prstGeom prst="rect">
            <a:avLst/>
          </a:prstGeom>
        </p:spPr>
      </p:pic>
      <p:graphicFrame>
        <p:nvGraphicFramePr>
          <p:cNvPr id="136" name="Google Shape;136;p4"/>
          <p:cNvGraphicFramePr/>
          <p:nvPr>
            <p:extLst>
              <p:ext uri="{D42A27DB-BD31-4B8C-83A1-F6EECF244321}">
                <p14:modId xmlns:p14="http://schemas.microsoft.com/office/powerpoint/2010/main" val="195313579"/>
              </p:ext>
            </p:extLst>
          </p:nvPr>
        </p:nvGraphicFramePr>
        <p:xfrm>
          <a:off x="0" y="1049052"/>
          <a:ext cx="2339850" cy="184398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67475">
                  <a:extLst>
                    <a:ext uri="{9D8B030D-6E8A-4147-A177-3AD203B41FA5}">
                      <a16:colId xmlns:a16="http://schemas.microsoft.com/office/drawing/2014/main" val="20003"/>
                    </a:ext>
                  </a:extLst>
                </a:gridCol>
                <a:gridCol w="70400">
                  <a:extLst>
                    <a:ext uri="{9D8B030D-6E8A-4147-A177-3AD203B41FA5}">
                      <a16:colId xmlns:a16="http://schemas.microsoft.com/office/drawing/2014/main" val="1866786423"/>
                    </a:ext>
                  </a:extLst>
                </a:gridCol>
                <a:gridCol w="439000">
                  <a:extLst>
                    <a:ext uri="{9D8B030D-6E8A-4147-A177-3AD203B41FA5}">
                      <a16:colId xmlns:a16="http://schemas.microsoft.com/office/drawing/2014/main" val="20006"/>
                    </a:ext>
                  </a:extLst>
                </a:gridCol>
                <a:gridCol w="439000">
                  <a:extLst>
                    <a:ext uri="{9D8B030D-6E8A-4147-A177-3AD203B41FA5}">
                      <a16:colId xmlns:a16="http://schemas.microsoft.com/office/drawing/2014/main" val="20008"/>
                    </a:ext>
                  </a:extLst>
                </a:gridCol>
              </a:tblGrid>
              <a:tr h="150825">
                <a:tc gridSpan="7">
                  <a:txBody>
                    <a:bodyPr/>
                    <a:lstStyle/>
                    <a:p>
                      <a:pPr marL="0" marR="0" lvl="0" indent="0" algn="ctr" rtl="0">
                        <a:spcBef>
                          <a:spcPts val="0"/>
                        </a:spcBef>
                        <a:spcAft>
                          <a:spcPts val="0"/>
                        </a:spcAft>
                        <a:buNone/>
                      </a:pPr>
                      <a:r>
                        <a:rPr lang="en-US" altLang="ko-Kore-KR" sz="800" u="none" strike="noStrike" cap="none" dirty="0"/>
                        <a:t>GMP : </a:t>
                      </a:r>
                      <a:r>
                        <a:rPr lang="en-US" altLang="ko-Kore-KR"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lang="en-US" altLang="ko-Kore-K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7075">
                <a:tc rowSpan="2">
                  <a:txBody>
                    <a:bodyPr/>
                    <a:lstStyle/>
                    <a:p>
                      <a:pPr marL="0" marR="0" lvl="0" indent="0" algn="ctr" rtl="0">
                        <a:spcBef>
                          <a:spcPts val="0"/>
                        </a:spcBef>
                        <a:spcAft>
                          <a:spcPts val="0"/>
                        </a:spcAft>
                        <a:buNone/>
                      </a:pPr>
                      <a:r>
                        <a:rPr lang="en-US" sz="800" b="1"/>
                        <a:t>32L/R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xT</a:t>
                      </a:r>
                      <a:endParaRPr sz="800" b="1">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dirty="0"/>
                        <a:t>HD 324</a:t>
                      </a:r>
                      <a:r>
                        <a:rPr lang="en-US" sz="800" b="1" dirty="0">
                          <a:solidFill>
                            <a:schemeClr val="dk1"/>
                          </a:solidFill>
                        </a:rPr>
                        <a:t> </a:t>
                      </a:r>
                      <a:r>
                        <a:rPr lang="en-US" sz="800" b="1" dirty="0">
                          <a:solidFill>
                            <a:srgbClr val="0070C0"/>
                          </a:solidFill>
                        </a:rPr>
                        <a:t>ALT 5000 </a:t>
                      </a:r>
                      <a:r>
                        <a:rPr lang="en-US" sz="800" b="1" dirty="0">
                          <a:solidFill>
                            <a:srgbClr val="C00000"/>
                          </a:solidFill>
                        </a:rPr>
                        <a:t>Modi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1"/>
                  </a:ext>
                </a:extLst>
              </a:tr>
              <a:tr h="137075">
                <a:tc vMerge="1">
                  <a:txBody>
                    <a:bodyPr/>
                    <a:lstStyle/>
                    <a:p>
                      <a:endParaRPr lang="ko-Kore-KR"/>
                    </a:p>
                  </a:txBody>
                  <a:tcPr/>
                </a:tc>
                <a:tc gridSpan="2">
                  <a:txBody>
                    <a:bodyPr/>
                    <a:lstStyle/>
                    <a:p>
                      <a:pPr marL="0" marR="0" lvl="0" indent="0" algn="ctr" rtl="0">
                        <a:spcBef>
                          <a:spcPts val="0"/>
                        </a:spcBef>
                        <a:spcAft>
                          <a:spcPts val="0"/>
                        </a:spcAft>
                        <a:buNone/>
                      </a:pPr>
                      <a:r>
                        <a:rPr lang="en-US" sz="800"/>
                        <a:t>(OSPOT xQ)</a:t>
                      </a:r>
                      <a:endParaRPr sz="80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2"/>
                  </a:ext>
                </a:extLst>
              </a:tr>
              <a:tr h="137075">
                <a:tc rowSpan="2">
                  <a:txBody>
                    <a:bodyPr/>
                    <a:lstStyle/>
                    <a:p>
                      <a:pPr marL="0" marR="0" lvl="0" indent="0" algn="ctr" rtl="0">
                        <a:spcBef>
                          <a:spcPts val="0"/>
                        </a:spcBef>
                        <a:spcAft>
                          <a:spcPts val="0"/>
                        </a:spcAft>
                        <a:buNone/>
                      </a:pPr>
                      <a:r>
                        <a:rPr lang="en-US" sz="800" b="1" dirty="0"/>
                        <a:t>14L/R</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xU</a:t>
                      </a:r>
                      <a:endParaRPr sz="800" b="1">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dirty="0"/>
                        <a:t>HD 144</a:t>
                      </a:r>
                      <a:r>
                        <a:rPr lang="en-US" sz="800" b="1" dirty="0">
                          <a:solidFill>
                            <a:schemeClr val="dk1"/>
                          </a:solidFill>
                        </a:rPr>
                        <a:t> </a:t>
                      </a:r>
                      <a:r>
                        <a:rPr lang="en-US" sz="800" b="1" dirty="0">
                          <a:solidFill>
                            <a:srgbClr val="0070C0"/>
                          </a:solidFill>
                        </a:rPr>
                        <a:t>ALT 6000 </a:t>
                      </a:r>
                      <a:r>
                        <a:rPr lang="en-US" sz="800" b="1" dirty="0">
                          <a:solidFill>
                            <a:srgbClr val="C00000"/>
                          </a:solidFill>
                        </a:rPr>
                        <a:t>Modi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3"/>
                  </a:ext>
                </a:extLst>
              </a:tr>
              <a:tr h="137075">
                <a:tc vMerge="1">
                  <a:txBody>
                    <a:bodyPr/>
                    <a:lstStyle/>
                    <a:p>
                      <a:endParaRPr lang="ko-Kore-KR"/>
                    </a:p>
                  </a:txBody>
                  <a:tcPr/>
                </a:tc>
                <a:tc gridSpan="2">
                  <a:txBody>
                    <a:bodyPr/>
                    <a:lstStyle/>
                    <a:p>
                      <a:pPr marL="0" marR="0" lvl="0" indent="0" algn="ctr" rtl="0">
                        <a:spcBef>
                          <a:spcPts val="0"/>
                        </a:spcBef>
                        <a:spcAft>
                          <a:spcPts val="0"/>
                        </a:spcAft>
                        <a:buNone/>
                      </a:pPr>
                      <a:r>
                        <a:rPr lang="en-US" sz="800"/>
                        <a:t>(OSPOT xZ)</a:t>
                      </a:r>
                      <a:endParaRPr sz="80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4"/>
                  </a:ext>
                </a:extLst>
              </a:tr>
              <a:tr h="22325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KIP</a:t>
                      </a:r>
                      <a:endParaRPr dirty="0"/>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 IKMO</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32R ISKP</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14L ISEL 109.9</a:t>
                      </a:r>
                      <a:endParaRP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14R </a:t>
                      </a:r>
                      <a:r>
                        <a:rPr lang="en-US" sz="700" b="1" u="none" strike="noStrike" cap="none" dirty="0">
                          <a:solidFill>
                            <a:srgbClr val="C00000"/>
                          </a:solidFill>
                        </a:rPr>
                        <a:t>IOFR</a:t>
                      </a:r>
                      <a:r>
                        <a:rPr lang="en-US" sz="800" b="1" u="none" strike="noStrike" cap="none" dirty="0">
                          <a:solidFill>
                            <a:srgbClr val="C00000"/>
                          </a:solidFill>
                        </a:rPr>
                        <a:t> 108.7</a:t>
                      </a:r>
                      <a:endParaRPr dirty="0"/>
                    </a:p>
                  </a:txBody>
                  <a:tcPr marL="36000" marR="36000" marT="36000" marB="36000" anchor="ctr"/>
                </a:tc>
                <a:extLst>
                  <a:ext uri="{0D108BD9-81ED-4DB2-BD59-A6C34878D82A}">
                    <a16:rowId xmlns:a16="http://schemas.microsoft.com/office/drawing/2014/main" val="10005"/>
                  </a:ext>
                </a:extLst>
              </a:tr>
              <a:tr h="137075">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32L/R : EO32L/R, R225, YJU R271</a:t>
                      </a:r>
                    </a:p>
                  </a:txBody>
                  <a:tcPr marL="36000" marR="36000" marT="36000" marB="3600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14L/R : EO14L/R, R220, P73 /2</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23250">
                <a:tc gridSpan="7">
                  <a:txBody>
                    <a:bodyPr/>
                    <a:lstStyle/>
                    <a:p>
                      <a:pPr marL="0" marR="0" lvl="0" indent="0" algn="ctr" rtl="0">
                        <a:lnSpc>
                          <a:spcPct val="100000"/>
                        </a:lnSpc>
                        <a:spcBef>
                          <a:spcPts val="0"/>
                        </a:spcBef>
                        <a:spcAft>
                          <a:spcPts val="0"/>
                        </a:spcAft>
                        <a:buClr>
                          <a:srgbClr val="000000"/>
                        </a:buClr>
                        <a:buSzPts val="800"/>
                        <a:buFont typeface="Calibri"/>
                        <a:buNone/>
                      </a:pPr>
                      <a:r>
                        <a:rPr lang="en-US" sz="800" b="0" i="0" u="none" strike="noStrike" cap="none" dirty="0">
                          <a:solidFill>
                            <a:srgbClr val="000000"/>
                          </a:solidFill>
                          <a:latin typeface="Calibri"/>
                          <a:ea typeface="Calibri"/>
                          <a:cs typeface="Calibri"/>
                          <a:sym typeface="Calibri"/>
                        </a:rPr>
                        <a:t>APRON(130.875) -&gt; GND(121.9) -&gt; TWR (All by ATC)</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37" name="Google Shape;137;p4"/>
          <p:cNvGraphicFramePr/>
          <p:nvPr>
            <p:extLst>
              <p:ext uri="{D42A27DB-BD31-4B8C-83A1-F6EECF244321}">
                <p14:modId xmlns:p14="http://schemas.microsoft.com/office/powerpoint/2010/main" val="987548827"/>
              </p:ext>
            </p:extLst>
          </p:nvPr>
        </p:nvGraphicFramePr>
        <p:xfrm>
          <a:off x="-3340" y="3941493"/>
          <a:ext cx="2328850" cy="1635970"/>
        </p:xfrm>
        <a:graphic>
          <a:graphicData uri="http://schemas.openxmlformats.org/drawingml/2006/table">
            <a:tbl>
              <a:tblPr firstRow="1" bandRow="1">
                <a:noFill/>
                <a:tableStyleId>{A521BE36-7E6F-4EC9-8D66-1CF97A6895EC}</a:tableStyleId>
              </a:tblPr>
              <a:tblGrid>
                <a:gridCol w="382193">
                  <a:extLst>
                    <a:ext uri="{9D8B030D-6E8A-4147-A177-3AD203B41FA5}">
                      <a16:colId xmlns:a16="http://schemas.microsoft.com/office/drawing/2014/main" val="20000"/>
                    </a:ext>
                  </a:extLst>
                </a:gridCol>
                <a:gridCol w="497325">
                  <a:extLst>
                    <a:ext uri="{9D8B030D-6E8A-4147-A177-3AD203B41FA5}">
                      <a16:colId xmlns:a16="http://schemas.microsoft.com/office/drawing/2014/main" val="20001"/>
                    </a:ext>
                  </a:extLst>
                </a:gridCol>
                <a:gridCol w="396856">
                  <a:extLst>
                    <a:ext uri="{9D8B030D-6E8A-4147-A177-3AD203B41FA5}">
                      <a16:colId xmlns:a16="http://schemas.microsoft.com/office/drawing/2014/main" val="20003"/>
                    </a:ext>
                  </a:extLst>
                </a:gridCol>
                <a:gridCol w="1052476">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sz="800" dirty="0"/>
                        <a:t>PUS </a:t>
                      </a:r>
                      <a:r>
                        <a:rPr lang="en-US" sz="800" dirty="0">
                          <a:solidFill>
                            <a:srgbClr val="00B0F0"/>
                          </a:solidFill>
                        </a:rPr>
                        <a:t>[002/182] </a:t>
                      </a:r>
                      <a:r>
                        <a:rPr lang="en-US" sz="800" dirty="0"/>
                        <a:t>: STAR </a:t>
                      </a:r>
                      <a:r>
                        <a:rPr lang="en-US" sz="600" dirty="0">
                          <a:solidFill>
                            <a:srgbClr val="FFC000"/>
                          </a:solidFill>
                        </a:rPr>
                        <a:t>(T</a:t>
                      </a:r>
                      <a:r>
                        <a:rPr lang="en-US" altLang="ko-KR" sz="600" dirty="0">
                          <a:solidFill>
                            <a:srgbClr val="FFC000"/>
                          </a:solidFill>
                        </a:rPr>
                        <a:t>/</a:t>
                      </a:r>
                      <a:r>
                        <a:rPr lang="en-US" sz="600" dirty="0">
                          <a:solidFill>
                            <a:srgbClr val="FFC000"/>
                          </a:solidFill>
                        </a:rPr>
                        <a:t>W </a:t>
                      </a:r>
                      <a:r>
                        <a:rPr lang="en-US" altLang="ko-KR" sz="600" dirty="0">
                          <a:solidFill>
                            <a:srgbClr val="FFC000"/>
                          </a:solidFill>
                        </a:rPr>
                        <a:t>10tks, </a:t>
                      </a:r>
                      <a:r>
                        <a:rPr lang="en-US" sz="600" dirty="0">
                          <a:solidFill>
                            <a:srgbClr val="FFC000"/>
                          </a:solidFill>
                        </a:rPr>
                        <a:t>36R</a:t>
                      </a:r>
                      <a:r>
                        <a:rPr lang="en-US" altLang="ko-KR" sz="600" dirty="0">
                          <a:solidFill>
                            <a:srgbClr val="FFC000"/>
                          </a:solidFill>
                        </a:rPr>
                        <a:t>,</a:t>
                      </a:r>
                      <a:r>
                        <a:rPr lang="en-US" sz="600" dirty="0">
                          <a:solidFill>
                            <a:srgbClr val="FFC000"/>
                          </a:solidFill>
                        </a:rPr>
                        <a:t> 360000lbs </a:t>
                      </a:r>
                      <a:r>
                        <a:rPr lang="ko-KR" altLang="en-US" sz="600" dirty="0">
                          <a:solidFill>
                            <a:srgbClr val="FFC000"/>
                          </a:solidFill>
                        </a:rPr>
                        <a:t>제한</a:t>
                      </a:r>
                      <a:r>
                        <a:rPr lang="en-US" sz="600" dirty="0">
                          <a:solidFill>
                            <a:srgbClr val="FFC000"/>
                          </a:solidFill>
                        </a:rPr>
                        <a:t>)</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sz="900" b="1" dirty="0">
                          <a:solidFill>
                            <a:srgbClr val="C00000"/>
                          </a:solidFill>
                          <a:hlinkClick r:id="rId4" action="ppaction://hlinksldjump">
                            <a:extLst>
                              <a:ext uri="{A12FA001-AC4F-418D-AE19-62706E023703}">
                                <ahyp:hlinkClr xmlns:ahyp="http://schemas.microsoft.com/office/drawing/2018/hyperlinkcolor" val="tx"/>
                              </a:ext>
                            </a:extLst>
                          </a:hlinkClick>
                        </a:rPr>
                        <a:t>18 Circling Click!!</a:t>
                      </a:r>
                      <a:endParaRP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dk1"/>
                        </a:buClr>
                        <a:buSzPts val="800"/>
                        <a:buFont typeface="Calibri"/>
                        <a:buNone/>
                      </a:pPr>
                      <a:r>
                        <a:rPr lang="en-US" sz="800" dirty="0">
                          <a:solidFill>
                            <a:srgbClr val="0070C0"/>
                          </a:solidFill>
                        </a:rPr>
                        <a:t> </a:t>
                      </a:r>
                      <a:r>
                        <a:rPr lang="en-US" sz="800" b="1" dirty="0">
                          <a:solidFill>
                            <a:srgbClr val="0070C0"/>
                          </a:solidFill>
                        </a:rPr>
                        <a:t>KMH, </a:t>
                      </a:r>
                      <a:r>
                        <a:rPr lang="en-US" sz="800" b="1" dirty="0">
                          <a:solidFill>
                            <a:srgbClr val="C00000"/>
                          </a:solidFill>
                        </a:rPr>
                        <a:t>36L IKMA, 36R IKHE</a:t>
                      </a:r>
                      <a:endParaRPr sz="800" b="1" dirty="0">
                        <a:solidFill>
                          <a:srgbClr val="C0000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2720678057"/>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138" name="Google Shape;138;p4"/>
          <p:cNvGraphicFramePr/>
          <p:nvPr>
            <p:extLst>
              <p:ext uri="{D42A27DB-BD31-4B8C-83A1-F6EECF244321}">
                <p14:modId xmlns:p14="http://schemas.microsoft.com/office/powerpoint/2010/main" val="2029818870"/>
              </p:ext>
            </p:extLst>
          </p:nvPr>
        </p:nvGraphicFramePr>
        <p:xfrm>
          <a:off x="-2501" y="16504"/>
          <a:ext cx="2328850" cy="58611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13131">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5">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rgbClr val="C00000"/>
                          </a:solidFill>
                          <a:hlinkClick r:id="rId6">
                            <a:extLst>
                              <a:ext uri="{A12FA001-AC4F-418D-AE19-62706E023703}">
                                <ahyp:hlinkClr xmlns:ahyp="http://schemas.microsoft.com/office/drawing/2018/hyperlinkcolor" val="tx"/>
                              </a:ext>
                            </a:extLst>
                          </a:hlinkClick>
                        </a:rPr>
                        <a:t>RKPK(PUS) 13ft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372979">
                <a:tc>
                  <a:txBody>
                    <a:bodyPr/>
                    <a:lstStyle/>
                    <a:p>
                      <a:pPr marL="0" marR="0" lvl="0" indent="0" algn="ctr" rtl="0">
                        <a:spcBef>
                          <a:spcPts val="0"/>
                        </a:spcBef>
                        <a:spcAft>
                          <a:spcPts val="0"/>
                        </a:spcAft>
                        <a:buNone/>
                      </a:pPr>
                      <a:r>
                        <a:rPr lang="en-US" sz="900" dirty="0"/>
                        <a:t>KE GMP 131.15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-15분 </a:t>
                      </a:r>
                      <a:r>
                        <a:rPr lang="en-US" sz="600" dirty="0" err="1">
                          <a:solidFill>
                            <a:srgbClr val="FF0000"/>
                          </a:solidFill>
                          <a:latin typeface="Calibri"/>
                          <a:ea typeface="Calibri"/>
                          <a:cs typeface="Calibri"/>
                          <a:sym typeface="Calibri"/>
                        </a:rPr>
                        <a:t>가능</a:t>
                      </a:r>
                      <a:r>
                        <a:rPr lang="en-US" sz="600" dirty="0">
                          <a:solidFill>
                            <a:srgbClr val="FF0000"/>
                          </a:solidFill>
                          <a:latin typeface="Calibri"/>
                          <a:ea typeface="Calibri"/>
                          <a:cs typeface="Calibri"/>
                          <a:sym typeface="Calibri"/>
                        </a:rPr>
                        <a:t>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39" name="Google Shape;139;p4"/>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 </a:t>
            </a:r>
            <a:endParaRPr sz="1800" b="1" dirty="0">
              <a:solidFill>
                <a:srgbClr val="C00000"/>
              </a:solidFill>
            </a:endParaRPr>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3" name="그림 2">
            <a:extLst>
              <a:ext uri="{FF2B5EF4-FFF2-40B4-BE49-F238E27FC236}">
                <a16:creationId xmlns:a16="http://schemas.microsoft.com/office/drawing/2014/main" id="{3DF371A0-F72D-9E9E-6B0B-BD68FCA24974}"/>
              </a:ext>
            </a:extLst>
          </p:cNvPr>
          <p:cNvPicPr>
            <a:picLocks noChangeAspect="1"/>
          </p:cNvPicPr>
          <p:nvPr/>
        </p:nvPicPr>
        <p:blipFill>
          <a:blip r:embed="rId7"/>
          <a:stretch>
            <a:fillRect/>
          </a:stretch>
        </p:blipFill>
        <p:spPr>
          <a:xfrm>
            <a:off x="148563" y="602614"/>
            <a:ext cx="451728" cy="451728"/>
          </a:xfrm>
          <a:prstGeom prst="rect">
            <a:avLst/>
          </a:prstGeom>
        </p:spPr>
      </p:pic>
      <p:sp>
        <p:nvSpPr>
          <p:cNvPr id="4" name="직사각형 3">
            <a:hlinkClick r:id="" action="ppaction://hlinkshowjump?jump=firstslide"/>
            <a:extLst>
              <a:ext uri="{FF2B5EF4-FFF2-40B4-BE49-F238E27FC236}">
                <a16:creationId xmlns:a16="http://schemas.microsoft.com/office/drawing/2014/main" id="{959ADE64-A15F-6E0A-A757-78B60E7B342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63803F54-E73A-2897-04E3-9D581817A79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aphicFrame>
        <p:nvGraphicFramePr>
          <p:cNvPr id="155" name="Google Shape;155;p5"/>
          <p:cNvGraphicFramePr/>
          <p:nvPr>
            <p:extLst>
              <p:ext uri="{D42A27DB-BD31-4B8C-83A1-F6EECF244321}">
                <p14:modId xmlns:p14="http://schemas.microsoft.com/office/powerpoint/2010/main" val="2610911268"/>
              </p:ext>
            </p:extLst>
          </p:nvPr>
        </p:nvGraphicFramePr>
        <p:xfrm>
          <a:off x="0" y="1063540"/>
          <a:ext cx="2330925"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sz="800" dirty="0"/>
                        <a:t>PUS : </a:t>
                      </a:r>
                      <a:r>
                        <a:rPr lang="en-US" sz="800" dirty="0">
                          <a:solidFill>
                            <a:srgbClr val="FFC000"/>
                          </a:solidFill>
                        </a:rPr>
                        <a:t>NADP CLB 1</a:t>
                      </a:r>
                      <a:r>
                        <a:rPr lang="en-US" altLang="ko-KR" sz="800" dirty="0">
                          <a:solidFill>
                            <a:srgbClr val="FFC000"/>
                          </a:solidFill>
                        </a:rPr>
                        <a:t>5</a:t>
                      </a:r>
                      <a:r>
                        <a:rPr lang="en-US" sz="800" dirty="0">
                          <a:solidFill>
                            <a:srgbClr val="FFC000"/>
                          </a:solidFill>
                        </a:rPr>
                        <a:t>00, </a:t>
                      </a:r>
                      <a:r>
                        <a:rPr lang="en-US" altLang="ko-KR" sz="800" dirty="0">
                          <a:solidFill>
                            <a:srgbClr val="FFC000"/>
                          </a:solidFill>
                        </a:rPr>
                        <a:t>360</a:t>
                      </a:r>
                      <a:r>
                        <a:rPr lang="en-US" sz="800" dirty="0">
                          <a:solidFill>
                            <a:srgbClr val="FFC000"/>
                          </a:solidFill>
                        </a:rPr>
                        <a:t>000lbs TOGA, CONF 1+F</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SOORO x</a:t>
                      </a:r>
                      <a:endParaRPr sz="800" b="1" dirty="0">
                        <a:solidFill>
                          <a:srgbClr val="0070C0"/>
                        </a:solidFill>
                      </a:endParaRPr>
                    </a:p>
                    <a:p>
                      <a:pPr marL="0" marR="0" lvl="0" indent="0" algn="ctr" rtl="0">
                        <a:spcBef>
                          <a:spcPts val="0"/>
                        </a:spcBef>
                        <a:spcAft>
                          <a:spcPts val="0"/>
                        </a:spcAft>
                        <a:buNone/>
                      </a:pPr>
                      <a:r>
                        <a:rPr lang="en-US" sz="800" b="1" dirty="0">
                          <a:solidFill>
                            <a:srgbClr val="0070C0"/>
                          </a:solidFill>
                        </a:rPr>
                        <a:t>KALOD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GIMHAE 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KMH 113.8</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rPr>
                        <a:t>PSN 114.0</a:t>
                      </a:r>
                      <a:endParaRPr sz="458"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56" name="Google Shape;156;p5"/>
          <p:cNvGraphicFramePr/>
          <p:nvPr>
            <p:extLst>
              <p:ext uri="{D42A27DB-BD31-4B8C-83A1-F6EECF244321}">
                <p14:modId xmlns:p14="http://schemas.microsoft.com/office/powerpoint/2010/main" val="1546876355"/>
              </p:ext>
            </p:extLst>
          </p:nvPr>
        </p:nvGraphicFramePr>
        <p:xfrm>
          <a:off x="-2501" y="3686185"/>
          <a:ext cx="2338300" cy="1864570"/>
        </p:xfrm>
        <a:graphic>
          <a:graphicData uri="http://schemas.openxmlformats.org/drawingml/2006/table">
            <a:tbl>
              <a:tblPr firstRow="1" bandRow="1">
                <a:noFill/>
                <a:tableStyleId>{A521BE36-7E6F-4EC9-8D66-1CF97A6895EC}</a:tableStyleId>
              </a:tblPr>
              <a:tblGrid>
                <a:gridCol w="442251">
                  <a:extLst>
                    <a:ext uri="{9D8B030D-6E8A-4147-A177-3AD203B41FA5}">
                      <a16:colId xmlns:a16="http://schemas.microsoft.com/office/drawing/2014/main" val="20000"/>
                    </a:ext>
                  </a:extLst>
                </a:gridCol>
                <a:gridCol w="215242">
                  <a:extLst>
                    <a:ext uri="{9D8B030D-6E8A-4147-A177-3AD203B41FA5}">
                      <a16:colId xmlns:a16="http://schemas.microsoft.com/office/drawing/2014/main" val="20002"/>
                    </a:ext>
                  </a:extLst>
                </a:gridCol>
                <a:gridCol w="536660">
                  <a:extLst>
                    <a:ext uri="{9D8B030D-6E8A-4147-A177-3AD203B41FA5}">
                      <a16:colId xmlns:a16="http://schemas.microsoft.com/office/drawing/2014/main" val="20003"/>
                    </a:ext>
                  </a:extLst>
                </a:gridCol>
                <a:gridCol w="490471">
                  <a:extLst>
                    <a:ext uri="{9D8B030D-6E8A-4147-A177-3AD203B41FA5}">
                      <a16:colId xmlns:a16="http://schemas.microsoft.com/office/drawing/2014/main" val="20005"/>
                    </a:ext>
                  </a:extLst>
                </a:gridCol>
                <a:gridCol w="653676">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dirty="0"/>
                        <a:t>GMP </a:t>
                      </a:r>
                      <a:r>
                        <a:rPr lang="en-US" sz="800" dirty="0">
                          <a:solidFill>
                            <a:srgbClr val="00B0F0"/>
                          </a:solidFill>
                        </a:rPr>
                        <a:t>[324/144]</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dirty="0"/>
                        <a:t>ILS 32L/R</a:t>
                      </a:r>
                      <a:endParaRPr sz="800" b="1" dirty="0"/>
                    </a:p>
                  </a:txBody>
                  <a:tcPr marL="36000" marR="36000" marT="36000" marB="36000" anchor="ctr"/>
                </a:tc>
                <a:tc hMerge="1">
                  <a:txBody>
                    <a:bodyPr/>
                    <a:lstStyle/>
                    <a:p>
                      <a:endParaRPr lang="ko-Kore-KR"/>
                    </a:p>
                  </a:txBody>
                  <a:tcPr/>
                </a:tc>
                <a:tc>
                  <a:txBody>
                    <a:bodyPr/>
                    <a:lstStyle/>
                    <a:p>
                      <a:pPr algn="ctr"/>
                      <a:r>
                        <a:rPr lang="en-US" sz="800" b="1"/>
                        <a:t>GUKDO xT</a:t>
                      </a:r>
                      <a:endParaRPr lang="ko-Kore-KR"/>
                    </a:p>
                  </a:txBody>
                  <a:tcPr marL="36000" marR="36000" marT="36000" marB="36000" anchor="ctr"/>
                </a:tc>
                <a:tc>
                  <a:txBody>
                    <a:bodyPr/>
                    <a:lstStyle/>
                    <a:p>
                      <a:pPr marL="0" marR="0" lvl="0" indent="0" algn="ctr" rtl="0">
                        <a:spcBef>
                          <a:spcPts val="0"/>
                        </a:spcBef>
                        <a:spcAft>
                          <a:spcPts val="0"/>
                        </a:spcAft>
                        <a:buNone/>
                      </a:pPr>
                      <a:r>
                        <a:rPr lang="en-US" sz="800" b="1"/>
                        <a:t>BUMSI</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dirty="0"/>
                        <a:t>ILS 14R</a:t>
                      </a:r>
                      <a:endParaRPr sz="800" b="1" dirty="0"/>
                    </a:p>
                  </a:txBody>
                  <a:tcPr marL="36000" marR="36000" marT="36000" marB="36000" anchor="ctr"/>
                </a:tc>
                <a:tc hMerge="1">
                  <a:txBody>
                    <a:bodyPr/>
                    <a:lstStyle/>
                    <a:p>
                      <a:endParaRPr lang="ko-Kore-KR"/>
                    </a:p>
                  </a:txBody>
                  <a:tcPr/>
                </a:tc>
                <a:tc>
                  <a:txBody>
                    <a:bodyPr/>
                    <a:lstStyle/>
                    <a:p>
                      <a:pPr algn="ctr"/>
                      <a:r>
                        <a:rPr lang="en-US" sz="800" b="1" dirty="0"/>
                        <a:t>GUKDO </a:t>
                      </a:r>
                      <a:r>
                        <a:rPr lang="en-US" sz="800" b="1"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a:t>DOKDO</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white"/>
                          </a:solidFill>
                          <a:effectLst/>
                          <a:uLnTx/>
                          <a:uFillTx/>
                          <a:latin typeface="Calibri"/>
                          <a:cs typeface="Calibri"/>
                          <a:sym typeface="Calibri"/>
                        </a:rPr>
                        <a:t>NAV</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altLang="ko-Kore-KR" sz="800" b="1" dirty="0">
                          <a:solidFill>
                            <a:srgbClr val="0070C0"/>
                          </a:solidFill>
                        </a:rPr>
                        <a:t>KIP </a:t>
                      </a:r>
                      <a:r>
                        <a:rPr lang="en-US" altLang="ko-Kore-KR" sz="800" b="1" dirty="0">
                          <a:solidFill>
                            <a:srgbClr val="C00000"/>
                          </a:solidFill>
                        </a:rPr>
                        <a:t>32L IKMO, 32R ISKP, 14L ISEL, 14R IOFR</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90674759"/>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a:t>
                      </a:r>
                      <a:r>
                        <a:rPr lang="en-US" altLang="ko-Kore-KR" sz="800" b="1" dirty="0">
                          <a:solidFill>
                            <a:srgbClr val="C00000"/>
                          </a:solidFill>
                          <a:latin typeface="Calibri"/>
                          <a:ea typeface="Calibri"/>
                          <a:cs typeface="Calibri"/>
                          <a:sym typeface="Calibri"/>
                        </a:rPr>
                        <a:t>(No CL L/T)</a:t>
                      </a:r>
                      <a:r>
                        <a:rPr lang="en-US" altLang="ko-Kore-KR" sz="800" b="1" dirty="0">
                          <a:solidFill>
                            <a:schemeClr val="dk1"/>
                          </a:solidFill>
                          <a:latin typeface="Calibri"/>
                          <a:ea typeface="Calibri"/>
                          <a:cs typeface="Calibri"/>
                          <a:sym typeface="Calibri"/>
                        </a:rPr>
                        <a:t> </a:t>
                      </a:r>
                      <a:r>
                        <a:rPr lang="en-US" sz="800" b="1" dirty="0">
                          <a:solidFill>
                            <a:schemeClr val="dk1"/>
                          </a:solidFill>
                          <a:latin typeface="Calibri"/>
                          <a:ea typeface="Calibri"/>
                          <a:cs typeface="Calibri"/>
                          <a:sym typeface="Calibri"/>
                        </a:rPr>
                        <a:t>: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57" name="Google Shape;157;p5"/>
          <p:cNvGraphicFramePr/>
          <p:nvPr>
            <p:extLst>
              <p:ext uri="{D42A27DB-BD31-4B8C-83A1-F6EECF244321}">
                <p14:modId xmlns:p14="http://schemas.microsoft.com/office/powerpoint/2010/main" val="4109556011"/>
              </p:ext>
            </p:extLst>
          </p:nvPr>
        </p:nvGraphicFramePr>
        <p:xfrm>
          <a:off x="-2501" y="16504"/>
          <a:ext cx="2328850" cy="56824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32950">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301450">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spcBef>
                          <a:spcPts val="0"/>
                        </a:spcBef>
                        <a:spcAft>
                          <a:spcPts val="0"/>
                        </a:spcAft>
                        <a:buNone/>
                      </a:pPr>
                      <a:r>
                        <a:rPr lang="en-US" sz="700" dirty="0">
                          <a:solidFill>
                            <a:srgbClr val="FF0000"/>
                          </a:solidFill>
                        </a:rPr>
                        <a:t>DCL -5분</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58" name="Google Shape;158;p5"/>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b="1" dirty="0">
                <a:solidFill>
                  <a:schemeClr val="dk1"/>
                </a:solidFill>
                <a:latin typeface="Calibri"/>
                <a:ea typeface="Calibri"/>
                <a:cs typeface="Calibri"/>
                <a:sym typeface="Calibri"/>
              </a:rPr>
              <a:t> </a:t>
            </a:r>
            <a:endParaRPr b="1"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168" name="Google Shape;168;p5"/>
          <p:cNvPicPr preferRelativeResize="0"/>
          <p:nvPr/>
        </p:nvPicPr>
        <p:blipFill rotWithShape="1">
          <a:blip r:embed="rId5">
            <a:alphaModFix/>
          </a:blip>
          <a:srcRect/>
          <a:stretch/>
        </p:blipFill>
        <p:spPr>
          <a:xfrm>
            <a:off x="0" y="2520861"/>
            <a:ext cx="1056807" cy="719976"/>
          </a:xfrm>
          <a:prstGeom prst="rect">
            <a:avLst/>
          </a:prstGeom>
          <a:noFill/>
          <a:ln>
            <a:noFill/>
          </a:ln>
        </p:spPr>
      </p:pic>
      <p:pic>
        <p:nvPicPr>
          <p:cNvPr id="3" name="그림 2" descr="텍스트, 시계이(가) 표시된 사진&#10;&#10;자동 생성된 설명">
            <a:extLst>
              <a:ext uri="{FF2B5EF4-FFF2-40B4-BE49-F238E27FC236}">
                <a16:creationId xmlns:a16="http://schemas.microsoft.com/office/drawing/2014/main" id="{55C3732C-B99F-06C8-0284-40550C1D6F87}"/>
              </a:ext>
            </a:extLst>
          </p:cNvPr>
          <p:cNvPicPr>
            <a:picLocks noChangeAspect="1"/>
          </p:cNvPicPr>
          <p:nvPr/>
        </p:nvPicPr>
        <p:blipFill>
          <a:blip r:embed="rId6"/>
          <a:stretch>
            <a:fillRect/>
          </a:stretch>
        </p:blipFill>
        <p:spPr>
          <a:xfrm>
            <a:off x="1602416" y="584746"/>
            <a:ext cx="492402" cy="492402"/>
          </a:xfrm>
          <a:prstGeom prst="rect">
            <a:avLst/>
          </a:prstGeom>
        </p:spPr>
      </p:pic>
      <p:sp>
        <p:nvSpPr>
          <p:cNvPr id="4" name="직사각형 3">
            <a:hlinkClick r:id="" action="ppaction://hlinkshowjump?jump=firstslide"/>
            <a:extLst>
              <a:ext uri="{FF2B5EF4-FFF2-40B4-BE49-F238E27FC236}">
                <a16:creationId xmlns:a16="http://schemas.microsoft.com/office/drawing/2014/main" id="{D08367DE-04CA-9C27-2F38-9B696219DB2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55D61B2C-E47D-4E61-4356-23A2EAB528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graphicFrame>
        <p:nvGraphicFramePr>
          <p:cNvPr id="234" name="Google Shape;234;p12"/>
          <p:cNvGraphicFramePr/>
          <p:nvPr>
            <p:extLst>
              <p:ext uri="{D42A27DB-BD31-4B8C-83A1-F6EECF244321}">
                <p14:modId xmlns:p14="http://schemas.microsoft.com/office/powerpoint/2010/main" val="1736277189"/>
              </p:ext>
            </p:extLst>
          </p:nvPr>
        </p:nvGraphicFramePr>
        <p:xfrm>
          <a:off x="0" y="639107"/>
          <a:ext cx="2339850" cy="13048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467475">
                  <a:extLst>
                    <a:ext uri="{9D8B030D-6E8A-4147-A177-3AD203B41FA5}">
                      <a16:colId xmlns:a16="http://schemas.microsoft.com/office/drawing/2014/main" val="20004"/>
                    </a:ext>
                  </a:extLst>
                </a:gridCol>
                <a:gridCol w="169800">
                  <a:extLst>
                    <a:ext uri="{9D8B030D-6E8A-4147-A177-3AD203B41FA5}">
                      <a16:colId xmlns:a16="http://schemas.microsoft.com/office/drawing/2014/main" val="2834092124"/>
                    </a:ext>
                  </a:extLst>
                </a:gridCol>
                <a:gridCol w="778600">
                  <a:extLst>
                    <a:ext uri="{9D8B030D-6E8A-4147-A177-3AD203B41FA5}">
                      <a16:colId xmlns:a16="http://schemas.microsoft.com/office/drawing/2014/main" val="20007"/>
                    </a:ext>
                  </a:extLst>
                </a:gridCol>
              </a:tblGrid>
              <a:tr h="0">
                <a:tc gridSpan="7">
                  <a:txBody>
                    <a:bodyPr/>
                    <a:lstStyle/>
                    <a:p>
                      <a:pPr marL="0" marR="0" lvl="0" indent="0" algn="ctr" rtl="0">
                        <a:spcBef>
                          <a:spcPts val="0"/>
                        </a:spcBef>
                        <a:spcAft>
                          <a:spcPts val="0"/>
                        </a:spcAft>
                        <a:buNone/>
                      </a:pPr>
                      <a:r>
                        <a:rPr lang="en-US" sz="800" dirty="0"/>
                        <a:t>CJU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AKPON xE</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066 </a:t>
                      </a:r>
                      <a:r>
                        <a:rPr lang="en-US" sz="800" b="1" dirty="0">
                          <a:solidFill>
                            <a:srgbClr val="0070C0"/>
                          </a:solidFill>
                        </a:rPr>
                        <a:t>ALT 9000</a:t>
                      </a:r>
                      <a:endParaRPr sz="800"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25</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AKPON xW</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246 </a:t>
                      </a:r>
                      <a:r>
                        <a:rPr lang="en-US" sz="800" b="1" dirty="0">
                          <a:solidFill>
                            <a:srgbClr val="0070C0"/>
                          </a:solidFill>
                        </a:rPr>
                        <a:t>ALT ATC</a:t>
                      </a:r>
                      <a:endParaRPr sz="800"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YDM 109.0</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07 109.9</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25 ICHE 111.3</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dirty="0"/>
                        <a:t>07 : NONE</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dirty="0"/>
                        <a:t>25 : YDM246/3, R290</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25 : 31 Holding PSN on P, E1,2,3 CTC TWR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35" name="Google Shape;235;p12"/>
          <p:cNvGraphicFramePr/>
          <p:nvPr>
            <p:extLst>
              <p:ext uri="{D42A27DB-BD31-4B8C-83A1-F6EECF244321}">
                <p14:modId xmlns:p14="http://schemas.microsoft.com/office/powerpoint/2010/main" val="135214137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rgbClr val="C00000"/>
                          </a:solidFill>
                          <a:hlinkClick r:id="rId4">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spcBef>
                          <a:spcPts val="0"/>
                        </a:spcBef>
                        <a:spcAft>
                          <a:spcPts val="0"/>
                        </a:spcAft>
                        <a:buNone/>
                      </a:pPr>
                      <a:r>
                        <a:rPr lang="en-US" sz="700">
                          <a:solidFill>
                            <a:srgbClr val="FF0000"/>
                          </a:solidFill>
                        </a:rPr>
                        <a:t>DCL -10분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238" name="Google Shape;238;p12"/>
          <p:cNvPicPr preferRelativeResize="0"/>
          <p:nvPr/>
        </p:nvPicPr>
        <p:blipFill rotWithShape="1">
          <a:blip r:embed="rId5">
            <a:alphaModFix/>
          </a:blip>
          <a:srcRect/>
          <a:stretch/>
        </p:blipFill>
        <p:spPr>
          <a:xfrm>
            <a:off x="-3340" y="1970629"/>
            <a:ext cx="1511235" cy="828243"/>
          </a:xfrm>
          <a:prstGeom prst="rect">
            <a:avLst/>
          </a:prstGeom>
          <a:noFill/>
          <a:ln>
            <a:noFill/>
          </a:ln>
        </p:spPr>
      </p:pic>
      <p:graphicFrame>
        <p:nvGraphicFramePr>
          <p:cNvPr id="3" name="Google Shape;137;p4">
            <a:extLst>
              <a:ext uri="{FF2B5EF4-FFF2-40B4-BE49-F238E27FC236}">
                <a16:creationId xmlns:a16="http://schemas.microsoft.com/office/drawing/2014/main" id="{C219BCFB-D529-B116-FE7F-CEFD0CAC2DD7}"/>
              </a:ext>
            </a:extLst>
          </p:cNvPr>
          <p:cNvGraphicFramePr/>
          <p:nvPr>
            <p:extLst>
              <p:ext uri="{D42A27DB-BD31-4B8C-83A1-F6EECF244321}">
                <p14:modId xmlns:p14="http://schemas.microsoft.com/office/powerpoint/2010/main" val="2334979880"/>
              </p:ext>
            </p:extLst>
          </p:nvPr>
        </p:nvGraphicFramePr>
        <p:xfrm>
          <a:off x="-3340" y="3933668"/>
          <a:ext cx="2339140" cy="1635970"/>
        </p:xfrm>
        <a:graphic>
          <a:graphicData uri="http://schemas.openxmlformats.org/drawingml/2006/table">
            <a:tbl>
              <a:tblPr firstRow="1" bandRow="1">
                <a:noFill/>
                <a:tableStyleId>{A521BE36-7E6F-4EC9-8D66-1CF97A6895EC}</a:tableStyleId>
              </a:tblPr>
              <a:tblGrid>
                <a:gridCol w="393866">
                  <a:extLst>
                    <a:ext uri="{9D8B030D-6E8A-4147-A177-3AD203B41FA5}">
                      <a16:colId xmlns:a16="http://schemas.microsoft.com/office/drawing/2014/main" val="20000"/>
                    </a:ext>
                  </a:extLst>
                </a:gridCol>
                <a:gridCol w="512515">
                  <a:extLst>
                    <a:ext uri="{9D8B030D-6E8A-4147-A177-3AD203B41FA5}">
                      <a16:colId xmlns:a16="http://schemas.microsoft.com/office/drawing/2014/main" val="20001"/>
                    </a:ext>
                  </a:extLst>
                </a:gridCol>
                <a:gridCol w="460134">
                  <a:extLst>
                    <a:ext uri="{9D8B030D-6E8A-4147-A177-3AD203B41FA5}">
                      <a16:colId xmlns:a16="http://schemas.microsoft.com/office/drawing/2014/main" val="20003"/>
                    </a:ext>
                  </a:extLst>
                </a:gridCol>
                <a:gridCol w="972625">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a:t>
                      </a:r>
                      <a:r>
                        <a:rPr lang="en-US" altLang="ko-Kore-KR" sz="800" dirty="0">
                          <a:solidFill>
                            <a:srgbClr val="00B0F0"/>
                          </a:solidFill>
                        </a:rPr>
                        <a:t>[002/182] </a:t>
                      </a:r>
                      <a:r>
                        <a:rPr lang="en-US" altLang="ko-Kore-KR" sz="800" dirty="0"/>
                        <a:t>: STAR </a:t>
                      </a:r>
                      <a:r>
                        <a:rPr lang="en-US" altLang="ko-Kore-KR" sz="700" dirty="0">
                          <a:solidFill>
                            <a:srgbClr val="FFC000"/>
                          </a:solidFill>
                        </a:rPr>
                        <a:t>(T</a:t>
                      </a:r>
                      <a:r>
                        <a:rPr lang="en-US" altLang="ko-KR" sz="700" dirty="0">
                          <a:solidFill>
                            <a:srgbClr val="FFC000"/>
                          </a:solidFill>
                        </a:rPr>
                        <a:t>/</a:t>
                      </a:r>
                      <a:r>
                        <a:rPr lang="en-US" altLang="ko-Kore-KR" sz="700" dirty="0">
                          <a:solidFill>
                            <a:srgbClr val="FFC000"/>
                          </a:solidFill>
                        </a:rPr>
                        <a:t>W </a:t>
                      </a:r>
                      <a:r>
                        <a:rPr lang="en-US" altLang="ko-KR" sz="700" dirty="0">
                          <a:solidFill>
                            <a:srgbClr val="FFC000"/>
                          </a:solidFill>
                        </a:rPr>
                        <a:t>10tks, </a:t>
                      </a:r>
                      <a:r>
                        <a:rPr lang="en-US" altLang="ko-Kore-KR" sz="700" dirty="0">
                          <a:solidFill>
                            <a:srgbClr val="FFC000"/>
                          </a:solidFill>
                        </a:rPr>
                        <a:t>36R</a:t>
                      </a:r>
                      <a:r>
                        <a:rPr lang="en-US" altLang="ko-KR" sz="700" dirty="0">
                          <a:solidFill>
                            <a:srgbClr val="FFC000"/>
                          </a:solidFill>
                        </a:rPr>
                        <a:t>,</a:t>
                      </a:r>
                      <a:r>
                        <a:rPr lang="en-US" altLang="ko-Kore-KR" sz="700" dirty="0">
                          <a:solidFill>
                            <a:srgbClr val="FFC000"/>
                          </a:solidFill>
                        </a:rPr>
                        <a:t> 360000lbs </a:t>
                      </a:r>
                      <a:r>
                        <a:rPr lang="ko-KR" altLang="en-US" sz="700" dirty="0">
                          <a:solidFill>
                            <a:srgbClr val="FFC000"/>
                          </a:solidFill>
                        </a:rPr>
                        <a:t>제한</a:t>
                      </a:r>
                      <a:r>
                        <a:rPr lang="en-US" altLang="ko-KR" sz="700" dirty="0">
                          <a:solidFill>
                            <a:srgbClr val="FFC000"/>
                          </a:solidFill>
                        </a:rPr>
                        <a:t>)</a:t>
                      </a:r>
                      <a:endParaRPr lang="ko-KR" altLang="en-US"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altLang="ko-KR" sz="800" b="1" dirty="0"/>
                        <a:t>ANROD</a:t>
                      </a:r>
                      <a:endParaRPr sz="458" b="1" dirty="0"/>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GAYHA x</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ANROD</a:t>
                      </a:r>
                      <a:endParaRPr sz="458" b="1" dirty="0"/>
                    </a:p>
                  </a:txBody>
                  <a:tcPr marL="36000" marR="36000" marT="36000" marB="36000" anchor="ctr"/>
                </a:tc>
                <a:tc>
                  <a:txBody>
                    <a:bodyPr/>
                    <a:lstStyle/>
                    <a:p>
                      <a:pPr marL="0" marR="0" lvl="0" indent="0" algn="ctr" rtl="0">
                        <a:spcBef>
                          <a:spcPts val="0"/>
                        </a:spcBef>
                        <a:spcAft>
                          <a:spcPts val="0"/>
                        </a:spcAft>
                        <a:buNone/>
                      </a:pPr>
                      <a:r>
                        <a:rPr lang="en-US" altLang="ko-Kore-KR" sz="900" b="1" dirty="0">
                          <a:solidFill>
                            <a:srgbClr val="C00000"/>
                          </a:solidFill>
                          <a:hlinkClick r:id="rId6" action="ppaction://hlinksldjump">
                            <a:extLst>
                              <a:ext uri="{A12FA001-AC4F-418D-AE19-62706E023703}">
                                <ahyp:hlinkClr xmlns:ahyp="http://schemas.microsoft.com/office/drawing/2018/hyperlinkcolor" val="tx"/>
                              </a:ext>
                            </a:extLst>
                          </a:hlinkClick>
                        </a:rPr>
                        <a:t>18 Circling Click!!</a:t>
                      </a:r>
                      <a:endParaRPr lang="en-US" altLang="ko-Kore-K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dk1"/>
                        </a:buClr>
                        <a:buSzPts val="800"/>
                        <a:buFont typeface="Calibri"/>
                        <a:buNone/>
                      </a:pPr>
                      <a:r>
                        <a:rPr lang="en-US" sz="800" dirty="0">
                          <a:solidFill>
                            <a:srgbClr val="0070C0"/>
                          </a:solidFill>
                        </a:rPr>
                        <a:t> </a:t>
                      </a:r>
                      <a:r>
                        <a:rPr lang="en-US" altLang="ko-Kore-KR" sz="800" b="1" dirty="0">
                          <a:solidFill>
                            <a:srgbClr val="0070C0"/>
                          </a:solidFill>
                        </a:rPr>
                        <a:t>KMH, </a:t>
                      </a:r>
                      <a:r>
                        <a:rPr lang="en-US" altLang="ko-Kore-KR" sz="800" b="1" dirty="0">
                          <a:solidFill>
                            <a:srgbClr val="C00000"/>
                          </a:solidFill>
                        </a:rPr>
                        <a:t>36L IKMA, 36R IKHE</a:t>
                      </a:r>
                      <a:endParaRPr sz="800" b="1" dirty="0">
                        <a:solidFill>
                          <a:srgbClr val="0070C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504523579"/>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2" name="직사각형 1">
            <a:hlinkClick r:id="" action="ppaction://hlinkshowjump?jump=firstslide"/>
            <a:extLst>
              <a:ext uri="{FF2B5EF4-FFF2-40B4-BE49-F238E27FC236}">
                <a16:creationId xmlns:a16="http://schemas.microsoft.com/office/drawing/2014/main" id="{3F183D78-F73C-097D-0450-1B0DF23C0E7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E2DF737A-1B19-2424-7810-B57914B3F68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graphicFrame>
        <p:nvGraphicFramePr>
          <p:cNvPr id="244" name="Google Shape;244;p13"/>
          <p:cNvGraphicFramePr/>
          <p:nvPr>
            <p:extLst>
              <p:ext uri="{D42A27DB-BD31-4B8C-83A1-F6EECF244321}">
                <p14:modId xmlns:p14="http://schemas.microsoft.com/office/powerpoint/2010/main" val="2882569181"/>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Gimhae 129.2</a:t>
                      </a:r>
                      <a:endParaRPr/>
                    </a:p>
                    <a:p>
                      <a:pPr marL="0" marR="0" lvl="0" indent="0" algn="ctr" rtl="0">
                        <a:spcBef>
                          <a:spcPts val="0"/>
                        </a:spcBef>
                        <a:spcAft>
                          <a:spcPts val="0"/>
                        </a:spcAft>
                        <a:buNone/>
                      </a:pPr>
                      <a:r>
                        <a:rPr lang="en-US" sz="700">
                          <a:solidFill>
                            <a:srgbClr val="FF0000"/>
                          </a:solidFill>
                        </a:rPr>
                        <a:t>DCL -5분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CJU 129.4</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47" name="Google Shape;247;p13"/>
          <p:cNvGraphicFramePr/>
          <p:nvPr>
            <p:extLst>
              <p:ext uri="{D42A27DB-BD31-4B8C-83A1-F6EECF244321}">
                <p14:modId xmlns:p14="http://schemas.microsoft.com/office/powerpoint/2010/main" val="211283244"/>
              </p:ext>
            </p:extLst>
          </p:nvPr>
        </p:nvGraphicFramePr>
        <p:xfrm>
          <a:off x="0" y="630013"/>
          <a:ext cx="2330925" cy="1548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altLang="ko-Kore-KR" sz="800" dirty="0"/>
                        <a:t>PUS : </a:t>
                      </a:r>
                      <a:r>
                        <a:rPr lang="en-US" altLang="ko-Kore-KR" sz="800" dirty="0">
                          <a:solidFill>
                            <a:srgbClr val="FFC000"/>
                          </a:solidFill>
                        </a:rPr>
                        <a:t>NADP CLB 1</a:t>
                      </a:r>
                      <a:r>
                        <a:rPr lang="en-US" altLang="ko-KR" sz="800" dirty="0">
                          <a:solidFill>
                            <a:srgbClr val="FFC000"/>
                          </a:solidFill>
                        </a:rPr>
                        <a:t>5</a:t>
                      </a:r>
                      <a:r>
                        <a:rPr lang="en-US" altLang="ko-Kore-KR" sz="800" dirty="0">
                          <a:solidFill>
                            <a:srgbClr val="FFC000"/>
                          </a:solidFill>
                        </a:rPr>
                        <a:t>00, </a:t>
                      </a:r>
                      <a:r>
                        <a:rPr lang="en-US" altLang="ko-KR" sz="800" dirty="0">
                          <a:solidFill>
                            <a:srgbClr val="FFC000"/>
                          </a:solidFill>
                        </a:rPr>
                        <a:t>360</a:t>
                      </a:r>
                      <a:r>
                        <a:rPr lang="en-US" altLang="ko-Kore-KR" sz="800" dirty="0">
                          <a:solidFill>
                            <a:srgbClr val="FFC000"/>
                          </a:solidFill>
                        </a:rPr>
                        <a:t>000lbs TOGA, CONF 1+F</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KMH 113.8</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rPr>
                        <a:t>PSN 114.0</a:t>
                      </a:r>
                      <a:endParaRPr sz="458"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248" name="Google Shape;248;p13"/>
          <p:cNvPicPr preferRelativeResize="0"/>
          <p:nvPr/>
        </p:nvPicPr>
        <p:blipFill rotWithShape="1">
          <a:blip r:embed="rId5">
            <a:alphaModFix/>
          </a:blip>
          <a:srcRect/>
          <a:stretch/>
        </p:blipFill>
        <p:spPr>
          <a:xfrm>
            <a:off x="4472" y="2205301"/>
            <a:ext cx="1559909" cy="651823"/>
          </a:xfrm>
          <a:prstGeom prst="rect">
            <a:avLst/>
          </a:prstGeom>
          <a:noFill/>
          <a:ln>
            <a:noFill/>
          </a:ln>
        </p:spPr>
      </p:pic>
      <p:graphicFrame>
        <p:nvGraphicFramePr>
          <p:cNvPr id="2" name="Google Shape;227;p11">
            <a:extLst>
              <a:ext uri="{FF2B5EF4-FFF2-40B4-BE49-F238E27FC236}">
                <a16:creationId xmlns:a16="http://schemas.microsoft.com/office/drawing/2014/main" id="{04159ABD-A06E-9C8C-66B0-59FD50E49E56}"/>
              </a:ext>
            </a:extLst>
          </p:cNvPr>
          <p:cNvGraphicFramePr/>
          <p:nvPr>
            <p:extLst>
              <p:ext uri="{D42A27DB-BD31-4B8C-83A1-F6EECF244321}">
                <p14:modId xmlns:p14="http://schemas.microsoft.com/office/powerpoint/2010/main" val="934664792"/>
              </p:ext>
            </p:extLst>
          </p:nvPr>
        </p:nvGraphicFramePr>
        <p:xfrm>
          <a:off x="4472" y="3606945"/>
          <a:ext cx="2326800" cy="1944976"/>
        </p:xfrm>
        <a:graphic>
          <a:graphicData uri="http://schemas.openxmlformats.org/drawingml/2006/table">
            <a:tbl>
              <a:tblPr firstRow="1" bandRow="1">
                <a:noFill/>
                <a:tableStyleId>{A521BE36-7E6F-4EC9-8D66-1CF97A6895EC}</a:tableStyleId>
              </a:tblPr>
              <a:tblGrid>
                <a:gridCol w="406975">
                  <a:extLst>
                    <a:ext uri="{9D8B030D-6E8A-4147-A177-3AD203B41FA5}">
                      <a16:colId xmlns:a16="http://schemas.microsoft.com/office/drawing/2014/main" val="20000"/>
                    </a:ext>
                  </a:extLst>
                </a:gridCol>
                <a:gridCol w="7541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3"/>
                    </a:ext>
                  </a:extLst>
                </a:gridCol>
                <a:gridCol w="582850">
                  <a:extLst>
                    <a:ext uri="{9D8B030D-6E8A-4147-A177-3AD203B41FA5}">
                      <a16:colId xmlns:a16="http://schemas.microsoft.com/office/drawing/2014/main" val="20005"/>
                    </a:ext>
                  </a:extLst>
                </a:gridCol>
              </a:tblGrid>
              <a:tr h="1560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CJU </a:t>
                      </a:r>
                      <a:r>
                        <a:rPr kumimoji="0" lang="en-US" altLang="ko-Kore-KR" sz="800" b="1" i="0" u="none" strike="noStrike" kern="0" cap="none" spc="0" normalizeH="0" baseline="0" noProof="0" dirty="0">
                          <a:ln>
                            <a:noFill/>
                          </a:ln>
                          <a:solidFill>
                            <a:srgbClr val="00B0F0"/>
                          </a:solidFill>
                          <a:effectLst/>
                          <a:uLnTx/>
                          <a:uFillTx/>
                          <a:latin typeface="Calibri"/>
                          <a:cs typeface="Calibri"/>
                          <a:sym typeface="Arial"/>
                        </a:rPr>
                        <a:t>[066/246]</a:t>
                      </a: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 : STAR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FFC000"/>
                          </a:solidFill>
                          <a:effectLst/>
                          <a:uLnTx/>
                          <a:uFillTx/>
                          <a:latin typeface="Calibri"/>
                          <a:cs typeface="Calibri"/>
                          <a:sym typeface="Arial"/>
                        </a:rPr>
                        <a:t>AFT Merge PT(220kts) DCT IAF(210kts), FAF (160kts)</a:t>
                      </a:r>
                      <a:endParaRPr kumimoji="0" lang="en-US" altLang="ko-Kore-KR" sz="800" b="1" i="0" u="none" strike="noStrike" kern="0" cap="none" spc="0" normalizeH="0" baseline="0" noProof="0" dirty="0">
                        <a:ln>
                          <a:noFill/>
                        </a:ln>
                        <a:solidFill>
                          <a:srgbClr val="FFC000"/>
                        </a:solidFill>
                        <a:effectLst/>
                        <a:uLnTx/>
                        <a:uFillTx/>
                        <a:latin typeface="Calibri"/>
                        <a:cs typeface="Calibri"/>
                        <a:sym typeface="Aria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1800">
                <a:tc>
                  <a:txBody>
                    <a:bodyPr/>
                    <a:lstStyle/>
                    <a:p>
                      <a:pPr marL="0" marR="0" lvl="0" indent="0" algn="ctr" rtl="0">
                        <a:spcBef>
                          <a:spcPts val="0"/>
                        </a:spcBef>
                        <a:spcAft>
                          <a:spcPts val="0"/>
                        </a:spcAft>
                        <a:buNone/>
                      </a:pPr>
                      <a:r>
                        <a:rPr lang="en-US" sz="800" b="1" dirty="0"/>
                        <a:t>ILS Z 07</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UPGOS </a:t>
                      </a:r>
                      <a:r>
                        <a:rPr lang="en-US" sz="800" b="1" dirty="0" err="1"/>
                        <a:t>xP</a:t>
                      </a:r>
                      <a:endParaRPr sz="458" dirty="0"/>
                    </a:p>
                  </a:txBody>
                  <a:tcPr marL="36000" marR="36000" marT="36000" marB="36000" anchor="ctr"/>
                </a:tc>
                <a:tc>
                  <a:txBody>
                    <a:bodyPr/>
                    <a:lstStyle/>
                    <a:p>
                      <a:pPr marL="0" marR="0" lvl="0" indent="0" algn="ctr" rtl="0">
                        <a:spcBef>
                          <a:spcPts val="0"/>
                        </a:spcBef>
                        <a:spcAft>
                          <a:spcPts val="0"/>
                        </a:spcAft>
                        <a:buNone/>
                      </a:pPr>
                      <a:r>
                        <a:rPr lang="en-US" sz="800" b="1"/>
                        <a:t>YUMIN</a:t>
                      </a:r>
                      <a:endParaRPr sz="458"/>
                    </a:p>
                  </a:txBody>
                  <a:tcPr marL="36000" marR="36000" marT="36000" marB="3600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endParaRPr sz="458" dirty="0"/>
                    </a:p>
                  </a:txBody>
                  <a:tcPr marL="36000" marR="36000" marT="36000" marB="36000" anchor="ctr"/>
                </a:tc>
                <a:extLst>
                  <a:ext uri="{0D108BD9-81ED-4DB2-BD59-A6C34878D82A}">
                    <a16:rowId xmlns:a16="http://schemas.microsoft.com/office/drawing/2014/main" val="10001"/>
                  </a:ext>
                </a:extLst>
              </a:tr>
              <a:tr h="1418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36000" marR="36000" marT="36000" marB="36000" anchor="ctr"/>
                </a:tc>
                <a:tc hMerge="1">
                  <a:txBody>
                    <a:bodyPr/>
                    <a:lstStyle/>
                    <a:p>
                      <a:pPr marL="0" marR="0" lvl="0" indent="0" algn="ctr" rtl="0">
                        <a:spcBef>
                          <a:spcPts val="0"/>
                        </a:spcBef>
                        <a:spcAft>
                          <a:spcPts val="0"/>
                        </a:spcAft>
                        <a:buNone/>
                      </a:pPr>
                      <a:endParaRPr sz="458"/>
                    </a:p>
                  </a:txBody>
                  <a:tcPr marL="36000" marR="36000" marT="36000" marB="36000" anchor="ctr"/>
                </a:tc>
                <a:tc hMerge="1">
                  <a:txBody>
                    <a:bodyPr/>
                    <a:lstStyle/>
                    <a:p>
                      <a:pPr marL="0" marR="0" lvl="0" indent="0" algn="ctr" rtl="0">
                        <a:spcBef>
                          <a:spcPts val="0"/>
                        </a:spcBef>
                        <a:spcAft>
                          <a:spcPts val="0"/>
                        </a:spcAft>
                        <a:buNone/>
                      </a:pPr>
                      <a:endParaRPr sz="458"/>
                    </a:p>
                  </a:txBody>
                  <a:tcPr marL="36000" marR="36000" marT="36000" marB="36000" anchor="ctr"/>
                </a:tc>
                <a:tc hMerge="1">
                  <a:txBody>
                    <a:bodyPr/>
                    <a:lstStyle/>
                    <a:p>
                      <a:pPr marL="0" marR="0" lvl="0" indent="0" algn="l" rtl="0">
                        <a:spcBef>
                          <a:spcPts val="0"/>
                        </a:spcBef>
                        <a:spcAft>
                          <a:spcPts val="0"/>
                        </a:spcAft>
                        <a:buNone/>
                      </a:pPr>
                      <a:endParaRPr sz="458" dirty="0"/>
                    </a:p>
                  </a:txBody>
                  <a:tcPr marL="36000" marR="36000" marT="36000" marB="36000" anchor="ctr"/>
                </a:tc>
                <a:extLst>
                  <a:ext uri="{0D108BD9-81ED-4DB2-BD59-A6C34878D82A}">
                    <a16:rowId xmlns:a16="http://schemas.microsoft.com/office/drawing/2014/main" val="285528768"/>
                  </a:ext>
                </a:extLst>
              </a:tr>
              <a:tr h="141800">
                <a:tc>
                  <a:txBody>
                    <a:bodyPr/>
                    <a:lstStyle/>
                    <a:p>
                      <a:pPr marL="0" marR="0" lvl="0" indent="0" algn="ctr" rtl="0">
                        <a:spcBef>
                          <a:spcPts val="0"/>
                        </a:spcBef>
                        <a:spcAft>
                          <a:spcPts val="0"/>
                        </a:spcAft>
                        <a:buNone/>
                      </a:pPr>
                      <a:r>
                        <a:rPr lang="en-US" sz="800" b="1" dirty="0"/>
                        <a:t>ILS Z 25</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UPGOS </a:t>
                      </a:r>
                      <a:r>
                        <a:rPr lang="en-US" sz="800" b="1" dirty="0" err="1"/>
                        <a:t>xT</a:t>
                      </a:r>
                      <a:r>
                        <a:rPr lang="en-US" sz="800" b="1" dirty="0"/>
                        <a:t>(</a:t>
                      </a:r>
                      <a:r>
                        <a:rPr lang="en-US" sz="800" b="1" dirty="0" err="1"/>
                        <a:t>xM</a:t>
                      </a:r>
                      <a:r>
                        <a:rPr lang="en-US" sz="800" b="1" dirty="0"/>
                        <a:t>)</a:t>
                      </a:r>
                      <a:endParaRPr sz="458" dirty="0"/>
                    </a:p>
                  </a:txBody>
                  <a:tcPr marL="36000" marR="36000" marT="36000" marB="36000" anchor="ctr"/>
                </a:tc>
                <a:tc>
                  <a:txBody>
                    <a:bodyPr/>
                    <a:lstStyle/>
                    <a:p>
                      <a:pPr marL="0" marR="0" lvl="0" indent="0" algn="ctr" rtl="0">
                        <a:spcBef>
                          <a:spcPts val="0"/>
                        </a:spcBef>
                        <a:spcAft>
                          <a:spcPts val="0"/>
                        </a:spcAft>
                        <a:buNone/>
                      </a:pPr>
                      <a:r>
                        <a:rPr lang="en-US" sz="800" b="1"/>
                        <a:t>DUKAL</a:t>
                      </a:r>
                      <a:endParaRPr sz="458"/>
                    </a:p>
                  </a:txBody>
                  <a:tcPr marL="36000" marR="36000" marT="36000" marB="36000" anchor="ctr"/>
                </a:tc>
                <a:tc>
                  <a:txBody>
                    <a:bodyPr/>
                    <a:lstStyle/>
                    <a:p>
                      <a:pPr marL="0" marR="0" lvl="0" indent="0" algn="l" rtl="0">
                        <a:spcBef>
                          <a:spcPts val="0"/>
                        </a:spcBef>
                        <a:spcAft>
                          <a:spcPts val="0"/>
                        </a:spcAft>
                        <a:buNone/>
                      </a:pPr>
                      <a:endParaRPr sz="600" dirty="0"/>
                    </a:p>
                  </a:txBody>
                  <a:tcPr marL="36000" marR="36000" marT="36000" marB="36000" anchor="ctr"/>
                </a:tc>
                <a:extLst>
                  <a:ext uri="{0D108BD9-81ED-4DB2-BD59-A6C34878D82A}">
                    <a16:rowId xmlns:a16="http://schemas.microsoft.com/office/drawing/2014/main" val="10002"/>
                  </a:ext>
                </a:extLst>
              </a:tr>
              <a:tr h="20150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YDM </a:t>
                      </a:r>
                      <a:r>
                        <a:rPr lang="en-US" sz="800" b="1" dirty="0">
                          <a:solidFill>
                            <a:srgbClr val="C00000"/>
                          </a:solidFill>
                        </a:rPr>
                        <a:t>25 ICHE</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753293955"/>
                  </a:ext>
                </a:extLst>
              </a:tr>
              <a:tr h="20150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err="1">
                          <a:solidFill>
                            <a:schemeClr val="bg1"/>
                          </a:solidFill>
                        </a:rPr>
                        <a:t>RWxx</a:t>
                      </a:r>
                      <a:r>
                        <a:rPr lang="en-US" sz="800" b="0" dirty="0">
                          <a:solidFill>
                            <a:schemeClr val="bg1"/>
                          </a:solidFill>
                        </a:rPr>
                        <a:t> /8</a:t>
                      </a:r>
                      <a:endParaRPr sz="800" b="0" dirty="0">
                        <a:solidFill>
                          <a:schemeClr val="bg1"/>
                        </a:solidFill>
                      </a:endParaRPr>
                    </a:p>
                  </a:txBody>
                  <a:tcPr marL="36000" marR="36000" marT="36000" marB="36000" anchor="ctr"/>
                </a:tc>
                <a:tc hMerge="1">
                  <a:txBody>
                    <a:bodyPr/>
                    <a:lstStyle/>
                    <a:p>
                      <a:endParaRPr/>
                    </a:p>
                  </a:txBody>
                  <a:tcPr marL="36000" marR="36000" marT="36000" marB="36000" anchor="ctr"/>
                </a:tc>
                <a:tc hMerge="1">
                  <a:txBody>
                    <a:bodyPr/>
                    <a:lstStyle/>
                    <a:p>
                      <a:endParaRPr dirty="0"/>
                    </a:p>
                  </a:txBody>
                  <a:tcPr marL="36000" marR="36000" marT="36000" marB="36000" anchor="ctr"/>
                </a:tc>
                <a:extLst>
                  <a:ext uri="{0D108BD9-81ED-4DB2-BD59-A6C34878D82A}">
                    <a16:rowId xmlns:a16="http://schemas.microsoft.com/office/drawing/2014/main" val="10004"/>
                  </a:ext>
                </a:extLst>
              </a:tr>
              <a:tr h="3200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07 : P6(5176’), P5(5882’), </a:t>
                      </a:r>
                      <a:r>
                        <a:rPr lang="en-US" sz="800">
                          <a:solidFill>
                            <a:srgbClr val="0070C0"/>
                          </a:solidFill>
                        </a:rPr>
                        <a:t>P4(6840’-ATC HIRO)</a:t>
                      </a:r>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25 : P7(5219’), P8(5882’), </a:t>
                      </a:r>
                      <a:r>
                        <a:rPr lang="en-US" sz="800">
                          <a:solidFill>
                            <a:srgbClr val="0070C0"/>
                          </a:solidFill>
                        </a:rPr>
                        <a:t>P10(7524’-ATC HIRO)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2007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HST 40KTS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sp>
        <p:nvSpPr>
          <p:cNvPr id="3" name="직사각형 2">
            <a:hlinkClick r:id="" action="ppaction://hlinkshowjump?jump=firstslide"/>
            <a:extLst>
              <a:ext uri="{FF2B5EF4-FFF2-40B4-BE49-F238E27FC236}">
                <a16:creationId xmlns:a16="http://schemas.microsoft.com/office/drawing/2014/main" id="{85E11C70-1767-EB3D-06A8-A5C6ED6404CD}"/>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C804B8AA-8DCD-B0C3-D877-EE77694B74C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aphicFrame>
        <p:nvGraphicFramePr>
          <p:cNvPr id="273" name="Google Shape;273;p16"/>
          <p:cNvGraphicFramePr/>
          <p:nvPr>
            <p:extLst>
              <p:ext uri="{D42A27DB-BD31-4B8C-83A1-F6EECF244321}">
                <p14:modId xmlns:p14="http://schemas.microsoft.com/office/powerpoint/2010/main" val="1647887819"/>
              </p:ext>
            </p:extLst>
          </p:nvPr>
        </p:nvGraphicFramePr>
        <p:xfrm>
          <a:off x="-9657" y="3887067"/>
          <a:ext cx="2356629" cy="1682380"/>
        </p:xfrm>
        <a:graphic>
          <a:graphicData uri="http://schemas.openxmlformats.org/drawingml/2006/table">
            <a:tbl>
              <a:tblPr firstRow="1" bandRow="1">
                <a:noFill/>
                <a:tableStyleId>{A521BE36-7E6F-4EC9-8D66-1CF97A6895EC}</a:tableStyleId>
              </a:tblPr>
              <a:tblGrid>
                <a:gridCol w="411725">
                  <a:extLst>
                    <a:ext uri="{9D8B030D-6E8A-4147-A177-3AD203B41FA5}">
                      <a16:colId xmlns:a16="http://schemas.microsoft.com/office/drawing/2014/main" val="20000"/>
                    </a:ext>
                  </a:extLst>
                </a:gridCol>
                <a:gridCol w="468445">
                  <a:extLst>
                    <a:ext uri="{9D8B030D-6E8A-4147-A177-3AD203B41FA5}">
                      <a16:colId xmlns:a16="http://schemas.microsoft.com/office/drawing/2014/main" val="20001"/>
                    </a:ext>
                  </a:extLst>
                </a:gridCol>
                <a:gridCol w="464949">
                  <a:extLst>
                    <a:ext uri="{9D8B030D-6E8A-4147-A177-3AD203B41FA5}">
                      <a16:colId xmlns:a16="http://schemas.microsoft.com/office/drawing/2014/main" val="20003"/>
                    </a:ext>
                  </a:extLst>
                </a:gridCol>
                <a:gridCol w="1011510">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a:t>
                      </a:r>
                      <a:r>
                        <a:rPr lang="en-US" altLang="ko-Kore-KR" sz="800" dirty="0">
                          <a:solidFill>
                            <a:srgbClr val="00B0F0"/>
                          </a:solidFill>
                        </a:rPr>
                        <a:t>[002/182]</a:t>
                      </a:r>
                      <a:r>
                        <a:rPr lang="en-US" altLang="ko-Kore-KR" sz="800" dirty="0"/>
                        <a:t> : STAR </a:t>
                      </a:r>
                      <a:r>
                        <a:rPr lang="en-US" altLang="ko-Kore-KR" sz="700" dirty="0">
                          <a:solidFill>
                            <a:srgbClr val="FFC000"/>
                          </a:solidFill>
                        </a:rPr>
                        <a:t>(T</a:t>
                      </a:r>
                      <a:r>
                        <a:rPr lang="en-US" altLang="ko-KR" sz="700" dirty="0">
                          <a:solidFill>
                            <a:srgbClr val="FFC000"/>
                          </a:solidFill>
                        </a:rPr>
                        <a:t>/</a:t>
                      </a:r>
                      <a:r>
                        <a:rPr lang="en-US" altLang="ko-Kore-KR" sz="700" dirty="0">
                          <a:solidFill>
                            <a:srgbClr val="FFC000"/>
                          </a:solidFill>
                        </a:rPr>
                        <a:t>W </a:t>
                      </a:r>
                      <a:r>
                        <a:rPr lang="en-US" altLang="ko-KR" sz="700" dirty="0">
                          <a:solidFill>
                            <a:srgbClr val="FFC000"/>
                          </a:solidFill>
                        </a:rPr>
                        <a:t>10tks, </a:t>
                      </a:r>
                      <a:r>
                        <a:rPr lang="en-US" altLang="ko-Kore-KR" sz="700" dirty="0">
                          <a:solidFill>
                            <a:srgbClr val="FFC000"/>
                          </a:solidFill>
                        </a:rPr>
                        <a:t>36R</a:t>
                      </a:r>
                      <a:r>
                        <a:rPr lang="en-US" altLang="ko-KR" sz="700" dirty="0">
                          <a:solidFill>
                            <a:srgbClr val="FFC000"/>
                          </a:solidFill>
                        </a:rPr>
                        <a:t>,</a:t>
                      </a:r>
                      <a:r>
                        <a:rPr lang="en-US" altLang="ko-Kore-KR" sz="700" dirty="0">
                          <a:solidFill>
                            <a:srgbClr val="FFC000"/>
                          </a:solidFill>
                        </a:rPr>
                        <a:t> 360000lbs </a:t>
                      </a:r>
                      <a:r>
                        <a:rPr lang="ko-KR" altLang="en-US" sz="700" dirty="0">
                          <a:solidFill>
                            <a:srgbClr val="FFC000"/>
                          </a:solidFill>
                        </a:rPr>
                        <a:t>제한</a:t>
                      </a:r>
                      <a:r>
                        <a:rPr lang="en-US" altLang="ko-KR" sz="700" dirty="0">
                          <a:solidFill>
                            <a:srgbClr val="FFC000"/>
                          </a:solidFill>
                        </a:rPr>
                        <a:t>)</a:t>
                      </a:r>
                      <a:endParaRPr lang="ko-KR" altLang="en-US"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altLang="ko-Kore-KR" sz="900" b="1" dirty="0">
                          <a:solidFill>
                            <a:srgbClr val="C00000"/>
                          </a:solidFill>
                          <a:hlinkClick r:id="rId3" action="ppaction://hlinksldjump">
                            <a:extLst>
                              <a:ext uri="{A12FA001-AC4F-418D-AE19-62706E023703}">
                                <ahyp:hlinkClr xmlns:ahyp="http://schemas.microsoft.com/office/drawing/2018/hyperlinkcolor" val="tx"/>
                              </a:ext>
                            </a:extLst>
                          </a:hlinkClick>
                        </a:rPr>
                        <a:t>18 Circling Click!!</a:t>
                      </a:r>
                      <a:endParaRPr lang="en-US" altLang="ko-Kore-K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KMH </a:t>
                      </a:r>
                      <a:r>
                        <a:rPr lang="en-US" altLang="ko-Kore-KR" sz="800" b="1" dirty="0">
                          <a:solidFill>
                            <a:srgbClr val="0070C0"/>
                          </a:solidFill>
                        </a:rPr>
                        <a:t>KMH, </a:t>
                      </a:r>
                      <a:r>
                        <a:rPr lang="en-US" altLang="ko-Kore-KR" sz="800" b="1" dirty="0">
                          <a:solidFill>
                            <a:srgbClr val="C00000"/>
                          </a:solidFill>
                        </a:rPr>
                        <a:t>36L IKMA, 36R IKHE</a:t>
                      </a:r>
                      <a:endParaRPr sz="800" b="1" dirty="0">
                        <a:solidFill>
                          <a:srgbClr val="0070C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1338834639"/>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 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b="1"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2021202401"/>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RKSI(ICN) 23ft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rgbClr val="C00000"/>
                          </a:solidFill>
                          <a:hlinkClick r:id="rId5">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76" name="Google Shape;276;p16"/>
          <p:cNvGraphicFramePr/>
          <p:nvPr>
            <p:extLst>
              <p:ext uri="{D42A27DB-BD31-4B8C-83A1-F6EECF244321}">
                <p14:modId xmlns:p14="http://schemas.microsoft.com/office/powerpoint/2010/main" val="3871882027"/>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2" name="직사각형 1">
            <a:hlinkClick r:id="" action="ppaction://hlinkshowjump?jump=firstslide"/>
            <a:extLst>
              <a:ext uri="{FF2B5EF4-FFF2-40B4-BE49-F238E27FC236}">
                <a16:creationId xmlns:a16="http://schemas.microsoft.com/office/drawing/2014/main" id="{F4EAB618-D8DC-48CF-B02D-8D5856DA3E5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그래픽 3" descr="집 Wi-Fi에서 작업 단색으로 채워진">
            <a:hlinkClick r:id="" action="ppaction://hlinkshowjump?jump=firstslide"/>
            <a:extLst>
              <a:ext uri="{FF2B5EF4-FFF2-40B4-BE49-F238E27FC236}">
                <a16:creationId xmlns:a16="http://schemas.microsoft.com/office/drawing/2014/main" id="{3F39A323-FBD3-D6DC-02B1-956629174D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2030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2127194926"/>
              </p:ext>
            </p:extLst>
          </p:nvPr>
        </p:nvGraphicFramePr>
        <p:xfrm>
          <a:off x="6595" y="623810"/>
          <a:ext cx="2330925"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altLang="ko-Kore-KR" sz="800" dirty="0"/>
                        <a:t>PUS : </a:t>
                      </a:r>
                      <a:r>
                        <a:rPr lang="en-US" altLang="ko-Kore-KR" sz="800" dirty="0">
                          <a:solidFill>
                            <a:srgbClr val="FFC000"/>
                          </a:solidFill>
                        </a:rPr>
                        <a:t>NADP CLB 1</a:t>
                      </a:r>
                      <a:r>
                        <a:rPr lang="en-US" altLang="ko-KR" sz="800" dirty="0">
                          <a:solidFill>
                            <a:srgbClr val="FFC000"/>
                          </a:solidFill>
                        </a:rPr>
                        <a:t>5</a:t>
                      </a:r>
                      <a:r>
                        <a:rPr lang="en-US" altLang="ko-Kore-KR" sz="800" dirty="0">
                          <a:solidFill>
                            <a:srgbClr val="FFC000"/>
                          </a:solidFill>
                        </a:rPr>
                        <a:t>00, </a:t>
                      </a:r>
                      <a:r>
                        <a:rPr lang="en-US" altLang="ko-KR" sz="800" dirty="0">
                          <a:solidFill>
                            <a:srgbClr val="FFC000"/>
                          </a:solidFill>
                        </a:rPr>
                        <a:t>360</a:t>
                      </a:r>
                      <a:r>
                        <a:rPr lang="en-US" altLang="ko-Kore-KR" sz="800" dirty="0">
                          <a:solidFill>
                            <a:srgbClr val="FFC000"/>
                          </a:solidFill>
                        </a:rPr>
                        <a:t>000lbs TOFA, CONF 1+F</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SOORO x</a:t>
                      </a:r>
                      <a:endParaRPr dirty="0"/>
                    </a:p>
                    <a:p>
                      <a:pPr marL="0" marR="0" lvl="0" indent="0" algn="ctr" rtl="0">
                        <a:spcBef>
                          <a:spcPts val="0"/>
                        </a:spcBef>
                        <a:spcAft>
                          <a:spcPts val="0"/>
                        </a:spcAft>
                        <a:buNone/>
                      </a:pPr>
                      <a:r>
                        <a:rPr lang="en-US" sz="800" b="1" dirty="0">
                          <a:solidFill>
                            <a:srgbClr val="0070C0"/>
                          </a:solidFill>
                        </a:rPr>
                        <a:t>KALOD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a:t>
                      </a:r>
                    </a:p>
                    <a:p>
                      <a:pPr marL="0" marR="0" lvl="0" indent="0" algn="ctr" rtl="0">
                        <a:spcBef>
                          <a:spcPts val="0"/>
                        </a:spcBef>
                        <a:spcAft>
                          <a:spcPts val="0"/>
                        </a:spcAft>
                        <a:buNone/>
                      </a:pP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GIMHAE 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 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3" name="Google Shape;283;p17"/>
          <p:cNvGraphicFramePr/>
          <p:nvPr>
            <p:extLst>
              <p:ext uri="{D42A27DB-BD31-4B8C-83A1-F6EECF244321}">
                <p14:modId xmlns:p14="http://schemas.microsoft.com/office/powerpoint/2010/main" val="3252979581"/>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84" name="Google Shape;284;p17"/>
          <p:cNvGraphicFramePr/>
          <p:nvPr>
            <p:extLst>
              <p:ext uri="{D42A27DB-BD31-4B8C-83A1-F6EECF244321}">
                <p14:modId xmlns:p14="http://schemas.microsoft.com/office/powerpoint/2010/main" val="348956274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Gimhae 129.2</a:t>
                      </a:r>
                      <a:endParaRPr/>
                    </a:p>
                    <a:p>
                      <a:pPr marL="0" marR="0" lvl="0" indent="0" algn="ctr" rtl="0">
                        <a:spcBef>
                          <a:spcPts val="0"/>
                        </a:spcBef>
                        <a:spcAft>
                          <a:spcPts val="0"/>
                        </a:spcAft>
                        <a:buNone/>
                      </a:pPr>
                      <a:r>
                        <a:rPr lang="en-US" sz="700">
                          <a:solidFill>
                            <a:srgbClr val="FF0000"/>
                          </a:solidFill>
                        </a:rPr>
                        <a:t>DCL -5분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F9A4E246-6724-775D-52E5-7C58BBF23B1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Google Shape;248;p13">
            <a:extLst>
              <a:ext uri="{FF2B5EF4-FFF2-40B4-BE49-F238E27FC236}">
                <a16:creationId xmlns:a16="http://schemas.microsoft.com/office/drawing/2014/main" id="{1AB5D64E-E354-45AD-A465-5F4490814AF5}"/>
              </a:ext>
            </a:extLst>
          </p:cNvPr>
          <p:cNvPicPr preferRelativeResize="0"/>
          <p:nvPr/>
        </p:nvPicPr>
        <p:blipFill rotWithShape="1">
          <a:blip r:embed="rId6">
            <a:alphaModFix/>
          </a:blip>
          <a:srcRect/>
          <a:stretch/>
        </p:blipFill>
        <p:spPr>
          <a:xfrm>
            <a:off x="4472" y="2072681"/>
            <a:ext cx="1559909" cy="651823"/>
          </a:xfrm>
          <a:prstGeom prst="rect">
            <a:avLst/>
          </a:prstGeom>
          <a:noFill/>
          <a:ln>
            <a:noFill/>
          </a:ln>
        </p:spPr>
      </p:pic>
      <p:pic>
        <p:nvPicPr>
          <p:cNvPr id="5" name="그래픽 4" descr="집 Wi-Fi에서 작업 단색으로 채워진">
            <a:hlinkClick r:id="" action="ppaction://hlinkshowjump?jump=firstslide"/>
            <a:extLst>
              <a:ext uri="{FF2B5EF4-FFF2-40B4-BE49-F238E27FC236}">
                <a16:creationId xmlns:a16="http://schemas.microsoft.com/office/drawing/2014/main" id="{50FFFDC4-29D6-ADBF-1961-D8EEFFC7AE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02389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50192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83CE0CE4-8F9A-F1EF-2834-B923CA99399E}"/>
            </a:ext>
          </a:extLst>
        </p:cNvPr>
        <p:cNvGrpSpPr/>
        <p:nvPr/>
      </p:nvGrpSpPr>
      <p:grpSpPr>
        <a:xfrm>
          <a:off x="0" y="0"/>
          <a:ext cx="0" cy="0"/>
          <a:chOff x="0" y="0"/>
          <a:chExt cx="0" cy="0"/>
        </a:xfrm>
      </p:grpSpPr>
      <p:graphicFrame>
        <p:nvGraphicFramePr>
          <p:cNvPr id="346" name="Google Shape;346;p24">
            <a:extLst>
              <a:ext uri="{FF2B5EF4-FFF2-40B4-BE49-F238E27FC236}">
                <a16:creationId xmlns:a16="http://schemas.microsoft.com/office/drawing/2014/main" id="{B1F2E5FC-2E37-0FC2-4269-99F4601A0512}"/>
              </a:ext>
            </a:extLst>
          </p:cNvPr>
          <p:cNvGraphicFramePr/>
          <p:nvPr>
            <p:extLst>
              <p:ext uri="{D42A27DB-BD31-4B8C-83A1-F6EECF244321}">
                <p14:modId xmlns:p14="http://schemas.microsoft.com/office/powerpoint/2010/main" val="177773340"/>
              </p:ext>
            </p:extLst>
          </p:nvPr>
        </p:nvGraphicFramePr>
        <p:xfrm>
          <a:off x="1596" y="3252792"/>
          <a:ext cx="2340063" cy="2359090"/>
        </p:xfrm>
        <a:graphic>
          <a:graphicData uri="http://schemas.openxmlformats.org/drawingml/2006/table">
            <a:tbl>
              <a:tblPr firstRow="1" bandRow="1">
                <a:noFill/>
                <a:tableStyleId>{A521BE36-7E6F-4EC9-8D66-1CF97A6895EC}</a:tableStyleId>
              </a:tblPr>
              <a:tblGrid>
                <a:gridCol w="360350">
                  <a:extLst>
                    <a:ext uri="{9D8B030D-6E8A-4147-A177-3AD203B41FA5}">
                      <a16:colId xmlns:a16="http://schemas.microsoft.com/office/drawing/2014/main" val="20000"/>
                    </a:ext>
                  </a:extLst>
                </a:gridCol>
                <a:gridCol w="420688">
                  <a:extLst>
                    <a:ext uri="{9D8B030D-6E8A-4147-A177-3AD203B41FA5}">
                      <a16:colId xmlns:a16="http://schemas.microsoft.com/office/drawing/2014/main" val="20001"/>
                    </a:ext>
                  </a:extLst>
                </a:gridCol>
                <a:gridCol w="684775">
                  <a:extLst>
                    <a:ext uri="{9D8B030D-6E8A-4147-A177-3AD203B41FA5}">
                      <a16:colId xmlns:a16="http://schemas.microsoft.com/office/drawing/2014/main" val="20002"/>
                    </a:ext>
                  </a:extLst>
                </a:gridCol>
                <a:gridCol w="874250">
                  <a:extLst>
                    <a:ext uri="{9D8B030D-6E8A-4147-A177-3AD203B41FA5}">
                      <a16:colId xmlns:a16="http://schemas.microsoft.com/office/drawing/2014/main" val="20003"/>
                    </a:ext>
                  </a:extLst>
                </a:gridCol>
              </a:tblGrid>
              <a:tr h="190290">
                <a:tc gridSpan="4">
                  <a:txBody>
                    <a:bodyPr/>
                    <a:lstStyle/>
                    <a:p>
                      <a:pPr marL="0" marR="0" lvl="0" indent="0" algn="ctr" rtl="0">
                        <a:spcBef>
                          <a:spcPts val="0"/>
                        </a:spcBef>
                        <a:spcAft>
                          <a:spcPts val="0"/>
                        </a:spcAft>
                        <a:buNone/>
                      </a:pPr>
                      <a:r>
                        <a:rPr lang="en-US" sz="800" dirty="0"/>
                        <a:t>HND : </a:t>
                      </a:r>
                      <a:r>
                        <a:rPr lang="en-US" altLang="ko-Kore-KR" sz="800" dirty="0">
                          <a:solidFill>
                            <a:srgbClr val="FFC000"/>
                          </a:solidFill>
                        </a:rPr>
                        <a:t>STAR </a:t>
                      </a:r>
                      <a:r>
                        <a:rPr lang="en-US" sz="800" dirty="0">
                          <a:solidFill>
                            <a:srgbClr val="FFC000"/>
                          </a:solidFill>
                        </a:rPr>
                        <a:t>XAC Night– APP xxx Y 1400z~</a:t>
                      </a:r>
                      <a:r>
                        <a:rPr lang="en-US" sz="800" dirty="0"/>
                        <a:t> </a:t>
                      </a:r>
                      <a:r>
                        <a:rPr lang="en-US" altLang="ko-Kore-KR" sz="800" dirty="0"/>
                        <a:t>SPENS 220</a:t>
                      </a:r>
                    </a:p>
                    <a:p>
                      <a:pPr marL="0" marR="0" lvl="0" indent="0" algn="ctr" rtl="0">
                        <a:spcBef>
                          <a:spcPts val="0"/>
                        </a:spcBef>
                        <a:spcAft>
                          <a:spcPts val="0"/>
                        </a:spcAft>
                        <a:buNone/>
                      </a:pPr>
                      <a:r>
                        <a:rPr lang="en-US" sz="800" dirty="0">
                          <a:solidFill>
                            <a:srgbClr val="FFC000"/>
                          </a:solidFill>
                        </a:rPr>
                        <a:t>22/23 LDA, VOR 16L/</a:t>
                      </a:r>
                      <a:r>
                        <a:rPr lang="en-US" sz="800">
                          <a:solidFill>
                            <a:srgbClr val="FFC000"/>
                          </a:solidFill>
                        </a:rPr>
                        <a:t>R Tailored </a:t>
                      </a:r>
                      <a:r>
                        <a:rPr lang="en-US" sz="800" dirty="0">
                          <a:solidFill>
                            <a:srgbClr val="FFC000"/>
                          </a:solidFill>
                        </a:rPr>
                        <a:t>Procedure</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10057">
                <a:tc>
                  <a:txBody>
                    <a:bodyPr/>
                    <a:lstStyle/>
                    <a:p>
                      <a:pPr marL="0" marR="0" lvl="0" indent="0" algn="ctr" rtl="0">
                        <a:spcBef>
                          <a:spcPts val="0"/>
                        </a:spcBef>
                        <a:spcAft>
                          <a:spcPts val="0"/>
                        </a:spcAft>
                        <a:buNone/>
                      </a:pPr>
                      <a:r>
                        <a:rPr lang="en-US" sz="800" b="1" dirty="0"/>
                        <a:t>34L</a:t>
                      </a:r>
                      <a:r>
                        <a:rPr lang="en-US" sz="800" b="0" dirty="0"/>
                        <a:t>/R</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a:t>
                      </a:r>
                      <a:r>
                        <a:rPr lang="en-US" sz="800" b="1" dirty="0" err="1"/>
                        <a:t>xK</a:t>
                      </a:r>
                      <a:r>
                        <a:rPr lang="en-US" sz="800" b="0" dirty="0"/>
                        <a:t>/H</a:t>
                      </a:r>
                      <a:endParaRPr sz="800" b="0" dirty="0"/>
                    </a:p>
                  </a:txBody>
                  <a:tcPr marL="0" marR="0" marT="36000" marB="36000" anchor="ctr"/>
                </a:tc>
                <a:tc>
                  <a:txBody>
                    <a:bodyPr/>
                    <a:lstStyle/>
                    <a:p>
                      <a:pPr marL="0" marR="0" lvl="0" indent="0" algn="ctr" rtl="0">
                        <a:spcBef>
                          <a:spcPts val="0"/>
                        </a:spcBef>
                        <a:spcAft>
                          <a:spcPts val="0"/>
                        </a:spcAft>
                        <a:buNone/>
                      </a:pPr>
                      <a:r>
                        <a:rPr lang="en-US" sz="800" b="1" dirty="0"/>
                        <a:t>KAIHO</a:t>
                      </a:r>
                      <a:r>
                        <a:rPr lang="en-US" sz="800" b="0" dirty="0"/>
                        <a:t>/CACAO</a:t>
                      </a:r>
                      <a:endParaRPr b="0" dirty="0"/>
                    </a:p>
                  </a:txBody>
                  <a:tcPr marL="0" marR="0" marT="36000" marB="36000" anchor="ctr"/>
                </a:tc>
                <a:tc>
                  <a:txBody>
                    <a:bodyPr/>
                    <a:lstStyle/>
                    <a:p>
                      <a:pPr marL="0" marR="0" lvl="0" indent="0" algn="ctr" rtl="0">
                        <a:spcBef>
                          <a:spcPts val="0"/>
                        </a:spcBef>
                        <a:spcAft>
                          <a:spcPts val="0"/>
                        </a:spcAft>
                        <a:buNone/>
                      </a:pPr>
                      <a:r>
                        <a:rPr lang="en-US" sz="800" b="1" dirty="0"/>
                        <a:t>ILS X </a:t>
                      </a:r>
                      <a:r>
                        <a:rPr lang="en-US" sz="800" b="0" dirty="0"/>
                        <a:t>/ VIS</a:t>
                      </a:r>
                      <a:endParaRPr sz="458" b="0" dirty="0"/>
                    </a:p>
                  </a:txBody>
                  <a:tcPr marL="0" marR="0" marT="36000" marB="36000" anchor="ctr"/>
                </a:tc>
                <a:extLst>
                  <a:ext uri="{0D108BD9-81ED-4DB2-BD59-A6C34878D82A}">
                    <a16:rowId xmlns:a16="http://schemas.microsoft.com/office/drawing/2014/main" val="10001"/>
                  </a:ext>
                </a:extLst>
              </a:tr>
              <a:tr h="110057">
                <a:tc>
                  <a:txBody>
                    <a:bodyPr/>
                    <a:lstStyle/>
                    <a:p>
                      <a:pPr marL="0" marR="0" lvl="0" indent="0" algn="ctr" rtl="0">
                        <a:spcBef>
                          <a:spcPts val="0"/>
                        </a:spcBef>
                        <a:spcAft>
                          <a:spcPts val="0"/>
                        </a:spcAft>
                        <a:buNone/>
                      </a:pPr>
                      <a:r>
                        <a:rPr lang="en-US" sz="800" b="1" dirty="0"/>
                        <a:t>22</a:t>
                      </a:r>
                      <a:r>
                        <a:rPr lang="en-US" sz="800" b="1" dirty="0">
                          <a:solidFill>
                            <a:srgbClr val="00B0F0"/>
                          </a:solidFill>
                        </a:rPr>
                        <a:t>[222]</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a:t>
                      </a:r>
                      <a:r>
                        <a:rPr lang="en-US" altLang="ko-KR" sz="800" b="1" dirty="0"/>
                        <a:t>1</a:t>
                      </a:r>
                      <a:r>
                        <a:rPr lang="en-US" sz="800" b="1" dirty="0"/>
                        <a:t>B</a:t>
                      </a:r>
                      <a:endParaRPr sz="800" b="1" dirty="0"/>
                    </a:p>
                  </a:txBody>
                  <a:tcPr marL="0" marR="0" marT="36000" marB="36000" anchor="ctr"/>
                </a:tc>
                <a:tc>
                  <a:txBody>
                    <a:bodyPr/>
                    <a:lstStyle/>
                    <a:p>
                      <a:pPr marL="0" marR="0" lvl="0" indent="0" algn="ctr" rtl="0">
                        <a:spcBef>
                          <a:spcPts val="0"/>
                        </a:spcBef>
                        <a:spcAft>
                          <a:spcPts val="0"/>
                        </a:spcAft>
                        <a:buNone/>
                      </a:pPr>
                      <a:r>
                        <a:rPr lang="en-US" sz="800" b="1" dirty="0"/>
                        <a:t>BACON</a:t>
                      </a:r>
                      <a:endParaRPr sz="800" b="1" dirty="0"/>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RNV22-W</a:t>
                      </a:r>
                      <a:r>
                        <a:rPr lang="en-US" sz="800" b="1" dirty="0"/>
                        <a:t>)</a:t>
                      </a:r>
                      <a:endParaRPr sz="458" dirty="0"/>
                    </a:p>
                  </a:txBody>
                  <a:tcPr marL="0" marR="0" marT="36000" marB="36000" anchor="ctr"/>
                </a:tc>
                <a:extLst>
                  <a:ext uri="{0D108BD9-81ED-4DB2-BD59-A6C34878D82A}">
                    <a16:rowId xmlns:a16="http://schemas.microsoft.com/office/drawing/2014/main" val="10002"/>
                  </a:ext>
                </a:extLst>
              </a:tr>
              <a:tr h="110057">
                <a:tc>
                  <a:txBody>
                    <a:bodyPr/>
                    <a:lstStyle/>
                    <a:p>
                      <a:pPr marL="0" marR="0" lvl="0" indent="0" algn="ctr" rtl="0">
                        <a:spcBef>
                          <a:spcPts val="0"/>
                        </a:spcBef>
                        <a:spcAft>
                          <a:spcPts val="0"/>
                        </a:spcAft>
                        <a:buNone/>
                      </a:pPr>
                      <a:r>
                        <a:rPr lang="en-US" sz="800" b="1" dirty="0"/>
                        <a:t>16R</a:t>
                      </a:r>
                      <a:r>
                        <a:rPr lang="en-US" sz="800" b="0" dirty="0"/>
                        <a:t>/L</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R</a:t>
                      </a:r>
                      <a:endParaRPr sz="800" b="1" dirty="0"/>
                    </a:p>
                  </a:txBody>
                  <a:tcPr marL="0" marR="0" marT="36000" marB="36000" anchor="ctr"/>
                </a:tc>
                <a:tc>
                  <a:txBody>
                    <a:bodyPr/>
                    <a:lstStyle/>
                    <a:p>
                      <a:pPr marL="0" marR="0" lvl="0" indent="0" algn="ctr" rtl="0">
                        <a:spcBef>
                          <a:spcPts val="0"/>
                        </a:spcBef>
                        <a:spcAft>
                          <a:spcPts val="0"/>
                        </a:spcAft>
                        <a:buNone/>
                      </a:pPr>
                      <a:r>
                        <a:rPr lang="en-US" sz="800" b="1" dirty="0"/>
                        <a:t>NATTY</a:t>
                      </a:r>
                      <a:r>
                        <a:rPr lang="en-US" sz="800" b="0" dirty="0"/>
                        <a:t>/SANDY</a:t>
                      </a:r>
                      <a:endParaRPr sz="800" b="0" dirty="0"/>
                    </a:p>
                  </a:txBody>
                  <a:tcPr marL="0" marR="0" marT="36000" marB="36000" anchor="ctr"/>
                </a:tc>
                <a:tc>
                  <a:txBody>
                    <a:bodyPr/>
                    <a:lstStyle/>
                    <a:p>
                      <a:pPr marL="0" marR="0" lvl="0" indent="0" algn="ctr" rtl="0">
                        <a:lnSpc>
                          <a:spcPct val="100000"/>
                        </a:lnSpc>
                        <a:spcBef>
                          <a:spcPts val="0"/>
                        </a:spcBef>
                        <a:spcAft>
                          <a:spcPts val="0"/>
                        </a:spcAft>
                        <a:buClr>
                          <a:srgbClr val="000000"/>
                        </a:buClr>
                        <a:buSzPts val="800"/>
                        <a:buFont typeface="Calibri"/>
                        <a:buNone/>
                      </a:pPr>
                      <a:r>
                        <a:rPr lang="en-US" sz="800" b="1" i="0" u="none" strike="noStrike" cap="none" dirty="0">
                          <a:solidFill>
                            <a:srgbClr val="000000"/>
                          </a:solidFill>
                          <a:latin typeface="Calibri"/>
                          <a:ea typeface="Calibri"/>
                          <a:cs typeface="Calibri"/>
                          <a:sym typeface="Calibri"/>
                        </a:rPr>
                        <a:t>RNP(</a:t>
                      </a:r>
                      <a:r>
                        <a:rPr lang="en-US" sz="800" b="1" i="0" u="none" strike="noStrike" cap="none" dirty="0">
                          <a:solidFill>
                            <a:srgbClr val="0070C0"/>
                          </a:solidFill>
                          <a:latin typeface="Calibri"/>
                          <a:ea typeface="Calibri"/>
                          <a:cs typeface="Calibri"/>
                          <a:sym typeface="Calibri"/>
                        </a:rPr>
                        <a:t>RNV16R</a:t>
                      </a:r>
                      <a:r>
                        <a:rPr lang="en-US" sz="800" b="0" i="0" u="none" strike="noStrike" cap="none" dirty="0">
                          <a:solidFill>
                            <a:srgbClr val="0070C0"/>
                          </a:solidFill>
                          <a:latin typeface="Calibri"/>
                          <a:ea typeface="Calibri"/>
                          <a:cs typeface="Calibri"/>
                          <a:sym typeface="Calibri"/>
                        </a:rPr>
                        <a:t>/L</a:t>
                      </a:r>
                      <a:r>
                        <a:rPr lang="en-US" sz="800" b="1" i="0" u="none" strike="noStrike" cap="none" dirty="0">
                          <a:solidFill>
                            <a:srgbClr val="000000"/>
                          </a:solidFill>
                          <a:latin typeface="Calibri"/>
                          <a:ea typeface="Calibri"/>
                          <a:cs typeface="Calibri"/>
                          <a:sym typeface="Calibri"/>
                        </a:rPr>
                        <a:t>)</a:t>
                      </a:r>
                      <a:endParaRPr sz="458" b="0" i="0" u="none" strike="noStrike" cap="none" dirty="0">
                        <a:solidFill>
                          <a:srgbClr val="000000"/>
                        </a:solidFill>
                        <a:latin typeface="Calibri"/>
                        <a:ea typeface="Calibri"/>
                        <a:cs typeface="Calibri"/>
                        <a:sym typeface="Calibri"/>
                      </a:endParaRPr>
                    </a:p>
                  </a:txBody>
                  <a:tcPr marL="0" marR="0" marT="36000" marB="36000" anchor="ctr"/>
                </a:tc>
                <a:extLst>
                  <a:ext uri="{0D108BD9-81ED-4DB2-BD59-A6C34878D82A}">
                    <a16:rowId xmlns:a16="http://schemas.microsoft.com/office/drawing/2014/main" val="10003"/>
                  </a:ext>
                </a:extLst>
              </a:tr>
              <a:tr h="110057">
                <a:tc>
                  <a:txBody>
                    <a:bodyPr/>
                    <a:lstStyle/>
                    <a:p>
                      <a:pPr marL="0" marR="0" lvl="0" indent="0" algn="ctr" rtl="0">
                        <a:spcBef>
                          <a:spcPts val="0"/>
                        </a:spcBef>
                        <a:spcAft>
                          <a:spcPts val="0"/>
                        </a:spcAft>
                        <a:buNone/>
                      </a:pPr>
                      <a:r>
                        <a:rPr lang="en-US" sz="800" b="1" dirty="0"/>
                        <a:t>23</a:t>
                      </a:r>
                      <a:r>
                        <a:rPr lang="en-US" sz="800" b="1" dirty="0">
                          <a:solidFill>
                            <a:srgbClr val="00B0F0"/>
                          </a:solidFill>
                        </a:rPr>
                        <a:t>[232]</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2B</a:t>
                      </a:r>
                      <a:endParaRPr sz="800" b="1" dirty="0"/>
                    </a:p>
                  </a:txBody>
                  <a:tcPr marL="0" marR="0" marT="36000" marB="36000" anchor="ctr"/>
                </a:tc>
                <a:tc>
                  <a:txBody>
                    <a:bodyPr/>
                    <a:lstStyle/>
                    <a:p>
                      <a:pPr marL="0" marR="0" lvl="0" indent="0" algn="ctr" rtl="0">
                        <a:spcBef>
                          <a:spcPts val="0"/>
                        </a:spcBef>
                        <a:spcAft>
                          <a:spcPts val="0"/>
                        </a:spcAft>
                        <a:buNone/>
                      </a:pPr>
                      <a:r>
                        <a:rPr lang="en-US" sz="800" b="1"/>
                        <a:t>DANON</a:t>
                      </a:r>
                      <a:endParaRPr sz="800" b="1"/>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RNV23-W</a:t>
                      </a:r>
                      <a:r>
                        <a:rPr lang="en-US" sz="800" b="1" dirty="0"/>
                        <a:t>)</a:t>
                      </a:r>
                      <a:endParaRPr sz="458" dirty="0"/>
                    </a:p>
                  </a:txBody>
                  <a:tcPr marL="0" marR="0" marT="36000" marB="36000" anchor="ctr"/>
                </a:tc>
                <a:extLst>
                  <a:ext uri="{0D108BD9-81ED-4DB2-BD59-A6C34878D82A}">
                    <a16:rowId xmlns:a16="http://schemas.microsoft.com/office/drawing/2014/main" val="10004"/>
                  </a:ext>
                </a:extLst>
              </a:tr>
              <a:tr h="1100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rgbClr val="0070C0"/>
                          </a:solidFill>
                        </a:rPr>
                        <a:t>HME, </a:t>
                      </a:r>
                      <a:r>
                        <a:rPr lang="en-US" sz="800" b="1" dirty="0">
                          <a:solidFill>
                            <a:srgbClr val="C00000"/>
                          </a:solidFill>
                        </a:rPr>
                        <a:t>34L IHA, 34R ITC</a:t>
                      </a:r>
                      <a:r>
                        <a:rPr lang="en-US" sz="800" b="1" dirty="0">
                          <a:solidFill>
                            <a:srgbClr val="AA47F5"/>
                          </a:solidFill>
                        </a:rPr>
                        <a:t>(LDA chk:22 IKL,23 ITL)</a:t>
                      </a:r>
                      <a:endParaRPr sz="800" b="1" dirty="0">
                        <a:solidFill>
                          <a:srgbClr val="AA47F5"/>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chemeClr val="bg1"/>
                        </a:solidFill>
                      </a:endParaRPr>
                    </a:p>
                  </a:txBody>
                  <a:tcPr marL="36000" marR="36000" marT="36000" marB="36000" anchor="ctr"/>
                </a:tc>
                <a:extLst>
                  <a:ext uri="{0D108BD9-81ED-4DB2-BD59-A6C34878D82A}">
                    <a16:rowId xmlns:a16="http://schemas.microsoft.com/office/drawing/2014/main" val="2793146324"/>
                  </a:ext>
                </a:extLst>
              </a:tr>
              <a:tr h="1792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22 : IKL /8, /3</a:t>
                      </a:r>
                      <a:r>
                        <a:rPr kumimoji="0" lang="en-US" altLang="ko-KR" sz="800" b="1" i="0" u="none" strike="noStrike" kern="1200" cap="none" spc="0" normalizeH="0" baseline="0" noProof="0" dirty="0">
                          <a:ln>
                            <a:noFill/>
                          </a:ln>
                          <a:solidFill>
                            <a:srgbClr val="0070C0"/>
                          </a:solidFill>
                          <a:effectLst/>
                          <a:uLnTx/>
                          <a:uFillTx/>
                          <a:latin typeface="Calibri"/>
                          <a:cs typeface="Calibri"/>
                        </a:rPr>
                        <a:t>,</a:t>
                      </a:r>
                      <a:r>
                        <a:rPr kumimoji="0" lang="ko-KR" altLang="en-US" sz="800" b="1" i="0" u="none" strike="noStrike" kern="1200" cap="none" spc="0" normalizeH="0" baseline="0" noProof="0" dirty="0">
                          <a:ln>
                            <a:noFill/>
                          </a:ln>
                          <a:solidFill>
                            <a:srgbClr val="0070C0"/>
                          </a:solidFill>
                          <a:effectLst/>
                          <a:uLnTx/>
                          <a:uFillTx/>
                          <a:latin typeface="Calibri"/>
                          <a:cs typeface="Calibri"/>
                        </a:rPr>
                        <a:t> </a:t>
                      </a:r>
                      <a:r>
                        <a:rPr kumimoji="0" lang="en-US" altLang="ko-KR" sz="800" b="1" i="0" u="none" strike="noStrike" kern="1200" cap="none" spc="0" normalizeH="0" baseline="0" noProof="0" dirty="0">
                          <a:ln>
                            <a:noFill/>
                          </a:ln>
                          <a:solidFill>
                            <a:srgbClr val="0070C0"/>
                          </a:solidFill>
                          <a:effectLst/>
                          <a:uLnTx/>
                          <a:uFillTx/>
                          <a:latin typeface="Calibri"/>
                          <a:cs typeface="Calibri"/>
                        </a:rPr>
                        <a:t>HME 015</a:t>
                      </a:r>
                      <a:endParaRPr kumimoji="0" lang="en-US" altLang="ko-Kore-KR" sz="800" b="1" i="0" u="none" strike="noStrike" kern="1200" cap="none" spc="0" normalizeH="0" baseline="0" noProof="0" dirty="0">
                        <a:ln>
                          <a:noFill/>
                        </a:ln>
                        <a:solidFill>
                          <a:srgbClr val="0070C0"/>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23 : ITL /12,/7, HME 177</a:t>
                      </a:r>
                    </a:p>
                  </a:txBody>
                  <a:tcPr marL="36000" marR="36000" marT="36000" marB="36000" anchor="ctr"/>
                </a:tc>
                <a:tc hMerge="1">
                  <a:txBody>
                    <a:bodyPr/>
                    <a:lstStyle/>
                    <a:p>
                      <a:endParaRPr lang="ko-Kore-KR"/>
                    </a:p>
                  </a:txBody>
                  <a:tcPr/>
                </a:tc>
                <a:tc>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34L : IHA /10, /5</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34R : ITC /10, /5</a:t>
                      </a:r>
                    </a:p>
                  </a:txBody>
                  <a:tcPr marL="36000" marR="36000" marT="36000" marB="36000" anchor="ctr"/>
                </a:tc>
                <a:extLst>
                  <a:ext uri="{0D108BD9-81ED-4DB2-BD59-A6C34878D82A}">
                    <a16:rowId xmlns:a16="http://schemas.microsoft.com/office/drawing/2014/main" val="10005"/>
                  </a:ext>
                </a:extLst>
              </a:tr>
              <a:tr h="239796">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34L:L12(6515),L13(7165), </a:t>
                      </a:r>
                      <a:r>
                        <a:rPr lang="en-US" altLang="ko-Kore-KR" sz="800" b="1" dirty="0">
                          <a:solidFill>
                            <a:schemeClr val="dk1"/>
                          </a:solidFill>
                        </a:rPr>
                        <a:t>16R</a:t>
                      </a:r>
                      <a:r>
                        <a:rPr lang="en-US" altLang="ko-Kore-KR" sz="800" b="1" dirty="0">
                          <a:solidFill>
                            <a:srgbClr val="C00000"/>
                          </a:solidFill>
                        </a:rPr>
                        <a:t>(DIS)</a:t>
                      </a:r>
                      <a:r>
                        <a:rPr lang="en-US" altLang="ko-Kore-KR" sz="800" b="1" dirty="0">
                          <a:solidFill>
                            <a:schemeClr val="dk1"/>
                          </a:solidFill>
                        </a:rPr>
                        <a:t>:L5(5147),L3(6361)</a:t>
                      </a:r>
                      <a:r>
                        <a:rPr lang="en-US" sz="800" b="1" dirty="0">
                          <a:solidFill>
                            <a:schemeClr val="dk1"/>
                          </a:solidFill>
                        </a:rPr>
                        <a:t> </a:t>
                      </a:r>
                    </a:p>
                    <a:p>
                      <a:pPr marL="0" marR="0" lvl="0" indent="0" algn="l" defTabSz="116449"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22 : B4(6207), B3(6830),    </a:t>
                      </a:r>
                      <a:r>
                        <a:rPr kumimoji="0" lang="en-US" altLang="ko-Kore-KR" sz="800" b="1" i="0" u="none" strike="noStrike" kern="1200" cap="none" spc="0" normalizeH="0" baseline="0" noProof="0" dirty="0">
                          <a:ln>
                            <a:noFill/>
                          </a:ln>
                          <a:solidFill>
                            <a:prstClr val="black"/>
                          </a:solidFill>
                          <a:effectLst/>
                          <a:uLnTx/>
                          <a:uFillTx/>
                          <a:latin typeface="Calibri"/>
                          <a:cs typeface="Calibri"/>
                        </a:rPr>
                        <a:t>23:</a:t>
                      </a:r>
                      <a:r>
                        <a:rPr kumimoji="0" lang="en-US" altLang="ko-Kore-KR" sz="800" b="0" i="0" u="none" strike="noStrike" kern="1200" cap="none" spc="0" normalizeH="0" baseline="0" noProof="0" dirty="0">
                          <a:ln>
                            <a:noFill/>
                          </a:ln>
                          <a:solidFill>
                            <a:prstClr val="black"/>
                          </a:solidFill>
                          <a:effectLst/>
                          <a:uLnTx/>
                          <a:uFillTx/>
                          <a:latin typeface="Calibri"/>
                          <a:cs typeface="Calibri"/>
                        </a:rPr>
                        <a:t> </a:t>
                      </a:r>
                      <a:r>
                        <a:rPr kumimoji="0" lang="en-US" altLang="ko-Kore-KR" sz="800" b="1" i="0" u="none" strike="noStrike" kern="1200" cap="none" spc="0" normalizeH="0" baseline="0" noProof="0" dirty="0">
                          <a:ln>
                            <a:noFill/>
                          </a:ln>
                          <a:solidFill>
                            <a:prstClr val="black"/>
                          </a:solidFill>
                          <a:effectLst/>
                          <a:uLnTx/>
                          <a:uFillTx/>
                          <a:latin typeface="Calibri"/>
                          <a:cs typeface="Calibri"/>
                        </a:rPr>
                        <a:t>D5(5072),D3(6391)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altLang="ko-Kore-KR" sz="700" b="1" dirty="0">
                          <a:solidFill>
                            <a:schemeClr val="dk1"/>
                          </a:solidFill>
                        </a:rPr>
                        <a:t>34R</a:t>
                      </a:r>
                      <a:r>
                        <a:rPr lang="en-US" altLang="ko-Kore-KR" sz="700" b="1" dirty="0">
                          <a:solidFill>
                            <a:srgbClr val="C00000"/>
                          </a:solidFill>
                        </a:rPr>
                        <a:t>(DIS)</a:t>
                      </a:r>
                      <a:r>
                        <a:rPr lang="en-US" altLang="ko-Kore-KR" sz="700" b="1" dirty="0">
                          <a:solidFill>
                            <a:schemeClr val="dk1"/>
                          </a:solidFill>
                        </a:rPr>
                        <a:t>:C10(5780),C11(7270), 16L</a:t>
                      </a:r>
                      <a:r>
                        <a:rPr lang="en-US" altLang="ko-Kore-KR" sz="700" b="1" dirty="0">
                          <a:solidFill>
                            <a:srgbClr val="C00000"/>
                          </a:solidFill>
                        </a:rPr>
                        <a:t>(DIS)</a:t>
                      </a:r>
                      <a:r>
                        <a:rPr lang="en-US" altLang="ko-Kore-KR" sz="700" b="1" dirty="0">
                          <a:solidFill>
                            <a:schemeClr val="dk1"/>
                          </a:solidFill>
                        </a:rPr>
                        <a:t>:C6(5925),C4(7004)</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79251">
                <a:tc gridSpan="4">
                  <a:txBody>
                    <a:bodyPr/>
                    <a:lstStyle/>
                    <a:p>
                      <a:pPr marL="0" marR="0" lvl="0" indent="0" algn="ctr" rtl="0">
                        <a:lnSpc>
                          <a:spcPct val="100000"/>
                        </a:lnSpc>
                        <a:spcBef>
                          <a:spcPts val="0"/>
                        </a:spcBef>
                        <a:spcAft>
                          <a:spcPts val="0"/>
                        </a:spcAft>
                        <a:buClr>
                          <a:schemeClr val="dk1"/>
                        </a:buClr>
                        <a:buSzPts val="700"/>
                        <a:buFont typeface="Calibri"/>
                        <a:buNone/>
                      </a:pPr>
                      <a:r>
                        <a:rPr lang="en-US" sz="800" b="1" dirty="0">
                          <a:solidFill>
                            <a:srgbClr val="0070C0"/>
                          </a:solidFill>
                        </a:rPr>
                        <a:t>xxx Z : 180kts, 160kts limit APP Chart, xxx Y After 1400z</a:t>
                      </a:r>
                    </a:p>
                    <a:p>
                      <a:pPr marL="0" marR="0" lvl="0" indent="0" algn="ctr" rtl="0">
                        <a:lnSpc>
                          <a:spcPct val="100000"/>
                        </a:lnSpc>
                        <a:spcBef>
                          <a:spcPts val="0"/>
                        </a:spcBef>
                        <a:spcAft>
                          <a:spcPts val="0"/>
                        </a:spcAft>
                        <a:buClr>
                          <a:schemeClr val="dk1"/>
                        </a:buClr>
                        <a:buSzPts val="700"/>
                        <a:buFont typeface="Calibri"/>
                        <a:buNone/>
                      </a:pPr>
                      <a:r>
                        <a:rPr lang="en-US" sz="800" b="1" dirty="0">
                          <a:solidFill>
                            <a:schemeClr val="bg1"/>
                          </a:solidFill>
                        </a:rPr>
                        <a:t>Gate 105P Procedure      </a:t>
                      </a:r>
                      <a:r>
                        <a:rPr lang="en-US" sz="800" b="1" dirty="0">
                          <a:solidFill>
                            <a:srgbClr val="C00000"/>
                          </a:solidFill>
                        </a:rPr>
                        <a:t>[LDA22/23 Next Page]</a:t>
                      </a:r>
                      <a:endParaRPr sz="800" b="1" dirty="0">
                        <a:solidFill>
                          <a:srgbClr val="C0000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347" name="Google Shape;347;p24">
            <a:extLst>
              <a:ext uri="{FF2B5EF4-FFF2-40B4-BE49-F238E27FC236}">
                <a16:creationId xmlns:a16="http://schemas.microsoft.com/office/drawing/2014/main" id="{8FD3CC7B-08B2-F5C1-92A4-F6767F05C9D3}"/>
              </a:ext>
            </a:extLst>
          </p:cNvPr>
          <p:cNvGraphicFramePr/>
          <p:nvPr>
            <p:extLst>
              <p:ext uri="{D42A27DB-BD31-4B8C-83A1-F6EECF244321}">
                <p14:modId xmlns:p14="http://schemas.microsoft.com/office/powerpoint/2010/main" val="4128354113"/>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RKSS(GMP) 59ft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RJTT(HND) 21ft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GMP 131.15</a:t>
                      </a:r>
                      <a:endParaRPr dirty="0"/>
                    </a:p>
                    <a:p>
                      <a:pPr marL="0" marR="0" lvl="0" indent="0" algn="ctr" rtl="0">
                        <a:spcBef>
                          <a:spcPts val="0"/>
                        </a:spcBef>
                        <a:spcAft>
                          <a:spcPts val="0"/>
                        </a:spcAft>
                        <a:buNone/>
                      </a:pPr>
                      <a:r>
                        <a:rPr lang="en-US" sz="600" dirty="0">
                          <a:solidFill>
                            <a:srgbClr val="FF0000"/>
                          </a:solidFill>
                          <a:latin typeface="Calibri"/>
                          <a:ea typeface="Calibri"/>
                          <a:cs typeface="Calibri"/>
                          <a:sym typeface="Calibri"/>
                        </a:rPr>
                        <a:t>DCL -15분 </a:t>
                      </a:r>
                      <a:r>
                        <a:rPr lang="ko-KR" altLang="en-US" sz="600" dirty="0">
                          <a:solidFill>
                            <a:srgbClr val="FF0000"/>
                          </a:solidFill>
                          <a:latin typeface="Calibri"/>
                          <a:ea typeface="Calibri"/>
                          <a:cs typeface="Calibri"/>
                          <a:sym typeface="Calibri"/>
                        </a:rPr>
                        <a:t>가능 </a:t>
                      </a:r>
                      <a:endParaRPr lang="en-US" altLang="ko-KR" sz="600" dirty="0">
                        <a:solidFill>
                          <a:srgbClr val="FF0000"/>
                        </a:solidFill>
                        <a:latin typeface="Calibri"/>
                        <a:ea typeface="Calibri"/>
                        <a:cs typeface="Calibri"/>
                        <a:sym typeface="Calibri"/>
                      </a:endParaRPr>
                    </a:p>
                    <a:p>
                      <a:pPr marL="0" marR="0" lvl="0" indent="0" algn="ctr" rtl="0">
                        <a:spcBef>
                          <a:spcPts val="0"/>
                        </a:spcBef>
                        <a:spcAft>
                          <a:spcPts val="0"/>
                        </a:spcAft>
                        <a:buNone/>
                      </a:pPr>
                      <a:r>
                        <a:rPr lang="en-US" sz="600" dirty="0">
                          <a:solidFill>
                            <a:srgbClr val="FF0000"/>
                          </a:solidFill>
                          <a:latin typeface="Calibri"/>
                          <a:ea typeface="Calibri"/>
                          <a:cs typeface="Calibri"/>
                          <a:sym typeface="Calibri"/>
                        </a:rPr>
                        <a:t>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p>
                  </a:txBody>
                  <a:tcPr marL="91450" marR="91450" marT="0" marB="0" anchor="ctr"/>
                </a:tc>
                <a:tc>
                  <a:txBody>
                    <a:bodyPr/>
                    <a:lstStyle/>
                    <a:p>
                      <a:pPr marL="0" marR="0" lvl="0" indent="0" algn="ctr" rtl="0">
                        <a:spcBef>
                          <a:spcPts val="0"/>
                        </a:spcBef>
                        <a:spcAft>
                          <a:spcPts val="0"/>
                        </a:spcAft>
                        <a:buNone/>
                      </a:pPr>
                      <a:r>
                        <a:rPr lang="en-US" sz="900" dirty="0"/>
                        <a:t>Delta </a:t>
                      </a:r>
                      <a:r>
                        <a:rPr lang="en-US" sz="900" dirty="0" err="1"/>
                        <a:t>Oper</a:t>
                      </a:r>
                      <a:r>
                        <a:rPr lang="en-US" sz="900" dirty="0"/>
                        <a:t> 132.075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26F26BE9-17B0-AA30-1292-FD76115AC830}"/>
              </a:ext>
            </a:extLst>
          </p:cNvPr>
          <p:cNvSpPr txBox="1"/>
          <p:nvPr/>
        </p:nvSpPr>
        <p:spPr>
          <a:xfrm>
            <a:off x="421590" y="2680653"/>
            <a:ext cx="1996059"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134.17 – FUK</a:t>
            </a:r>
            <a:r>
              <a:rPr kumimoji="1" lang="en-US" altLang="ko-Kore-KR" sz="700" b="1" u="sng" dirty="0">
                <a:solidFill>
                  <a:srgbClr val="0070C0"/>
                </a:solidFill>
                <a:latin typeface="Gulim" panose="020B0600000101010101" pitchFamily="34" charset="-127"/>
                <a:ea typeface="Gulim" panose="020B0600000101010101" pitchFamily="34" charset="-127"/>
              </a:rPr>
              <a:t> 133.02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120.5 - TKO 133.35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APP 119.1 – 119.65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1171DD40-8B79-FDB8-7A89-47741567E72D}"/>
              </a:ext>
            </a:extLst>
          </p:cNvPr>
          <p:cNvSpPr/>
          <p:nvPr/>
        </p:nvSpPr>
        <p:spPr>
          <a:xfrm>
            <a:off x="821577" y="236891"/>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림 5" descr="텍스트, 지도, 폰트, 도표이(가) 표시된 사진&#10;&#10;자동 생성된 설명">
            <a:extLst>
              <a:ext uri="{FF2B5EF4-FFF2-40B4-BE49-F238E27FC236}">
                <a16:creationId xmlns:a16="http://schemas.microsoft.com/office/drawing/2014/main" id="{B63521A2-374F-B585-EB17-707675B0F10E}"/>
              </a:ext>
            </a:extLst>
          </p:cNvPr>
          <p:cNvPicPr>
            <a:picLocks noChangeAspect="1"/>
          </p:cNvPicPr>
          <p:nvPr/>
        </p:nvPicPr>
        <p:blipFill>
          <a:blip r:embed="rId6"/>
          <a:stretch>
            <a:fillRect/>
          </a:stretch>
        </p:blipFill>
        <p:spPr>
          <a:xfrm>
            <a:off x="3286" y="2680589"/>
            <a:ext cx="461157" cy="460179"/>
          </a:xfrm>
          <a:prstGeom prst="rect">
            <a:avLst/>
          </a:prstGeom>
        </p:spPr>
      </p:pic>
      <p:graphicFrame>
        <p:nvGraphicFramePr>
          <p:cNvPr id="7" name="Google Shape;136;p4">
            <a:extLst>
              <a:ext uri="{FF2B5EF4-FFF2-40B4-BE49-F238E27FC236}">
                <a16:creationId xmlns:a16="http://schemas.microsoft.com/office/drawing/2014/main" id="{23E3E101-BC50-A6C0-3A42-D76CCDECA61C}"/>
              </a:ext>
            </a:extLst>
          </p:cNvPr>
          <p:cNvGraphicFramePr/>
          <p:nvPr>
            <p:extLst>
              <p:ext uri="{D42A27DB-BD31-4B8C-83A1-F6EECF244321}">
                <p14:modId xmlns:p14="http://schemas.microsoft.com/office/powerpoint/2010/main" val="3909364309"/>
              </p:ext>
            </p:extLst>
          </p:nvPr>
        </p:nvGraphicFramePr>
        <p:xfrm>
          <a:off x="0" y="1049052"/>
          <a:ext cx="2339850" cy="1620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67475">
                  <a:extLst>
                    <a:ext uri="{9D8B030D-6E8A-4147-A177-3AD203B41FA5}">
                      <a16:colId xmlns:a16="http://schemas.microsoft.com/office/drawing/2014/main" val="20003"/>
                    </a:ext>
                  </a:extLst>
                </a:gridCol>
                <a:gridCol w="70400">
                  <a:extLst>
                    <a:ext uri="{9D8B030D-6E8A-4147-A177-3AD203B41FA5}">
                      <a16:colId xmlns:a16="http://schemas.microsoft.com/office/drawing/2014/main" val="1866786423"/>
                    </a:ext>
                  </a:extLst>
                </a:gridCol>
                <a:gridCol w="439000">
                  <a:extLst>
                    <a:ext uri="{9D8B030D-6E8A-4147-A177-3AD203B41FA5}">
                      <a16:colId xmlns:a16="http://schemas.microsoft.com/office/drawing/2014/main" val="20006"/>
                    </a:ext>
                  </a:extLst>
                </a:gridCol>
                <a:gridCol w="439000">
                  <a:extLst>
                    <a:ext uri="{9D8B030D-6E8A-4147-A177-3AD203B41FA5}">
                      <a16:colId xmlns:a16="http://schemas.microsoft.com/office/drawing/2014/main" val="20008"/>
                    </a:ext>
                  </a:extLst>
                </a:gridCol>
              </a:tblGrid>
              <a:tr h="119361">
                <a:tc gridSpan="7">
                  <a:txBody>
                    <a:bodyPr/>
                    <a:lstStyle/>
                    <a:p>
                      <a:pPr marL="0" marR="0" lvl="0" indent="0" algn="ctr" rtl="0">
                        <a:spcBef>
                          <a:spcPts val="0"/>
                        </a:spcBef>
                        <a:spcAft>
                          <a:spcPts val="0"/>
                        </a:spcAft>
                        <a:buNone/>
                      </a:pPr>
                      <a:r>
                        <a:rPr lang="en-US" altLang="ko-Kore-KR" sz="800" u="none" strike="noStrike" cap="none" dirty="0"/>
                        <a:t>GMP : </a:t>
                      </a:r>
                      <a:r>
                        <a:rPr lang="en-US" altLang="ko-Kore-KR"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lang="en-US" altLang="ko-Kore-K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8481">
                <a:tc rowSpan="2">
                  <a:txBody>
                    <a:bodyPr/>
                    <a:lstStyle/>
                    <a:p>
                      <a:pPr marL="0" marR="0" lvl="0" indent="0" algn="ctr" rtl="0">
                        <a:spcBef>
                          <a:spcPts val="0"/>
                        </a:spcBef>
                        <a:spcAft>
                          <a:spcPts val="0"/>
                        </a:spcAft>
                        <a:buNone/>
                      </a:pPr>
                      <a:r>
                        <a:rPr lang="en-US" sz="800" b="1"/>
                        <a:t>32L/R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xT</a:t>
                      </a:r>
                      <a:endParaRPr sz="800" b="1" dirty="0">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dirty="0"/>
                        <a:t>HD 324</a:t>
                      </a:r>
                      <a:r>
                        <a:rPr lang="en-US" sz="800" b="1" dirty="0">
                          <a:solidFill>
                            <a:schemeClr val="dk1"/>
                          </a:solidFill>
                        </a:rPr>
                        <a:t> </a:t>
                      </a:r>
                      <a:r>
                        <a:rPr lang="en-US" sz="800" b="1" dirty="0">
                          <a:solidFill>
                            <a:srgbClr val="0070C0"/>
                          </a:solidFill>
                        </a:rPr>
                        <a:t>ALT 5000 </a:t>
                      </a:r>
                      <a:r>
                        <a:rPr lang="en-US" sz="800" b="1" dirty="0">
                          <a:solidFill>
                            <a:srgbClr val="C00000"/>
                          </a:solidFill>
                        </a:rPr>
                        <a:t>Modi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1"/>
                  </a:ext>
                </a:extLst>
              </a:tr>
              <a:tr h="108481">
                <a:tc vMerge="1">
                  <a:txBody>
                    <a:bodyPr/>
                    <a:lstStyle/>
                    <a:p>
                      <a:endParaRPr lang="ko-Kore-KR"/>
                    </a:p>
                  </a:txBody>
                  <a:tcPr/>
                </a:tc>
                <a:tc gridSpan="2">
                  <a:txBody>
                    <a:bodyPr/>
                    <a:lstStyle/>
                    <a:p>
                      <a:pPr marL="0" marR="0" lvl="0" indent="0" algn="ctr" rtl="0">
                        <a:spcBef>
                          <a:spcPts val="0"/>
                        </a:spcBef>
                        <a:spcAft>
                          <a:spcPts val="0"/>
                        </a:spcAft>
                        <a:buNone/>
                      </a:pPr>
                      <a:r>
                        <a:rPr lang="en-US" sz="800" dirty="0"/>
                        <a:t>(EGOBA </a:t>
                      </a:r>
                      <a:r>
                        <a:rPr lang="en-US" sz="800" dirty="0" err="1"/>
                        <a:t>xQ</a:t>
                      </a:r>
                      <a:r>
                        <a:rPr lang="en-US" sz="800" dirty="0"/>
                        <a:t>)</a:t>
                      </a:r>
                      <a:endParaRPr sz="800" dirty="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2"/>
                  </a:ext>
                </a:extLst>
              </a:tr>
              <a:tr h="108481">
                <a:tc>
                  <a:txBody>
                    <a:bodyPr/>
                    <a:lstStyle/>
                    <a:p>
                      <a:pPr marL="0" marR="0" lvl="0" indent="0" algn="ctr" rtl="0">
                        <a:spcBef>
                          <a:spcPts val="0"/>
                        </a:spcBef>
                        <a:spcAft>
                          <a:spcPts val="0"/>
                        </a:spcAft>
                        <a:buNone/>
                      </a:pPr>
                      <a:r>
                        <a:rPr lang="en-US" sz="800" b="1" dirty="0"/>
                        <a:t>14L/R</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xU</a:t>
                      </a:r>
                      <a:endParaRPr sz="800" b="1" dirty="0">
                        <a:solidFill>
                          <a:srgbClr val="0070C0"/>
                        </a:solidFill>
                      </a:endParaRP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dirty="0"/>
                        <a:t>HD 144</a:t>
                      </a:r>
                      <a:r>
                        <a:rPr lang="en-US" sz="800" b="1" dirty="0">
                          <a:solidFill>
                            <a:schemeClr val="dk1"/>
                          </a:solidFill>
                        </a:rPr>
                        <a:t> </a:t>
                      </a:r>
                      <a:r>
                        <a:rPr lang="en-US" sz="800" b="1" dirty="0">
                          <a:solidFill>
                            <a:srgbClr val="0070C0"/>
                          </a:solidFill>
                        </a:rPr>
                        <a:t>ALT 6000 </a:t>
                      </a:r>
                      <a:r>
                        <a:rPr lang="en-US" sz="800" b="1" dirty="0">
                          <a:solidFill>
                            <a:srgbClr val="C00000"/>
                          </a:solidFill>
                        </a:rPr>
                        <a:t>Modi NADP</a:t>
                      </a: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76684">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KIP</a:t>
                      </a:r>
                      <a:endParaRPr dirty="0"/>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 IKMO</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32R ISKP</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14L ISEL 109.9</a:t>
                      </a:r>
                      <a:endParaRP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14R </a:t>
                      </a:r>
                      <a:r>
                        <a:rPr lang="en-US" sz="700" b="1" u="none" strike="noStrike" cap="none" dirty="0">
                          <a:solidFill>
                            <a:srgbClr val="C00000"/>
                          </a:solidFill>
                        </a:rPr>
                        <a:t>IOFR</a:t>
                      </a:r>
                      <a:r>
                        <a:rPr lang="en-US" sz="800" b="1" u="none" strike="noStrike" cap="none" dirty="0">
                          <a:solidFill>
                            <a:srgbClr val="C00000"/>
                          </a:solidFill>
                        </a:rPr>
                        <a:t> 108.7</a:t>
                      </a:r>
                      <a:endParaRPr dirty="0"/>
                    </a:p>
                  </a:txBody>
                  <a:tcPr marL="36000" marR="36000" marT="36000" marB="36000" anchor="ctr"/>
                </a:tc>
                <a:extLst>
                  <a:ext uri="{0D108BD9-81ED-4DB2-BD59-A6C34878D82A}">
                    <a16:rowId xmlns:a16="http://schemas.microsoft.com/office/drawing/2014/main" val="10005"/>
                  </a:ext>
                </a:extLst>
              </a:tr>
              <a:tr h="176684">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32L/R : EO32L/R, R225, YJU R271</a:t>
                      </a:r>
                    </a:p>
                  </a:txBody>
                  <a:tcPr marL="36000" marR="36000" marT="36000" marB="3600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14L/R : EO14L/R, R220, P73 /2</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24888">
                <a:tc gridSpan="7">
                  <a:txBody>
                    <a:bodyPr/>
                    <a:lstStyle/>
                    <a:p>
                      <a:pPr marL="0" marR="0" lvl="0" indent="0" algn="ctr" rtl="0">
                        <a:lnSpc>
                          <a:spcPct val="100000"/>
                        </a:lnSpc>
                        <a:spcBef>
                          <a:spcPts val="0"/>
                        </a:spcBef>
                        <a:spcAft>
                          <a:spcPts val="0"/>
                        </a:spcAft>
                        <a:buClr>
                          <a:srgbClr val="000000"/>
                        </a:buClr>
                        <a:buSzPts val="800"/>
                        <a:buFont typeface="Calibri"/>
                        <a:buNone/>
                      </a:pPr>
                      <a:r>
                        <a:rPr lang="en-US" sz="800" b="0" i="0" u="none" strike="noStrike" cap="none" dirty="0">
                          <a:solidFill>
                            <a:srgbClr val="000000"/>
                          </a:solidFill>
                          <a:latin typeface="Calibri"/>
                          <a:ea typeface="Calibri"/>
                          <a:cs typeface="Calibri"/>
                          <a:sym typeface="Calibri"/>
                        </a:rPr>
                        <a:t>APRON(130.875) -&gt; GND(121.9) -&gt; TWR (All by ATC)</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sp>
        <p:nvSpPr>
          <p:cNvPr id="8" name="Google Shape;139;p4">
            <a:extLst>
              <a:ext uri="{FF2B5EF4-FFF2-40B4-BE49-F238E27FC236}">
                <a16:creationId xmlns:a16="http://schemas.microsoft.com/office/drawing/2014/main" id="{256FFA53-C32E-9B34-769C-BB64C95FD1A0}"/>
              </a:ext>
            </a:extLst>
          </p:cNvPr>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 </a:t>
            </a:r>
            <a:endParaRPr sz="1800" b="1" dirty="0">
              <a:solidFill>
                <a:srgbClr val="C00000"/>
              </a:solidFill>
            </a:endParaRPr>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9" name="그림 8">
            <a:extLst>
              <a:ext uri="{FF2B5EF4-FFF2-40B4-BE49-F238E27FC236}">
                <a16:creationId xmlns:a16="http://schemas.microsoft.com/office/drawing/2014/main" id="{8EBCA2F3-17D6-342B-0EAD-F804AF02F950}"/>
              </a:ext>
            </a:extLst>
          </p:cNvPr>
          <p:cNvPicPr>
            <a:picLocks noChangeAspect="1"/>
          </p:cNvPicPr>
          <p:nvPr/>
        </p:nvPicPr>
        <p:blipFill>
          <a:blip r:embed="rId7"/>
          <a:stretch>
            <a:fillRect/>
          </a:stretch>
        </p:blipFill>
        <p:spPr>
          <a:xfrm>
            <a:off x="148563" y="602614"/>
            <a:ext cx="451728" cy="451728"/>
          </a:xfrm>
          <a:prstGeom prst="rect">
            <a:avLst/>
          </a:prstGeom>
        </p:spPr>
      </p:pic>
      <p:pic>
        <p:nvPicPr>
          <p:cNvPr id="5" name="그래픽 4" descr="집 Wi-Fi에서 작업 단색으로 채워진">
            <a:hlinkClick r:id="" action="ppaction://hlinkshowjump?jump=firstslide"/>
            <a:extLst>
              <a:ext uri="{FF2B5EF4-FFF2-40B4-BE49-F238E27FC236}">
                <a16:creationId xmlns:a16="http://schemas.microsoft.com/office/drawing/2014/main" id="{9CB71F31-9FE7-F6FB-E831-4F77E26176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283173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540206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5DEC68E-7214-EAF6-505A-EFCC1EEC10DF}"/>
            </a:ext>
          </a:extLst>
        </p:cNvPr>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09C106CB-F928-744F-9231-597E7BA00720}"/>
              </a:ext>
            </a:extLst>
          </p:cNvPr>
          <p:cNvGraphicFramePr/>
          <p:nvPr>
            <p:extLst>
              <p:ext uri="{D42A27DB-BD31-4B8C-83A1-F6EECF244321}">
                <p14:modId xmlns:p14="http://schemas.microsoft.com/office/powerpoint/2010/main" val="4254911068"/>
              </p:ext>
            </p:extLst>
          </p:nvPr>
        </p:nvGraphicFramePr>
        <p:xfrm>
          <a:off x="-4122" y="2338996"/>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R/H Turn </a:t>
                      </a:r>
                      <a:r>
                        <a:rPr lang="en-US" altLang="ko-KR" sz="800" b="1" dirty="0">
                          <a:solidFill>
                            <a:srgbClr val="C00000"/>
                          </a:solidFill>
                        </a:rPr>
                        <a:t>HME 015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KASGA Radial In 196,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graphicFrame>
        <p:nvGraphicFramePr>
          <p:cNvPr id="138" name="Google Shape;138;p4">
            <a:extLst>
              <a:ext uri="{FF2B5EF4-FFF2-40B4-BE49-F238E27FC236}">
                <a16:creationId xmlns:a16="http://schemas.microsoft.com/office/drawing/2014/main" id="{23755B93-226C-22BF-2505-861E838D4024}"/>
              </a:ext>
            </a:extLst>
          </p:cNvPr>
          <p:cNvGraphicFramePr/>
          <p:nvPr>
            <p:extLst>
              <p:ext uri="{D42A27DB-BD31-4B8C-83A1-F6EECF244321}">
                <p14:modId xmlns:p14="http://schemas.microsoft.com/office/powerpoint/2010/main" val="3071223817"/>
              </p:ext>
            </p:extLst>
          </p:nvPr>
        </p:nvGraphicFramePr>
        <p:xfrm>
          <a:off x="0" y="-1"/>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96610">
                <a:tc>
                  <a:txBody>
                    <a:bodyPr/>
                    <a:lstStyle/>
                    <a:p>
                      <a:pPr marL="0" marR="0" lvl="0" indent="0" algn="ctr" rtl="0">
                        <a:spcBef>
                          <a:spcPts val="0"/>
                        </a:spcBef>
                        <a:spcAft>
                          <a:spcPts val="0"/>
                        </a:spcAft>
                        <a:buNone/>
                      </a:pPr>
                      <a:r>
                        <a:rPr lang="en-US" sz="1100" dirty="0"/>
                        <a:t>A330 HND LDA 22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31258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RNV22-W       XAC 1B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100028">
                <a:tc>
                  <a:txBody>
                    <a:bodyPr/>
                    <a:lstStyle/>
                    <a:p>
                      <a:pPr marL="0" marR="0" lvl="0" indent="0" algn="ctr" rtl="0">
                        <a:spcBef>
                          <a:spcPts val="0"/>
                        </a:spcBef>
                        <a:spcAft>
                          <a:spcPts val="0"/>
                        </a:spcAft>
                        <a:buNone/>
                      </a:pPr>
                      <a:r>
                        <a:rPr lang="en-US" sz="800" b="1" dirty="0">
                          <a:solidFill>
                            <a:srgbClr val="0070C0"/>
                          </a:solidFill>
                        </a:rPr>
                        <a:t>CHK IKL, IKL /8 180kts, /3 160kts, HME 015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34" name="그룹 133">
            <a:extLst>
              <a:ext uri="{FF2B5EF4-FFF2-40B4-BE49-F238E27FC236}">
                <a16:creationId xmlns:a16="http://schemas.microsoft.com/office/drawing/2014/main" id="{3E75256C-8E35-5BBE-A649-590CEA5F0D16}"/>
              </a:ext>
            </a:extLst>
          </p:cNvPr>
          <p:cNvGrpSpPr/>
          <p:nvPr/>
        </p:nvGrpSpPr>
        <p:grpSpPr>
          <a:xfrm>
            <a:off x="-42267" y="702484"/>
            <a:ext cx="2411183" cy="1368423"/>
            <a:chOff x="-42267" y="989260"/>
            <a:chExt cx="2411183" cy="1368423"/>
          </a:xfrm>
        </p:grpSpPr>
        <p:pic>
          <p:nvPicPr>
            <p:cNvPr id="5" name="그림 4" descr="지도, 스크린샷이(가) 표시된 사진&#10;&#10;자동 생성된 설명">
              <a:extLst>
                <a:ext uri="{FF2B5EF4-FFF2-40B4-BE49-F238E27FC236}">
                  <a16:creationId xmlns:a16="http://schemas.microsoft.com/office/drawing/2014/main" id="{611C0B97-B927-3684-079C-1DF58107E92F}"/>
                </a:ext>
              </a:extLst>
            </p:cNvPr>
            <p:cNvPicPr>
              <a:picLocks noChangeAspect="1"/>
            </p:cNvPicPr>
            <p:nvPr/>
          </p:nvPicPr>
          <p:blipFill>
            <a:blip r:embed="rId3"/>
            <a:stretch>
              <a:fillRect/>
            </a:stretch>
          </p:blipFill>
          <p:spPr>
            <a:xfrm>
              <a:off x="-2199" y="1038847"/>
              <a:ext cx="2326259" cy="645541"/>
            </a:xfrm>
            <a:prstGeom prst="rect">
              <a:avLst/>
            </a:prstGeom>
          </p:spPr>
        </p:pic>
        <p:sp>
          <p:nvSpPr>
            <p:cNvPr id="48" name="사각형 설명선[R] 47">
              <a:extLst>
                <a:ext uri="{FF2B5EF4-FFF2-40B4-BE49-F238E27FC236}">
                  <a16:creationId xmlns:a16="http://schemas.microsoft.com/office/drawing/2014/main" id="{4227751E-4B7B-4F2B-531B-954A388475D8}"/>
                </a:ext>
              </a:extLst>
            </p:cNvPr>
            <p:cNvSpPr/>
            <p:nvPr/>
          </p:nvSpPr>
          <p:spPr>
            <a:xfrm>
              <a:off x="1566825" y="1697366"/>
              <a:ext cx="735129" cy="338105"/>
            </a:xfrm>
            <a:prstGeom prst="wedgeRectCallout">
              <a:avLst>
                <a:gd name="adj1" fmla="val 26587"/>
                <a:gd name="adj2" fmla="val -18864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MANAGE DES, </a:t>
              </a:r>
              <a:r>
                <a:rPr kumimoji="1" lang="en-US" altLang="ko-Kore-KR" sz="400" dirty="0">
                  <a:solidFill>
                    <a:srgbClr val="FFC000"/>
                  </a:solidFill>
                </a:rPr>
                <a:t>FLAP 1</a:t>
              </a:r>
            </a:p>
            <a:p>
              <a:r>
                <a:rPr kumimoji="1" lang="en-US" altLang="ko-Kore-KR" sz="400" dirty="0">
                  <a:solidFill>
                    <a:srgbClr val="FFC000"/>
                  </a:solidFill>
                </a:rPr>
                <a:t>TRK FPA ON</a:t>
              </a:r>
            </a:p>
            <a:p>
              <a:r>
                <a:rPr kumimoji="1" lang="en-US" altLang="ko-Kore-KR" sz="400" dirty="0">
                  <a:solidFill>
                    <a:srgbClr val="FFC000"/>
                  </a:solidFill>
                </a:rPr>
                <a:t>LOC ARM</a:t>
              </a:r>
              <a:r>
                <a:rPr kumimoji="1" lang="en-US" altLang="ko-KR" sz="400" dirty="0">
                  <a:solidFill>
                    <a:srgbClr val="FFC000"/>
                  </a:solidFill>
                </a:rPr>
                <a:t>,</a:t>
              </a:r>
              <a:r>
                <a:rPr kumimoji="1" lang="ko-KR" altLang="en-US" sz="400" dirty="0">
                  <a:solidFill>
                    <a:srgbClr val="FFC000"/>
                  </a:solidFill>
                </a:rPr>
                <a:t> </a:t>
              </a:r>
              <a:r>
                <a:rPr kumimoji="1" lang="en-US" altLang="ko-KR" sz="400" dirty="0">
                  <a:solidFill>
                    <a:srgbClr val="FFC000"/>
                  </a:solidFill>
                </a:rPr>
                <a:t>PULL SPD 180</a:t>
              </a:r>
              <a:endParaRPr kumimoji="1" lang="en-US" altLang="ko-Kore-KR" sz="400" dirty="0">
                <a:solidFill>
                  <a:srgbClr val="FFC000"/>
                </a:solidFill>
              </a:endParaRPr>
            </a:p>
            <a:p>
              <a:r>
                <a:rPr kumimoji="1" lang="en-US" altLang="ko-KR" sz="400" dirty="0"/>
                <a:t>BONDO 5000’ </a:t>
              </a:r>
              <a:r>
                <a:rPr kumimoji="1" lang="ko-KR" altLang="en-US" sz="400" dirty="0" err="1"/>
                <a:t>맞추기위한</a:t>
              </a:r>
              <a:r>
                <a:rPr kumimoji="1" lang="ko-KR" altLang="en-US" sz="400" dirty="0"/>
                <a:t> </a:t>
              </a:r>
              <a:r>
                <a:rPr kumimoji="1" lang="en-US" altLang="ko-KR" sz="400" dirty="0"/>
                <a:t>S/B </a:t>
              </a:r>
              <a:r>
                <a:rPr kumimoji="1" lang="ko-KR" altLang="en-US" sz="400" dirty="0"/>
                <a:t>사용 고려</a:t>
              </a:r>
              <a:endParaRPr kumimoji="1" lang="en-US" altLang="ko-Kore-KR" sz="400" dirty="0"/>
            </a:p>
          </p:txBody>
        </p:sp>
        <p:cxnSp>
          <p:nvCxnSpPr>
            <p:cNvPr id="14" name="직선 연결선[R] 13">
              <a:extLst>
                <a:ext uri="{FF2B5EF4-FFF2-40B4-BE49-F238E27FC236}">
                  <a16:creationId xmlns:a16="http://schemas.microsoft.com/office/drawing/2014/main" id="{61A0E44B-25F1-58C1-8DE9-571998195A2A}"/>
                </a:ext>
              </a:extLst>
            </p:cNvPr>
            <p:cNvCxnSpPr>
              <a:cxnSpLocks/>
              <a:stCxn id="19" idx="1"/>
            </p:cNvCxnSpPr>
            <p:nvPr/>
          </p:nvCxnSpPr>
          <p:spPr>
            <a:xfrm flipH="1">
              <a:off x="448034" y="1181041"/>
              <a:ext cx="1593292" cy="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8" name="포인트가 4개인 별 7">
              <a:extLst>
                <a:ext uri="{FF2B5EF4-FFF2-40B4-BE49-F238E27FC236}">
                  <a16:creationId xmlns:a16="http://schemas.microsoft.com/office/drawing/2014/main" id="{93923709-7EBF-C36A-740A-342024D1E132}"/>
                </a:ext>
              </a:extLst>
            </p:cNvPr>
            <p:cNvSpPr>
              <a:spLocks noChangeAspect="1"/>
            </p:cNvSpPr>
            <p:nvPr/>
          </p:nvSpPr>
          <p:spPr>
            <a:xfrm>
              <a:off x="1706050" y="114248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9" name="호 8">
              <a:extLst>
                <a:ext uri="{FF2B5EF4-FFF2-40B4-BE49-F238E27FC236}">
                  <a16:creationId xmlns:a16="http://schemas.microsoft.com/office/drawing/2014/main" id="{050823E3-41E4-402D-AEF2-F310B51EB812}"/>
                </a:ext>
              </a:extLst>
            </p:cNvPr>
            <p:cNvSpPr/>
            <p:nvPr/>
          </p:nvSpPr>
          <p:spPr>
            <a:xfrm>
              <a:off x="91439" y="1179428"/>
              <a:ext cx="618645" cy="755242"/>
            </a:xfrm>
            <a:prstGeom prst="arc">
              <a:avLst>
                <a:gd name="adj1" fmla="val 12288827"/>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9" name="포인트가 4개인 별 18">
              <a:extLst>
                <a:ext uri="{FF2B5EF4-FFF2-40B4-BE49-F238E27FC236}">
                  <a16:creationId xmlns:a16="http://schemas.microsoft.com/office/drawing/2014/main" id="{C1CC6D9A-2437-E066-024D-3B9F8280BFD3}"/>
                </a:ext>
              </a:extLst>
            </p:cNvPr>
            <p:cNvSpPr>
              <a:spLocks noChangeAspect="1"/>
            </p:cNvSpPr>
            <p:nvPr/>
          </p:nvSpPr>
          <p:spPr>
            <a:xfrm>
              <a:off x="2041326" y="114526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1" name="포인트가 4개인 별 20">
              <a:extLst>
                <a:ext uri="{FF2B5EF4-FFF2-40B4-BE49-F238E27FC236}">
                  <a16:creationId xmlns:a16="http://schemas.microsoft.com/office/drawing/2014/main" id="{76801248-383D-3178-AFEE-6B96191195A4}"/>
                </a:ext>
              </a:extLst>
            </p:cNvPr>
            <p:cNvSpPr>
              <a:spLocks noChangeAspect="1"/>
            </p:cNvSpPr>
            <p:nvPr/>
          </p:nvSpPr>
          <p:spPr>
            <a:xfrm>
              <a:off x="412034" y="114110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4" name="포인트가 4개인 별 23">
              <a:extLst>
                <a:ext uri="{FF2B5EF4-FFF2-40B4-BE49-F238E27FC236}">
                  <a16:creationId xmlns:a16="http://schemas.microsoft.com/office/drawing/2014/main" id="{16370EC6-8D5D-E305-2F62-8A2637510556}"/>
                </a:ext>
              </a:extLst>
            </p:cNvPr>
            <p:cNvSpPr>
              <a:spLocks noChangeAspect="1"/>
            </p:cNvSpPr>
            <p:nvPr/>
          </p:nvSpPr>
          <p:spPr>
            <a:xfrm>
              <a:off x="2206194" y="131844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5" name="포인트가 4개인 별 24">
              <a:extLst>
                <a:ext uri="{FF2B5EF4-FFF2-40B4-BE49-F238E27FC236}">
                  <a16:creationId xmlns:a16="http://schemas.microsoft.com/office/drawing/2014/main" id="{0E90A0A1-52CC-B9DD-6017-B27824CE332D}"/>
                </a:ext>
              </a:extLst>
            </p:cNvPr>
            <p:cNvSpPr>
              <a:spLocks noChangeAspect="1"/>
            </p:cNvSpPr>
            <p:nvPr/>
          </p:nvSpPr>
          <p:spPr>
            <a:xfrm>
              <a:off x="2254691" y="152903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cxnSp>
          <p:nvCxnSpPr>
            <p:cNvPr id="26" name="직선 연결선[R] 25">
              <a:extLst>
                <a:ext uri="{FF2B5EF4-FFF2-40B4-BE49-F238E27FC236}">
                  <a16:creationId xmlns:a16="http://schemas.microsoft.com/office/drawing/2014/main" id="{1A53383F-2B6D-CE81-E1A8-7170C42005FA}"/>
                </a:ext>
              </a:extLst>
            </p:cNvPr>
            <p:cNvCxnSpPr>
              <a:cxnSpLocks/>
            </p:cNvCxnSpPr>
            <p:nvPr/>
          </p:nvCxnSpPr>
          <p:spPr>
            <a:xfrm flipH="1" flipV="1">
              <a:off x="2105014" y="1191896"/>
              <a:ext cx="113648" cy="139015"/>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34" name="직선 연결선[R] 33">
              <a:extLst>
                <a:ext uri="{FF2B5EF4-FFF2-40B4-BE49-F238E27FC236}">
                  <a16:creationId xmlns:a16="http://schemas.microsoft.com/office/drawing/2014/main" id="{6B88FB7C-6CD3-15E5-B8F7-87E488402446}"/>
                </a:ext>
              </a:extLst>
            </p:cNvPr>
            <p:cNvCxnSpPr>
              <a:cxnSpLocks/>
              <a:endCxn id="24" idx="2"/>
            </p:cNvCxnSpPr>
            <p:nvPr/>
          </p:nvCxnSpPr>
          <p:spPr>
            <a:xfrm flipH="1" flipV="1">
              <a:off x="2242194" y="1390000"/>
              <a:ext cx="44341" cy="139031"/>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56" name="사각형 설명선[R] 55">
              <a:extLst>
                <a:ext uri="{FF2B5EF4-FFF2-40B4-BE49-F238E27FC236}">
                  <a16:creationId xmlns:a16="http://schemas.microsoft.com/office/drawing/2014/main" id="{674A70AD-8746-C76C-BFDD-20B873FB3E2B}"/>
                </a:ext>
              </a:extLst>
            </p:cNvPr>
            <p:cNvSpPr/>
            <p:nvPr/>
          </p:nvSpPr>
          <p:spPr>
            <a:xfrm>
              <a:off x="1106294" y="1333713"/>
              <a:ext cx="606832" cy="209027"/>
            </a:xfrm>
            <a:prstGeom prst="wedgeRectCallout">
              <a:avLst>
                <a:gd name="adj1" fmla="val 50389"/>
                <a:gd name="adj2" fmla="val -11752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1000’ SET, </a:t>
              </a:r>
              <a:r>
                <a:rPr kumimoji="1" lang="en-US" altLang="ko-Kore-KR" sz="400" b="1" dirty="0">
                  <a:solidFill>
                    <a:srgbClr val="FFC000"/>
                  </a:solidFill>
                </a:rPr>
                <a:t>FPA -4</a:t>
              </a:r>
              <a:r>
                <a:rPr kumimoji="1" lang="ko-KR" altLang="en-US" sz="400" b="1" dirty="0">
                  <a:solidFill>
                    <a:srgbClr val="FFC000"/>
                  </a:solidFill>
                </a:rPr>
                <a:t> </a:t>
              </a:r>
              <a:r>
                <a:rPr kumimoji="1" lang="en-US" altLang="ko-KR" sz="400" b="1" dirty="0">
                  <a:solidFill>
                    <a:srgbClr val="FFC000"/>
                  </a:solidFill>
                </a:rPr>
                <a:t>DES</a:t>
              </a:r>
            </a:p>
            <a:p>
              <a:r>
                <a:rPr kumimoji="1" lang="en-US" altLang="ko-KR" sz="400" dirty="0">
                  <a:solidFill>
                    <a:srgbClr val="FFC000"/>
                  </a:solidFill>
                </a:rPr>
                <a:t>S/B</a:t>
              </a:r>
              <a:r>
                <a:rPr kumimoji="1" lang="ko-KR" altLang="en-US" sz="400" dirty="0">
                  <a:solidFill>
                    <a:srgbClr val="FFC000"/>
                  </a:solidFill>
                </a:rPr>
                <a:t> </a:t>
              </a:r>
              <a:r>
                <a:rPr kumimoji="1" lang="en-US" altLang="ko-KR" sz="400" dirty="0">
                  <a:solidFill>
                    <a:srgbClr val="FFC000"/>
                  </a:solidFill>
                </a:rPr>
                <a:t>or</a:t>
              </a:r>
              <a:r>
                <a:rPr kumimoji="1" lang="ko-KR" altLang="en-US" sz="400" dirty="0">
                  <a:solidFill>
                    <a:srgbClr val="FFC000"/>
                  </a:solidFill>
                </a:rPr>
                <a:t> </a:t>
              </a:r>
              <a:r>
                <a:rPr kumimoji="1" lang="en-US" altLang="ko-KR" sz="400" dirty="0">
                  <a:solidFill>
                    <a:srgbClr val="FFC000"/>
                  </a:solidFill>
                </a:rPr>
                <a:t>L/G</a:t>
              </a:r>
              <a:r>
                <a:rPr kumimoji="1" lang="ko-KR" altLang="en-US" sz="400" dirty="0">
                  <a:solidFill>
                    <a:srgbClr val="FFC000"/>
                  </a:solidFill>
                </a:rPr>
                <a:t> </a:t>
              </a:r>
              <a:r>
                <a:rPr kumimoji="1" lang="en-US" altLang="ko-KR" sz="400" dirty="0">
                  <a:solidFill>
                    <a:srgbClr val="FFC000"/>
                  </a:solidFill>
                </a:rPr>
                <a:t>DN</a:t>
              </a:r>
            </a:p>
          </p:txBody>
        </p:sp>
        <p:sp>
          <p:nvSpPr>
            <p:cNvPr id="43" name="TextBox 42">
              <a:extLst>
                <a:ext uri="{FF2B5EF4-FFF2-40B4-BE49-F238E27FC236}">
                  <a16:creationId xmlns:a16="http://schemas.microsoft.com/office/drawing/2014/main" id="{D775BE31-0AEE-E9F2-D4B8-CB9B2B46F3F2}"/>
                </a:ext>
              </a:extLst>
            </p:cNvPr>
            <p:cNvSpPr txBox="1"/>
            <p:nvPr/>
          </p:nvSpPr>
          <p:spPr>
            <a:xfrm>
              <a:off x="1475792" y="1198461"/>
              <a:ext cx="532518" cy="215444"/>
            </a:xfrm>
            <a:prstGeom prst="rect">
              <a:avLst/>
            </a:prstGeom>
            <a:noFill/>
          </p:spPr>
          <p:txBody>
            <a:bodyPr wrap="none" rtlCol="0">
              <a:spAutoFit/>
            </a:bodyPr>
            <a:lstStyle/>
            <a:p>
              <a:pPr algn="ctr"/>
              <a:r>
                <a:rPr kumimoji="1" lang="en-US" altLang="ko-Kore-KR" sz="400" b="1" dirty="0"/>
                <a:t>BONDO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5000’</a:t>
              </a:r>
              <a:endParaRPr kumimoji="1" lang="ko-Kore-KR" altLang="en-US" sz="400" b="1" dirty="0">
                <a:solidFill>
                  <a:srgbClr val="FF0000"/>
                </a:solidFill>
              </a:endParaRPr>
            </a:p>
          </p:txBody>
        </p:sp>
        <p:sp>
          <p:nvSpPr>
            <p:cNvPr id="45" name="TextBox 44">
              <a:extLst>
                <a:ext uri="{FF2B5EF4-FFF2-40B4-BE49-F238E27FC236}">
                  <a16:creationId xmlns:a16="http://schemas.microsoft.com/office/drawing/2014/main" id="{B162ACD9-5B26-5850-4A03-A3D860DAD2DD}"/>
                </a:ext>
              </a:extLst>
            </p:cNvPr>
            <p:cNvSpPr txBox="1"/>
            <p:nvPr/>
          </p:nvSpPr>
          <p:spPr>
            <a:xfrm>
              <a:off x="1896233" y="989260"/>
              <a:ext cx="328936" cy="215444"/>
            </a:xfrm>
            <a:prstGeom prst="rect">
              <a:avLst/>
            </a:prstGeom>
            <a:noFill/>
          </p:spPr>
          <p:txBody>
            <a:bodyPr wrap="none" rtlCol="0">
              <a:spAutoFit/>
            </a:bodyPr>
            <a:lstStyle/>
            <a:p>
              <a:pPr algn="ctr"/>
              <a:r>
                <a:rPr kumimoji="1" lang="en-US" altLang="ko-Kore-KR" sz="400" b="1" dirty="0"/>
                <a:t>BEAST</a:t>
              </a:r>
            </a:p>
            <a:p>
              <a:pPr algn="ctr"/>
              <a:r>
                <a:rPr kumimoji="1" lang="en-US" altLang="ko-Kore-KR" sz="400" b="1" dirty="0"/>
                <a:t>5500’</a:t>
              </a:r>
            </a:p>
          </p:txBody>
        </p:sp>
        <p:sp>
          <p:nvSpPr>
            <p:cNvPr id="46" name="TextBox 45">
              <a:extLst>
                <a:ext uri="{FF2B5EF4-FFF2-40B4-BE49-F238E27FC236}">
                  <a16:creationId xmlns:a16="http://schemas.microsoft.com/office/drawing/2014/main" id="{8DB8BC46-2BB8-C8AD-585D-5BA1FA80E674}"/>
                </a:ext>
              </a:extLst>
            </p:cNvPr>
            <p:cNvSpPr txBox="1"/>
            <p:nvPr/>
          </p:nvSpPr>
          <p:spPr>
            <a:xfrm>
              <a:off x="1950460" y="1265915"/>
              <a:ext cx="325731" cy="215444"/>
            </a:xfrm>
            <a:prstGeom prst="rect">
              <a:avLst/>
            </a:prstGeom>
            <a:noFill/>
          </p:spPr>
          <p:txBody>
            <a:bodyPr wrap="none" rtlCol="0">
              <a:spAutoFit/>
            </a:bodyPr>
            <a:lstStyle/>
            <a:p>
              <a:pPr algn="ctr"/>
              <a:r>
                <a:rPr kumimoji="1" lang="en-US" altLang="ko-Kore-KR" sz="400" b="1" dirty="0"/>
                <a:t>BIBLO</a:t>
              </a:r>
            </a:p>
            <a:p>
              <a:pPr algn="ctr"/>
              <a:r>
                <a:rPr kumimoji="1" lang="en-US" altLang="ko-Kore-KR" sz="400" b="1" dirty="0"/>
                <a:t>6000’</a:t>
              </a:r>
            </a:p>
          </p:txBody>
        </p:sp>
        <p:sp>
          <p:nvSpPr>
            <p:cNvPr id="47" name="TextBox 46">
              <a:extLst>
                <a:ext uri="{FF2B5EF4-FFF2-40B4-BE49-F238E27FC236}">
                  <a16:creationId xmlns:a16="http://schemas.microsoft.com/office/drawing/2014/main" id="{11C8E628-89E9-A1EE-EA73-21DB7908F0BF}"/>
                </a:ext>
              </a:extLst>
            </p:cNvPr>
            <p:cNvSpPr txBox="1"/>
            <p:nvPr/>
          </p:nvSpPr>
          <p:spPr>
            <a:xfrm>
              <a:off x="1963035" y="1493125"/>
              <a:ext cx="405881" cy="215444"/>
            </a:xfrm>
            <a:prstGeom prst="rect">
              <a:avLst/>
            </a:prstGeom>
            <a:noFill/>
          </p:spPr>
          <p:txBody>
            <a:bodyPr wrap="none" rtlCol="0">
              <a:spAutoFit/>
            </a:bodyPr>
            <a:lstStyle/>
            <a:p>
              <a:pPr algn="ctr"/>
              <a:r>
                <a:rPr kumimoji="1" lang="en-US" altLang="ko-Kore-KR" sz="400" b="1" dirty="0"/>
                <a:t>BACON</a:t>
              </a:r>
            </a:p>
            <a:p>
              <a:pPr algn="ctr"/>
              <a:r>
                <a:rPr kumimoji="1" lang="en-US" altLang="ko-Kore-KR" sz="400" b="1" dirty="0"/>
                <a:t>IAF 7000’</a:t>
              </a:r>
            </a:p>
          </p:txBody>
        </p:sp>
        <p:sp>
          <p:nvSpPr>
            <p:cNvPr id="50" name="포인트가 4개인 별 49">
              <a:extLst>
                <a:ext uri="{FF2B5EF4-FFF2-40B4-BE49-F238E27FC236}">
                  <a16:creationId xmlns:a16="http://schemas.microsoft.com/office/drawing/2014/main" id="{EA57A45E-AFFA-E37E-65A0-A38E07D18E89}"/>
                </a:ext>
              </a:extLst>
            </p:cNvPr>
            <p:cNvSpPr>
              <a:spLocks noChangeAspect="1"/>
            </p:cNvSpPr>
            <p:nvPr/>
          </p:nvSpPr>
          <p:spPr>
            <a:xfrm>
              <a:off x="1322282" y="1149418"/>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1" name="포인트가 4개인 별 50">
              <a:extLst>
                <a:ext uri="{FF2B5EF4-FFF2-40B4-BE49-F238E27FC236}">
                  <a16:creationId xmlns:a16="http://schemas.microsoft.com/office/drawing/2014/main" id="{3D9E6506-E1EE-5A7D-02D0-A5915F7E09C1}"/>
                </a:ext>
              </a:extLst>
            </p:cNvPr>
            <p:cNvSpPr>
              <a:spLocks noChangeAspect="1"/>
            </p:cNvSpPr>
            <p:nvPr/>
          </p:nvSpPr>
          <p:spPr>
            <a:xfrm>
              <a:off x="726539" y="1148037"/>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52" name="TextBox 51">
              <a:extLst>
                <a:ext uri="{FF2B5EF4-FFF2-40B4-BE49-F238E27FC236}">
                  <a16:creationId xmlns:a16="http://schemas.microsoft.com/office/drawing/2014/main" id="{1AF73640-0807-E1A8-88B4-3320DE82C6B1}"/>
                </a:ext>
              </a:extLst>
            </p:cNvPr>
            <p:cNvSpPr txBox="1"/>
            <p:nvPr/>
          </p:nvSpPr>
          <p:spPr>
            <a:xfrm>
              <a:off x="301210" y="1179068"/>
              <a:ext cx="324128" cy="215444"/>
            </a:xfrm>
            <a:prstGeom prst="rect">
              <a:avLst/>
            </a:prstGeom>
            <a:noFill/>
          </p:spPr>
          <p:txBody>
            <a:bodyPr wrap="none" rtlCol="0">
              <a:spAutoFit/>
            </a:bodyPr>
            <a:lstStyle/>
            <a:p>
              <a:pPr algn="ctr"/>
              <a:r>
                <a:rPr kumimoji="1" lang="en-US" altLang="ko-Kore-KR" sz="400" b="1" dirty="0"/>
                <a:t>MX22</a:t>
              </a:r>
            </a:p>
            <a:p>
              <a:pPr algn="ctr"/>
              <a:r>
                <a:rPr kumimoji="1" lang="en-US" altLang="ko-Kore-KR" sz="400" b="1" dirty="0"/>
                <a:t>1000’</a:t>
              </a:r>
            </a:p>
          </p:txBody>
        </p:sp>
        <p:sp>
          <p:nvSpPr>
            <p:cNvPr id="53" name="포인트가 4개인 별 52">
              <a:extLst>
                <a:ext uri="{FF2B5EF4-FFF2-40B4-BE49-F238E27FC236}">
                  <a16:creationId xmlns:a16="http://schemas.microsoft.com/office/drawing/2014/main" id="{62A05E22-8738-1E39-B0B4-BFC1EF63CDFE}"/>
                </a:ext>
              </a:extLst>
            </p:cNvPr>
            <p:cNvSpPr>
              <a:spLocks noChangeAspect="1"/>
            </p:cNvSpPr>
            <p:nvPr/>
          </p:nvSpPr>
          <p:spPr>
            <a:xfrm>
              <a:off x="252710" y="1172970"/>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5" name="TextBox 54">
              <a:extLst>
                <a:ext uri="{FF2B5EF4-FFF2-40B4-BE49-F238E27FC236}">
                  <a16:creationId xmlns:a16="http://schemas.microsoft.com/office/drawing/2014/main" id="{690520A9-1169-BCF0-5480-2DE73C1AEBDA}"/>
                </a:ext>
              </a:extLst>
            </p:cNvPr>
            <p:cNvSpPr txBox="1"/>
            <p:nvPr/>
          </p:nvSpPr>
          <p:spPr>
            <a:xfrm>
              <a:off x="-42267" y="1032213"/>
              <a:ext cx="434735" cy="153888"/>
            </a:xfrm>
            <a:prstGeom prst="rect">
              <a:avLst/>
            </a:prstGeom>
            <a:noFill/>
          </p:spPr>
          <p:txBody>
            <a:bodyPr wrap="none" rtlCol="0">
              <a:spAutoFit/>
            </a:bodyPr>
            <a:lstStyle/>
            <a:p>
              <a:pPr algn="ctr"/>
              <a:r>
                <a:rPr kumimoji="1" lang="en-US" altLang="ko-Kore-KR" sz="400" b="1" dirty="0"/>
                <a:t>DES POINT</a:t>
              </a:r>
            </a:p>
          </p:txBody>
        </p:sp>
        <p:sp>
          <p:nvSpPr>
            <p:cNvPr id="57" name="TextBox 56">
              <a:extLst>
                <a:ext uri="{FF2B5EF4-FFF2-40B4-BE49-F238E27FC236}">
                  <a16:creationId xmlns:a16="http://schemas.microsoft.com/office/drawing/2014/main" id="{E93B1B96-FD59-170B-74F8-0569F218DB3C}"/>
                </a:ext>
              </a:extLst>
            </p:cNvPr>
            <p:cNvSpPr txBox="1"/>
            <p:nvPr/>
          </p:nvSpPr>
          <p:spPr>
            <a:xfrm>
              <a:off x="432221" y="1011431"/>
              <a:ext cx="649538" cy="153888"/>
            </a:xfrm>
            <a:prstGeom prst="rect">
              <a:avLst/>
            </a:prstGeom>
            <a:noFill/>
          </p:spPr>
          <p:txBody>
            <a:bodyPr wrap="none" rtlCol="0">
              <a:spAutoFit/>
            </a:bodyPr>
            <a:lstStyle/>
            <a:p>
              <a:pPr algn="ctr"/>
              <a:r>
                <a:rPr kumimoji="1" lang="en-US" altLang="ko-Kore-KR" sz="400" b="1" dirty="0"/>
                <a:t>IKL 3DME </a:t>
              </a:r>
              <a:r>
                <a:rPr kumimoji="1" lang="en-US" altLang="ko-Kore-KR" sz="400" b="1" dirty="0">
                  <a:solidFill>
                    <a:srgbClr val="00B0F0"/>
                  </a:solidFill>
                </a:rPr>
                <a:t>MAN SPD</a:t>
              </a:r>
            </a:p>
          </p:txBody>
        </p:sp>
        <p:sp>
          <p:nvSpPr>
            <p:cNvPr id="58" name="TextBox 57">
              <a:extLst>
                <a:ext uri="{FF2B5EF4-FFF2-40B4-BE49-F238E27FC236}">
                  <a16:creationId xmlns:a16="http://schemas.microsoft.com/office/drawing/2014/main" id="{66D07C2F-5B95-08DD-6141-666FF0EF711F}"/>
                </a:ext>
              </a:extLst>
            </p:cNvPr>
            <p:cNvSpPr txBox="1"/>
            <p:nvPr/>
          </p:nvSpPr>
          <p:spPr>
            <a:xfrm>
              <a:off x="1011064" y="1022518"/>
              <a:ext cx="694421" cy="153888"/>
            </a:xfrm>
            <a:prstGeom prst="rect">
              <a:avLst/>
            </a:prstGeom>
            <a:noFill/>
          </p:spPr>
          <p:txBody>
            <a:bodyPr wrap="none" rtlCol="0">
              <a:spAutoFit/>
            </a:bodyPr>
            <a:lstStyle/>
            <a:p>
              <a:pPr algn="ctr"/>
              <a:r>
                <a:rPr kumimoji="1" lang="en-US" altLang="ko-Kore-KR" sz="400" b="1" dirty="0"/>
                <a:t>IKL 8DME </a:t>
              </a:r>
              <a:r>
                <a:rPr kumimoji="1" lang="en-US" altLang="ko-Kore-KR" sz="400" b="1" dirty="0">
                  <a:solidFill>
                    <a:srgbClr val="00B0F0"/>
                  </a:solidFill>
                </a:rPr>
                <a:t>F2, SPD 160</a:t>
              </a:r>
            </a:p>
          </p:txBody>
        </p:sp>
        <p:sp>
          <p:nvSpPr>
            <p:cNvPr id="59" name="사각형 설명선[R] 58">
              <a:extLst>
                <a:ext uri="{FF2B5EF4-FFF2-40B4-BE49-F238E27FC236}">
                  <a16:creationId xmlns:a16="http://schemas.microsoft.com/office/drawing/2014/main" id="{B68A7954-37B6-DFCF-D8D0-24FC9FE8BC85}"/>
                </a:ext>
              </a:extLst>
            </p:cNvPr>
            <p:cNvSpPr/>
            <p:nvPr/>
          </p:nvSpPr>
          <p:spPr>
            <a:xfrm>
              <a:off x="808974" y="1604055"/>
              <a:ext cx="606832" cy="209027"/>
            </a:xfrm>
            <a:prstGeom prst="wedgeRectCallout">
              <a:avLst>
                <a:gd name="adj1" fmla="val -37281"/>
                <a:gd name="adj2" fmla="val -244785"/>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29" name="사각형 설명선[R] 128">
              <a:extLst>
                <a:ext uri="{FF2B5EF4-FFF2-40B4-BE49-F238E27FC236}">
                  <a16:creationId xmlns:a16="http://schemas.microsoft.com/office/drawing/2014/main" id="{24FDB9DA-A7B3-C270-C1CA-60C3E58E7513}"/>
                </a:ext>
              </a:extLst>
            </p:cNvPr>
            <p:cNvSpPr/>
            <p:nvPr/>
          </p:nvSpPr>
          <p:spPr>
            <a:xfrm>
              <a:off x="479236" y="1852054"/>
              <a:ext cx="627057" cy="209027"/>
            </a:xfrm>
            <a:prstGeom prst="wedgeRectCallout">
              <a:avLst>
                <a:gd name="adj1" fmla="val -39336"/>
                <a:gd name="adj2" fmla="val -36409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MX22</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31" name="사각형 설명선[R] 130">
              <a:extLst>
                <a:ext uri="{FF2B5EF4-FFF2-40B4-BE49-F238E27FC236}">
                  <a16:creationId xmlns:a16="http://schemas.microsoft.com/office/drawing/2014/main" id="{032AFA63-FDD1-29C0-945C-FAC1D6508F74}"/>
                </a:ext>
              </a:extLst>
            </p:cNvPr>
            <p:cNvSpPr/>
            <p:nvPr/>
          </p:nvSpPr>
          <p:spPr>
            <a:xfrm>
              <a:off x="41438" y="2100020"/>
              <a:ext cx="831397" cy="257663"/>
            </a:xfrm>
            <a:prstGeom prst="wedgeRectCallout">
              <a:avLst>
                <a:gd name="adj1" fmla="val -19159"/>
                <a:gd name="adj2" fmla="val -3784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IKL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223</a:t>
              </a:r>
            </a:p>
          </p:txBody>
        </p:sp>
      </p:grpSp>
      <p:sp>
        <p:nvSpPr>
          <p:cNvPr id="160" name="TextBox 159">
            <a:extLst>
              <a:ext uri="{FF2B5EF4-FFF2-40B4-BE49-F238E27FC236}">
                <a16:creationId xmlns:a16="http://schemas.microsoft.com/office/drawing/2014/main" id="{47F0995E-91D8-B843-9343-3A21685B6306}"/>
              </a:ext>
            </a:extLst>
          </p:cNvPr>
          <p:cNvSpPr txBox="1"/>
          <p:nvPr/>
        </p:nvSpPr>
        <p:spPr>
          <a:xfrm>
            <a:off x="1615990" y="3733622"/>
            <a:ext cx="535724" cy="215444"/>
          </a:xfrm>
          <a:prstGeom prst="rect">
            <a:avLst/>
          </a:prstGeom>
          <a:noFill/>
        </p:spPr>
        <p:txBody>
          <a:bodyPr wrap="none" rtlCol="0">
            <a:spAutoFit/>
          </a:bodyPr>
          <a:lstStyle/>
          <a:p>
            <a:pPr algn="ctr"/>
            <a:r>
              <a:rPr kumimoji="1" lang="en-US" altLang="ko-Kore-KR" sz="400" b="1" dirty="0"/>
              <a:t>DAMBO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graphicFrame>
        <p:nvGraphicFramePr>
          <p:cNvPr id="174" name="Google Shape;138;p4">
            <a:extLst>
              <a:ext uri="{FF2B5EF4-FFF2-40B4-BE49-F238E27FC236}">
                <a16:creationId xmlns:a16="http://schemas.microsoft.com/office/drawing/2014/main" id="{177A924C-3B99-D734-9813-FD74FFDA6870}"/>
              </a:ext>
            </a:extLst>
          </p:cNvPr>
          <p:cNvGraphicFramePr/>
          <p:nvPr>
            <p:extLst>
              <p:ext uri="{D42A27DB-BD31-4B8C-83A1-F6EECF244321}">
                <p14:modId xmlns:p14="http://schemas.microsoft.com/office/powerpoint/2010/main" val="3672548229"/>
              </p:ext>
            </p:extLst>
          </p:nvPr>
        </p:nvGraphicFramePr>
        <p:xfrm>
          <a:off x="0" y="3021066"/>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5745">
                <a:tc>
                  <a:txBody>
                    <a:bodyPr/>
                    <a:lstStyle/>
                    <a:p>
                      <a:pPr marL="0" marR="0" lvl="0" indent="0" algn="ctr" rtl="0">
                        <a:spcBef>
                          <a:spcPts val="0"/>
                        </a:spcBef>
                        <a:spcAft>
                          <a:spcPts val="0"/>
                        </a:spcAft>
                        <a:buNone/>
                      </a:pPr>
                      <a:r>
                        <a:rPr lang="en-US" sz="1100" dirty="0"/>
                        <a:t>A330 HND LDA 23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24761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RNV23-W       XAC 2B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79237">
                <a:tc>
                  <a:txBody>
                    <a:bodyPr/>
                    <a:lstStyle/>
                    <a:p>
                      <a:pPr marL="0" marR="0" lvl="0" indent="0" algn="ctr" rtl="0">
                        <a:spcBef>
                          <a:spcPts val="0"/>
                        </a:spcBef>
                        <a:spcAft>
                          <a:spcPts val="0"/>
                        </a:spcAft>
                        <a:buNone/>
                      </a:pPr>
                      <a:r>
                        <a:rPr lang="en-US" sz="800" b="1" dirty="0">
                          <a:solidFill>
                            <a:srgbClr val="0070C0"/>
                          </a:solidFill>
                        </a:rPr>
                        <a:t>CHK ITL, ITL /12 180kts, /7 160kts, HME 177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88" name="그룹 187">
            <a:extLst>
              <a:ext uri="{FF2B5EF4-FFF2-40B4-BE49-F238E27FC236}">
                <a16:creationId xmlns:a16="http://schemas.microsoft.com/office/drawing/2014/main" id="{160EA449-680C-CB75-015D-DE6B36DB9491}"/>
              </a:ext>
            </a:extLst>
          </p:cNvPr>
          <p:cNvGrpSpPr/>
          <p:nvPr/>
        </p:nvGrpSpPr>
        <p:grpSpPr>
          <a:xfrm>
            <a:off x="0" y="3765311"/>
            <a:ext cx="2422260" cy="973508"/>
            <a:chOff x="0" y="3630864"/>
            <a:chExt cx="2422260" cy="973508"/>
          </a:xfrm>
        </p:grpSpPr>
        <p:pic>
          <p:nvPicPr>
            <p:cNvPr id="178" name="그림 177" descr="지도이(가) 표시된 사진&#10;&#10;자동 생성된 설명">
              <a:extLst>
                <a:ext uri="{FF2B5EF4-FFF2-40B4-BE49-F238E27FC236}">
                  <a16:creationId xmlns:a16="http://schemas.microsoft.com/office/drawing/2014/main" id="{3CA6C770-41F1-EF34-2AEF-EE1AF1FDF647}"/>
                </a:ext>
              </a:extLst>
            </p:cNvPr>
            <p:cNvPicPr>
              <a:picLocks noChangeAspect="1"/>
            </p:cNvPicPr>
            <p:nvPr/>
          </p:nvPicPr>
          <p:blipFill>
            <a:blip r:embed="rId4"/>
            <a:stretch>
              <a:fillRect/>
            </a:stretch>
          </p:blipFill>
          <p:spPr>
            <a:xfrm>
              <a:off x="0" y="3643338"/>
              <a:ext cx="2328863" cy="646264"/>
            </a:xfrm>
            <a:prstGeom prst="rect">
              <a:avLst/>
            </a:prstGeom>
          </p:spPr>
        </p:pic>
        <p:sp>
          <p:nvSpPr>
            <p:cNvPr id="184" name="사각형 설명선[R] 183">
              <a:extLst>
                <a:ext uri="{FF2B5EF4-FFF2-40B4-BE49-F238E27FC236}">
                  <a16:creationId xmlns:a16="http://schemas.microsoft.com/office/drawing/2014/main" id="{BC5A1205-A3DC-C533-CBA4-234E00C2F7C7}"/>
                </a:ext>
              </a:extLst>
            </p:cNvPr>
            <p:cNvSpPr/>
            <p:nvPr/>
          </p:nvSpPr>
          <p:spPr>
            <a:xfrm>
              <a:off x="1523591" y="4018566"/>
              <a:ext cx="778363" cy="300693"/>
            </a:xfrm>
            <a:prstGeom prst="wedgeRectCallout">
              <a:avLst>
                <a:gd name="adj1" fmla="val 5856"/>
                <a:gd name="adj2" fmla="val -111637"/>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4000’ ALT</a:t>
              </a:r>
              <a:r>
                <a:rPr kumimoji="1" lang="en-US" altLang="ko-Kore-KR" sz="400" dirty="0">
                  <a:solidFill>
                    <a:srgbClr val="FFC000"/>
                  </a:solidFill>
                </a:rPr>
                <a:t>, 1000’ SET</a:t>
              </a:r>
            </a:p>
            <a:p>
              <a:r>
                <a:rPr kumimoji="1" lang="en-US" altLang="ko-Kore-KR" sz="400" dirty="0">
                  <a:solidFill>
                    <a:srgbClr val="FFC000"/>
                  </a:solidFill>
                </a:rPr>
                <a:t>TRK FPA ON, LOC ARM</a:t>
              </a:r>
              <a:r>
                <a:rPr kumimoji="1" lang="ko-KR" altLang="en-US" sz="400" dirty="0">
                  <a:solidFill>
                    <a:srgbClr val="FFC000"/>
                  </a:solidFill>
                </a:rPr>
                <a:t> </a:t>
              </a:r>
              <a:endParaRPr kumimoji="1" lang="en-US" altLang="ko-KR" sz="400" dirty="0">
                <a:solidFill>
                  <a:srgbClr val="FFC000"/>
                </a:solidFill>
              </a:endParaRPr>
            </a:p>
            <a:p>
              <a:r>
                <a:rPr kumimoji="1" lang="en-US" altLang="ko-KR" sz="400" dirty="0">
                  <a:solidFill>
                    <a:srgbClr val="FFC000"/>
                  </a:solidFill>
                </a:rPr>
                <a:t>DAMBO </a:t>
              </a:r>
              <a:r>
                <a:rPr kumimoji="1" lang="ko-KR" altLang="en-US" sz="400" dirty="0">
                  <a:solidFill>
                    <a:srgbClr val="FFC000"/>
                  </a:solidFill>
                </a:rPr>
                <a:t>전 </a:t>
              </a:r>
              <a:r>
                <a:rPr kumimoji="1" lang="en-US" altLang="ko-KR" sz="400" dirty="0">
                  <a:solidFill>
                    <a:srgbClr val="FFC000"/>
                  </a:solidFill>
                </a:rPr>
                <a:t>F1, PULL SPD 180</a:t>
              </a:r>
              <a:endParaRPr kumimoji="1" lang="en-US" altLang="ko-Kore-KR" sz="400" dirty="0">
                <a:solidFill>
                  <a:srgbClr val="FFC000"/>
                </a:solidFill>
              </a:endParaRPr>
            </a:p>
            <a:p>
              <a:r>
                <a:rPr kumimoji="1" lang="en-US" altLang="ko-KR" sz="400" dirty="0"/>
                <a:t>FPA -4, S/B or L/G DN</a:t>
              </a:r>
              <a:endParaRPr kumimoji="1" lang="en-US" altLang="ko-Kore-KR" sz="400" dirty="0"/>
            </a:p>
          </p:txBody>
        </p:sp>
        <p:cxnSp>
          <p:nvCxnSpPr>
            <p:cNvPr id="139" name="직선 연결선[R] 138">
              <a:extLst>
                <a:ext uri="{FF2B5EF4-FFF2-40B4-BE49-F238E27FC236}">
                  <a16:creationId xmlns:a16="http://schemas.microsoft.com/office/drawing/2014/main" id="{9EE4DBAF-2708-DE46-DEA4-8D1C4B610A29}"/>
                </a:ext>
              </a:extLst>
            </p:cNvPr>
            <p:cNvCxnSpPr>
              <a:cxnSpLocks/>
              <a:endCxn id="154" idx="3"/>
            </p:cNvCxnSpPr>
            <p:nvPr/>
          </p:nvCxnSpPr>
          <p:spPr>
            <a:xfrm flipH="1">
              <a:off x="567158" y="3790882"/>
              <a:ext cx="1734796" cy="1830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140" name="포인트가 4개인 별 139">
              <a:extLst>
                <a:ext uri="{FF2B5EF4-FFF2-40B4-BE49-F238E27FC236}">
                  <a16:creationId xmlns:a16="http://schemas.microsoft.com/office/drawing/2014/main" id="{58772A27-426A-502D-B17F-F1AB2B106150}"/>
                </a:ext>
              </a:extLst>
            </p:cNvPr>
            <p:cNvSpPr>
              <a:spLocks noChangeAspect="1"/>
            </p:cNvSpPr>
            <p:nvPr/>
          </p:nvSpPr>
          <p:spPr>
            <a:xfrm>
              <a:off x="1883850" y="375937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41" name="호 140">
              <a:extLst>
                <a:ext uri="{FF2B5EF4-FFF2-40B4-BE49-F238E27FC236}">
                  <a16:creationId xmlns:a16="http://schemas.microsoft.com/office/drawing/2014/main" id="{82C193BF-74E1-8CA5-DFC1-0FE8DCE5C615}"/>
                </a:ext>
              </a:extLst>
            </p:cNvPr>
            <p:cNvSpPr/>
            <p:nvPr/>
          </p:nvSpPr>
          <p:spPr>
            <a:xfrm>
              <a:off x="207820" y="3814963"/>
              <a:ext cx="618444" cy="789409"/>
            </a:xfrm>
            <a:prstGeom prst="arc">
              <a:avLst>
                <a:gd name="adj1" fmla="val 13104505"/>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44" name="포인트가 4개인 별 143">
              <a:extLst>
                <a:ext uri="{FF2B5EF4-FFF2-40B4-BE49-F238E27FC236}">
                  <a16:creationId xmlns:a16="http://schemas.microsoft.com/office/drawing/2014/main" id="{6E7003C7-3578-396F-B0C9-A17105D80E65}"/>
                </a:ext>
              </a:extLst>
            </p:cNvPr>
            <p:cNvSpPr>
              <a:spLocks noChangeAspect="1"/>
            </p:cNvSpPr>
            <p:nvPr/>
          </p:nvSpPr>
          <p:spPr>
            <a:xfrm>
              <a:off x="2123876" y="3755799"/>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4" name="포인트가 4개인 별 153">
              <a:extLst>
                <a:ext uri="{FF2B5EF4-FFF2-40B4-BE49-F238E27FC236}">
                  <a16:creationId xmlns:a16="http://schemas.microsoft.com/office/drawing/2014/main" id="{B2E4323A-303A-692F-1461-3D6B77ED9229}"/>
                </a:ext>
              </a:extLst>
            </p:cNvPr>
            <p:cNvSpPr>
              <a:spLocks noChangeAspect="1"/>
            </p:cNvSpPr>
            <p:nvPr/>
          </p:nvSpPr>
          <p:spPr>
            <a:xfrm>
              <a:off x="495158" y="377340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5" name="포인트가 4개인 별 154">
              <a:extLst>
                <a:ext uri="{FF2B5EF4-FFF2-40B4-BE49-F238E27FC236}">
                  <a16:creationId xmlns:a16="http://schemas.microsoft.com/office/drawing/2014/main" id="{ECA06F1F-5ED7-AA7D-207E-65ABFE63B397}"/>
                </a:ext>
              </a:extLst>
            </p:cNvPr>
            <p:cNvSpPr>
              <a:spLocks noChangeAspect="1"/>
            </p:cNvSpPr>
            <p:nvPr/>
          </p:nvSpPr>
          <p:spPr>
            <a:xfrm>
              <a:off x="2285569" y="375435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1" name="TextBox 160">
              <a:extLst>
                <a:ext uri="{FF2B5EF4-FFF2-40B4-BE49-F238E27FC236}">
                  <a16:creationId xmlns:a16="http://schemas.microsoft.com/office/drawing/2014/main" id="{ABADE9BD-D599-B0FB-61EE-5C3E8F799387}"/>
                </a:ext>
              </a:extLst>
            </p:cNvPr>
            <p:cNvSpPr txBox="1"/>
            <p:nvPr/>
          </p:nvSpPr>
          <p:spPr>
            <a:xfrm>
              <a:off x="2004541" y="3630864"/>
              <a:ext cx="351378" cy="153888"/>
            </a:xfrm>
            <a:prstGeom prst="rect">
              <a:avLst/>
            </a:prstGeom>
            <a:noFill/>
          </p:spPr>
          <p:txBody>
            <a:bodyPr wrap="none" rtlCol="0">
              <a:spAutoFit/>
            </a:bodyPr>
            <a:lstStyle/>
            <a:p>
              <a:pPr algn="ctr"/>
              <a:r>
                <a:rPr kumimoji="1" lang="en-US" altLang="ko-Kore-KR" sz="400" b="1" dirty="0"/>
                <a:t>DEANE</a:t>
              </a:r>
            </a:p>
          </p:txBody>
        </p:sp>
        <p:sp>
          <p:nvSpPr>
            <p:cNvPr id="164" name="포인트가 4개인 별 163">
              <a:extLst>
                <a:ext uri="{FF2B5EF4-FFF2-40B4-BE49-F238E27FC236}">
                  <a16:creationId xmlns:a16="http://schemas.microsoft.com/office/drawing/2014/main" id="{07943B5F-1299-D6D3-A0A8-D9B572D9068B}"/>
                </a:ext>
              </a:extLst>
            </p:cNvPr>
            <p:cNvSpPr>
              <a:spLocks noChangeAspect="1"/>
            </p:cNvSpPr>
            <p:nvPr/>
          </p:nvSpPr>
          <p:spPr>
            <a:xfrm>
              <a:off x="1451591" y="3761225"/>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5" name="포인트가 4개인 별 164">
              <a:extLst>
                <a:ext uri="{FF2B5EF4-FFF2-40B4-BE49-F238E27FC236}">
                  <a16:creationId xmlns:a16="http://schemas.microsoft.com/office/drawing/2014/main" id="{31240462-2137-1865-BF6A-EC4FD3B37921}"/>
                </a:ext>
              </a:extLst>
            </p:cNvPr>
            <p:cNvSpPr>
              <a:spLocks noChangeAspect="1"/>
            </p:cNvSpPr>
            <p:nvPr/>
          </p:nvSpPr>
          <p:spPr>
            <a:xfrm>
              <a:off x="795523" y="3769369"/>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167" name="포인트가 4개인 별 166">
              <a:extLst>
                <a:ext uri="{FF2B5EF4-FFF2-40B4-BE49-F238E27FC236}">
                  <a16:creationId xmlns:a16="http://schemas.microsoft.com/office/drawing/2014/main" id="{C680B788-DE08-9EB7-87B4-7CE5FD68C0C0}"/>
                </a:ext>
              </a:extLst>
            </p:cNvPr>
            <p:cNvSpPr>
              <a:spLocks noChangeAspect="1"/>
            </p:cNvSpPr>
            <p:nvPr/>
          </p:nvSpPr>
          <p:spPr>
            <a:xfrm>
              <a:off x="394026" y="379280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8" name="TextBox 167">
              <a:extLst>
                <a:ext uri="{FF2B5EF4-FFF2-40B4-BE49-F238E27FC236}">
                  <a16:creationId xmlns:a16="http://schemas.microsoft.com/office/drawing/2014/main" id="{F34AA9B1-54AB-875A-9E81-2C5E4E978ABE}"/>
                </a:ext>
              </a:extLst>
            </p:cNvPr>
            <p:cNvSpPr txBox="1"/>
            <p:nvPr/>
          </p:nvSpPr>
          <p:spPr>
            <a:xfrm>
              <a:off x="94892" y="3668667"/>
              <a:ext cx="434735" cy="153888"/>
            </a:xfrm>
            <a:prstGeom prst="rect">
              <a:avLst/>
            </a:prstGeom>
            <a:noFill/>
          </p:spPr>
          <p:txBody>
            <a:bodyPr wrap="none" rtlCol="0">
              <a:spAutoFit/>
            </a:bodyPr>
            <a:lstStyle/>
            <a:p>
              <a:pPr algn="ctr"/>
              <a:r>
                <a:rPr kumimoji="1" lang="en-US" altLang="ko-Kore-KR" sz="400" b="1" dirty="0"/>
                <a:t>DES POINT</a:t>
              </a:r>
            </a:p>
          </p:txBody>
        </p:sp>
        <p:sp>
          <p:nvSpPr>
            <p:cNvPr id="169" name="TextBox 168">
              <a:extLst>
                <a:ext uri="{FF2B5EF4-FFF2-40B4-BE49-F238E27FC236}">
                  <a16:creationId xmlns:a16="http://schemas.microsoft.com/office/drawing/2014/main" id="{0A7A0943-D564-4C4E-E611-AE34930CAEAD}"/>
                </a:ext>
              </a:extLst>
            </p:cNvPr>
            <p:cNvSpPr txBox="1"/>
            <p:nvPr/>
          </p:nvSpPr>
          <p:spPr>
            <a:xfrm>
              <a:off x="541740" y="3664513"/>
              <a:ext cx="638316" cy="153888"/>
            </a:xfrm>
            <a:prstGeom prst="rect">
              <a:avLst/>
            </a:prstGeom>
            <a:noFill/>
          </p:spPr>
          <p:txBody>
            <a:bodyPr wrap="none" rtlCol="0">
              <a:spAutoFit/>
            </a:bodyPr>
            <a:lstStyle/>
            <a:p>
              <a:pPr algn="ctr"/>
              <a:r>
                <a:rPr kumimoji="1" lang="en-US" altLang="ko-Kore-KR" sz="400" b="1" dirty="0"/>
                <a:t>ITL 7DME </a:t>
              </a:r>
              <a:r>
                <a:rPr kumimoji="1" lang="en-US" altLang="ko-Kore-KR" sz="400" b="1" dirty="0">
                  <a:solidFill>
                    <a:srgbClr val="00B0F0"/>
                  </a:solidFill>
                </a:rPr>
                <a:t>MAN SPD</a:t>
              </a:r>
            </a:p>
          </p:txBody>
        </p:sp>
        <p:sp>
          <p:nvSpPr>
            <p:cNvPr id="170" name="TextBox 169">
              <a:extLst>
                <a:ext uri="{FF2B5EF4-FFF2-40B4-BE49-F238E27FC236}">
                  <a16:creationId xmlns:a16="http://schemas.microsoft.com/office/drawing/2014/main" id="{FCD3EDD4-88EA-95E2-7AB4-53593AF9EA24}"/>
                </a:ext>
              </a:extLst>
            </p:cNvPr>
            <p:cNvSpPr txBox="1"/>
            <p:nvPr/>
          </p:nvSpPr>
          <p:spPr>
            <a:xfrm>
              <a:off x="1124861" y="3643850"/>
              <a:ext cx="712054" cy="153888"/>
            </a:xfrm>
            <a:prstGeom prst="rect">
              <a:avLst/>
            </a:prstGeom>
            <a:noFill/>
          </p:spPr>
          <p:txBody>
            <a:bodyPr wrap="none" rtlCol="0">
              <a:spAutoFit/>
            </a:bodyPr>
            <a:lstStyle/>
            <a:p>
              <a:pPr algn="ctr"/>
              <a:r>
                <a:rPr kumimoji="1" lang="en-US" altLang="ko-Kore-KR" sz="400" b="1" dirty="0"/>
                <a:t>ITL 12DME </a:t>
              </a:r>
              <a:r>
                <a:rPr kumimoji="1" lang="en-US" altLang="ko-Kore-KR" sz="400" b="1" dirty="0">
                  <a:solidFill>
                    <a:srgbClr val="00B0F0"/>
                  </a:solidFill>
                </a:rPr>
                <a:t>F2, SPD 160</a:t>
              </a:r>
            </a:p>
          </p:txBody>
        </p:sp>
        <p:sp>
          <p:nvSpPr>
            <p:cNvPr id="183" name="TextBox 182">
              <a:extLst>
                <a:ext uri="{FF2B5EF4-FFF2-40B4-BE49-F238E27FC236}">
                  <a16:creationId xmlns:a16="http://schemas.microsoft.com/office/drawing/2014/main" id="{432B9ECF-740B-05C6-5C4A-87527BDCB634}"/>
                </a:ext>
              </a:extLst>
            </p:cNvPr>
            <p:cNvSpPr txBox="1"/>
            <p:nvPr/>
          </p:nvSpPr>
          <p:spPr>
            <a:xfrm>
              <a:off x="1969892" y="3821698"/>
              <a:ext cx="452368" cy="215444"/>
            </a:xfrm>
            <a:prstGeom prst="rect">
              <a:avLst/>
            </a:prstGeom>
            <a:noFill/>
          </p:spPr>
          <p:txBody>
            <a:bodyPr wrap="none" rtlCol="0">
              <a:spAutoFit/>
            </a:bodyPr>
            <a:lstStyle/>
            <a:p>
              <a:pPr algn="ctr"/>
              <a:r>
                <a:rPr kumimoji="1" lang="en-US" altLang="ko-KR" sz="400" b="1" dirty="0"/>
                <a:t>DANON</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sp>
          <p:nvSpPr>
            <p:cNvPr id="185" name="사각형 설명선[R] 184">
              <a:extLst>
                <a:ext uri="{FF2B5EF4-FFF2-40B4-BE49-F238E27FC236}">
                  <a16:creationId xmlns:a16="http://schemas.microsoft.com/office/drawing/2014/main" id="{27D81FCC-1AF2-311F-E38F-212F837CEFE6}"/>
                </a:ext>
              </a:extLst>
            </p:cNvPr>
            <p:cNvSpPr/>
            <p:nvPr/>
          </p:nvSpPr>
          <p:spPr>
            <a:xfrm>
              <a:off x="989652" y="4254839"/>
              <a:ext cx="510056" cy="209027"/>
            </a:xfrm>
            <a:prstGeom prst="wedgeRectCallout">
              <a:avLst>
                <a:gd name="adj1" fmla="val -38526"/>
                <a:gd name="adj2" fmla="val -25086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86" name="사각형 설명선[R] 185">
              <a:extLst>
                <a:ext uri="{FF2B5EF4-FFF2-40B4-BE49-F238E27FC236}">
                  <a16:creationId xmlns:a16="http://schemas.microsoft.com/office/drawing/2014/main" id="{B5CB1682-50D4-2EA6-02EC-C8596441EDC9}"/>
                </a:ext>
              </a:extLst>
            </p:cNvPr>
            <p:cNvSpPr/>
            <p:nvPr/>
          </p:nvSpPr>
          <p:spPr>
            <a:xfrm>
              <a:off x="391528" y="4016767"/>
              <a:ext cx="627057" cy="209027"/>
            </a:xfrm>
            <a:prstGeom prst="wedgeRectCallout">
              <a:avLst>
                <a:gd name="adj1" fmla="val -12500"/>
                <a:gd name="adj2" fmla="val -139288"/>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MX23</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66" name="TextBox 165">
              <a:extLst>
                <a:ext uri="{FF2B5EF4-FFF2-40B4-BE49-F238E27FC236}">
                  <a16:creationId xmlns:a16="http://schemas.microsoft.com/office/drawing/2014/main" id="{AD0047F7-86B7-1B7D-6AD7-2263892117F1}"/>
                </a:ext>
              </a:extLst>
            </p:cNvPr>
            <p:cNvSpPr txBox="1"/>
            <p:nvPr/>
          </p:nvSpPr>
          <p:spPr>
            <a:xfrm>
              <a:off x="380929" y="3802994"/>
              <a:ext cx="324128" cy="215444"/>
            </a:xfrm>
            <a:prstGeom prst="rect">
              <a:avLst/>
            </a:prstGeom>
            <a:noFill/>
          </p:spPr>
          <p:txBody>
            <a:bodyPr wrap="none" rtlCol="0">
              <a:spAutoFit/>
            </a:bodyPr>
            <a:lstStyle/>
            <a:p>
              <a:pPr algn="ctr"/>
              <a:r>
                <a:rPr kumimoji="1" lang="en-US" altLang="ko-Kore-KR" sz="400" b="1" dirty="0"/>
                <a:t>MX23</a:t>
              </a:r>
            </a:p>
            <a:p>
              <a:pPr algn="ctr"/>
              <a:r>
                <a:rPr kumimoji="1" lang="en-US" altLang="ko-Kore-KR" sz="400" b="1" dirty="0"/>
                <a:t>1000’</a:t>
              </a:r>
            </a:p>
          </p:txBody>
        </p:sp>
        <p:sp>
          <p:nvSpPr>
            <p:cNvPr id="187" name="사각형 설명선[R] 186">
              <a:extLst>
                <a:ext uri="{FF2B5EF4-FFF2-40B4-BE49-F238E27FC236}">
                  <a16:creationId xmlns:a16="http://schemas.microsoft.com/office/drawing/2014/main" id="{3DBB9E5D-636A-7B53-1BC2-7D2565D74A3F}"/>
                </a:ext>
              </a:extLst>
            </p:cNvPr>
            <p:cNvSpPr/>
            <p:nvPr/>
          </p:nvSpPr>
          <p:spPr>
            <a:xfrm>
              <a:off x="0" y="4300827"/>
              <a:ext cx="831397" cy="257663"/>
            </a:xfrm>
            <a:prstGeom prst="wedgeRectCallout">
              <a:avLst>
                <a:gd name="adj1" fmla="val -3502"/>
                <a:gd name="adj2" fmla="val -21456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ITL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231</a:t>
              </a:r>
            </a:p>
          </p:txBody>
        </p:sp>
      </p:grpSp>
      <p:graphicFrame>
        <p:nvGraphicFramePr>
          <p:cNvPr id="189" name="Google Shape;138;p4">
            <a:extLst>
              <a:ext uri="{FF2B5EF4-FFF2-40B4-BE49-F238E27FC236}">
                <a16:creationId xmlns:a16="http://schemas.microsoft.com/office/drawing/2014/main" id="{0424EAED-8059-AF11-0FC4-B91BD1273F17}"/>
              </a:ext>
            </a:extLst>
          </p:cNvPr>
          <p:cNvGraphicFramePr/>
          <p:nvPr>
            <p:extLst>
              <p:ext uri="{D42A27DB-BD31-4B8C-83A1-F6EECF244321}">
                <p14:modId xmlns:p14="http://schemas.microsoft.com/office/powerpoint/2010/main" val="1075971734"/>
              </p:ext>
            </p:extLst>
          </p:nvPr>
        </p:nvGraphicFramePr>
        <p:xfrm>
          <a:off x="3610" y="4711422"/>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L/H Turn </a:t>
                      </a:r>
                      <a:r>
                        <a:rPr lang="en-US" altLang="ko-KR" sz="800" b="1" dirty="0">
                          <a:solidFill>
                            <a:srgbClr val="C00000"/>
                          </a:solidFill>
                        </a:rPr>
                        <a:t>HME 177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UTIBO Radial In 357,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CC6D4067-4AEE-4AB6-86D3-BBA7CA519E98}"/>
              </a:ext>
            </a:extLst>
          </p:cNvPr>
          <p:cNvSpPr txBox="1"/>
          <p:nvPr/>
        </p:nvSpPr>
        <p:spPr>
          <a:xfrm>
            <a:off x="1628986" y="3733622"/>
            <a:ext cx="535724" cy="215444"/>
          </a:xfrm>
          <a:prstGeom prst="rect">
            <a:avLst/>
          </a:prstGeom>
          <a:noFill/>
        </p:spPr>
        <p:txBody>
          <a:bodyPr wrap="none" rtlCol="0">
            <a:spAutoFit/>
          </a:bodyPr>
          <a:lstStyle/>
          <a:p>
            <a:pPr algn="ctr"/>
            <a:r>
              <a:rPr kumimoji="1" lang="en-US" altLang="ko-Kore-KR" sz="400" b="1" dirty="0"/>
              <a:t>DAMBO 13NM</a:t>
            </a:r>
          </a:p>
          <a:p>
            <a:pPr algn="ctr"/>
            <a:r>
              <a:rPr kumimoji="1" lang="en-US" altLang="ko-Kore-KR" sz="400" b="1" dirty="0">
                <a:solidFill>
                  <a:srgbClr val="FF0000"/>
                </a:solidFill>
              </a:rPr>
              <a:t>MAN 4000’</a:t>
            </a:r>
          </a:p>
        </p:txBody>
      </p:sp>
      <p:sp>
        <p:nvSpPr>
          <p:cNvPr id="3" name="TextBox 2">
            <a:extLst>
              <a:ext uri="{FF2B5EF4-FFF2-40B4-BE49-F238E27FC236}">
                <a16:creationId xmlns:a16="http://schemas.microsoft.com/office/drawing/2014/main" id="{0857189A-CA0F-E5AC-FE0C-F518EA8AAE45}"/>
              </a:ext>
            </a:extLst>
          </p:cNvPr>
          <p:cNvSpPr txBox="1"/>
          <p:nvPr/>
        </p:nvSpPr>
        <p:spPr>
          <a:xfrm>
            <a:off x="41438" y="2057392"/>
            <a:ext cx="2213253" cy="292388"/>
          </a:xfrm>
          <a:prstGeom prst="rect">
            <a:avLst/>
          </a:prstGeom>
          <a:noFill/>
        </p:spPr>
        <p:txBody>
          <a:bodyPr wrap="square" rtlCol="0">
            <a:spAutoFit/>
          </a:bodyPr>
          <a:lstStyle/>
          <a:p>
            <a:r>
              <a:rPr kumimoji="1" lang="ko-Kore-KR" altLang="en-US" sz="500" dirty="0"/>
              <a:t>고려사항</a:t>
            </a:r>
            <a:endParaRPr kumimoji="1" lang="en-US" altLang="ko-Kore-KR" sz="500" dirty="0"/>
          </a:p>
          <a:p>
            <a:r>
              <a:rPr kumimoji="1" lang="en-US" altLang="ko-KR" sz="400" dirty="0"/>
              <a:t>-</a:t>
            </a:r>
            <a:r>
              <a:rPr kumimoji="1" lang="ko-Kore-KR" altLang="en-US" sz="400" dirty="0"/>
              <a:t> </a:t>
            </a:r>
            <a:r>
              <a:rPr kumimoji="1" lang="en-US" altLang="ko-KR" sz="400" dirty="0"/>
              <a:t>Procedure SPD </a:t>
            </a:r>
            <a:r>
              <a:rPr kumimoji="1" lang="ko-KR" altLang="en-US" sz="400" dirty="0"/>
              <a:t>지켜야 </a:t>
            </a:r>
            <a:r>
              <a:rPr kumimoji="1" lang="en-US" altLang="ko-KR" sz="400" dirty="0"/>
              <a:t>Traffic </a:t>
            </a:r>
            <a:r>
              <a:rPr kumimoji="1" lang="ko-KR" altLang="en-US" sz="400" dirty="0"/>
              <a:t>간격 유지됨</a:t>
            </a:r>
            <a:r>
              <a:rPr kumimoji="1" lang="en-US" altLang="ko-KR" sz="400" dirty="0"/>
              <a:t>.</a:t>
            </a:r>
            <a:r>
              <a:rPr kumimoji="1" lang="ko-KR" altLang="en-US" sz="400" dirty="0"/>
              <a:t> 무게에 따라 </a:t>
            </a:r>
            <a:r>
              <a:rPr kumimoji="1" lang="en-US" altLang="ko-KR" sz="400" dirty="0"/>
              <a:t>-4</a:t>
            </a:r>
            <a:r>
              <a:rPr kumimoji="1" lang="ko-KR" altLang="en-US" sz="400" dirty="0"/>
              <a:t>도 </a:t>
            </a:r>
            <a:r>
              <a:rPr kumimoji="1" lang="ko-KR" altLang="en-US" sz="400" dirty="0" err="1"/>
              <a:t>증속가능성</a:t>
            </a:r>
            <a:r>
              <a:rPr kumimoji="1" lang="ko-KR" altLang="en-US" sz="400" dirty="0"/>
              <a:t> 있음</a:t>
            </a:r>
            <a:r>
              <a:rPr kumimoji="1" lang="en-US" altLang="ko-KR" sz="400" dirty="0"/>
              <a:t>.</a:t>
            </a:r>
          </a:p>
          <a:p>
            <a:r>
              <a:rPr kumimoji="1" lang="en-US" altLang="ko-KR" sz="400" dirty="0"/>
              <a:t>-</a:t>
            </a:r>
            <a:r>
              <a:rPr kumimoji="1" lang="ko-KR" altLang="en-US" sz="400" dirty="0"/>
              <a:t> </a:t>
            </a:r>
            <a:r>
              <a:rPr kumimoji="1" lang="en-US" altLang="ko-KR" sz="400" dirty="0"/>
              <a:t>S/B</a:t>
            </a:r>
            <a:r>
              <a:rPr kumimoji="1" lang="ko-KR" altLang="en-US" sz="400" dirty="0"/>
              <a:t> 사용하거나 강하각을 조절하는 것이 필요함</a:t>
            </a:r>
            <a:r>
              <a:rPr kumimoji="1" lang="en-US" altLang="ko-KR" sz="400" dirty="0"/>
              <a:t>.</a:t>
            </a:r>
            <a:r>
              <a:rPr kumimoji="1" lang="ko-KR" altLang="en-US" sz="400" dirty="0"/>
              <a:t>   </a:t>
            </a:r>
            <a:endParaRPr kumimoji="1" lang="ko-Kore-KR" altLang="en-US" sz="1600" dirty="0"/>
          </a:p>
        </p:txBody>
      </p:sp>
    </p:spTree>
    <p:extLst>
      <p:ext uri="{BB962C8B-B14F-4D97-AF65-F5344CB8AC3E}">
        <p14:creationId xmlns:p14="http://schemas.microsoft.com/office/powerpoint/2010/main" val="2584169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315F69C3-77DD-1E44-4666-B8D959D64D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C52126-A3FC-7594-B204-8E2ED3E9B79C}"/>
              </a:ext>
            </a:extLst>
          </p:cNvPr>
          <p:cNvSpPr txBox="1"/>
          <p:nvPr/>
        </p:nvSpPr>
        <p:spPr>
          <a:xfrm>
            <a:off x="933902" y="2667315"/>
            <a:ext cx="1287532"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a:t>
            </a:r>
            <a:r>
              <a:rPr kumimoji="1" lang="en-US" altLang="ko-Kore-KR" sz="700" b="1" u="sng" dirty="0">
                <a:solidFill>
                  <a:srgbClr val="FF0000"/>
                </a:solidFill>
                <a:latin typeface="Gulim" panose="020B0600000101010101" pitchFamily="34" charset="-127"/>
                <a:ea typeface="Gulim" panose="020B0600000101010101" pitchFamily="34" charset="-127"/>
              </a:rPr>
              <a:t>ATIS</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120.5 – FUK 133.02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354" name="Google Shape;354;p25">
            <a:extLst>
              <a:ext uri="{FF2B5EF4-FFF2-40B4-BE49-F238E27FC236}">
                <a16:creationId xmlns:a16="http://schemas.microsoft.com/office/drawing/2014/main" id="{DE31EBC2-A3C3-BD88-DD54-A6AB5917863E}"/>
              </a:ext>
            </a:extLst>
          </p:cNvPr>
          <p:cNvGraphicFramePr/>
          <p:nvPr>
            <p:extLst>
              <p:ext uri="{D42A27DB-BD31-4B8C-83A1-F6EECF244321}">
                <p14:modId xmlns:p14="http://schemas.microsoft.com/office/powerpoint/2010/main" val="219009978"/>
              </p:ext>
            </p:extLst>
          </p:nvPr>
        </p:nvGraphicFramePr>
        <p:xfrm>
          <a:off x="0" y="1062477"/>
          <a:ext cx="2332936" cy="1618090"/>
        </p:xfrm>
        <a:graphic>
          <a:graphicData uri="http://schemas.openxmlformats.org/drawingml/2006/table">
            <a:tbl>
              <a:tblPr firstRow="1" bandRow="1">
                <a:tableStyleId>{A521BE36-7E6F-4EC9-8D66-1CF97A6895EC}</a:tableStyleId>
              </a:tblPr>
              <a:tblGrid>
                <a:gridCol w="323689">
                  <a:extLst>
                    <a:ext uri="{9D8B030D-6E8A-4147-A177-3AD203B41FA5}">
                      <a16:colId xmlns:a16="http://schemas.microsoft.com/office/drawing/2014/main" val="20000"/>
                    </a:ext>
                  </a:extLst>
                </a:gridCol>
                <a:gridCol w="61400">
                  <a:extLst>
                    <a:ext uri="{9D8B030D-6E8A-4147-A177-3AD203B41FA5}">
                      <a16:colId xmlns:a16="http://schemas.microsoft.com/office/drawing/2014/main" val="1791132177"/>
                    </a:ext>
                  </a:extLst>
                </a:gridCol>
                <a:gridCol w="314468">
                  <a:extLst>
                    <a:ext uri="{9D8B030D-6E8A-4147-A177-3AD203B41FA5}">
                      <a16:colId xmlns:a16="http://schemas.microsoft.com/office/drawing/2014/main" val="1287199069"/>
                    </a:ext>
                  </a:extLst>
                </a:gridCol>
                <a:gridCol w="270573">
                  <a:extLst>
                    <a:ext uri="{9D8B030D-6E8A-4147-A177-3AD203B41FA5}">
                      <a16:colId xmlns:a16="http://schemas.microsoft.com/office/drawing/2014/main" val="2407863501"/>
                    </a:ext>
                  </a:extLst>
                </a:gridCol>
                <a:gridCol w="61400">
                  <a:extLst>
                    <a:ext uri="{9D8B030D-6E8A-4147-A177-3AD203B41FA5}">
                      <a16:colId xmlns:a16="http://schemas.microsoft.com/office/drawing/2014/main" val="20003"/>
                    </a:ext>
                  </a:extLst>
                </a:gridCol>
                <a:gridCol w="323690">
                  <a:extLst>
                    <a:ext uri="{9D8B030D-6E8A-4147-A177-3AD203B41FA5}">
                      <a16:colId xmlns:a16="http://schemas.microsoft.com/office/drawing/2014/main" val="2408911087"/>
                    </a:ext>
                  </a:extLst>
                </a:gridCol>
                <a:gridCol w="323689">
                  <a:extLst>
                    <a:ext uri="{9D8B030D-6E8A-4147-A177-3AD203B41FA5}">
                      <a16:colId xmlns:a16="http://schemas.microsoft.com/office/drawing/2014/main" val="2010601280"/>
                    </a:ext>
                  </a:extLst>
                </a:gridCol>
                <a:gridCol w="330338">
                  <a:extLst>
                    <a:ext uri="{9D8B030D-6E8A-4147-A177-3AD203B41FA5}">
                      <a16:colId xmlns:a16="http://schemas.microsoft.com/office/drawing/2014/main" val="409838172"/>
                    </a:ext>
                  </a:extLst>
                </a:gridCol>
                <a:gridCol w="323689">
                  <a:extLst>
                    <a:ext uri="{9D8B030D-6E8A-4147-A177-3AD203B41FA5}">
                      <a16:colId xmlns:a16="http://schemas.microsoft.com/office/drawing/2014/main" val="1805471939"/>
                    </a:ext>
                  </a:extLst>
                </a:gridCol>
              </a:tblGrid>
              <a:tr h="174725">
                <a:tc gridSpan="9">
                  <a:txBody>
                    <a:bodyPr/>
                    <a:lstStyle/>
                    <a:p>
                      <a:pPr marL="0" marR="0" lvl="0" indent="0" algn="ctr" rtl="0">
                        <a:spcBef>
                          <a:spcPts val="0"/>
                        </a:spcBef>
                        <a:spcAft>
                          <a:spcPts val="0"/>
                        </a:spcAft>
                        <a:buNone/>
                      </a:pPr>
                      <a:r>
                        <a:rPr lang="en-US" sz="800" dirty="0"/>
                        <a:t>HND : SID </a:t>
                      </a:r>
                      <a:r>
                        <a:rPr lang="en-US" sz="800" dirty="0">
                          <a:solidFill>
                            <a:srgbClr val="FFC000"/>
                          </a:solidFill>
                        </a:rPr>
                        <a:t>(xx B/C 2200-0230z 0600-1000z)</a:t>
                      </a:r>
                      <a:r>
                        <a:rPr lang="en-US" sz="800" dirty="0"/>
                        <a:t> NADP 1</a:t>
                      </a:r>
                      <a:endParaRPr sz="800" dirty="0"/>
                    </a:p>
                  </a:txBody>
                  <a:tcPr marL="91450" marR="91450" marT="45725" marB="45725"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58650">
                <a:tc gridSpan="2">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a:solidFill>
                            <a:srgbClr val="0070C0"/>
                          </a:solidFill>
                        </a:rPr>
                        <a:t>BEKLA x</a:t>
                      </a:r>
                      <a:endParaRPr lang="en-US"/>
                    </a:p>
                    <a:p>
                      <a:pPr marL="0" marR="0" lvl="0" indent="0" algn="ctr" rtl="0">
                        <a:spcBef>
                          <a:spcPts val="0"/>
                        </a:spcBef>
                        <a:spcAft>
                          <a:spcPts val="0"/>
                        </a:spcAft>
                        <a:buNone/>
                      </a:pPr>
                      <a:r>
                        <a:rPr lang="en-US" sz="800" b="1"/>
                        <a:t>OPPAR x</a:t>
                      </a:r>
                      <a:endParaRPr lang="ko-Kore-KR" altLang="en-US"/>
                    </a:p>
                  </a:txBody>
                  <a:tcPr marL="36000" marR="36000" marT="36000" marB="36000" anchor="ctr"/>
                </a:tc>
                <a:tc hMerge="1">
                  <a:txBody>
                    <a:bodyPr/>
                    <a:lstStyle/>
                    <a:p>
                      <a:endParaRPr lang="ko-Kore-KR" altLang="en-US"/>
                    </a:p>
                  </a:txBody>
                  <a:tcPr/>
                </a:tc>
                <a:tc gridSpan="5">
                  <a:txBody>
                    <a:bodyPr/>
                    <a:lstStyle/>
                    <a:p>
                      <a:pPr marL="0" marR="0" lvl="0" indent="0" algn="ctr" rtl="0">
                        <a:spcBef>
                          <a:spcPts val="0"/>
                        </a:spcBef>
                        <a:spcAft>
                          <a:spcPts val="0"/>
                        </a:spcAft>
                        <a:buNone/>
                      </a:pPr>
                      <a:r>
                        <a:rPr lang="en-US" sz="800" b="1"/>
                        <a:t>HD 338/158,231/051,223/043</a:t>
                      </a:r>
                      <a:endParaRPr lang="en-US" sz="800" b="1" dirty="0"/>
                    </a:p>
                    <a:p>
                      <a:pPr marL="0" marR="0" lvl="0" indent="0" algn="ctr" rtl="0">
                        <a:spcBef>
                          <a:spcPts val="0"/>
                        </a:spcBef>
                        <a:spcAft>
                          <a:spcPts val="0"/>
                        </a:spcAft>
                        <a:buNone/>
                      </a:pPr>
                      <a:r>
                        <a:rPr lang="en-US" sz="800" b="1" dirty="0">
                          <a:solidFill>
                            <a:srgbClr val="0070C0"/>
                          </a:solidFill>
                        </a:rPr>
                        <a:t>ALT ATC</a:t>
                      </a:r>
                    </a:p>
                    <a:p>
                      <a:pPr marL="0" marR="0" lvl="0" indent="0" algn="ctr" rtl="0">
                        <a:spcBef>
                          <a:spcPts val="0"/>
                        </a:spcBef>
                        <a:spcAft>
                          <a:spcPts val="0"/>
                        </a:spcAft>
                        <a:buNone/>
                      </a:pPr>
                      <a:r>
                        <a:rPr lang="en-US" sz="800" b="1" dirty="0">
                          <a:solidFill>
                            <a:srgbClr val="7030A0"/>
                          </a:solidFill>
                        </a:rPr>
                        <a:t>Mod SPD 230</a:t>
                      </a:r>
                      <a:endParaRPr sz="600" b="1"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58650">
                <a:tc>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HME</a:t>
                      </a:r>
                      <a:endParaRPr lang="en-US" altLang="ko-Kore-KR" sz="700" dirty="0"/>
                    </a:p>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112.2</a:t>
                      </a:r>
                      <a:endParaRPr lang="en-US" altLang="ko-Kore-KR" sz="700"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34L IHA</a:t>
                      </a:r>
                      <a:endParaRPr lang="en-US" altLang="ko-Kore-KR" sz="700" dirty="0"/>
                    </a:p>
                    <a:p>
                      <a:pPr marL="0" marR="0" lvl="0" indent="0" algn="ctr" rtl="0">
                        <a:spcBef>
                          <a:spcPts val="0"/>
                        </a:spcBef>
                        <a:spcAft>
                          <a:spcPts val="0"/>
                        </a:spcAft>
                        <a:buNone/>
                      </a:pPr>
                      <a:r>
                        <a:rPr lang="en-US" altLang="ko-Kore-KR" sz="700" b="1" dirty="0">
                          <a:solidFill>
                            <a:srgbClr val="C00000"/>
                          </a:solidFill>
                        </a:rPr>
                        <a:t>111.7</a:t>
                      </a:r>
                      <a:endParaRPr lang="ko-Kore-KR" altLang="en-US" sz="700" dirty="0"/>
                    </a:p>
                  </a:txBody>
                  <a:tcPr marL="0" marR="0" marT="36000" marB="36000" anchor="ctr"/>
                </a:tc>
                <a:tc hMerge="1">
                  <a:txBody>
                    <a:bodyPr/>
                    <a:lstStyle/>
                    <a:p>
                      <a:pPr marL="0" marR="0" lvl="0" indent="0" algn="ctr" rtl="0">
                        <a:spcBef>
                          <a:spcPts val="0"/>
                        </a:spcBef>
                        <a:spcAft>
                          <a:spcPts val="0"/>
                        </a:spcAft>
                        <a:buNone/>
                      </a:pPr>
                      <a:endParaRPr lang="ko-Kore-KR" altLang="en-US"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16R ITA</a:t>
                      </a:r>
                      <a:endParaRPr lang="en-US" altLang="ko-Kore-KR" sz="700" dirty="0"/>
                    </a:p>
                    <a:p>
                      <a:pPr marL="0" marR="0" lvl="0" indent="0" algn="ctr" rtl="0">
                        <a:spcBef>
                          <a:spcPts val="0"/>
                        </a:spcBef>
                        <a:spcAft>
                          <a:spcPts val="0"/>
                        </a:spcAft>
                        <a:buNone/>
                      </a:pPr>
                      <a:r>
                        <a:rPr lang="en-US" altLang="ko-Kore-KR" sz="700" b="1" dirty="0">
                          <a:solidFill>
                            <a:srgbClr val="C00000"/>
                          </a:solidFill>
                        </a:rPr>
                        <a:t>111.55</a:t>
                      </a:r>
                      <a:endParaRPr lang="en-US" altLang="ko-Kore-KR" sz="700" dirty="0"/>
                    </a:p>
                  </a:txBody>
                  <a:tcPr marL="0" marR="0" marT="36000" marB="36000" anchor="ctr"/>
                </a:tc>
                <a:tc hMerge="1">
                  <a:txBody>
                    <a:bodyPr/>
                    <a:lstStyle/>
                    <a:p>
                      <a:pPr marL="0" marR="0" lvl="0" indent="0" algn="ctr" rtl="0">
                        <a:lnSpc>
                          <a:spcPct val="100000"/>
                        </a:lnSpc>
                        <a:spcBef>
                          <a:spcPts val="0"/>
                        </a:spcBef>
                        <a:spcAft>
                          <a:spcPts val="0"/>
                        </a:spcAft>
                        <a:buClr>
                          <a:srgbClr val="C00000"/>
                        </a:buClr>
                        <a:buSzPts val="800"/>
                        <a:buFont typeface="Calibri"/>
                        <a:buNone/>
                      </a:pPr>
                      <a:endParaRPr sz="800" b="1" dirty="0">
                        <a:solidFill>
                          <a:srgbClr val="C00000"/>
                        </a:solidFill>
                      </a:endParaRP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34R ITC 108.9</a:t>
                      </a: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16L IOC 111.95</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22 IAD</a:t>
                      </a:r>
                      <a:endParaRPr lang="en-US" altLang="ko-Kore-KR" sz="700" dirty="0"/>
                    </a:p>
                    <a:p>
                      <a:pPr marL="0" marR="0" lvl="0" indent="0" algn="ctr" rtl="0">
                        <a:spcBef>
                          <a:spcPts val="0"/>
                        </a:spcBef>
                        <a:spcAft>
                          <a:spcPts val="0"/>
                        </a:spcAft>
                        <a:buNone/>
                      </a:pPr>
                      <a:r>
                        <a:rPr lang="en-US" altLang="ko-Kore-KR" sz="700" b="1" dirty="0">
                          <a:solidFill>
                            <a:srgbClr val="C00000"/>
                          </a:solidFill>
                        </a:rPr>
                        <a:t>108.1</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23 ITD</a:t>
                      </a:r>
                      <a:endParaRPr lang="en-US" altLang="ko-Kore-KR" sz="700" dirty="0"/>
                    </a:p>
                    <a:p>
                      <a:pPr marL="0" marR="0" lvl="0" indent="0" algn="ctr" rtl="0">
                        <a:spcBef>
                          <a:spcPts val="0"/>
                        </a:spcBef>
                        <a:spcAft>
                          <a:spcPts val="0"/>
                        </a:spcAft>
                        <a:buNone/>
                      </a:pPr>
                      <a:r>
                        <a:rPr lang="en-US" altLang="ko-Kore-KR" sz="700" b="1" dirty="0">
                          <a:solidFill>
                            <a:srgbClr val="C00000"/>
                          </a:solidFill>
                        </a:rPr>
                        <a:t>110.5</a:t>
                      </a:r>
                      <a:endParaRPr lang="en-US" altLang="ko-Kore-KR" sz="700" dirty="0"/>
                    </a:p>
                  </a:txBody>
                  <a:tcPr marL="0" marR="0" marT="36000" marB="36000" anchor="ctr"/>
                </a:tc>
                <a:extLst>
                  <a:ext uri="{0D108BD9-81ED-4DB2-BD59-A6C34878D82A}">
                    <a16:rowId xmlns:a16="http://schemas.microsoft.com/office/drawing/2014/main" val="2981347970"/>
                  </a:ext>
                </a:extLst>
              </a:tr>
              <a:tr h="1588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7">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u="none" strike="noStrike" kern="1200" cap="none" spc="0" normalizeH="0" baseline="0" noProof="0" dirty="0">
                          <a:ln>
                            <a:noFill/>
                          </a:ln>
                          <a:solidFill>
                            <a:prstClr val="black"/>
                          </a:solidFill>
                          <a:effectLst/>
                          <a:uLnTx/>
                          <a:uFillTx/>
                        </a:rPr>
                        <a:t>34L : HME 351/1.1, R095, 34R : HME R080, R095, 22 : HME /2.2 R185 </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3"/>
                  </a:ext>
                </a:extLst>
              </a:tr>
              <a:tr h="88900">
                <a:tc gridSpan="9">
                  <a:txBody>
                    <a:bodyPr/>
                    <a:lstStyle/>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34R BEKLA : KAIJI 230kts, TO FLAP SPD Until TORAM</a:t>
                      </a:r>
                      <a:endParaRPr sz="800" dirty="0">
                        <a:solidFill>
                          <a:srgbClr val="7030A0"/>
                        </a:solidFill>
                      </a:endParaRPr>
                    </a:p>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05 OPPAR : Reduce SPD ARC TURN</a:t>
                      </a:r>
                    </a:p>
                    <a:p>
                      <a:pPr marL="0" marR="0" lvl="0" indent="0" algn="ctr" rtl="0">
                        <a:lnSpc>
                          <a:spcPct val="100000"/>
                        </a:lnSpc>
                        <a:spcBef>
                          <a:spcPts val="0"/>
                        </a:spcBef>
                        <a:spcAft>
                          <a:spcPts val="0"/>
                        </a:spcAft>
                        <a:buClr>
                          <a:schemeClr val="accent1"/>
                        </a:buClr>
                        <a:buSzPts val="700"/>
                        <a:buFont typeface="Calibri"/>
                        <a:buNone/>
                      </a:pPr>
                      <a:r>
                        <a:rPr lang="en-US" sz="800" b="0" dirty="0">
                          <a:solidFill>
                            <a:schemeClr val="bg1"/>
                          </a:solidFill>
                        </a:rPr>
                        <a:t>RWY05 RTE5 TAXI Chart</a:t>
                      </a:r>
                    </a:p>
                  </a:txBody>
                  <a:tcPr marL="36000" marR="3600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355" name="Google Shape;355;p25">
            <a:extLst>
              <a:ext uri="{FF2B5EF4-FFF2-40B4-BE49-F238E27FC236}">
                <a16:creationId xmlns:a16="http://schemas.microsoft.com/office/drawing/2014/main" id="{1DFA5E20-EF24-308D-3D9F-99C0402C76CE}"/>
              </a:ext>
            </a:extLst>
          </p:cNvPr>
          <p:cNvGraphicFramePr/>
          <p:nvPr>
            <p:extLst>
              <p:ext uri="{D42A27DB-BD31-4B8C-83A1-F6EECF244321}">
                <p14:modId xmlns:p14="http://schemas.microsoft.com/office/powerpoint/2010/main" val="4166232286"/>
              </p:ext>
            </p:extLst>
          </p:nvPr>
        </p:nvGraphicFramePr>
        <p:xfrm>
          <a:off x="-2501" y="16505"/>
          <a:ext cx="2328850" cy="54865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181697">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RJTT(HND) 21ft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46121">
                <a:tc>
                  <a:txBody>
                    <a:bodyPr/>
                    <a:lstStyle/>
                    <a:p>
                      <a:pPr marL="0" marR="0" lvl="0" indent="0" algn="ctr" rtl="0">
                        <a:spcBef>
                          <a:spcPts val="0"/>
                        </a:spcBef>
                        <a:spcAft>
                          <a:spcPts val="0"/>
                        </a:spcAft>
                        <a:buNone/>
                      </a:pPr>
                      <a:r>
                        <a:rPr lang="en-US" sz="900"/>
                        <a:t>Delta Oper 132.075</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358" name="Google Shape;358;p25">
            <a:extLst>
              <a:ext uri="{FF2B5EF4-FFF2-40B4-BE49-F238E27FC236}">
                <a16:creationId xmlns:a16="http://schemas.microsoft.com/office/drawing/2014/main" id="{51363B09-8919-C814-7F0B-0F99CF5CC6C6}"/>
              </a:ext>
            </a:extLst>
          </p:cNvPr>
          <p:cNvPicPr preferRelativeResize="0"/>
          <p:nvPr/>
        </p:nvPicPr>
        <p:blipFill rotWithShape="1">
          <a:blip r:embed="rId5">
            <a:alphaModFix/>
          </a:blip>
          <a:srcRect/>
          <a:stretch/>
        </p:blipFill>
        <p:spPr>
          <a:xfrm>
            <a:off x="-2501" y="2698875"/>
            <a:ext cx="956281" cy="772905"/>
          </a:xfrm>
          <a:prstGeom prst="rect">
            <a:avLst/>
          </a:prstGeom>
          <a:noFill/>
          <a:ln>
            <a:noFill/>
          </a:ln>
        </p:spPr>
      </p:pic>
      <p:sp>
        <p:nvSpPr>
          <p:cNvPr id="2" name="직사각형 1">
            <a:hlinkClick r:id="" action="ppaction://hlinkshowjump?jump=firstslide"/>
            <a:extLst>
              <a:ext uri="{FF2B5EF4-FFF2-40B4-BE49-F238E27FC236}">
                <a16:creationId xmlns:a16="http://schemas.microsoft.com/office/drawing/2014/main" id="{811C5249-B056-D6D5-DE21-D85D10963342}"/>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6" name="Google Shape;158;p5">
            <a:extLst>
              <a:ext uri="{FF2B5EF4-FFF2-40B4-BE49-F238E27FC236}">
                <a16:creationId xmlns:a16="http://schemas.microsoft.com/office/drawing/2014/main" id="{B114305F-E5A2-B094-3603-617B25E7F45D}"/>
              </a:ext>
            </a:extLst>
          </p:cNvPr>
          <p:cNvSpPr txBox="1"/>
          <p:nvPr/>
        </p:nvSpPr>
        <p:spPr>
          <a:xfrm>
            <a:off x="-35514" y="563115"/>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b="1" dirty="0">
                <a:solidFill>
                  <a:schemeClr val="dk1"/>
                </a:solidFill>
                <a:latin typeface="Calibri"/>
                <a:ea typeface="Calibri"/>
                <a:cs typeface="Calibri"/>
                <a:sym typeface="Calibri"/>
              </a:rPr>
              <a:t> </a:t>
            </a:r>
            <a:endParaRPr b="1"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7" name="그림 6" descr="텍스트, 시계이(가) 표시된 사진&#10;&#10;자동 생성된 설명">
            <a:extLst>
              <a:ext uri="{FF2B5EF4-FFF2-40B4-BE49-F238E27FC236}">
                <a16:creationId xmlns:a16="http://schemas.microsoft.com/office/drawing/2014/main" id="{D7FAD0E7-C5E2-DF08-F929-B4CF2701B9F7}"/>
              </a:ext>
            </a:extLst>
          </p:cNvPr>
          <p:cNvPicPr>
            <a:picLocks noChangeAspect="1"/>
          </p:cNvPicPr>
          <p:nvPr/>
        </p:nvPicPr>
        <p:blipFill>
          <a:blip r:embed="rId7"/>
          <a:stretch>
            <a:fillRect/>
          </a:stretch>
        </p:blipFill>
        <p:spPr>
          <a:xfrm>
            <a:off x="1602416" y="571494"/>
            <a:ext cx="492402" cy="492402"/>
          </a:xfrm>
          <a:prstGeom prst="rect">
            <a:avLst/>
          </a:prstGeom>
        </p:spPr>
      </p:pic>
      <p:graphicFrame>
        <p:nvGraphicFramePr>
          <p:cNvPr id="8" name="Google Shape;156;p5">
            <a:extLst>
              <a:ext uri="{FF2B5EF4-FFF2-40B4-BE49-F238E27FC236}">
                <a16:creationId xmlns:a16="http://schemas.microsoft.com/office/drawing/2014/main" id="{EBD13169-4147-4BDE-744B-5CAB49A85884}"/>
              </a:ext>
            </a:extLst>
          </p:cNvPr>
          <p:cNvGraphicFramePr/>
          <p:nvPr>
            <p:extLst>
              <p:ext uri="{D42A27DB-BD31-4B8C-83A1-F6EECF244321}">
                <p14:modId xmlns:p14="http://schemas.microsoft.com/office/powerpoint/2010/main" val="4025561649"/>
              </p:ext>
            </p:extLst>
          </p:nvPr>
        </p:nvGraphicFramePr>
        <p:xfrm>
          <a:off x="-2501" y="3686185"/>
          <a:ext cx="2328850" cy="1864570"/>
        </p:xfrm>
        <a:graphic>
          <a:graphicData uri="http://schemas.openxmlformats.org/drawingml/2006/table">
            <a:tbl>
              <a:tblPr firstRow="1" bandRow="1">
                <a:noFill/>
                <a:tableStyleId>{A521BE36-7E6F-4EC9-8D66-1CF97A6895EC}</a:tableStyleId>
              </a:tblPr>
              <a:tblGrid>
                <a:gridCol w="435386">
                  <a:extLst>
                    <a:ext uri="{9D8B030D-6E8A-4147-A177-3AD203B41FA5}">
                      <a16:colId xmlns:a16="http://schemas.microsoft.com/office/drawing/2014/main" val="20000"/>
                    </a:ext>
                  </a:extLst>
                </a:gridCol>
                <a:gridCol w="249699">
                  <a:extLst>
                    <a:ext uri="{9D8B030D-6E8A-4147-A177-3AD203B41FA5}">
                      <a16:colId xmlns:a16="http://schemas.microsoft.com/office/drawing/2014/main" val="20002"/>
                    </a:ext>
                  </a:extLst>
                </a:gridCol>
                <a:gridCol w="528330">
                  <a:extLst>
                    <a:ext uri="{9D8B030D-6E8A-4147-A177-3AD203B41FA5}">
                      <a16:colId xmlns:a16="http://schemas.microsoft.com/office/drawing/2014/main" val="20003"/>
                    </a:ext>
                  </a:extLst>
                </a:gridCol>
                <a:gridCol w="471906">
                  <a:extLst>
                    <a:ext uri="{9D8B030D-6E8A-4147-A177-3AD203B41FA5}">
                      <a16:colId xmlns:a16="http://schemas.microsoft.com/office/drawing/2014/main" val="20005"/>
                    </a:ext>
                  </a:extLst>
                </a:gridCol>
                <a:gridCol w="643529">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dirty="0"/>
                        <a:t>GMP </a:t>
                      </a:r>
                      <a:r>
                        <a:rPr lang="en-US" sz="800" dirty="0">
                          <a:solidFill>
                            <a:srgbClr val="00B0F0"/>
                          </a:solidFill>
                        </a:rPr>
                        <a:t>[324/144]</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dirty="0"/>
                        <a:t>ILS 32L/R</a:t>
                      </a:r>
                      <a:endParaRPr sz="800" b="1" dirty="0">
                        <a:solidFill>
                          <a:srgbClr val="00B0F0"/>
                        </a:solidFill>
                      </a:endParaRPr>
                    </a:p>
                  </a:txBody>
                  <a:tcPr marL="36000" marR="36000" marT="36000" marB="36000" anchor="ctr"/>
                </a:tc>
                <a:tc hMerge="1">
                  <a:txBody>
                    <a:bodyPr/>
                    <a:lstStyle/>
                    <a:p>
                      <a:endParaRPr lang="ko-Kore-KR"/>
                    </a:p>
                  </a:txBody>
                  <a:tcPr/>
                </a:tc>
                <a:tc>
                  <a:txBody>
                    <a:bodyPr/>
                    <a:lstStyle/>
                    <a:p>
                      <a:pPr algn="ctr"/>
                      <a:r>
                        <a:rPr lang="en-US" sz="800" b="1"/>
                        <a:t>GUKDO xT</a:t>
                      </a:r>
                      <a:endParaRPr lang="ko-Kore-KR"/>
                    </a:p>
                  </a:txBody>
                  <a:tcPr marL="36000" marR="36000" marT="36000" marB="36000" anchor="ctr"/>
                </a:tc>
                <a:tc>
                  <a:txBody>
                    <a:bodyPr/>
                    <a:lstStyle/>
                    <a:p>
                      <a:pPr marL="0" marR="0" lvl="0" indent="0" algn="ctr" rtl="0">
                        <a:spcBef>
                          <a:spcPts val="0"/>
                        </a:spcBef>
                        <a:spcAft>
                          <a:spcPts val="0"/>
                        </a:spcAft>
                        <a:buNone/>
                      </a:pPr>
                      <a:r>
                        <a:rPr lang="en-US" sz="800" b="1"/>
                        <a:t>BUMSI</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dirty="0"/>
                        <a:t>ILS 14R</a:t>
                      </a:r>
                      <a:endParaRPr sz="800" b="1" dirty="0">
                        <a:solidFill>
                          <a:srgbClr val="00B0F0"/>
                        </a:solidFill>
                      </a:endParaRPr>
                    </a:p>
                  </a:txBody>
                  <a:tcPr marL="36000" marR="36000" marT="36000" marB="36000" anchor="ctr"/>
                </a:tc>
                <a:tc hMerge="1">
                  <a:txBody>
                    <a:bodyPr/>
                    <a:lstStyle/>
                    <a:p>
                      <a:endParaRPr lang="ko-Kore-KR"/>
                    </a:p>
                  </a:txBody>
                  <a:tcPr/>
                </a:tc>
                <a:tc>
                  <a:txBody>
                    <a:bodyPr/>
                    <a:lstStyle/>
                    <a:p>
                      <a:pPr algn="ctr"/>
                      <a:r>
                        <a:rPr lang="en-US" sz="800" b="1" dirty="0"/>
                        <a:t>GUKDO </a:t>
                      </a:r>
                      <a:r>
                        <a:rPr lang="en-US" sz="800" b="1"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a:t>DOKDO</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white"/>
                          </a:solidFill>
                          <a:effectLst/>
                          <a:uLnTx/>
                          <a:uFillTx/>
                          <a:latin typeface="Calibri"/>
                          <a:cs typeface="Calibri"/>
                          <a:sym typeface="Calibri"/>
                        </a:rPr>
                        <a:t>NAV</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altLang="ko-Kore-KR" sz="800" b="1" dirty="0">
                          <a:solidFill>
                            <a:srgbClr val="0070C0"/>
                          </a:solidFill>
                        </a:rPr>
                        <a:t>KIP </a:t>
                      </a:r>
                      <a:r>
                        <a:rPr lang="en-US" altLang="ko-Kore-KR" sz="800" b="1" dirty="0">
                          <a:solidFill>
                            <a:srgbClr val="C00000"/>
                          </a:solidFill>
                        </a:rPr>
                        <a:t>32L IKMO, 32R ISKP, 14L ISEL, 14R IOFR</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90674759"/>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a:t>
                      </a:r>
                      <a:r>
                        <a:rPr lang="en-US" altLang="ko-Kore-KR" sz="800" b="1" dirty="0">
                          <a:solidFill>
                            <a:srgbClr val="C00000"/>
                          </a:solidFill>
                          <a:latin typeface="Calibri"/>
                          <a:ea typeface="Calibri"/>
                          <a:cs typeface="Calibri"/>
                          <a:sym typeface="Calibri"/>
                        </a:rPr>
                        <a:t>(No CL L/T)</a:t>
                      </a:r>
                      <a:r>
                        <a:rPr lang="en-US" altLang="ko-Kore-KR" sz="800" b="1" dirty="0">
                          <a:solidFill>
                            <a:schemeClr val="dk1"/>
                          </a:solidFill>
                          <a:latin typeface="Calibri"/>
                          <a:ea typeface="Calibri"/>
                          <a:cs typeface="Calibri"/>
                          <a:sym typeface="Calibri"/>
                        </a:rPr>
                        <a:t> </a:t>
                      </a:r>
                      <a:r>
                        <a:rPr lang="en-US" sz="800" b="1" dirty="0">
                          <a:solidFill>
                            <a:schemeClr val="dk1"/>
                          </a:solidFill>
                          <a:latin typeface="Calibri"/>
                          <a:ea typeface="Calibri"/>
                          <a:cs typeface="Calibri"/>
                          <a:sym typeface="Calibri"/>
                        </a:rPr>
                        <a:t>: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24CF9844-774F-C8AB-ECED-D624262D83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74890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2" name="Google Shape;292;p18"/>
          <p:cNvGraphicFramePr/>
          <p:nvPr>
            <p:extLst>
              <p:ext uri="{D42A27DB-BD31-4B8C-83A1-F6EECF244321}">
                <p14:modId xmlns:p14="http://schemas.microsoft.com/office/powerpoint/2010/main" val="3306649105"/>
              </p:ext>
            </p:extLst>
          </p:nvPr>
        </p:nvGraphicFramePr>
        <p:xfrm>
          <a:off x="4472" y="3746755"/>
          <a:ext cx="2331400" cy="181465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60235">
                <a:tc gridSpan="4">
                  <a:txBody>
                    <a:bodyPr/>
                    <a:lstStyle/>
                    <a:p>
                      <a:pPr marL="0" marR="0" lvl="0" indent="0" algn="ctr" rtl="0">
                        <a:spcBef>
                          <a:spcPts val="0"/>
                        </a:spcBef>
                        <a:spcAft>
                          <a:spcPts val="0"/>
                        </a:spcAft>
                        <a:buNone/>
                      </a:pPr>
                      <a:r>
                        <a:rPr lang="en-US" sz="800" dirty="0"/>
                        <a:t>KIX </a:t>
                      </a:r>
                      <a:r>
                        <a:rPr lang="en-US" sz="800" dirty="0">
                          <a:solidFill>
                            <a:srgbClr val="00B0F0"/>
                          </a:solidFill>
                        </a:rPr>
                        <a:t>[058/238]</a:t>
                      </a:r>
                      <a:r>
                        <a:rPr lang="en-US" sz="800" dirty="0"/>
                        <a:t> : STAR (SAEKI 170, RANDY 150)</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5629">
                <a:tc>
                  <a:txBody>
                    <a:bodyPr/>
                    <a:lstStyle/>
                    <a:p>
                      <a:pPr marL="0" marR="0" lvl="0" indent="0" algn="ctr" rtl="0">
                        <a:spcBef>
                          <a:spcPts val="0"/>
                        </a:spcBef>
                        <a:spcAft>
                          <a:spcPts val="0"/>
                        </a:spcAft>
                        <a:buNone/>
                      </a:pPr>
                      <a:r>
                        <a:rPr lang="en-US" sz="800" b="1" dirty="0"/>
                        <a:t>06L</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a:t>ALISA B</a:t>
                      </a:r>
                      <a:endParaRPr sz="800" b="1"/>
                    </a:p>
                  </a:txBody>
                  <a:tcPr marL="36000" marR="36000" marT="36000" marB="36000" anchor="ctr"/>
                </a:tc>
                <a:tc>
                  <a:txBody>
                    <a:bodyPr/>
                    <a:lstStyle/>
                    <a:p>
                      <a:pPr marL="0" marR="0" lvl="0" indent="0" algn="ctr" rtl="0">
                        <a:spcBef>
                          <a:spcPts val="0"/>
                        </a:spcBef>
                        <a:spcAft>
                          <a:spcPts val="0"/>
                        </a:spcAft>
                        <a:buNone/>
                      </a:pPr>
                      <a:r>
                        <a:rPr lang="en-US" sz="800" b="1"/>
                        <a:t>BERRY</a:t>
                      </a:r>
                      <a:endParaRPr sz="800" b="1"/>
                    </a:p>
                  </a:txBody>
                  <a:tcPr marL="36000" marR="36000" marT="36000" marB="36000" anchor="ctr"/>
                </a:tc>
                <a:tc>
                  <a:txBody>
                    <a:bodyPr/>
                    <a:lstStyle/>
                    <a:p>
                      <a:pPr marL="0" marR="0" lvl="0" indent="0" algn="ctr" rtl="0">
                        <a:spcBef>
                          <a:spcPts val="0"/>
                        </a:spcBef>
                        <a:spcAft>
                          <a:spcPts val="0"/>
                        </a:spcAft>
                        <a:buNone/>
                      </a:pPr>
                      <a:r>
                        <a:rPr lang="en-US" sz="800" b="1"/>
                        <a:t>ILS Y 06L</a:t>
                      </a:r>
                      <a:endParaRPr sz="800" b="1"/>
                    </a:p>
                  </a:txBody>
                  <a:tcPr marL="36000" marR="36000" marT="36000" marB="36000" anchor="ctr"/>
                </a:tc>
                <a:extLst>
                  <a:ext uri="{0D108BD9-81ED-4DB2-BD59-A6C34878D82A}">
                    <a16:rowId xmlns:a16="http://schemas.microsoft.com/office/drawing/2014/main" val="10001"/>
                  </a:ext>
                </a:extLst>
              </a:tr>
              <a:tr h="158118">
                <a:tc>
                  <a:txBody>
                    <a:bodyPr/>
                    <a:lstStyle/>
                    <a:p>
                      <a:pPr marL="0" marR="0" lvl="0" indent="0" algn="ctr" rtl="0">
                        <a:spcBef>
                          <a:spcPts val="0"/>
                        </a:spcBef>
                        <a:spcAft>
                          <a:spcPts val="0"/>
                        </a:spcAft>
                        <a:buNone/>
                      </a:pPr>
                      <a:r>
                        <a:rPr lang="en-US" sz="800" b="1" dirty="0"/>
                        <a:t>06R</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a:t>ALISA A</a:t>
                      </a:r>
                      <a:endParaRPr sz="800" b="1"/>
                    </a:p>
                  </a:txBody>
                  <a:tcPr marL="36000" marR="36000" marT="36000" marB="36000" anchor="ctr"/>
                </a:tc>
                <a:tc>
                  <a:txBody>
                    <a:bodyPr/>
                    <a:lstStyle/>
                    <a:p>
                      <a:pPr marL="0" marR="0" lvl="0" indent="0" algn="ctr" rtl="0">
                        <a:spcBef>
                          <a:spcPts val="0"/>
                        </a:spcBef>
                        <a:spcAft>
                          <a:spcPts val="0"/>
                        </a:spcAft>
                        <a:buNone/>
                      </a:pPr>
                      <a:r>
                        <a:rPr lang="en-US" sz="800" b="1"/>
                        <a:t>ALLAN</a:t>
                      </a:r>
                      <a:endParaRPr sz="800" b="1"/>
                    </a:p>
                  </a:txBody>
                  <a:tcPr marL="36000" marR="36000" marT="36000" marB="36000" anchor="ctr"/>
                </a:tc>
                <a:tc>
                  <a:txBody>
                    <a:bodyPr/>
                    <a:lstStyle/>
                    <a:p>
                      <a:pPr marL="0" marR="0" lvl="0" indent="0" algn="ctr" rtl="0">
                        <a:spcBef>
                          <a:spcPts val="0"/>
                        </a:spcBef>
                        <a:spcAft>
                          <a:spcPts val="0"/>
                        </a:spcAft>
                        <a:buNone/>
                      </a:pPr>
                      <a:r>
                        <a:rPr lang="en-US" sz="800" b="1"/>
                        <a:t>ILS Y 06R</a:t>
                      </a:r>
                      <a:endParaRPr sz="800" b="1"/>
                    </a:p>
                  </a:txBody>
                  <a:tcPr marL="36000" marR="36000" marT="36000" marB="36000" anchor="ctr"/>
                </a:tc>
                <a:extLst>
                  <a:ext uri="{0D108BD9-81ED-4DB2-BD59-A6C34878D82A}">
                    <a16:rowId xmlns:a16="http://schemas.microsoft.com/office/drawing/2014/main" val="10002"/>
                  </a:ext>
                </a:extLst>
              </a:tr>
              <a:tr h="145629">
                <a:tc>
                  <a:txBody>
                    <a:bodyPr/>
                    <a:lstStyle/>
                    <a:p>
                      <a:pPr marL="0" marR="0" lvl="0" indent="0" algn="ctr" rtl="0">
                        <a:spcBef>
                          <a:spcPts val="0"/>
                        </a:spcBef>
                        <a:spcAft>
                          <a:spcPts val="0"/>
                        </a:spcAft>
                        <a:buNone/>
                      </a:pPr>
                      <a:r>
                        <a:rPr lang="en-US" sz="800" b="1" dirty="0"/>
                        <a:t>24L/R</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a:t>ALISA C</a:t>
                      </a:r>
                      <a:endParaRPr sz="800" b="1"/>
                    </a:p>
                  </a:txBody>
                  <a:tcPr marL="36000" marR="36000" marT="36000" marB="36000" anchor="ctr"/>
                </a:tc>
                <a:tc>
                  <a:txBody>
                    <a:bodyPr/>
                    <a:lstStyle/>
                    <a:p>
                      <a:pPr marL="0" marR="0" lvl="0" indent="0" algn="ctr" rtl="0">
                        <a:spcBef>
                          <a:spcPts val="0"/>
                        </a:spcBef>
                        <a:spcAft>
                          <a:spcPts val="0"/>
                        </a:spcAft>
                        <a:buNone/>
                      </a:pPr>
                      <a:r>
                        <a:rPr lang="en-US" sz="800" b="1"/>
                        <a:t>MAYAH</a:t>
                      </a:r>
                      <a:endParaRPr sz="800" b="1"/>
                    </a:p>
                  </a:txBody>
                  <a:tcPr marL="36000" marR="36000" marT="36000" marB="36000" anchor="ctr"/>
                </a:tc>
                <a:tc>
                  <a:txBody>
                    <a:bodyPr/>
                    <a:lstStyle/>
                    <a:p>
                      <a:pPr marL="0" marR="0" lvl="0" indent="0" algn="ctr" rtl="0">
                        <a:spcBef>
                          <a:spcPts val="0"/>
                        </a:spcBef>
                        <a:spcAft>
                          <a:spcPts val="0"/>
                        </a:spcAft>
                        <a:buNone/>
                      </a:pPr>
                      <a:r>
                        <a:rPr lang="en-US" sz="800" b="1"/>
                        <a:t>ILS Z 24L/R</a:t>
                      </a:r>
                      <a:endParaRPr sz="800" b="1"/>
                    </a:p>
                  </a:txBody>
                  <a:tcPr marL="36000" marR="36000" marT="36000" marB="36000" anchor="ctr"/>
                </a:tc>
                <a:extLst>
                  <a:ext uri="{0D108BD9-81ED-4DB2-BD59-A6C34878D82A}">
                    <a16:rowId xmlns:a16="http://schemas.microsoft.com/office/drawing/2014/main" val="10003"/>
                  </a:ext>
                </a:extLst>
              </a:tr>
              <a:tr h="17542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KIE, </a:t>
                      </a:r>
                      <a:r>
                        <a:rPr lang="en-US" sz="800" b="1" dirty="0">
                          <a:solidFill>
                            <a:srgbClr val="C00000"/>
                          </a:solidFill>
                        </a:rPr>
                        <a:t>06L IKJ, 06R IKD, 24L IKN, 24R IKW</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092629622"/>
                  </a:ext>
                </a:extLst>
              </a:tr>
              <a:tr h="17542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err="1">
                          <a:solidFill>
                            <a:schemeClr val="bg1"/>
                          </a:solidFill>
                        </a:rPr>
                        <a:t>RWxx</a:t>
                      </a:r>
                      <a:r>
                        <a:rPr lang="en-US" sz="800" b="0" dirty="0">
                          <a:solidFill>
                            <a:schemeClr val="bg1"/>
                          </a:solidFill>
                        </a:rPr>
                        <a:t> /8</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237188">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06L : B8(5160’), B6(6751’), 24R : B7(5318’), B9(6751’)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06R : A7(5137’), A6(6938’), 24L : A8(5269’), A9(6976’)</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3718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RWY06 : After 2500ft L/G DN, After 1500ft L/D FLAP</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TAXI RTE 1(via J4), 2(via J3)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594645615"/>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RJBB(KIX) 17ft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KIX 130.95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062F9807-5AEF-8D80-6311-45C5000B22FB}"/>
              </a:ext>
            </a:extLst>
          </p:cNvPr>
          <p:cNvSpPr txBox="1"/>
          <p:nvPr/>
        </p:nvSpPr>
        <p:spPr>
          <a:xfrm>
            <a:off x="-25896" y="2872528"/>
            <a:ext cx="1965603"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134.17 – FUK 124.15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133.8</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KIX RDR 120.85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KIX APP 120.25 </a:t>
            </a:r>
          </a:p>
        </p:txBody>
      </p:sp>
      <p:sp>
        <p:nvSpPr>
          <p:cNvPr id="2" name="직사각형 1">
            <a:hlinkClick r:id="" action="ppaction://hlinkshowjump?jump=firstslide"/>
            <a:extLst>
              <a:ext uri="{FF2B5EF4-FFF2-40B4-BE49-F238E27FC236}">
                <a16:creationId xmlns:a16="http://schemas.microsoft.com/office/drawing/2014/main" id="{48273FDD-E3BC-4C98-FE4C-6B5FFE0AD980}"/>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6595A41F-FA8D-B94E-68E7-73150A1534DD}"/>
              </a:ext>
            </a:extLst>
          </p:cNvPr>
          <p:cNvGraphicFramePr/>
          <p:nvPr>
            <p:extLst>
              <p:ext uri="{D42A27DB-BD31-4B8C-83A1-F6EECF244321}">
                <p14:modId xmlns:p14="http://schemas.microsoft.com/office/powerpoint/2010/main" val="1758076550"/>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078939E7-A2B6-601D-BD5F-CE7A3C1590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300" name="Google Shape;300;p19"/>
          <p:cNvGraphicFramePr/>
          <p:nvPr>
            <p:extLst>
              <p:ext uri="{D42A27DB-BD31-4B8C-83A1-F6EECF244321}">
                <p14:modId xmlns:p14="http://schemas.microsoft.com/office/powerpoint/2010/main" val="1390062011"/>
              </p:ext>
            </p:extLst>
          </p:nvPr>
        </p:nvGraphicFramePr>
        <p:xfrm>
          <a:off x="0" y="611908"/>
          <a:ext cx="2320114" cy="1152850"/>
        </p:xfrm>
        <a:graphic>
          <a:graphicData uri="http://schemas.openxmlformats.org/drawingml/2006/table">
            <a:tbl>
              <a:tblPr firstRow="1" bandRow="1">
                <a:noFill/>
                <a:tableStyleId>{A521BE36-7E6F-4EC9-8D66-1CF97A6895EC}</a:tableStyleId>
              </a:tblPr>
              <a:tblGrid>
                <a:gridCol w="368507">
                  <a:extLst>
                    <a:ext uri="{9D8B030D-6E8A-4147-A177-3AD203B41FA5}">
                      <a16:colId xmlns:a16="http://schemas.microsoft.com/office/drawing/2014/main" val="20000"/>
                    </a:ext>
                  </a:extLst>
                </a:gridCol>
                <a:gridCol w="185642">
                  <a:extLst>
                    <a:ext uri="{9D8B030D-6E8A-4147-A177-3AD203B41FA5}">
                      <a16:colId xmlns:a16="http://schemas.microsoft.com/office/drawing/2014/main" val="20001"/>
                    </a:ext>
                  </a:extLst>
                </a:gridCol>
                <a:gridCol w="385907">
                  <a:extLst>
                    <a:ext uri="{9D8B030D-6E8A-4147-A177-3AD203B41FA5}">
                      <a16:colId xmlns:a16="http://schemas.microsoft.com/office/drawing/2014/main" val="20002"/>
                    </a:ext>
                  </a:extLst>
                </a:gridCol>
                <a:gridCol w="481772">
                  <a:extLst>
                    <a:ext uri="{9D8B030D-6E8A-4147-A177-3AD203B41FA5}">
                      <a16:colId xmlns:a16="http://schemas.microsoft.com/office/drawing/2014/main" val="20003"/>
                    </a:ext>
                  </a:extLst>
                </a:gridCol>
                <a:gridCol w="451644">
                  <a:extLst>
                    <a:ext uri="{9D8B030D-6E8A-4147-A177-3AD203B41FA5}">
                      <a16:colId xmlns:a16="http://schemas.microsoft.com/office/drawing/2014/main" val="20006"/>
                    </a:ext>
                  </a:extLst>
                </a:gridCol>
                <a:gridCol w="446642">
                  <a:extLst>
                    <a:ext uri="{9D8B030D-6E8A-4147-A177-3AD203B41FA5}">
                      <a16:colId xmlns:a16="http://schemas.microsoft.com/office/drawing/2014/main" val="20007"/>
                    </a:ext>
                  </a:extLst>
                </a:gridCol>
              </a:tblGrid>
              <a:tr h="159300">
                <a:tc gridSpan="6">
                  <a:txBody>
                    <a:bodyPr/>
                    <a:lstStyle/>
                    <a:p>
                      <a:pPr marL="0" marR="0" lvl="0" indent="0" algn="ctr" rtl="0">
                        <a:spcBef>
                          <a:spcPts val="0"/>
                        </a:spcBef>
                        <a:spcAft>
                          <a:spcPts val="0"/>
                        </a:spcAft>
                        <a:buNone/>
                      </a:pPr>
                      <a:r>
                        <a:rPr lang="en-US" sz="800"/>
                        <a:t>KIX : SID – SOUJA tx (NADP 1)</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06L/R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HELEN x</a:t>
                      </a:r>
                      <a:endParaRPr sz="800" b="1">
                        <a:solidFill>
                          <a:srgbClr val="0070C0"/>
                        </a:solidFill>
                      </a:endParaRPr>
                    </a:p>
                    <a:p>
                      <a:pPr marL="0" marR="0" lvl="0" indent="0" algn="ctr" rtl="0">
                        <a:spcBef>
                          <a:spcPts val="0"/>
                        </a:spcBef>
                        <a:spcAft>
                          <a:spcPts val="0"/>
                        </a:spcAft>
                        <a:buNone/>
                      </a:pPr>
                      <a:r>
                        <a:rPr lang="en-US" sz="800"/>
                        <a:t>- SOUJA tx</a:t>
                      </a:r>
                      <a:endParaRPr sz="800"/>
                    </a:p>
                  </a:txBody>
                  <a:tcPr marL="36000" marR="36000" marT="36000" marB="36000" anchor="ctr"/>
                </a:tc>
                <a:tc rowSpan="2"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059 </a:t>
                      </a:r>
                      <a:r>
                        <a:rPr lang="en-US" sz="800" b="1" dirty="0">
                          <a:solidFill>
                            <a:srgbClr val="0070C0"/>
                          </a:solidFill>
                        </a:rPr>
                        <a:t>ATC (9000)</a:t>
                      </a:r>
                      <a:endParaRPr sz="458" dirty="0"/>
                    </a:p>
                  </a:txBody>
                  <a:tcPr marL="36000" marR="36000" marT="36000" marB="36000" anchor="ct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24L/R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3">
                  <a:txBody>
                    <a:bodyPr/>
                    <a:lstStyle/>
                    <a:p>
                      <a:pPr marL="0" marR="0" lvl="0" indent="0" algn="ctr" rtl="0">
                        <a:spcBef>
                          <a:spcPts val="0"/>
                        </a:spcBef>
                        <a:spcAft>
                          <a:spcPts val="0"/>
                        </a:spcAft>
                        <a:buNone/>
                      </a:pPr>
                      <a:r>
                        <a:rPr lang="en-US" sz="800" b="1" dirty="0"/>
                        <a:t>HD 239 </a:t>
                      </a:r>
                      <a:r>
                        <a:rPr lang="en-US" sz="800" b="1" dirty="0">
                          <a:solidFill>
                            <a:srgbClr val="0070C0"/>
                          </a:solidFill>
                        </a:rPr>
                        <a:t>ATC</a:t>
                      </a:r>
                      <a:r>
                        <a:rPr lang="en-US" sz="458" b="1" dirty="0">
                          <a:solidFill>
                            <a:schemeClr val="dk1"/>
                          </a:solidFill>
                        </a:rPr>
                        <a:t> </a:t>
                      </a:r>
                      <a:r>
                        <a:rPr lang="en-US" sz="800" b="1" dirty="0">
                          <a:solidFill>
                            <a:srgbClr val="0070C0"/>
                          </a:solidFill>
                        </a:rPr>
                        <a:t>(9000) </a:t>
                      </a:r>
                      <a:r>
                        <a:rPr lang="en-US" sz="800" b="1" dirty="0">
                          <a:solidFill>
                            <a:srgbClr val="AA47F5"/>
                          </a:solidFill>
                        </a:rPr>
                        <a:t>SPD 210</a:t>
                      </a:r>
                      <a:endParaRPr sz="458" b="1" dirty="0">
                        <a:solidFill>
                          <a:srgbClr val="AA47F5"/>
                        </a:solidFill>
                      </a:endParaRPr>
                    </a:p>
                  </a:txBody>
                  <a:tcPr marL="36000" marR="36000" marT="36000" marB="36000" anchor="ct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KIE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111.6</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06L IKJ</a:t>
                      </a:r>
                      <a:endParaRPr dirty="0"/>
                    </a:p>
                    <a:p>
                      <a:pPr marL="0" marR="0" lvl="0" indent="0" algn="ctr" rtl="0">
                        <a:spcBef>
                          <a:spcPts val="0"/>
                        </a:spcBef>
                        <a:spcAft>
                          <a:spcPts val="0"/>
                        </a:spcAft>
                        <a:buNone/>
                      </a:pPr>
                      <a:r>
                        <a:rPr lang="en-US" sz="800" b="1" dirty="0">
                          <a:solidFill>
                            <a:srgbClr val="C00000"/>
                          </a:solidFill>
                        </a:rPr>
                        <a:t>108.7</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06R IKD</a:t>
                      </a:r>
                      <a:endParaRPr lang="en-US" dirty="0"/>
                    </a:p>
                    <a:p>
                      <a:pPr marL="0" marR="0" lvl="0" indent="0" algn="ctr" rtl="0">
                        <a:spcBef>
                          <a:spcPts val="0"/>
                        </a:spcBef>
                        <a:spcAft>
                          <a:spcPts val="0"/>
                        </a:spcAft>
                        <a:buNone/>
                      </a:pPr>
                      <a:r>
                        <a:rPr lang="en-US" sz="800" b="1" dirty="0">
                          <a:solidFill>
                            <a:srgbClr val="C00000"/>
                          </a:solidFill>
                        </a:rPr>
                        <a:t>108.1</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24L IKN </a:t>
                      </a:r>
                    </a:p>
                    <a:p>
                      <a:pPr marL="0" marR="0" lvl="0" indent="0" algn="ctr" rtl="0">
                        <a:spcBef>
                          <a:spcPts val="0"/>
                        </a:spcBef>
                        <a:spcAft>
                          <a:spcPts val="0"/>
                        </a:spcAft>
                        <a:buNone/>
                      </a:pPr>
                      <a:r>
                        <a:rPr lang="en-US" sz="800" b="1" dirty="0">
                          <a:solidFill>
                            <a:srgbClr val="C00000"/>
                          </a:solidFill>
                        </a:rPr>
                        <a:t>110.7</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24R IKW 108.5</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TAXI RTE 1(via J4), 2(via J3)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01" name="Google Shape;301;p19"/>
          <p:cNvGraphicFramePr/>
          <p:nvPr>
            <p:extLst>
              <p:ext uri="{D42A27DB-BD31-4B8C-83A1-F6EECF244321}">
                <p14:modId xmlns:p14="http://schemas.microsoft.com/office/powerpoint/2010/main" val="151146608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300" dirty="0">
                          <a:solidFill>
                            <a:schemeClr val="tx1"/>
                          </a:solidFill>
                          <a:hlinkClick r:id="rId3">
                            <a:extLst>
                              <a:ext uri="{A12FA001-AC4F-418D-AE19-62706E023703}">
                                <ahyp:hlinkClr xmlns:ahyp="http://schemas.microsoft.com/office/drawing/2018/hyperlinkcolor" val="tx"/>
                              </a:ext>
                            </a:extLst>
                          </a:hlinkClick>
                        </a:rPr>
                        <a:t>RJBB(KIX) 17ft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KIX 130.95</a:t>
                      </a:r>
                      <a:endParaRPr/>
                    </a:p>
                    <a:p>
                      <a:pPr marL="0" marR="0" lvl="0" indent="0" algn="ctr" rtl="0">
                        <a:spcBef>
                          <a:spcPts val="0"/>
                        </a:spcBef>
                        <a:spcAft>
                          <a:spcPts val="0"/>
                        </a:spcAft>
                        <a:buNone/>
                      </a:pPr>
                      <a:r>
                        <a:rPr lang="en-US" sz="700">
                          <a:solidFill>
                            <a:srgbClr val="FF0000"/>
                          </a:solidFill>
                        </a:rPr>
                        <a:t>DCL -15분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381FD245-E43C-5EBF-6DC5-C4C9F9774FB6}"/>
              </a:ext>
            </a:extLst>
          </p:cNvPr>
          <p:cNvSpPr txBox="1"/>
          <p:nvPr/>
        </p:nvSpPr>
        <p:spPr>
          <a:xfrm>
            <a:off x="2" y="2032482"/>
            <a:ext cx="994183"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132.7 – 133.8</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124.15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F9DBE84-CD0F-95F2-9F79-E83F51FD81B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4" name="Google Shape;283;p17">
            <a:extLst>
              <a:ext uri="{FF2B5EF4-FFF2-40B4-BE49-F238E27FC236}">
                <a16:creationId xmlns:a16="http://schemas.microsoft.com/office/drawing/2014/main" id="{E68E14B2-FAA7-1768-3A17-ECA741B448E3}"/>
              </a:ext>
            </a:extLst>
          </p:cNvPr>
          <p:cNvGraphicFramePr/>
          <p:nvPr>
            <p:extLst>
              <p:ext uri="{D42A27DB-BD31-4B8C-83A1-F6EECF244321}">
                <p14:modId xmlns:p14="http://schemas.microsoft.com/office/powerpoint/2010/main" val="961573467"/>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FED0FA1C-C787-FA27-B655-4AF0D20893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57023"/>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aphicFrame>
        <p:nvGraphicFramePr>
          <p:cNvPr id="310" name="Google Shape;310;p20"/>
          <p:cNvGraphicFramePr/>
          <p:nvPr>
            <p:extLst>
              <p:ext uri="{D42A27DB-BD31-4B8C-83A1-F6EECF244321}">
                <p14:modId xmlns:p14="http://schemas.microsoft.com/office/powerpoint/2010/main" val="3423743829"/>
              </p:ext>
            </p:extLst>
          </p:nvPr>
        </p:nvGraphicFramePr>
        <p:xfrm>
          <a:off x="1596" y="3587347"/>
          <a:ext cx="2331400" cy="198649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NRT : HAKKA 330,YAGAN 240,LIVET 210,SWAMP 150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dirty="0"/>
                        <a:t>34L/R</a:t>
                      </a:r>
                      <a:r>
                        <a:rPr lang="en-US" sz="800" b="1" dirty="0">
                          <a:solidFill>
                            <a:srgbClr val="00B0F0"/>
                          </a:solidFill>
                        </a:rPr>
                        <a:t>[337]</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SWAMP E</a:t>
                      </a:r>
                      <a:endParaRPr dirty="0"/>
                    </a:p>
                    <a:p>
                      <a:pPr marL="0" marR="0" lvl="0" indent="0" algn="ctr" rtl="0">
                        <a:spcBef>
                          <a:spcPts val="0"/>
                        </a:spcBef>
                        <a:spcAft>
                          <a:spcPts val="0"/>
                        </a:spcAft>
                        <a:buNone/>
                      </a:pPr>
                      <a:r>
                        <a:rPr lang="en-US" sz="800" b="1" dirty="0"/>
                        <a:t>(SWAMP 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ELGAR</a:t>
                      </a:r>
                      <a:endParaRPr/>
                    </a:p>
                    <a:p>
                      <a:pPr marL="0" marR="0" lvl="0" indent="0" algn="ctr" rtl="0">
                        <a:spcBef>
                          <a:spcPts val="0"/>
                        </a:spcBef>
                        <a:spcAft>
                          <a:spcPts val="0"/>
                        </a:spcAft>
                        <a:buNone/>
                      </a:pPr>
                      <a:r>
                        <a:rPr lang="en-US" sz="800" b="1"/>
                        <a:t>(TYLER)</a:t>
                      </a:r>
                      <a:endParaRPr sz="800" b="1"/>
                    </a:p>
                  </a:txBody>
                  <a:tcPr marL="36000" marR="36000" marT="36000" marB="36000" anchor="ctr"/>
                </a:tc>
                <a:tc>
                  <a:txBody>
                    <a:bodyPr/>
                    <a:lstStyle/>
                    <a:p>
                      <a:pPr marL="0" marR="0" lvl="0" indent="0" algn="ctr" rtl="0">
                        <a:spcBef>
                          <a:spcPts val="0"/>
                        </a:spcBef>
                        <a:spcAft>
                          <a:spcPts val="0"/>
                        </a:spcAft>
                        <a:buNone/>
                      </a:pPr>
                      <a:r>
                        <a:rPr lang="en-US" sz="800" b="1"/>
                        <a:t>ILS 34L/R(Z)</a:t>
                      </a:r>
                      <a:endParaRPr sz="800" b="1"/>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dirty="0"/>
                        <a:t>16L/R</a:t>
                      </a:r>
                      <a:r>
                        <a:rPr lang="en-US" sz="800" b="1" dirty="0">
                          <a:solidFill>
                            <a:srgbClr val="00B0F0"/>
                          </a:solidFill>
                        </a:rPr>
                        <a:t>[157]</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SWAMP G</a:t>
                      </a:r>
                      <a:endParaRPr dirty="0"/>
                    </a:p>
                    <a:p>
                      <a:pPr marL="0" marR="0" lvl="0" indent="0" algn="ctr" rtl="0">
                        <a:spcBef>
                          <a:spcPts val="0"/>
                        </a:spcBef>
                        <a:spcAft>
                          <a:spcPts val="0"/>
                        </a:spcAft>
                        <a:buNone/>
                      </a:pPr>
                      <a:r>
                        <a:rPr lang="en-US" sz="800" b="1" dirty="0"/>
                        <a:t>(SWAMP N)</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GEMIN</a:t>
                      </a:r>
                      <a:endParaRPr/>
                    </a:p>
                    <a:p>
                      <a:pPr marL="0" marR="0" lvl="0" indent="0" algn="ctr" rtl="0">
                        <a:spcBef>
                          <a:spcPts val="0"/>
                        </a:spcBef>
                        <a:spcAft>
                          <a:spcPts val="0"/>
                        </a:spcAft>
                        <a:buNone/>
                      </a:pPr>
                      <a:r>
                        <a:rPr lang="en-US" sz="800" b="1"/>
                        <a:t>(NORMA)</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16L/R</a:t>
                      </a:r>
                      <a:endParaRPr sz="800" b="1"/>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accent1"/>
                        </a:buClr>
                        <a:buSzPts val="800"/>
                        <a:buFont typeface="Calibri"/>
                        <a:buNone/>
                      </a:pPr>
                      <a:r>
                        <a:rPr lang="en-US" sz="800" b="1" dirty="0">
                          <a:solidFill>
                            <a:srgbClr val="0070C0"/>
                          </a:solidFill>
                        </a:rPr>
                        <a:t>NRE, </a:t>
                      </a:r>
                      <a:r>
                        <a:rPr lang="en-US" sz="800" b="1" dirty="0">
                          <a:solidFill>
                            <a:srgbClr val="C00000"/>
                          </a:solidFill>
                        </a:rPr>
                        <a:t>16L ITM, 16R IKF, 34L IYQ, 34R ITJ</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355527618"/>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16L : ITM 4 / 34R : ITJ 14, 4 (DME)</a:t>
                      </a:r>
                      <a:endParaRPr dirty="0">
                        <a:solidFill>
                          <a:schemeClr val="bg1"/>
                        </a:solidFill>
                      </a:endParaRPr>
                    </a:p>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16R : IKF 4 / 34L : IYQ 12, 4 (DME)</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 B6(6433’), B7(7017’), 34R : B4(5849’), B2(6778’)</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16R : A6(6076’), A7(7624’), 34L : A5(6167’), A4(7641’)</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L/D DOWN before 14/12 DME, L/D FLAP 4 DME</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Arrival Taxi RTE in Jeppesen (No Numbering)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11" name="Google Shape;311;p20"/>
          <p:cNvGraphicFramePr/>
          <p:nvPr>
            <p:extLst>
              <p:ext uri="{D42A27DB-BD31-4B8C-83A1-F6EECF244321}">
                <p14:modId xmlns:p14="http://schemas.microsoft.com/office/powerpoint/2010/main" val="12021512"/>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KE Tokyo 131.70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4B348A56-DF69-97BA-6C0C-39EEA383FCDD}"/>
              </a:ext>
            </a:extLst>
          </p:cNvPr>
          <p:cNvSpPr txBox="1"/>
          <p:nvPr/>
        </p:nvSpPr>
        <p:spPr>
          <a:xfrm>
            <a:off x="-35858" y="2873202"/>
            <a:ext cx="2026517" cy="597975"/>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125.15</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TGU</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134.17 </a:t>
            </a:r>
          </a:p>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TKO 1</a:t>
            </a:r>
            <a:r>
              <a:rPr kumimoji="1" lang="en-US" altLang="ko-KR" sz="800" b="1" u="sng" dirty="0">
                <a:solidFill>
                  <a:srgbClr val="0070C0"/>
                </a:solidFill>
                <a:latin typeface="Gulim" panose="020B0600000101010101" pitchFamily="34" charset="-127"/>
                <a:ea typeface="Gulim" panose="020B0600000101010101" pitchFamily="34" charset="-127"/>
              </a:rPr>
              <a:t>24</a:t>
            </a:r>
            <a:r>
              <a:rPr kumimoji="1" lang="en-US" altLang="ko-Kore-KR" sz="800" b="1" u="sng" dirty="0">
                <a:solidFill>
                  <a:srgbClr val="0070C0"/>
                </a:solidFill>
                <a:latin typeface="Gulim" panose="020B0600000101010101" pitchFamily="34" charset="-127"/>
                <a:ea typeface="Gulim" panose="020B0600000101010101" pitchFamily="34" charset="-127"/>
              </a:rPr>
              <a:t>.</a:t>
            </a:r>
            <a:r>
              <a:rPr kumimoji="1" lang="en-US" altLang="ko-KR" sz="800" b="1" u="sng" dirty="0">
                <a:solidFill>
                  <a:srgbClr val="0070C0"/>
                </a:solidFill>
                <a:latin typeface="Gulim" panose="020B0600000101010101" pitchFamily="34" charset="-127"/>
                <a:ea typeface="Gulim" panose="020B0600000101010101" pitchFamily="34" charset="-127"/>
              </a:rPr>
              <a:t>15</a:t>
            </a:r>
            <a:r>
              <a:rPr kumimoji="1" lang="en-US" altLang="ko-Kore-KR" sz="800" b="1" u="sng" dirty="0">
                <a:solidFill>
                  <a:srgbClr val="0070C0"/>
                </a:solidFill>
                <a:latin typeface="Gulim" panose="020B0600000101010101" pitchFamily="34" charset="-127"/>
                <a:ea typeface="Gulim" panose="020B0600000101010101" pitchFamily="34" charset="-127"/>
              </a:rPr>
              <a:t> – 13</a:t>
            </a:r>
            <a:r>
              <a:rPr kumimoji="1" lang="en-US" altLang="ko-KR" sz="800" b="1" u="sng" dirty="0">
                <a:solidFill>
                  <a:srgbClr val="0070C0"/>
                </a:solidFill>
                <a:latin typeface="Gulim" panose="020B0600000101010101" pitchFamily="34" charset="-127"/>
                <a:ea typeface="Gulim" panose="020B0600000101010101" pitchFamily="34" charset="-127"/>
              </a:rPr>
              <a:t>2</a:t>
            </a:r>
            <a:r>
              <a:rPr kumimoji="1" lang="en-US" altLang="ko-Kore-KR" sz="800" b="1" u="sng" dirty="0">
                <a:solidFill>
                  <a:srgbClr val="0070C0"/>
                </a:solidFill>
                <a:latin typeface="Gulim" panose="020B0600000101010101" pitchFamily="34" charset="-127"/>
                <a:ea typeface="Gulim" panose="020B0600000101010101" pitchFamily="34" charset="-127"/>
              </a:rPr>
              <a:t>.02 - 124.1- </a:t>
            </a:r>
            <a:r>
              <a:rPr kumimoji="1" lang="en-US" altLang="ko-KR" sz="800" b="1" u="sng" dirty="0">
                <a:solidFill>
                  <a:srgbClr val="0070C0"/>
                </a:solidFill>
                <a:latin typeface="Gulim" panose="020B0600000101010101" pitchFamily="34" charset="-127"/>
                <a:ea typeface="Gulim" panose="020B0600000101010101" pitchFamily="34" charset="-127"/>
              </a:rPr>
              <a:t>128.2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APP 124.4</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120.2</a:t>
            </a:r>
            <a:r>
              <a:rPr kumimoji="1" lang="ko-KR" altLang="en-US" sz="800" b="1" u="sng" dirty="0">
                <a:solidFill>
                  <a:srgbClr val="0070C0"/>
                </a:solidFill>
                <a:latin typeface="Gulim" panose="020B0600000101010101" pitchFamily="34" charset="-127"/>
                <a:ea typeface="Gulim" panose="020B0600000101010101" pitchFamily="34" charset="-127"/>
              </a:rPr>
              <a:t> </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0A0BD91C-DB99-852F-BA1E-37D83389EC4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B66D71BF-D554-209D-61DF-C9936FAFF674}"/>
              </a:ext>
            </a:extLst>
          </p:cNvPr>
          <p:cNvGraphicFramePr/>
          <p:nvPr>
            <p:extLst>
              <p:ext uri="{D42A27DB-BD31-4B8C-83A1-F6EECF244321}">
                <p14:modId xmlns:p14="http://schemas.microsoft.com/office/powerpoint/2010/main" val="1584717057"/>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BC4A05EA-E6A9-6593-1DB3-FCB6C8A2FA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8" name="Google Shape;318;p21"/>
          <p:cNvGraphicFramePr/>
          <p:nvPr>
            <p:extLst>
              <p:ext uri="{D42A27DB-BD31-4B8C-83A1-F6EECF244321}">
                <p14:modId xmlns:p14="http://schemas.microsoft.com/office/powerpoint/2010/main" val="2474295023"/>
              </p:ext>
            </p:extLst>
          </p:nvPr>
        </p:nvGraphicFramePr>
        <p:xfrm>
          <a:off x="0" y="611908"/>
          <a:ext cx="2332950" cy="116089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410400">
                  <a:extLst>
                    <a:ext uri="{9D8B030D-6E8A-4147-A177-3AD203B41FA5}">
                      <a16:colId xmlns:a16="http://schemas.microsoft.com/office/drawing/2014/main" val="20004"/>
                    </a:ext>
                  </a:extLst>
                </a:gridCol>
                <a:gridCol w="427575">
                  <a:extLst>
                    <a:ext uri="{9D8B030D-6E8A-4147-A177-3AD203B41FA5}">
                      <a16:colId xmlns:a16="http://schemas.microsoft.com/office/drawing/2014/main" val="20006"/>
                    </a:ext>
                  </a:extLst>
                </a:gridCol>
                <a:gridCol w="427575">
                  <a:extLst>
                    <a:ext uri="{9D8B030D-6E8A-4147-A177-3AD203B41FA5}">
                      <a16:colId xmlns:a16="http://schemas.microsoft.com/office/drawing/2014/main" val="20007"/>
                    </a:ext>
                  </a:extLst>
                </a:gridCol>
              </a:tblGrid>
              <a:tr h="159300">
                <a:tc gridSpan="7">
                  <a:txBody>
                    <a:bodyPr/>
                    <a:lstStyle/>
                    <a:p>
                      <a:pPr marL="0" marR="0" lvl="0" indent="0" algn="ctr" rtl="0">
                        <a:spcBef>
                          <a:spcPts val="0"/>
                        </a:spcBef>
                        <a:spcAft>
                          <a:spcPts val="0"/>
                        </a:spcAft>
                        <a:buNone/>
                      </a:pPr>
                      <a:r>
                        <a:rPr lang="en-US" sz="800"/>
                        <a:t>NRT : SID – ENPAR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TETRA x</a:t>
                      </a:r>
                      <a:endParaRPr dirty="0"/>
                    </a:p>
                    <a:p>
                      <a:pPr marL="0" marR="0" lvl="0" indent="0" algn="ctr" rtl="0">
                        <a:spcBef>
                          <a:spcPts val="0"/>
                        </a:spcBef>
                        <a:spcAft>
                          <a:spcPts val="0"/>
                        </a:spcAft>
                        <a:buNone/>
                      </a:pPr>
                      <a:r>
                        <a:rPr lang="en-US" sz="800" b="1" dirty="0"/>
                        <a:t>ENPAR </a:t>
                      </a:r>
                      <a:r>
                        <a:rPr lang="en-US" sz="800" b="1" dirty="0" err="1"/>
                        <a:t>tx</a:t>
                      </a:r>
                      <a:endParaRPr lang="en-US" sz="800" b="1" dirty="0"/>
                    </a:p>
                    <a:p>
                      <a:pPr marL="0" marR="0" lvl="0" indent="0" algn="ctr" rtl="0">
                        <a:spcBef>
                          <a:spcPts val="0"/>
                        </a:spcBef>
                        <a:spcAft>
                          <a:spcPts val="0"/>
                        </a:spcAft>
                        <a:buNone/>
                      </a:pPr>
                      <a:r>
                        <a:rPr lang="en-US" sz="800" b="1" dirty="0">
                          <a:solidFill>
                            <a:srgbClr val="AA47F5"/>
                          </a:solidFill>
                        </a:rPr>
                        <a:t>CHK ALT</a:t>
                      </a:r>
                      <a:endParaRPr sz="800" b="1" dirty="0">
                        <a:solidFill>
                          <a:srgbClr val="AA47F5"/>
                        </a:solidFill>
                      </a:endParaRPr>
                    </a:p>
                  </a:txBody>
                  <a:tcPr marL="36000" marR="36000" marT="36000" marB="36000" anchor="ctr"/>
                </a:tc>
                <a:tc rowSpan="2" hMerge="1">
                  <a:txBody>
                    <a:bodyPr/>
                    <a:lstStyle/>
                    <a:p>
                      <a:endParaRPr lang="ko-Kore-KR"/>
                    </a:p>
                  </a:txBody>
                  <a:tcPr/>
                </a:tc>
                <a:tc gridSpan="4">
                  <a:txBody>
                    <a:bodyPr/>
                    <a:lstStyle/>
                    <a:p>
                      <a:pPr marL="0" marR="0" lvl="0" indent="0" algn="ctr" rtl="0">
                        <a:spcBef>
                          <a:spcPts val="0"/>
                        </a:spcBef>
                        <a:spcAft>
                          <a:spcPts val="0"/>
                        </a:spcAft>
                        <a:buNone/>
                      </a:pPr>
                      <a:r>
                        <a:rPr lang="en-US" sz="800" b="1" dirty="0"/>
                        <a:t>HD 158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4">
                  <a:txBody>
                    <a:bodyPr/>
                    <a:lstStyle/>
                    <a:p>
                      <a:pPr marL="0" marR="0" lvl="0" indent="0" algn="ctr" rtl="0">
                        <a:spcBef>
                          <a:spcPts val="0"/>
                        </a:spcBef>
                        <a:spcAft>
                          <a:spcPts val="0"/>
                        </a:spcAft>
                        <a:buNone/>
                      </a:pPr>
                      <a:r>
                        <a:rPr lang="en-US" sz="800" b="1" dirty="0"/>
                        <a:t>HD 338 </a:t>
                      </a:r>
                      <a:r>
                        <a:rPr lang="en-US" sz="800" b="1" dirty="0">
                          <a:solidFill>
                            <a:srgbClr val="0070C0"/>
                          </a:solidFill>
                        </a:rPr>
                        <a:t>ALT 7000/ATC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NRE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117.9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16L ITM </a:t>
                      </a:r>
                      <a:endParaRPr dirty="0"/>
                    </a:p>
                    <a:p>
                      <a:pPr marL="0" marR="0" lvl="0" indent="0" algn="ctr" rtl="0">
                        <a:spcBef>
                          <a:spcPts val="0"/>
                        </a:spcBef>
                        <a:spcAft>
                          <a:spcPts val="0"/>
                        </a:spcAft>
                        <a:buNone/>
                      </a:pPr>
                      <a:r>
                        <a:rPr lang="en-US" sz="800" b="1" dirty="0">
                          <a:solidFill>
                            <a:srgbClr val="C00000"/>
                          </a:solidFill>
                        </a:rPr>
                        <a:t>110.7</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16R IKF</a:t>
                      </a:r>
                      <a:endParaRPr dirty="0"/>
                    </a:p>
                    <a:p>
                      <a:pPr marL="0" marR="0" lvl="0" indent="0" algn="ctr" rtl="0">
                        <a:spcBef>
                          <a:spcPts val="0"/>
                        </a:spcBef>
                        <a:spcAft>
                          <a:spcPts val="0"/>
                        </a:spcAft>
                        <a:buNone/>
                      </a:pPr>
                      <a:r>
                        <a:rPr lang="en-US" sz="800" b="1" dirty="0">
                          <a:solidFill>
                            <a:srgbClr val="C00000"/>
                          </a:solidFill>
                        </a:rPr>
                        <a:t>111.5</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IYQ 111.9</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34R ITJ 110.9</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APU Start, TAXI RTE 1, 2, 3, 4 RWY </a:t>
                      </a:r>
                      <a:r>
                        <a:rPr lang="en-US" sz="800" dirty="0" err="1">
                          <a:solidFill>
                            <a:schemeClr val="dk1"/>
                          </a:solidFill>
                        </a:rPr>
                        <a:t>별</a:t>
                      </a:r>
                      <a:r>
                        <a:rPr lang="en-US" sz="800" dirty="0">
                          <a:solidFill>
                            <a:schemeClr val="dk1"/>
                          </a:solidFill>
                        </a:rPr>
                        <a:t> DEP RTE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19" name="Google Shape;319;p21"/>
          <p:cNvGraphicFramePr/>
          <p:nvPr>
            <p:extLst>
              <p:ext uri="{D42A27DB-BD31-4B8C-83A1-F6EECF244321}">
                <p14:modId xmlns:p14="http://schemas.microsoft.com/office/powerpoint/2010/main" val="3910434639"/>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Tokyo 131.70</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8305CE87-CB2D-B9F1-7BCB-D3D6DE9B003F}"/>
              </a:ext>
            </a:extLst>
          </p:cNvPr>
          <p:cNvSpPr txBox="1"/>
          <p:nvPr/>
        </p:nvSpPr>
        <p:spPr>
          <a:xfrm>
            <a:off x="-20938" y="2187564"/>
            <a:ext cx="2068195" cy="782641"/>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124.2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120.5 – 133.45 – 133.02 – 133.8 </a:t>
            </a:r>
            <a:endParaRPr kumimoji="1" lang="en-US" altLang="ko-Kore-KR" sz="8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APP 119.75</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5AC28DF6-545E-A19C-0E4B-50E8331FA052}"/>
              </a:ext>
            </a:extLst>
          </p:cNvPr>
          <p:cNvSpPr/>
          <p:nvPr/>
        </p:nvSpPr>
        <p:spPr>
          <a:xfrm>
            <a:off x="836204" y="28759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83;p17">
            <a:extLst>
              <a:ext uri="{FF2B5EF4-FFF2-40B4-BE49-F238E27FC236}">
                <a16:creationId xmlns:a16="http://schemas.microsoft.com/office/drawing/2014/main" id="{6AC8C39B-7D5E-DACA-307E-AE3895309BA0}"/>
              </a:ext>
            </a:extLst>
          </p:cNvPr>
          <p:cNvGraphicFramePr/>
          <p:nvPr>
            <p:extLst>
              <p:ext uri="{D42A27DB-BD31-4B8C-83A1-F6EECF244321}">
                <p14:modId xmlns:p14="http://schemas.microsoft.com/office/powerpoint/2010/main" val="3043150898"/>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C31B9F5F-E93A-4740-DF50-5631F1B078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63649"/>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graphicFrame>
        <p:nvGraphicFramePr>
          <p:cNvPr id="346" name="Google Shape;346;p24"/>
          <p:cNvGraphicFramePr/>
          <p:nvPr>
            <p:extLst>
              <p:ext uri="{D42A27DB-BD31-4B8C-83A1-F6EECF244321}">
                <p14:modId xmlns:p14="http://schemas.microsoft.com/office/powerpoint/2010/main" val="4065535975"/>
              </p:ext>
            </p:extLst>
          </p:nvPr>
        </p:nvGraphicFramePr>
        <p:xfrm>
          <a:off x="-3093" y="3252792"/>
          <a:ext cx="2340063" cy="2359090"/>
        </p:xfrm>
        <a:graphic>
          <a:graphicData uri="http://schemas.openxmlformats.org/drawingml/2006/table">
            <a:tbl>
              <a:tblPr firstRow="1" bandRow="1">
                <a:noFill/>
                <a:tableStyleId>{A521BE36-7E6F-4EC9-8D66-1CF97A6895EC}</a:tableStyleId>
              </a:tblPr>
              <a:tblGrid>
                <a:gridCol w="360350">
                  <a:extLst>
                    <a:ext uri="{9D8B030D-6E8A-4147-A177-3AD203B41FA5}">
                      <a16:colId xmlns:a16="http://schemas.microsoft.com/office/drawing/2014/main" val="20000"/>
                    </a:ext>
                  </a:extLst>
                </a:gridCol>
                <a:gridCol w="420688">
                  <a:extLst>
                    <a:ext uri="{9D8B030D-6E8A-4147-A177-3AD203B41FA5}">
                      <a16:colId xmlns:a16="http://schemas.microsoft.com/office/drawing/2014/main" val="20001"/>
                    </a:ext>
                  </a:extLst>
                </a:gridCol>
                <a:gridCol w="684775">
                  <a:extLst>
                    <a:ext uri="{9D8B030D-6E8A-4147-A177-3AD203B41FA5}">
                      <a16:colId xmlns:a16="http://schemas.microsoft.com/office/drawing/2014/main" val="20002"/>
                    </a:ext>
                  </a:extLst>
                </a:gridCol>
                <a:gridCol w="874250">
                  <a:extLst>
                    <a:ext uri="{9D8B030D-6E8A-4147-A177-3AD203B41FA5}">
                      <a16:colId xmlns:a16="http://schemas.microsoft.com/office/drawing/2014/main" val="20003"/>
                    </a:ext>
                  </a:extLst>
                </a:gridCol>
              </a:tblGrid>
              <a:tr h="190290">
                <a:tc gridSpan="4">
                  <a:txBody>
                    <a:bodyPr/>
                    <a:lstStyle/>
                    <a:p>
                      <a:pPr marL="0" marR="0" lvl="0" indent="0" algn="ctr" rtl="0">
                        <a:spcBef>
                          <a:spcPts val="0"/>
                        </a:spcBef>
                        <a:spcAft>
                          <a:spcPts val="0"/>
                        </a:spcAft>
                        <a:buNone/>
                      </a:pPr>
                      <a:r>
                        <a:rPr lang="en-US" sz="800" dirty="0"/>
                        <a:t>HND : </a:t>
                      </a:r>
                      <a:r>
                        <a:rPr lang="en-US" altLang="ko-Kore-KR" sz="800" dirty="0">
                          <a:solidFill>
                            <a:srgbClr val="FFC000"/>
                          </a:solidFill>
                        </a:rPr>
                        <a:t>STAR </a:t>
                      </a:r>
                      <a:r>
                        <a:rPr lang="en-US" sz="800" dirty="0">
                          <a:solidFill>
                            <a:srgbClr val="FFC000"/>
                          </a:solidFill>
                        </a:rPr>
                        <a:t>XAC Night– APP xxx Y 1400z~</a:t>
                      </a:r>
                      <a:r>
                        <a:rPr lang="en-US" sz="800" dirty="0"/>
                        <a:t> </a:t>
                      </a:r>
                      <a:r>
                        <a:rPr lang="en-US" altLang="ko-Kore-KR" sz="800" dirty="0"/>
                        <a:t>SPENS 220</a:t>
                      </a:r>
                    </a:p>
                    <a:p>
                      <a:pPr marL="0" marR="0" lvl="0" indent="0" algn="ctr" rtl="0">
                        <a:spcBef>
                          <a:spcPts val="0"/>
                        </a:spcBef>
                        <a:spcAft>
                          <a:spcPts val="0"/>
                        </a:spcAft>
                        <a:buNone/>
                      </a:pPr>
                      <a:r>
                        <a:rPr lang="en-US" sz="800" dirty="0">
                          <a:solidFill>
                            <a:srgbClr val="FFC000"/>
                          </a:solidFill>
                        </a:rPr>
                        <a:t>22/23 LDA, VOR 16L/</a:t>
                      </a:r>
                      <a:r>
                        <a:rPr lang="en-US" sz="800">
                          <a:solidFill>
                            <a:srgbClr val="FFC000"/>
                          </a:solidFill>
                        </a:rPr>
                        <a:t>R Tailored </a:t>
                      </a:r>
                      <a:r>
                        <a:rPr lang="en-US" sz="800" dirty="0">
                          <a:solidFill>
                            <a:srgbClr val="FFC000"/>
                          </a:solidFill>
                        </a:rPr>
                        <a:t>Procedure</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10057">
                <a:tc>
                  <a:txBody>
                    <a:bodyPr/>
                    <a:lstStyle/>
                    <a:p>
                      <a:pPr marL="0" marR="0" lvl="0" indent="0" algn="ctr" rtl="0">
                        <a:spcBef>
                          <a:spcPts val="0"/>
                        </a:spcBef>
                        <a:spcAft>
                          <a:spcPts val="0"/>
                        </a:spcAft>
                        <a:buNone/>
                      </a:pPr>
                      <a:r>
                        <a:rPr lang="en-US" sz="800" b="1" dirty="0"/>
                        <a:t>34L</a:t>
                      </a:r>
                      <a:r>
                        <a:rPr lang="en-US" sz="800" b="0" dirty="0"/>
                        <a:t>/R</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a:t>
                      </a:r>
                      <a:r>
                        <a:rPr lang="en-US" sz="800" b="1" dirty="0" err="1"/>
                        <a:t>xK</a:t>
                      </a:r>
                      <a:r>
                        <a:rPr lang="en-US" sz="800" b="0" dirty="0"/>
                        <a:t>/H</a:t>
                      </a:r>
                      <a:endParaRPr sz="800" b="0" dirty="0"/>
                    </a:p>
                  </a:txBody>
                  <a:tcPr marL="0" marR="0" marT="36000" marB="36000" anchor="ctr"/>
                </a:tc>
                <a:tc>
                  <a:txBody>
                    <a:bodyPr/>
                    <a:lstStyle/>
                    <a:p>
                      <a:pPr marL="0" marR="0" lvl="0" indent="0" algn="ctr" rtl="0">
                        <a:spcBef>
                          <a:spcPts val="0"/>
                        </a:spcBef>
                        <a:spcAft>
                          <a:spcPts val="0"/>
                        </a:spcAft>
                        <a:buNone/>
                      </a:pPr>
                      <a:r>
                        <a:rPr lang="en-US" sz="800" b="1" dirty="0"/>
                        <a:t>KAIHO</a:t>
                      </a:r>
                      <a:r>
                        <a:rPr lang="en-US" sz="800" b="0" dirty="0"/>
                        <a:t>/CACAO</a:t>
                      </a:r>
                      <a:endParaRPr b="0" dirty="0"/>
                    </a:p>
                  </a:txBody>
                  <a:tcPr marL="0" marR="0" marT="36000" marB="36000" anchor="ctr"/>
                </a:tc>
                <a:tc>
                  <a:txBody>
                    <a:bodyPr/>
                    <a:lstStyle/>
                    <a:p>
                      <a:pPr marL="0" marR="0" lvl="0" indent="0" algn="ctr" rtl="0">
                        <a:spcBef>
                          <a:spcPts val="0"/>
                        </a:spcBef>
                        <a:spcAft>
                          <a:spcPts val="0"/>
                        </a:spcAft>
                        <a:buNone/>
                      </a:pPr>
                      <a:r>
                        <a:rPr lang="en-US" sz="800" b="1" dirty="0"/>
                        <a:t>ILS X </a:t>
                      </a:r>
                      <a:r>
                        <a:rPr lang="en-US" sz="800" b="0" dirty="0"/>
                        <a:t>/ VIS</a:t>
                      </a:r>
                      <a:endParaRPr sz="458" b="0" dirty="0"/>
                    </a:p>
                  </a:txBody>
                  <a:tcPr marL="0" marR="0" marT="36000" marB="36000" anchor="ctr"/>
                </a:tc>
                <a:extLst>
                  <a:ext uri="{0D108BD9-81ED-4DB2-BD59-A6C34878D82A}">
                    <a16:rowId xmlns:a16="http://schemas.microsoft.com/office/drawing/2014/main" val="10001"/>
                  </a:ext>
                </a:extLst>
              </a:tr>
              <a:tr h="110057">
                <a:tc>
                  <a:txBody>
                    <a:bodyPr/>
                    <a:lstStyle/>
                    <a:p>
                      <a:pPr marL="0" marR="0" lvl="0" indent="0" algn="ctr" rtl="0">
                        <a:spcBef>
                          <a:spcPts val="0"/>
                        </a:spcBef>
                        <a:spcAft>
                          <a:spcPts val="0"/>
                        </a:spcAft>
                        <a:buNone/>
                      </a:pPr>
                      <a:r>
                        <a:rPr lang="en-US" sz="800" b="1" dirty="0"/>
                        <a:t>22</a:t>
                      </a:r>
                      <a:r>
                        <a:rPr lang="en-US" sz="800" b="1" dirty="0">
                          <a:solidFill>
                            <a:srgbClr val="00B0F0"/>
                          </a:solidFill>
                        </a:rPr>
                        <a:t>[</a:t>
                      </a:r>
                      <a:r>
                        <a:rPr lang="en-US" altLang="ko-KR" sz="800" b="1" dirty="0">
                          <a:solidFill>
                            <a:srgbClr val="00B0F0"/>
                          </a:solidFill>
                        </a:rPr>
                        <a:t>223]</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a:t>
                      </a:r>
                      <a:r>
                        <a:rPr lang="en-US" altLang="ko-KR" sz="800" b="1" dirty="0"/>
                        <a:t>1</a:t>
                      </a:r>
                      <a:r>
                        <a:rPr lang="en-US" sz="800" b="1" dirty="0"/>
                        <a:t>B</a:t>
                      </a:r>
                      <a:endParaRPr sz="800" b="1" dirty="0"/>
                    </a:p>
                  </a:txBody>
                  <a:tcPr marL="0" marR="0" marT="36000" marB="36000" anchor="ctr"/>
                </a:tc>
                <a:tc>
                  <a:txBody>
                    <a:bodyPr/>
                    <a:lstStyle/>
                    <a:p>
                      <a:pPr marL="0" marR="0" lvl="0" indent="0" algn="ctr" rtl="0">
                        <a:spcBef>
                          <a:spcPts val="0"/>
                        </a:spcBef>
                        <a:spcAft>
                          <a:spcPts val="0"/>
                        </a:spcAft>
                        <a:buNone/>
                      </a:pPr>
                      <a:r>
                        <a:rPr lang="en-US" sz="800" b="1" dirty="0"/>
                        <a:t>BACON</a:t>
                      </a:r>
                      <a:endParaRPr sz="800" b="1" dirty="0"/>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RNV22-W</a:t>
                      </a:r>
                      <a:r>
                        <a:rPr lang="en-US" sz="800" b="1" dirty="0"/>
                        <a:t>)</a:t>
                      </a:r>
                      <a:endParaRPr sz="458" dirty="0"/>
                    </a:p>
                  </a:txBody>
                  <a:tcPr marL="0" marR="0" marT="36000" marB="36000" anchor="ctr"/>
                </a:tc>
                <a:extLst>
                  <a:ext uri="{0D108BD9-81ED-4DB2-BD59-A6C34878D82A}">
                    <a16:rowId xmlns:a16="http://schemas.microsoft.com/office/drawing/2014/main" val="10002"/>
                  </a:ext>
                </a:extLst>
              </a:tr>
              <a:tr h="110057">
                <a:tc>
                  <a:txBody>
                    <a:bodyPr/>
                    <a:lstStyle/>
                    <a:p>
                      <a:pPr marL="0" marR="0" lvl="0" indent="0" algn="ctr" rtl="0">
                        <a:spcBef>
                          <a:spcPts val="0"/>
                        </a:spcBef>
                        <a:spcAft>
                          <a:spcPts val="0"/>
                        </a:spcAft>
                        <a:buNone/>
                      </a:pPr>
                      <a:r>
                        <a:rPr lang="en-US" sz="800" b="1" dirty="0"/>
                        <a:t>16R</a:t>
                      </a:r>
                      <a:r>
                        <a:rPr lang="en-US" sz="800" b="0" dirty="0"/>
                        <a:t>/L</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R</a:t>
                      </a:r>
                      <a:endParaRPr sz="800" b="1" dirty="0"/>
                    </a:p>
                  </a:txBody>
                  <a:tcPr marL="0" marR="0" marT="36000" marB="36000" anchor="ctr"/>
                </a:tc>
                <a:tc>
                  <a:txBody>
                    <a:bodyPr/>
                    <a:lstStyle/>
                    <a:p>
                      <a:pPr marL="0" marR="0" lvl="0" indent="0" algn="ctr" rtl="0">
                        <a:spcBef>
                          <a:spcPts val="0"/>
                        </a:spcBef>
                        <a:spcAft>
                          <a:spcPts val="0"/>
                        </a:spcAft>
                        <a:buNone/>
                      </a:pPr>
                      <a:r>
                        <a:rPr lang="en-US" sz="800" b="1" dirty="0"/>
                        <a:t>NATTY</a:t>
                      </a:r>
                      <a:r>
                        <a:rPr lang="en-US" sz="800" b="0" dirty="0"/>
                        <a:t>/SANDY</a:t>
                      </a:r>
                      <a:endParaRPr sz="800" b="0" dirty="0"/>
                    </a:p>
                  </a:txBody>
                  <a:tcPr marL="0" marR="0" marT="36000" marB="36000" anchor="ctr"/>
                </a:tc>
                <a:tc>
                  <a:txBody>
                    <a:bodyPr/>
                    <a:lstStyle/>
                    <a:p>
                      <a:pPr marL="0" marR="0" lvl="0" indent="0" algn="ctr" rtl="0">
                        <a:lnSpc>
                          <a:spcPct val="100000"/>
                        </a:lnSpc>
                        <a:spcBef>
                          <a:spcPts val="0"/>
                        </a:spcBef>
                        <a:spcAft>
                          <a:spcPts val="0"/>
                        </a:spcAft>
                        <a:buClr>
                          <a:srgbClr val="000000"/>
                        </a:buClr>
                        <a:buSzPts val="800"/>
                        <a:buFont typeface="Calibri"/>
                        <a:buNone/>
                      </a:pPr>
                      <a:r>
                        <a:rPr lang="en-US" sz="800" b="1" i="0" u="none" strike="noStrike" cap="none" dirty="0">
                          <a:solidFill>
                            <a:srgbClr val="000000"/>
                          </a:solidFill>
                          <a:latin typeface="Calibri"/>
                          <a:ea typeface="Calibri"/>
                          <a:cs typeface="Calibri"/>
                          <a:sym typeface="Calibri"/>
                        </a:rPr>
                        <a:t>RNP(</a:t>
                      </a:r>
                      <a:r>
                        <a:rPr lang="en-US" sz="800" b="1" i="0" u="none" strike="noStrike" cap="none" dirty="0">
                          <a:solidFill>
                            <a:srgbClr val="0070C0"/>
                          </a:solidFill>
                          <a:latin typeface="Calibri"/>
                          <a:ea typeface="Calibri"/>
                          <a:cs typeface="Calibri"/>
                          <a:sym typeface="Calibri"/>
                        </a:rPr>
                        <a:t>RNV16R</a:t>
                      </a:r>
                      <a:r>
                        <a:rPr lang="en-US" sz="800" b="0" i="0" u="none" strike="noStrike" cap="none" dirty="0">
                          <a:solidFill>
                            <a:srgbClr val="0070C0"/>
                          </a:solidFill>
                          <a:latin typeface="Calibri"/>
                          <a:ea typeface="Calibri"/>
                          <a:cs typeface="Calibri"/>
                          <a:sym typeface="Calibri"/>
                        </a:rPr>
                        <a:t>/L</a:t>
                      </a:r>
                      <a:r>
                        <a:rPr lang="en-US" sz="800" b="1" i="0" u="none" strike="noStrike" cap="none" dirty="0">
                          <a:solidFill>
                            <a:srgbClr val="000000"/>
                          </a:solidFill>
                          <a:latin typeface="Calibri"/>
                          <a:ea typeface="Calibri"/>
                          <a:cs typeface="Calibri"/>
                          <a:sym typeface="Calibri"/>
                        </a:rPr>
                        <a:t>)</a:t>
                      </a:r>
                      <a:endParaRPr sz="458" b="0" i="0" u="none" strike="noStrike" cap="none" dirty="0">
                        <a:solidFill>
                          <a:srgbClr val="000000"/>
                        </a:solidFill>
                        <a:latin typeface="Calibri"/>
                        <a:ea typeface="Calibri"/>
                        <a:cs typeface="Calibri"/>
                        <a:sym typeface="Calibri"/>
                      </a:endParaRPr>
                    </a:p>
                  </a:txBody>
                  <a:tcPr marL="0" marR="0" marT="36000" marB="36000" anchor="ctr"/>
                </a:tc>
                <a:extLst>
                  <a:ext uri="{0D108BD9-81ED-4DB2-BD59-A6C34878D82A}">
                    <a16:rowId xmlns:a16="http://schemas.microsoft.com/office/drawing/2014/main" val="10003"/>
                  </a:ext>
                </a:extLst>
              </a:tr>
              <a:tr h="110057">
                <a:tc>
                  <a:txBody>
                    <a:bodyPr/>
                    <a:lstStyle/>
                    <a:p>
                      <a:pPr marL="0" marR="0" lvl="0" indent="0" algn="ctr" rtl="0">
                        <a:spcBef>
                          <a:spcPts val="0"/>
                        </a:spcBef>
                        <a:spcAft>
                          <a:spcPts val="0"/>
                        </a:spcAft>
                        <a:buNone/>
                      </a:pPr>
                      <a:r>
                        <a:rPr lang="en-US" sz="800" b="1" dirty="0"/>
                        <a:t>23</a:t>
                      </a:r>
                      <a:r>
                        <a:rPr lang="en-US" sz="800" b="1" dirty="0">
                          <a:solidFill>
                            <a:srgbClr val="00B0F0"/>
                          </a:solidFill>
                        </a:rPr>
                        <a:t>[</a:t>
                      </a:r>
                      <a:r>
                        <a:rPr lang="en-US" altLang="ko-KR" sz="800" b="1" dirty="0">
                          <a:solidFill>
                            <a:srgbClr val="00B0F0"/>
                          </a:solidFill>
                        </a:rPr>
                        <a:t>231]</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2B</a:t>
                      </a:r>
                      <a:endParaRPr sz="800" b="1" dirty="0"/>
                    </a:p>
                  </a:txBody>
                  <a:tcPr marL="0" marR="0" marT="36000" marB="36000" anchor="ctr"/>
                </a:tc>
                <a:tc>
                  <a:txBody>
                    <a:bodyPr/>
                    <a:lstStyle/>
                    <a:p>
                      <a:pPr marL="0" marR="0" lvl="0" indent="0" algn="ctr" rtl="0">
                        <a:spcBef>
                          <a:spcPts val="0"/>
                        </a:spcBef>
                        <a:spcAft>
                          <a:spcPts val="0"/>
                        </a:spcAft>
                        <a:buNone/>
                      </a:pPr>
                      <a:r>
                        <a:rPr lang="en-US" sz="800" b="1"/>
                        <a:t>DANON</a:t>
                      </a:r>
                      <a:endParaRPr sz="800" b="1"/>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RNV23-W</a:t>
                      </a:r>
                      <a:r>
                        <a:rPr lang="en-US" sz="800" b="1" dirty="0"/>
                        <a:t>)</a:t>
                      </a:r>
                      <a:endParaRPr sz="458" dirty="0"/>
                    </a:p>
                  </a:txBody>
                  <a:tcPr marL="0" marR="0" marT="36000" marB="36000" anchor="ctr"/>
                </a:tc>
                <a:extLst>
                  <a:ext uri="{0D108BD9-81ED-4DB2-BD59-A6C34878D82A}">
                    <a16:rowId xmlns:a16="http://schemas.microsoft.com/office/drawing/2014/main" val="10004"/>
                  </a:ext>
                </a:extLst>
              </a:tr>
              <a:tr h="1100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rgbClr val="0070C0"/>
                          </a:solidFill>
                        </a:rPr>
                        <a:t>HME, </a:t>
                      </a:r>
                      <a:r>
                        <a:rPr lang="en-US" sz="800" b="1" dirty="0">
                          <a:solidFill>
                            <a:srgbClr val="C00000"/>
                          </a:solidFill>
                        </a:rPr>
                        <a:t>34L IHA, 34R ITC</a:t>
                      </a:r>
                      <a:r>
                        <a:rPr lang="en-US" sz="800" b="1" dirty="0">
                          <a:solidFill>
                            <a:srgbClr val="AA47F5"/>
                          </a:solidFill>
                        </a:rPr>
                        <a:t>(LDA chk:22 IKL,23 ITL)</a:t>
                      </a:r>
                      <a:endParaRPr sz="800" b="1" dirty="0">
                        <a:solidFill>
                          <a:srgbClr val="AA47F5"/>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chemeClr val="bg1"/>
                        </a:solidFill>
                      </a:endParaRPr>
                    </a:p>
                  </a:txBody>
                  <a:tcPr marL="36000" marR="36000" marT="36000" marB="36000" anchor="ctr"/>
                </a:tc>
                <a:extLst>
                  <a:ext uri="{0D108BD9-81ED-4DB2-BD59-A6C34878D82A}">
                    <a16:rowId xmlns:a16="http://schemas.microsoft.com/office/drawing/2014/main" val="2793146324"/>
                  </a:ext>
                </a:extLst>
              </a:tr>
              <a:tr h="1792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70C0"/>
                          </a:solidFill>
                        </a:rPr>
                        <a:t>22 : IKL /8, /3</a:t>
                      </a:r>
                      <a:r>
                        <a:rPr lang="en-US" altLang="ko-KR" sz="800" b="1" dirty="0">
                          <a:solidFill>
                            <a:srgbClr val="0070C0"/>
                          </a:solidFill>
                        </a:rPr>
                        <a:t>,</a:t>
                      </a:r>
                      <a:r>
                        <a:rPr lang="ko-KR" altLang="en-US" sz="800" b="1" dirty="0">
                          <a:solidFill>
                            <a:srgbClr val="0070C0"/>
                          </a:solidFill>
                        </a:rPr>
                        <a:t> </a:t>
                      </a:r>
                      <a:r>
                        <a:rPr lang="en-US" altLang="ko-KR" sz="800" b="1" dirty="0">
                          <a:solidFill>
                            <a:srgbClr val="0070C0"/>
                          </a:solidFill>
                        </a:rPr>
                        <a:t>HME 015</a:t>
                      </a:r>
                      <a:endParaRPr lang="en-US" altLang="ko-Kore-KR" sz="800" b="1" dirty="0">
                        <a:solidFill>
                          <a:srgbClr val="0070C0"/>
                        </a:solidFill>
                      </a:endParaRPr>
                    </a:p>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70C0"/>
                          </a:solidFill>
                        </a:rPr>
                        <a:t>23 : ITL /12,/7, HME 177</a:t>
                      </a:r>
                    </a:p>
                  </a:txBody>
                  <a:tcPr marL="36000" marR="36000" marT="36000" marB="36000" anchor="ctr"/>
                </a:tc>
                <a:tc hMerge="1">
                  <a:txBody>
                    <a:bodyPr/>
                    <a:lstStyle/>
                    <a:p>
                      <a:endParaRPr lang="ko-Kore-KR"/>
                    </a:p>
                  </a:txBody>
                  <a:tcPr/>
                </a:tc>
                <a:tc>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34L : IHA /10, /5</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34R : ITC /10, /5</a:t>
                      </a:r>
                    </a:p>
                  </a:txBody>
                  <a:tcPr marL="36000" marR="36000" marT="36000" marB="36000" anchor="ctr"/>
                </a:tc>
                <a:extLst>
                  <a:ext uri="{0D108BD9-81ED-4DB2-BD59-A6C34878D82A}">
                    <a16:rowId xmlns:a16="http://schemas.microsoft.com/office/drawing/2014/main" val="10005"/>
                  </a:ext>
                </a:extLst>
              </a:tr>
              <a:tr h="239796">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34L:L12(6515),L13(7165), </a:t>
                      </a:r>
                      <a:r>
                        <a:rPr lang="en-US" altLang="ko-Kore-KR" sz="800" b="1" dirty="0">
                          <a:solidFill>
                            <a:schemeClr val="dk1"/>
                          </a:solidFill>
                        </a:rPr>
                        <a:t>16R</a:t>
                      </a:r>
                      <a:r>
                        <a:rPr lang="en-US" altLang="ko-Kore-KR" sz="800" b="1" dirty="0">
                          <a:solidFill>
                            <a:srgbClr val="C00000"/>
                          </a:solidFill>
                        </a:rPr>
                        <a:t>(DIS)</a:t>
                      </a:r>
                      <a:r>
                        <a:rPr lang="en-US" altLang="ko-Kore-KR" sz="800" b="1" dirty="0">
                          <a:solidFill>
                            <a:schemeClr val="dk1"/>
                          </a:solidFill>
                        </a:rPr>
                        <a:t>:L5(5147),L3(6361)</a:t>
                      </a:r>
                      <a:r>
                        <a:rPr lang="en-US" sz="800" b="1" dirty="0">
                          <a:solidFill>
                            <a:schemeClr val="dk1"/>
                          </a:solidFill>
                        </a:rPr>
                        <a:t> </a:t>
                      </a:r>
                    </a:p>
                    <a:p>
                      <a:pPr marL="0" marR="0" lvl="0" indent="0" algn="l" defTabSz="116449"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22 : B4(6207), B3(6830),    </a:t>
                      </a:r>
                      <a:r>
                        <a:rPr kumimoji="0" lang="en-US" altLang="ko-Kore-KR" sz="800" b="1" i="0" u="none" strike="noStrike" kern="1200" cap="none" spc="0" normalizeH="0" baseline="0" noProof="0" dirty="0">
                          <a:ln>
                            <a:noFill/>
                          </a:ln>
                          <a:solidFill>
                            <a:prstClr val="black"/>
                          </a:solidFill>
                          <a:effectLst/>
                          <a:uLnTx/>
                          <a:uFillTx/>
                          <a:latin typeface="Calibri"/>
                          <a:cs typeface="Calibri"/>
                        </a:rPr>
                        <a:t>23:</a:t>
                      </a:r>
                      <a:r>
                        <a:rPr kumimoji="0" lang="en-US" altLang="ko-Kore-KR" sz="800" b="0" i="0" u="none" strike="noStrike" kern="1200" cap="none" spc="0" normalizeH="0" baseline="0" noProof="0" dirty="0">
                          <a:ln>
                            <a:noFill/>
                          </a:ln>
                          <a:solidFill>
                            <a:prstClr val="black"/>
                          </a:solidFill>
                          <a:effectLst/>
                          <a:uLnTx/>
                          <a:uFillTx/>
                          <a:latin typeface="Calibri"/>
                          <a:cs typeface="Calibri"/>
                        </a:rPr>
                        <a:t> </a:t>
                      </a:r>
                      <a:r>
                        <a:rPr kumimoji="0" lang="en-US" altLang="ko-Kore-KR" sz="800" b="1" i="0" u="none" strike="noStrike" kern="1200" cap="none" spc="0" normalizeH="0" baseline="0" noProof="0" dirty="0">
                          <a:ln>
                            <a:noFill/>
                          </a:ln>
                          <a:solidFill>
                            <a:prstClr val="black"/>
                          </a:solidFill>
                          <a:effectLst/>
                          <a:uLnTx/>
                          <a:uFillTx/>
                          <a:latin typeface="Calibri"/>
                          <a:cs typeface="Calibri"/>
                        </a:rPr>
                        <a:t>D5(5072),D3(6391)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altLang="ko-Kore-KR" sz="700" b="1" dirty="0">
                          <a:solidFill>
                            <a:schemeClr val="dk1"/>
                          </a:solidFill>
                        </a:rPr>
                        <a:t>34R</a:t>
                      </a:r>
                      <a:r>
                        <a:rPr lang="en-US" altLang="ko-Kore-KR" sz="700" b="1" dirty="0">
                          <a:solidFill>
                            <a:srgbClr val="C00000"/>
                          </a:solidFill>
                        </a:rPr>
                        <a:t>(DIS)</a:t>
                      </a:r>
                      <a:r>
                        <a:rPr lang="en-US" altLang="ko-Kore-KR" sz="700" b="1" dirty="0">
                          <a:solidFill>
                            <a:schemeClr val="dk1"/>
                          </a:solidFill>
                        </a:rPr>
                        <a:t>:C10(5780),C11(7270), 16L</a:t>
                      </a:r>
                      <a:r>
                        <a:rPr lang="en-US" altLang="ko-Kore-KR" sz="700" b="1" dirty="0">
                          <a:solidFill>
                            <a:srgbClr val="C00000"/>
                          </a:solidFill>
                        </a:rPr>
                        <a:t>(DIS)</a:t>
                      </a:r>
                      <a:r>
                        <a:rPr lang="en-US" altLang="ko-Kore-KR" sz="700" b="1" dirty="0">
                          <a:solidFill>
                            <a:schemeClr val="dk1"/>
                          </a:solidFill>
                        </a:rPr>
                        <a:t>:C6(5925),C4(7004)</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79251">
                <a:tc gridSpan="4">
                  <a:txBody>
                    <a:bodyPr/>
                    <a:lstStyle/>
                    <a:p>
                      <a:pPr marL="0" marR="0" lvl="0" indent="0" algn="ctr" rtl="0">
                        <a:lnSpc>
                          <a:spcPct val="100000"/>
                        </a:lnSpc>
                        <a:spcBef>
                          <a:spcPts val="0"/>
                        </a:spcBef>
                        <a:spcAft>
                          <a:spcPts val="0"/>
                        </a:spcAft>
                        <a:buClr>
                          <a:schemeClr val="dk1"/>
                        </a:buClr>
                        <a:buSzPts val="700"/>
                        <a:buFont typeface="Calibri"/>
                        <a:buNone/>
                      </a:pPr>
                      <a:r>
                        <a:rPr lang="en-US" altLang="ko-Kore-KR" sz="800" b="1" dirty="0">
                          <a:solidFill>
                            <a:srgbClr val="0070C0"/>
                          </a:solidFill>
                        </a:rPr>
                        <a:t>xxx Z : 180kts, 160kts limit APP Chart, xxx Y After 1400z</a:t>
                      </a:r>
                    </a:p>
                    <a:p>
                      <a:pPr marL="0" marR="0" lvl="0" indent="0" algn="ctr" rtl="0">
                        <a:lnSpc>
                          <a:spcPct val="100000"/>
                        </a:lnSpc>
                        <a:spcBef>
                          <a:spcPts val="0"/>
                        </a:spcBef>
                        <a:spcAft>
                          <a:spcPts val="0"/>
                        </a:spcAft>
                        <a:buClr>
                          <a:schemeClr val="dk1"/>
                        </a:buClr>
                        <a:buSzPts val="700"/>
                        <a:buFont typeface="Calibri"/>
                        <a:buNone/>
                      </a:pPr>
                      <a:r>
                        <a:rPr lang="en-US" altLang="ko-Kore-KR" sz="800" b="1" dirty="0">
                          <a:solidFill>
                            <a:schemeClr val="bg1"/>
                          </a:solidFill>
                        </a:rPr>
                        <a:t>Gate 105P Procedure      </a:t>
                      </a:r>
                      <a:r>
                        <a:rPr lang="en-US" altLang="ko-Kore-KR" sz="800" b="1" dirty="0">
                          <a:solidFill>
                            <a:srgbClr val="C00000"/>
                          </a:solidFill>
                        </a:rPr>
                        <a:t>[LDA22/23 Next Page]</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347" name="Google Shape;347;p24"/>
          <p:cNvGraphicFramePr/>
          <p:nvPr>
            <p:extLst>
              <p:ext uri="{D42A27DB-BD31-4B8C-83A1-F6EECF244321}">
                <p14:modId xmlns:p14="http://schemas.microsoft.com/office/powerpoint/2010/main" val="3595245391"/>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RJTT(HND) 21ft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spcBef>
                          <a:spcPts val="0"/>
                        </a:spcBef>
                        <a:spcAft>
                          <a:spcPts val="0"/>
                        </a:spcAft>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p>
                  </a:txBody>
                  <a:tcPr marL="91450" marR="91450" marT="0" marB="0" anchor="ctr"/>
                </a:tc>
                <a:tc>
                  <a:txBody>
                    <a:bodyPr/>
                    <a:lstStyle/>
                    <a:p>
                      <a:pPr marL="0" marR="0" lvl="0" indent="0" algn="ctr" rtl="0">
                        <a:spcBef>
                          <a:spcPts val="0"/>
                        </a:spcBef>
                        <a:spcAft>
                          <a:spcPts val="0"/>
                        </a:spcAft>
                        <a:buNone/>
                      </a:pPr>
                      <a:r>
                        <a:rPr lang="en-US" sz="900" dirty="0"/>
                        <a:t>Delta </a:t>
                      </a:r>
                      <a:r>
                        <a:rPr lang="en-US" sz="900" dirty="0" err="1"/>
                        <a:t>Oper</a:t>
                      </a:r>
                      <a:r>
                        <a:rPr lang="en-US" sz="900" dirty="0"/>
                        <a:t> 132.075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3BC63946-A7CD-77E9-F5B8-CBBDBDCC5ADA}"/>
              </a:ext>
            </a:extLst>
          </p:cNvPr>
          <p:cNvSpPr txBox="1"/>
          <p:nvPr/>
        </p:nvSpPr>
        <p:spPr>
          <a:xfrm>
            <a:off x="-48858" y="2707157"/>
            <a:ext cx="1996059"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134.17 – FUK</a:t>
            </a:r>
            <a:r>
              <a:rPr kumimoji="1" lang="en-US" altLang="ko-Kore-KR" sz="700" b="1" u="sng" dirty="0">
                <a:solidFill>
                  <a:srgbClr val="0070C0"/>
                </a:solidFill>
                <a:latin typeface="Gulim" panose="020B0600000101010101" pitchFamily="34" charset="-127"/>
                <a:ea typeface="Gulim" panose="020B0600000101010101" pitchFamily="34" charset="-127"/>
              </a:rPr>
              <a:t> 133.02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120.5 - TKO 133.35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APP 119.1 – 119.65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DE2E95AF-4A51-6082-8123-DE5EE03D2C21}"/>
              </a:ext>
            </a:extLst>
          </p:cNvPr>
          <p:cNvSpPr/>
          <p:nvPr/>
        </p:nvSpPr>
        <p:spPr>
          <a:xfrm>
            <a:off x="821577" y="236891"/>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66623151-AE4E-4B20-D79A-928B7845BD18}"/>
              </a:ext>
            </a:extLst>
          </p:cNvPr>
          <p:cNvGraphicFramePr/>
          <p:nvPr>
            <p:extLst>
              <p:ext uri="{D42A27DB-BD31-4B8C-83A1-F6EECF244321}">
                <p14:modId xmlns:p14="http://schemas.microsoft.com/office/powerpoint/2010/main" val="508073881"/>
              </p:ext>
            </p:extLst>
          </p:nvPr>
        </p:nvGraphicFramePr>
        <p:xfrm>
          <a:off x="-6980" y="593275"/>
          <a:ext cx="2326348" cy="2144954"/>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60995">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77919">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6319">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6319">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6319">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831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831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330304">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6319">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D073B09E-F116-98E8-D2E0-93D39ECEB5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78535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39FF32A-9EBE-7D5D-64B4-45915D5E0684}"/>
            </a:ext>
          </a:extLst>
        </p:cNvPr>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DC1F9CCB-3538-08F6-5567-CB682F491644}"/>
              </a:ext>
            </a:extLst>
          </p:cNvPr>
          <p:cNvGraphicFramePr/>
          <p:nvPr/>
        </p:nvGraphicFramePr>
        <p:xfrm>
          <a:off x="-4122" y="2338996"/>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R/H Turn </a:t>
                      </a:r>
                      <a:r>
                        <a:rPr lang="en-US" altLang="ko-KR" sz="800" b="1" dirty="0">
                          <a:solidFill>
                            <a:srgbClr val="C00000"/>
                          </a:solidFill>
                        </a:rPr>
                        <a:t>HME 015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KASGA Radial In 196,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graphicFrame>
        <p:nvGraphicFramePr>
          <p:cNvPr id="138" name="Google Shape;138;p4">
            <a:extLst>
              <a:ext uri="{FF2B5EF4-FFF2-40B4-BE49-F238E27FC236}">
                <a16:creationId xmlns:a16="http://schemas.microsoft.com/office/drawing/2014/main" id="{7A14C35A-164F-8547-9CEB-4F95504BC3CF}"/>
              </a:ext>
            </a:extLst>
          </p:cNvPr>
          <p:cNvGraphicFramePr/>
          <p:nvPr/>
        </p:nvGraphicFramePr>
        <p:xfrm>
          <a:off x="0" y="-1"/>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96610">
                <a:tc>
                  <a:txBody>
                    <a:bodyPr/>
                    <a:lstStyle/>
                    <a:p>
                      <a:pPr marL="0" marR="0" lvl="0" indent="0" algn="ctr" rtl="0">
                        <a:spcBef>
                          <a:spcPts val="0"/>
                        </a:spcBef>
                        <a:spcAft>
                          <a:spcPts val="0"/>
                        </a:spcAft>
                        <a:buNone/>
                      </a:pPr>
                      <a:r>
                        <a:rPr lang="en-US" sz="1100" dirty="0"/>
                        <a:t>A330 HND LDA 22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31258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RNV22-W       XAC 1B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100028">
                <a:tc>
                  <a:txBody>
                    <a:bodyPr/>
                    <a:lstStyle/>
                    <a:p>
                      <a:pPr marL="0" marR="0" lvl="0" indent="0" algn="ctr" rtl="0">
                        <a:spcBef>
                          <a:spcPts val="0"/>
                        </a:spcBef>
                        <a:spcAft>
                          <a:spcPts val="0"/>
                        </a:spcAft>
                        <a:buNone/>
                      </a:pPr>
                      <a:r>
                        <a:rPr lang="en-US" sz="800" b="1" dirty="0">
                          <a:solidFill>
                            <a:srgbClr val="0070C0"/>
                          </a:solidFill>
                        </a:rPr>
                        <a:t>CHK IKL, IKL /8 180kts, /3 160kts, HME 015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34" name="그룹 133">
            <a:extLst>
              <a:ext uri="{FF2B5EF4-FFF2-40B4-BE49-F238E27FC236}">
                <a16:creationId xmlns:a16="http://schemas.microsoft.com/office/drawing/2014/main" id="{BE288F8B-3AE8-B312-41C6-2277AECEE678}"/>
              </a:ext>
            </a:extLst>
          </p:cNvPr>
          <p:cNvGrpSpPr/>
          <p:nvPr/>
        </p:nvGrpSpPr>
        <p:grpSpPr>
          <a:xfrm>
            <a:off x="-42267" y="702484"/>
            <a:ext cx="2411183" cy="1368423"/>
            <a:chOff x="-42267" y="989260"/>
            <a:chExt cx="2411183" cy="1368423"/>
          </a:xfrm>
        </p:grpSpPr>
        <p:pic>
          <p:nvPicPr>
            <p:cNvPr id="5" name="그림 4" descr="지도, 스크린샷이(가) 표시된 사진&#10;&#10;자동 생성된 설명">
              <a:extLst>
                <a:ext uri="{FF2B5EF4-FFF2-40B4-BE49-F238E27FC236}">
                  <a16:creationId xmlns:a16="http://schemas.microsoft.com/office/drawing/2014/main" id="{C3AB4444-0DD8-7415-5717-D892E7EE6948}"/>
                </a:ext>
              </a:extLst>
            </p:cNvPr>
            <p:cNvPicPr>
              <a:picLocks noChangeAspect="1"/>
            </p:cNvPicPr>
            <p:nvPr/>
          </p:nvPicPr>
          <p:blipFill>
            <a:blip r:embed="rId3"/>
            <a:stretch>
              <a:fillRect/>
            </a:stretch>
          </p:blipFill>
          <p:spPr>
            <a:xfrm>
              <a:off x="-2199" y="1038847"/>
              <a:ext cx="2326259" cy="645541"/>
            </a:xfrm>
            <a:prstGeom prst="rect">
              <a:avLst/>
            </a:prstGeom>
          </p:spPr>
        </p:pic>
        <p:sp>
          <p:nvSpPr>
            <p:cNvPr id="48" name="사각형 설명선[R] 47">
              <a:extLst>
                <a:ext uri="{FF2B5EF4-FFF2-40B4-BE49-F238E27FC236}">
                  <a16:creationId xmlns:a16="http://schemas.microsoft.com/office/drawing/2014/main" id="{70E7719A-35AD-9206-F628-D87AC1B5536A}"/>
                </a:ext>
              </a:extLst>
            </p:cNvPr>
            <p:cNvSpPr/>
            <p:nvPr/>
          </p:nvSpPr>
          <p:spPr>
            <a:xfrm>
              <a:off x="1566825" y="1697366"/>
              <a:ext cx="735129" cy="338105"/>
            </a:xfrm>
            <a:prstGeom prst="wedgeRectCallout">
              <a:avLst>
                <a:gd name="adj1" fmla="val 26587"/>
                <a:gd name="adj2" fmla="val -18864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MANAGE DES, </a:t>
              </a:r>
              <a:r>
                <a:rPr kumimoji="1" lang="en-US" altLang="ko-Kore-KR" sz="400" dirty="0">
                  <a:solidFill>
                    <a:srgbClr val="FFC000"/>
                  </a:solidFill>
                </a:rPr>
                <a:t>FLAP 1</a:t>
              </a:r>
            </a:p>
            <a:p>
              <a:r>
                <a:rPr kumimoji="1" lang="en-US" altLang="ko-Kore-KR" sz="400" dirty="0">
                  <a:solidFill>
                    <a:srgbClr val="FFC000"/>
                  </a:solidFill>
                </a:rPr>
                <a:t>TRK FPA ON</a:t>
              </a:r>
            </a:p>
            <a:p>
              <a:r>
                <a:rPr kumimoji="1" lang="en-US" altLang="ko-Kore-KR" sz="400" dirty="0">
                  <a:solidFill>
                    <a:srgbClr val="FFC000"/>
                  </a:solidFill>
                </a:rPr>
                <a:t>LOC ARM</a:t>
              </a:r>
              <a:r>
                <a:rPr kumimoji="1" lang="en-US" altLang="ko-KR" sz="400" dirty="0">
                  <a:solidFill>
                    <a:srgbClr val="FFC000"/>
                  </a:solidFill>
                </a:rPr>
                <a:t>,</a:t>
              </a:r>
              <a:r>
                <a:rPr kumimoji="1" lang="ko-KR" altLang="en-US" sz="400" dirty="0">
                  <a:solidFill>
                    <a:srgbClr val="FFC000"/>
                  </a:solidFill>
                </a:rPr>
                <a:t> </a:t>
              </a:r>
              <a:r>
                <a:rPr kumimoji="1" lang="en-US" altLang="ko-KR" sz="400" dirty="0">
                  <a:solidFill>
                    <a:srgbClr val="FFC000"/>
                  </a:solidFill>
                </a:rPr>
                <a:t>PULL SPD 180</a:t>
              </a:r>
              <a:endParaRPr kumimoji="1" lang="en-US" altLang="ko-Kore-KR" sz="400" dirty="0">
                <a:solidFill>
                  <a:srgbClr val="FFC000"/>
                </a:solidFill>
              </a:endParaRPr>
            </a:p>
            <a:p>
              <a:r>
                <a:rPr kumimoji="1" lang="en-US" altLang="ko-KR" sz="400" dirty="0"/>
                <a:t>BONDO 5000’ </a:t>
              </a:r>
              <a:r>
                <a:rPr kumimoji="1" lang="ko-KR" altLang="en-US" sz="400" dirty="0" err="1"/>
                <a:t>맞추기위한</a:t>
              </a:r>
              <a:r>
                <a:rPr kumimoji="1" lang="ko-KR" altLang="en-US" sz="400" dirty="0"/>
                <a:t> </a:t>
              </a:r>
              <a:r>
                <a:rPr kumimoji="1" lang="en-US" altLang="ko-KR" sz="400" dirty="0"/>
                <a:t>S/B </a:t>
              </a:r>
              <a:r>
                <a:rPr kumimoji="1" lang="ko-KR" altLang="en-US" sz="400" dirty="0"/>
                <a:t>사용 고려</a:t>
              </a:r>
              <a:endParaRPr kumimoji="1" lang="en-US" altLang="ko-Kore-KR" sz="400" dirty="0"/>
            </a:p>
          </p:txBody>
        </p:sp>
        <p:cxnSp>
          <p:nvCxnSpPr>
            <p:cNvPr id="14" name="직선 연결선[R] 13">
              <a:extLst>
                <a:ext uri="{FF2B5EF4-FFF2-40B4-BE49-F238E27FC236}">
                  <a16:creationId xmlns:a16="http://schemas.microsoft.com/office/drawing/2014/main" id="{EC8B493F-28AE-A9A1-AF6D-A275AB3C264E}"/>
                </a:ext>
              </a:extLst>
            </p:cNvPr>
            <p:cNvCxnSpPr>
              <a:cxnSpLocks/>
              <a:stCxn id="19" idx="1"/>
            </p:cNvCxnSpPr>
            <p:nvPr/>
          </p:nvCxnSpPr>
          <p:spPr>
            <a:xfrm flipH="1">
              <a:off x="448034" y="1181041"/>
              <a:ext cx="1593292" cy="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8" name="포인트가 4개인 별 7">
              <a:extLst>
                <a:ext uri="{FF2B5EF4-FFF2-40B4-BE49-F238E27FC236}">
                  <a16:creationId xmlns:a16="http://schemas.microsoft.com/office/drawing/2014/main" id="{89D6F6CA-777D-D7D4-9846-3086E6CCA74C}"/>
                </a:ext>
              </a:extLst>
            </p:cNvPr>
            <p:cNvSpPr>
              <a:spLocks noChangeAspect="1"/>
            </p:cNvSpPr>
            <p:nvPr/>
          </p:nvSpPr>
          <p:spPr>
            <a:xfrm>
              <a:off x="1706050" y="114248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9" name="호 8">
              <a:extLst>
                <a:ext uri="{FF2B5EF4-FFF2-40B4-BE49-F238E27FC236}">
                  <a16:creationId xmlns:a16="http://schemas.microsoft.com/office/drawing/2014/main" id="{29B7606A-B2E9-F9BA-4DD9-B577B2A7CE38}"/>
                </a:ext>
              </a:extLst>
            </p:cNvPr>
            <p:cNvSpPr/>
            <p:nvPr/>
          </p:nvSpPr>
          <p:spPr>
            <a:xfrm>
              <a:off x="91439" y="1179428"/>
              <a:ext cx="618645" cy="755242"/>
            </a:xfrm>
            <a:prstGeom prst="arc">
              <a:avLst>
                <a:gd name="adj1" fmla="val 12288827"/>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9" name="포인트가 4개인 별 18">
              <a:extLst>
                <a:ext uri="{FF2B5EF4-FFF2-40B4-BE49-F238E27FC236}">
                  <a16:creationId xmlns:a16="http://schemas.microsoft.com/office/drawing/2014/main" id="{54936FFF-286B-52D9-EF51-E220EDB6893E}"/>
                </a:ext>
              </a:extLst>
            </p:cNvPr>
            <p:cNvSpPr>
              <a:spLocks noChangeAspect="1"/>
            </p:cNvSpPr>
            <p:nvPr/>
          </p:nvSpPr>
          <p:spPr>
            <a:xfrm>
              <a:off x="2041326" y="114526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1" name="포인트가 4개인 별 20">
              <a:extLst>
                <a:ext uri="{FF2B5EF4-FFF2-40B4-BE49-F238E27FC236}">
                  <a16:creationId xmlns:a16="http://schemas.microsoft.com/office/drawing/2014/main" id="{F90E3164-F069-C2F3-A5EB-67950C7C5973}"/>
                </a:ext>
              </a:extLst>
            </p:cNvPr>
            <p:cNvSpPr>
              <a:spLocks noChangeAspect="1"/>
            </p:cNvSpPr>
            <p:nvPr/>
          </p:nvSpPr>
          <p:spPr>
            <a:xfrm>
              <a:off x="412034" y="114110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4" name="포인트가 4개인 별 23">
              <a:extLst>
                <a:ext uri="{FF2B5EF4-FFF2-40B4-BE49-F238E27FC236}">
                  <a16:creationId xmlns:a16="http://schemas.microsoft.com/office/drawing/2014/main" id="{260815F3-D6F8-3F5D-24D0-82E10E970668}"/>
                </a:ext>
              </a:extLst>
            </p:cNvPr>
            <p:cNvSpPr>
              <a:spLocks noChangeAspect="1"/>
            </p:cNvSpPr>
            <p:nvPr/>
          </p:nvSpPr>
          <p:spPr>
            <a:xfrm>
              <a:off x="2206194" y="131844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5" name="포인트가 4개인 별 24">
              <a:extLst>
                <a:ext uri="{FF2B5EF4-FFF2-40B4-BE49-F238E27FC236}">
                  <a16:creationId xmlns:a16="http://schemas.microsoft.com/office/drawing/2014/main" id="{9EB3DF49-B628-5885-2BE8-A8B8E5C37805}"/>
                </a:ext>
              </a:extLst>
            </p:cNvPr>
            <p:cNvSpPr>
              <a:spLocks noChangeAspect="1"/>
            </p:cNvSpPr>
            <p:nvPr/>
          </p:nvSpPr>
          <p:spPr>
            <a:xfrm>
              <a:off x="2254691" y="152903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cxnSp>
          <p:nvCxnSpPr>
            <p:cNvPr id="26" name="직선 연결선[R] 25">
              <a:extLst>
                <a:ext uri="{FF2B5EF4-FFF2-40B4-BE49-F238E27FC236}">
                  <a16:creationId xmlns:a16="http://schemas.microsoft.com/office/drawing/2014/main" id="{F25A4166-CE20-A019-424A-A439CE14E3DE}"/>
                </a:ext>
              </a:extLst>
            </p:cNvPr>
            <p:cNvCxnSpPr>
              <a:cxnSpLocks/>
            </p:cNvCxnSpPr>
            <p:nvPr/>
          </p:nvCxnSpPr>
          <p:spPr>
            <a:xfrm flipH="1" flipV="1">
              <a:off x="2105014" y="1191896"/>
              <a:ext cx="113648" cy="139015"/>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34" name="직선 연결선[R] 33">
              <a:extLst>
                <a:ext uri="{FF2B5EF4-FFF2-40B4-BE49-F238E27FC236}">
                  <a16:creationId xmlns:a16="http://schemas.microsoft.com/office/drawing/2014/main" id="{9F40EBA3-30F9-2C4B-D13B-8D38F6206C0D}"/>
                </a:ext>
              </a:extLst>
            </p:cNvPr>
            <p:cNvCxnSpPr>
              <a:cxnSpLocks/>
              <a:endCxn id="24" idx="2"/>
            </p:cNvCxnSpPr>
            <p:nvPr/>
          </p:nvCxnSpPr>
          <p:spPr>
            <a:xfrm flipH="1" flipV="1">
              <a:off x="2242194" y="1390000"/>
              <a:ext cx="44341" cy="139031"/>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56" name="사각형 설명선[R] 55">
              <a:extLst>
                <a:ext uri="{FF2B5EF4-FFF2-40B4-BE49-F238E27FC236}">
                  <a16:creationId xmlns:a16="http://schemas.microsoft.com/office/drawing/2014/main" id="{EFFA0C5D-0EC2-208A-4793-FACBB0A4B562}"/>
                </a:ext>
              </a:extLst>
            </p:cNvPr>
            <p:cNvSpPr/>
            <p:nvPr/>
          </p:nvSpPr>
          <p:spPr>
            <a:xfrm>
              <a:off x="1106294" y="1333713"/>
              <a:ext cx="606832" cy="209027"/>
            </a:xfrm>
            <a:prstGeom prst="wedgeRectCallout">
              <a:avLst>
                <a:gd name="adj1" fmla="val 50389"/>
                <a:gd name="adj2" fmla="val -11752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1000’ SET, </a:t>
              </a:r>
              <a:r>
                <a:rPr kumimoji="1" lang="en-US" altLang="ko-Kore-KR" sz="400" b="1" dirty="0">
                  <a:solidFill>
                    <a:srgbClr val="FFC000"/>
                  </a:solidFill>
                </a:rPr>
                <a:t>FPA -4</a:t>
              </a:r>
              <a:r>
                <a:rPr kumimoji="1" lang="ko-KR" altLang="en-US" sz="400" b="1" dirty="0">
                  <a:solidFill>
                    <a:srgbClr val="FFC000"/>
                  </a:solidFill>
                </a:rPr>
                <a:t> </a:t>
              </a:r>
              <a:r>
                <a:rPr kumimoji="1" lang="en-US" altLang="ko-KR" sz="400" b="1" dirty="0">
                  <a:solidFill>
                    <a:srgbClr val="FFC000"/>
                  </a:solidFill>
                </a:rPr>
                <a:t>DES</a:t>
              </a:r>
            </a:p>
            <a:p>
              <a:r>
                <a:rPr kumimoji="1" lang="en-US" altLang="ko-KR" sz="400" dirty="0">
                  <a:solidFill>
                    <a:srgbClr val="FFC000"/>
                  </a:solidFill>
                </a:rPr>
                <a:t>S/B</a:t>
              </a:r>
              <a:r>
                <a:rPr kumimoji="1" lang="ko-KR" altLang="en-US" sz="400" dirty="0">
                  <a:solidFill>
                    <a:srgbClr val="FFC000"/>
                  </a:solidFill>
                </a:rPr>
                <a:t> </a:t>
              </a:r>
              <a:r>
                <a:rPr kumimoji="1" lang="en-US" altLang="ko-KR" sz="400" dirty="0">
                  <a:solidFill>
                    <a:srgbClr val="FFC000"/>
                  </a:solidFill>
                </a:rPr>
                <a:t>or</a:t>
              </a:r>
              <a:r>
                <a:rPr kumimoji="1" lang="ko-KR" altLang="en-US" sz="400" dirty="0">
                  <a:solidFill>
                    <a:srgbClr val="FFC000"/>
                  </a:solidFill>
                </a:rPr>
                <a:t> </a:t>
              </a:r>
              <a:r>
                <a:rPr kumimoji="1" lang="en-US" altLang="ko-KR" sz="400" dirty="0">
                  <a:solidFill>
                    <a:srgbClr val="FFC000"/>
                  </a:solidFill>
                </a:rPr>
                <a:t>L/G</a:t>
              </a:r>
              <a:r>
                <a:rPr kumimoji="1" lang="ko-KR" altLang="en-US" sz="400" dirty="0">
                  <a:solidFill>
                    <a:srgbClr val="FFC000"/>
                  </a:solidFill>
                </a:rPr>
                <a:t> </a:t>
              </a:r>
              <a:r>
                <a:rPr kumimoji="1" lang="en-US" altLang="ko-KR" sz="400" dirty="0">
                  <a:solidFill>
                    <a:srgbClr val="FFC000"/>
                  </a:solidFill>
                </a:rPr>
                <a:t>DN</a:t>
              </a:r>
            </a:p>
          </p:txBody>
        </p:sp>
        <p:sp>
          <p:nvSpPr>
            <p:cNvPr id="43" name="TextBox 42">
              <a:extLst>
                <a:ext uri="{FF2B5EF4-FFF2-40B4-BE49-F238E27FC236}">
                  <a16:creationId xmlns:a16="http://schemas.microsoft.com/office/drawing/2014/main" id="{AC3DCC66-B6BE-DC92-E8DE-0363D02192AC}"/>
                </a:ext>
              </a:extLst>
            </p:cNvPr>
            <p:cNvSpPr txBox="1"/>
            <p:nvPr/>
          </p:nvSpPr>
          <p:spPr>
            <a:xfrm>
              <a:off x="1475792" y="1198461"/>
              <a:ext cx="532518" cy="215444"/>
            </a:xfrm>
            <a:prstGeom prst="rect">
              <a:avLst/>
            </a:prstGeom>
            <a:noFill/>
          </p:spPr>
          <p:txBody>
            <a:bodyPr wrap="none" rtlCol="0">
              <a:spAutoFit/>
            </a:bodyPr>
            <a:lstStyle/>
            <a:p>
              <a:pPr algn="ctr"/>
              <a:r>
                <a:rPr kumimoji="1" lang="en-US" altLang="ko-Kore-KR" sz="400" b="1" dirty="0"/>
                <a:t>BONDO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5000’</a:t>
              </a:r>
              <a:endParaRPr kumimoji="1" lang="ko-Kore-KR" altLang="en-US" sz="400" b="1" dirty="0">
                <a:solidFill>
                  <a:srgbClr val="FF0000"/>
                </a:solidFill>
              </a:endParaRPr>
            </a:p>
          </p:txBody>
        </p:sp>
        <p:sp>
          <p:nvSpPr>
            <p:cNvPr id="45" name="TextBox 44">
              <a:extLst>
                <a:ext uri="{FF2B5EF4-FFF2-40B4-BE49-F238E27FC236}">
                  <a16:creationId xmlns:a16="http://schemas.microsoft.com/office/drawing/2014/main" id="{E8C9F3BE-ED9E-251E-9208-71C731E37D99}"/>
                </a:ext>
              </a:extLst>
            </p:cNvPr>
            <p:cNvSpPr txBox="1"/>
            <p:nvPr/>
          </p:nvSpPr>
          <p:spPr>
            <a:xfrm>
              <a:off x="1896233" y="989260"/>
              <a:ext cx="328936" cy="215444"/>
            </a:xfrm>
            <a:prstGeom prst="rect">
              <a:avLst/>
            </a:prstGeom>
            <a:noFill/>
          </p:spPr>
          <p:txBody>
            <a:bodyPr wrap="none" rtlCol="0">
              <a:spAutoFit/>
            </a:bodyPr>
            <a:lstStyle/>
            <a:p>
              <a:pPr algn="ctr"/>
              <a:r>
                <a:rPr kumimoji="1" lang="en-US" altLang="ko-Kore-KR" sz="400" b="1" dirty="0"/>
                <a:t>BEAST</a:t>
              </a:r>
            </a:p>
            <a:p>
              <a:pPr algn="ctr"/>
              <a:r>
                <a:rPr kumimoji="1" lang="en-US" altLang="ko-Kore-KR" sz="400" b="1" dirty="0"/>
                <a:t>5500’</a:t>
              </a:r>
            </a:p>
          </p:txBody>
        </p:sp>
        <p:sp>
          <p:nvSpPr>
            <p:cNvPr id="46" name="TextBox 45">
              <a:extLst>
                <a:ext uri="{FF2B5EF4-FFF2-40B4-BE49-F238E27FC236}">
                  <a16:creationId xmlns:a16="http://schemas.microsoft.com/office/drawing/2014/main" id="{C39EA500-A57A-BA91-06BD-9B41157EFCAC}"/>
                </a:ext>
              </a:extLst>
            </p:cNvPr>
            <p:cNvSpPr txBox="1"/>
            <p:nvPr/>
          </p:nvSpPr>
          <p:spPr>
            <a:xfrm>
              <a:off x="1950460" y="1265915"/>
              <a:ext cx="325731" cy="215444"/>
            </a:xfrm>
            <a:prstGeom prst="rect">
              <a:avLst/>
            </a:prstGeom>
            <a:noFill/>
          </p:spPr>
          <p:txBody>
            <a:bodyPr wrap="none" rtlCol="0">
              <a:spAutoFit/>
            </a:bodyPr>
            <a:lstStyle/>
            <a:p>
              <a:pPr algn="ctr"/>
              <a:r>
                <a:rPr kumimoji="1" lang="en-US" altLang="ko-Kore-KR" sz="400" b="1" dirty="0"/>
                <a:t>BIBLO</a:t>
              </a:r>
            </a:p>
            <a:p>
              <a:pPr algn="ctr"/>
              <a:r>
                <a:rPr kumimoji="1" lang="en-US" altLang="ko-Kore-KR" sz="400" b="1" dirty="0"/>
                <a:t>6000’</a:t>
              </a:r>
            </a:p>
          </p:txBody>
        </p:sp>
        <p:sp>
          <p:nvSpPr>
            <p:cNvPr id="47" name="TextBox 46">
              <a:extLst>
                <a:ext uri="{FF2B5EF4-FFF2-40B4-BE49-F238E27FC236}">
                  <a16:creationId xmlns:a16="http://schemas.microsoft.com/office/drawing/2014/main" id="{84A54016-4FB3-3E87-5D7F-1E61252697B8}"/>
                </a:ext>
              </a:extLst>
            </p:cNvPr>
            <p:cNvSpPr txBox="1"/>
            <p:nvPr/>
          </p:nvSpPr>
          <p:spPr>
            <a:xfrm>
              <a:off x="1963035" y="1493125"/>
              <a:ext cx="405881" cy="215444"/>
            </a:xfrm>
            <a:prstGeom prst="rect">
              <a:avLst/>
            </a:prstGeom>
            <a:noFill/>
          </p:spPr>
          <p:txBody>
            <a:bodyPr wrap="none" rtlCol="0">
              <a:spAutoFit/>
            </a:bodyPr>
            <a:lstStyle/>
            <a:p>
              <a:pPr algn="ctr"/>
              <a:r>
                <a:rPr kumimoji="1" lang="en-US" altLang="ko-Kore-KR" sz="400" b="1" dirty="0"/>
                <a:t>BACON</a:t>
              </a:r>
            </a:p>
            <a:p>
              <a:pPr algn="ctr"/>
              <a:r>
                <a:rPr kumimoji="1" lang="en-US" altLang="ko-Kore-KR" sz="400" b="1" dirty="0"/>
                <a:t>IAF 7000’</a:t>
              </a:r>
            </a:p>
          </p:txBody>
        </p:sp>
        <p:sp>
          <p:nvSpPr>
            <p:cNvPr id="50" name="포인트가 4개인 별 49">
              <a:extLst>
                <a:ext uri="{FF2B5EF4-FFF2-40B4-BE49-F238E27FC236}">
                  <a16:creationId xmlns:a16="http://schemas.microsoft.com/office/drawing/2014/main" id="{64FB1F02-CF32-0F7D-E310-C5EBB7809182}"/>
                </a:ext>
              </a:extLst>
            </p:cNvPr>
            <p:cNvSpPr>
              <a:spLocks noChangeAspect="1"/>
            </p:cNvSpPr>
            <p:nvPr/>
          </p:nvSpPr>
          <p:spPr>
            <a:xfrm>
              <a:off x="1322282" y="1149418"/>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1" name="포인트가 4개인 별 50">
              <a:extLst>
                <a:ext uri="{FF2B5EF4-FFF2-40B4-BE49-F238E27FC236}">
                  <a16:creationId xmlns:a16="http://schemas.microsoft.com/office/drawing/2014/main" id="{BC636861-D006-FE49-7590-21628C454DF5}"/>
                </a:ext>
              </a:extLst>
            </p:cNvPr>
            <p:cNvSpPr>
              <a:spLocks noChangeAspect="1"/>
            </p:cNvSpPr>
            <p:nvPr/>
          </p:nvSpPr>
          <p:spPr>
            <a:xfrm>
              <a:off x="726539" y="1148037"/>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52" name="TextBox 51">
              <a:extLst>
                <a:ext uri="{FF2B5EF4-FFF2-40B4-BE49-F238E27FC236}">
                  <a16:creationId xmlns:a16="http://schemas.microsoft.com/office/drawing/2014/main" id="{8F735340-C880-A7F3-BDBE-8C8BEE15F307}"/>
                </a:ext>
              </a:extLst>
            </p:cNvPr>
            <p:cNvSpPr txBox="1"/>
            <p:nvPr/>
          </p:nvSpPr>
          <p:spPr>
            <a:xfrm>
              <a:off x="301210" y="1179068"/>
              <a:ext cx="324128" cy="215444"/>
            </a:xfrm>
            <a:prstGeom prst="rect">
              <a:avLst/>
            </a:prstGeom>
            <a:noFill/>
          </p:spPr>
          <p:txBody>
            <a:bodyPr wrap="none" rtlCol="0">
              <a:spAutoFit/>
            </a:bodyPr>
            <a:lstStyle/>
            <a:p>
              <a:pPr algn="ctr"/>
              <a:r>
                <a:rPr kumimoji="1" lang="en-US" altLang="ko-Kore-KR" sz="400" b="1" dirty="0"/>
                <a:t>MX22</a:t>
              </a:r>
            </a:p>
            <a:p>
              <a:pPr algn="ctr"/>
              <a:r>
                <a:rPr kumimoji="1" lang="en-US" altLang="ko-Kore-KR" sz="400" b="1" dirty="0"/>
                <a:t>1000’</a:t>
              </a:r>
            </a:p>
          </p:txBody>
        </p:sp>
        <p:sp>
          <p:nvSpPr>
            <p:cNvPr id="53" name="포인트가 4개인 별 52">
              <a:extLst>
                <a:ext uri="{FF2B5EF4-FFF2-40B4-BE49-F238E27FC236}">
                  <a16:creationId xmlns:a16="http://schemas.microsoft.com/office/drawing/2014/main" id="{30D01E05-E128-8D39-648F-4EBA25FB6854}"/>
                </a:ext>
              </a:extLst>
            </p:cNvPr>
            <p:cNvSpPr>
              <a:spLocks noChangeAspect="1"/>
            </p:cNvSpPr>
            <p:nvPr/>
          </p:nvSpPr>
          <p:spPr>
            <a:xfrm>
              <a:off x="252710" y="1172970"/>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5" name="TextBox 54">
              <a:extLst>
                <a:ext uri="{FF2B5EF4-FFF2-40B4-BE49-F238E27FC236}">
                  <a16:creationId xmlns:a16="http://schemas.microsoft.com/office/drawing/2014/main" id="{7DAF5005-BB3A-297C-E6B7-6F5B084E5EE3}"/>
                </a:ext>
              </a:extLst>
            </p:cNvPr>
            <p:cNvSpPr txBox="1"/>
            <p:nvPr/>
          </p:nvSpPr>
          <p:spPr>
            <a:xfrm>
              <a:off x="-42267" y="1032213"/>
              <a:ext cx="434735" cy="153888"/>
            </a:xfrm>
            <a:prstGeom prst="rect">
              <a:avLst/>
            </a:prstGeom>
            <a:noFill/>
          </p:spPr>
          <p:txBody>
            <a:bodyPr wrap="none" rtlCol="0">
              <a:spAutoFit/>
            </a:bodyPr>
            <a:lstStyle/>
            <a:p>
              <a:pPr algn="ctr"/>
              <a:r>
                <a:rPr kumimoji="1" lang="en-US" altLang="ko-Kore-KR" sz="400" b="1" dirty="0"/>
                <a:t>DES POINT</a:t>
              </a:r>
            </a:p>
          </p:txBody>
        </p:sp>
        <p:sp>
          <p:nvSpPr>
            <p:cNvPr id="57" name="TextBox 56">
              <a:extLst>
                <a:ext uri="{FF2B5EF4-FFF2-40B4-BE49-F238E27FC236}">
                  <a16:creationId xmlns:a16="http://schemas.microsoft.com/office/drawing/2014/main" id="{EABA6971-8F98-0C9D-5EAB-1A3A1814FD4B}"/>
                </a:ext>
              </a:extLst>
            </p:cNvPr>
            <p:cNvSpPr txBox="1"/>
            <p:nvPr/>
          </p:nvSpPr>
          <p:spPr>
            <a:xfrm>
              <a:off x="432221" y="1011431"/>
              <a:ext cx="649538" cy="153888"/>
            </a:xfrm>
            <a:prstGeom prst="rect">
              <a:avLst/>
            </a:prstGeom>
            <a:noFill/>
          </p:spPr>
          <p:txBody>
            <a:bodyPr wrap="none" rtlCol="0">
              <a:spAutoFit/>
            </a:bodyPr>
            <a:lstStyle/>
            <a:p>
              <a:pPr algn="ctr"/>
              <a:r>
                <a:rPr kumimoji="1" lang="en-US" altLang="ko-Kore-KR" sz="400" b="1" dirty="0"/>
                <a:t>IKL 3DME </a:t>
              </a:r>
              <a:r>
                <a:rPr kumimoji="1" lang="en-US" altLang="ko-Kore-KR" sz="400" b="1" dirty="0">
                  <a:solidFill>
                    <a:srgbClr val="00B0F0"/>
                  </a:solidFill>
                </a:rPr>
                <a:t>MAN SPD</a:t>
              </a:r>
            </a:p>
          </p:txBody>
        </p:sp>
        <p:sp>
          <p:nvSpPr>
            <p:cNvPr id="58" name="TextBox 57">
              <a:extLst>
                <a:ext uri="{FF2B5EF4-FFF2-40B4-BE49-F238E27FC236}">
                  <a16:creationId xmlns:a16="http://schemas.microsoft.com/office/drawing/2014/main" id="{E2BD253F-112E-6F2A-01AC-FF493861223B}"/>
                </a:ext>
              </a:extLst>
            </p:cNvPr>
            <p:cNvSpPr txBox="1"/>
            <p:nvPr/>
          </p:nvSpPr>
          <p:spPr>
            <a:xfrm>
              <a:off x="1011064" y="1022518"/>
              <a:ext cx="694421" cy="153888"/>
            </a:xfrm>
            <a:prstGeom prst="rect">
              <a:avLst/>
            </a:prstGeom>
            <a:noFill/>
          </p:spPr>
          <p:txBody>
            <a:bodyPr wrap="none" rtlCol="0">
              <a:spAutoFit/>
            </a:bodyPr>
            <a:lstStyle/>
            <a:p>
              <a:pPr algn="ctr"/>
              <a:r>
                <a:rPr kumimoji="1" lang="en-US" altLang="ko-Kore-KR" sz="400" b="1" dirty="0"/>
                <a:t>IKL 8DME </a:t>
              </a:r>
              <a:r>
                <a:rPr kumimoji="1" lang="en-US" altLang="ko-Kore-KR" sz="400" b="1" dirty="0">
                  <a:solidFill>
                    <a:srgbClr val="00B0F0"/>
                  </a:solidFill>
                </a:rPr>
                <a:t>F2, SPD 160</a:t>
              </a:r>
            </a:p>
          </p:txBody>
        </p:sp>
        <p:sp>
          <p:nvSpPr>
            <p:cNvPr id="59" name="사각형 설명선[R] 58">
              <a:extLst>
                <a:ext uri="{FF2B5EF4-FFF2-40B4-BE49-F238E27FC236}">
                  <a16:creationId xmlns:a16="http://schemas.microsoft.com/office/drawing/2014/main" id="{385048C7-C54A-143F-099C-73BAD42F923B}"/>
                </a:ext>
              </a:extLst>
            </p:cNvPr>
            <p:cNvSpPr/>
            <p:nvPr/>
          </p:nvSpPr>
          <p:spPr>
            <a:xfrm>
              <a:off x="808974" y="1604055"/>
              <a:ext cx="606832" cy="209027"/>
            </a:xfrm>
            <a:prstGeom prst="wedgeRectCallout">
              <a:avLst>
                <a:gd name="adj1" fmla="val -37281"/>
                <a:gd name="adj2" fmla="val -244785"/>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29" name="사각형 설명선[R] 128">
              <a:extLst>
                <a:ext uri="{FF2B5EF4-FFF2-40B4-BE49-F238E27FC236}">
                  <a16:creationId xmlns:a16="http://schemas.microsoft.com/office/drawing/2014/main" id="{A6891B91-3509-143E-EE3B-BE08FCBA6C4F}"/>
                </a:ext>
              </a:extLst>
            </p:cNvPr>
            <p:cNvSpPr/>
            <p:nvPr/>
          </p:nvSpPr>
          <p:spPr>
            <a:xfrm>
              <a:off x="479236" y="1852054"/>
              <a:ext cx="627057" cy="209027"/>
            </a:xfrm>
            <a:prstGeom prst="wedgeRectCallout">
              <a:avLst>
                <a:gd name="adj1" fmla="val -39336"/>
                <a:gd name="adj2" fmla="val -36409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MX22</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31" name="사각형 설명선[R] 130">
              <a:extLst>
                <a:ext uri="{FF2B5EF4-FFF2-40B4-BE49-F238E27FC236}">
                  <a16:creationId xmlns:a16="http://schemas.microsoft.com/office/drawing/2014/main" id="{50F8FB4A-B0C5-1097-08A8-A99C29B11AC5}"/>
                </a:ext>
              </a:extLst>
            </p:cNvPr>
            <p:cNvSpPr/>
            <p:nvPr/>
          </p:nvSpPr>
          <p:spPr>
            <a:xfrm>
              <a:off x="41438" y="2100020"/>
              <a:ext cx="831397" cy="257663"/>
            </a:xfrm>
            <a:prstGeom prst="wedgeRectCallout">
              <a:avLst>
                <a:gd name="adj1" fmla="val -19159"/>
                <a:gd name="adj2" fmla="val -3784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IKL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223</a:t>
              </a:r>
            </a:p>
          </p:txBody>
        </p:sp>
      </p:grpSp>
      <p:sp>
        <p:nvSpPr>
          <p:cNvPr id="160" name="TextBox 159">
            <a:extLst>
              <a:ext uri="{FF2B5EF4-FFF2-40B4-BE49-F238E27FC236}">
                <a16:creationId xmlns:a16="http://schemas.microsoft.com/office/drawing/2014/main" id="{F6A533BC-8A9A-7058-7C59-40E16EE23D14}"/>
              </a:ext>
            </a:extLst>
          </p:cNvPr>
          <p:cNvSpPr txBox="1"/>
          <p:nvPr/>
        </p:nvSpPr>
        <p:spPr>
          <a:xfrm>
            <a:off x="1615990" y="3733622"/>
            <a:ext cx="535724" cy="215444"/>
          </a:xfrm>
          <a:prstGeom prst="rect">
            <a:avLst/>
          </a:prstGeom>
          <a:noFill/>
        </p:spPr>
        <p:txBody>
          <a:bodyPr wrap="none" rtlCol="0">
            <a:spAutoFit/>
          </a:bodyPr>
          <a:lstStyle/>
          <a:p>
            <a:pPr algn="ctr"/>
            <a:r>
              <a:rPr kumimoji="1" lang="en-US" altLang="ko-Kore-KR" sz="400" b="1" dirty="0"/>
              <a:t>DAMBO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graphicFrame>
        <p:nvGraphicFramePr>
          <p:cNvPr id="174" name="Google Shape;138;p4">
            <a:extLst>
              <a:ext uri="{FF2B5EF4-FFF2-40B4-BE49-F238E27FC236}">
                <a16:creationId xmlns:a16="http://schemas.microsoft.com/office/drawing/2014/main" id="{49CD6598-1AD5-4896-00A5-6685E15A7EFF}"/>
              </a:ext>
            </a:extLst>
          </p:cNvPr>
          <p:cNvGraphicFramePr/>
          <p:nvPr/>
        </p:nvGraphicFramePr>
        <p:xfrm>
          <a:off x="0" y="3021066"/>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5745">
                <a:tc>
                  <a:txBody>
                    <a:bodyPr/>
                    <a:lstStyle/>
                    <a:p>
                      <a:pPr marL="0" marR="0" lvl="0" indent="0" algn="ctr" rtl="0">
                        <a:spcBef>
                          <a:spcPts val="0"/>
                        </a:spcBef>
                        <a:spcAft>
                          <a:spcPts val="0"/>
                        </a:spcAft>
                        <a:buNone/>
                      </a:pPr>
                      <a:r>
                        <a:rPr lang="en-US" sz="1100" dirty="0"/>
                        <a:t>A330 HND LDA 23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24761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RNV23-W       XAC 2B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79237">
                <a:tc>
                  <a:txBody>
                    <a:bodyPr/>
                    <a:lstStyle/>
                    <a:p>
                      <a:pPr marL="0" marR="0" lvl="0" indent="0" algn="ctr" rtl="0">
                        <a:spcBef>
                          <a:spcPts val="0"/>
                        </a:spcBef>
                        <a:spcAft>
                          <a:spcPts val="0"/>
                        </a:spcAft>
                        <a:buNone/>
                      </a:pPr>
                      <a:r>
                        <a:rPr lang="en-US" sz="800" b="1" dirty="0">
                          <a:solidFill>
                            <a:srgbClr val="0070C0"/>
                          </a:solidFill>
                        </a:rPr>
                        <a:t>CHK ITL, ITL /12 180kts, /7 160kts, HME 177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88" name="그룹 187">
            <a:extLst>
              <a:ext uri="{FF2B5EF4-FFF2-40B4-BE49-F238E27FC236}">
                <a16:creationId xmlns:a16="http://schemas.microsoft.com/office/drawing/2014/main" id="{721A4D9C-94AB-6C05-577F-57FE032AC484}"/>
              </a:ext>
            </a:extLst>
          </p:cNvPr>
          <p:cNvGrpSpPr/>
          <p:nvPr/>
        </p:nvGrpSpPr>
        <p:grpSpPr>
          <a:xfrm>
            <a:off x="0" y="3765311"/>
            <a:ext cx="2422260" cy="973508"/>
            <a:chOff x="0" y="3630864"/>
            <a:chExt cx="2422260" cy="973508"/>
          </a:xfrm>
        </p:grpSpPr>
        <p:pic>
          <p:nvPicPr>
            <p:cNvPr id="178" name="그림 177" descr="지도이(가) 표시된 사진&#10;&#10;자동 생성된 설명">
              <a:extLst>
                <a:ext uri="{FF2B5EF4-FFF2-40B4-BE49-F238E27FC236}">
                  <a16:creationId xmlns:a16="http://schemas.microsoft.com/office/drawing/2014/main" id="{363B6537-785B-4415-982F-5570CAB6C14E}"/>
                </a:ext>
              </a:extLst>
            </p:cNvPr>
            <p:cNvPicPr>
              <a:picLocks noChangeAspect="1"/>
            </p:cNvPicPr>
            <p:nvPr/>
          </p:nvPicPr>
          <p:blipFill>
            <a:blip r:embed="rId4"/>
            <a:stretch>
              <a:fillRect/>
            </a:stretch>
          </p:blipFill>
          <p:spPr>
            <a:xfrm>
              <a:off x="0" y="3643338"/>
              <a:ext cx="2328863" cy="646264"/>
            </a:xfrm>
            <a:prstGeom prst="rect">
              <a:avLst/>
            </a:prstGeom>
          </p:spPr>
        </p:pic>
        <p:sp>
          <p:nvSpPr>
            <p:cNvPr id="184" name="사각형 설명선[R] 183">
              <a:extLst>
                <a:ext uri="{FF2B5EF4-FFF2-40B4-BE49-F238E27FC236}">
                  <a16:creationId xmlns:a16="http://schemas.microsoft.com/office/drawing/2014/main" id="{CCAADF6F-C723-9626-43C9-D3EA68106BA2}"/>
                </a:ext>
              </a:extLst>
            </p:cNvPr>
            <p:cNvSpPr/>
            <p:nvPr/>
          </p:nvSpPr>
          <p:spPr>
            <a:xfrm>
              <a:off x="1523591" y="4018566"/>
              <a:ext cx="778363" cy="300693"/>
            </a:xfrm>
            <a:prstGeom prst="wedgeRectCallout">
              <a:avLst>
                <a:gd name="adj1" fmla="val 5856"/>
                <a:gd name="adj2" fmla="val -111637"/>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4000’ ALT</a:t>
              </a:r>
              <a:r>
                <a:rPr kumimoji="1" lang="en-US" altLang="ko-Kore-KR" sz="400" dirty="0">
                  <a:solidFill>
                    <a:srgbClr val="FFC000"/>
                  </a:solidFill>
                </a:rPr>
                <a:t>, 1000’ SET</a:t>
              </a:r>
            </a:p>
            <a:p>
              <a:r>
                <a:rPr kumimoji="1" lang="en-US" altLang="ko-Kore-KR" sz="400" dirty="0">
                  <a:solidFill>
                    <a:srgbClr val="FFC000"/>
                  </a:solidFill>
                </a:rPr>
                <a:t>TRK FPA ON, LOC ARM</a:t>
              </a:r>
              <a:r>
                <a:rPr kumimoji="1" lang="ko-KR" altLang="en-US" sz="400" dirty="0">
                  <a:solidFill>
                    <a:srgbClr val="FFC000"/>
                  </a:solidFill>
                </a:rPr>
                <a:t> </a:t>
              </a:r>
              <a:endParaRPr kumimoji="1" lang="en-US" altLang="ko-KR" sz="400" dirty="0">
                <a:solidFill>
                  <a:srgbClr val="FFC000"/>
                </a:solidFill>
              </a:endParaRPr>
            </a:p>
            <a:p>
              <a:r>
                <a:rPr kumimoji="1" lang="en-US" altLang="ko-KR" sz="400" dirty="0">
                  <a:solidFill>
                    <a:srgbClr val="FFC000"/>
                  </a:solidFill>
                </a:rPr>
                <a:t>DAMBO </a:t>
              </a:r>
              <a:r>
                <a:rPr kumimoji="1" lang="ko-KR" altLang="en-US" sz="400" dirty="0">
                  <a:solidFill>
                    <a:srgbClr val="FFC000"/>
                  </a:solidFill>
                </a:rPr>
                <a:t>전 </a:t>
              </a:r>
              <a:r>
                <a:rPr kumimoji="1" lang="en-US" altLang="ko-KR" sz="400" dirty="0">
                  <a:solidFill>
                    <a:srgbClr val="FFC000"/>
                  </a:solidFill>
                </a:rPr>
                <a:t>F1, PULL SPD 180</a:t>
              </a:r>
              <a:endParaRPr kumimoji="1" lang="en-US" altLang="ko-Kore-KR" sz="400" dirty="0">
                <a:solidFill>
                  <a:srgbClr val="FFC000"/>
                </a:solidFill>
              </a:endParaRPr>
            </a:p>
            <a:p>
              <a:r>
                <a:rPr kumimoji="1" lang="en-US" altLang="ko-KR" sz="400" dirty="0"/>
                <a:t>FPA -4, S/B or L/G DN</a:t>
              </a:r>
              <a:endParaRPr kumimoji="1" lang="en-US" altLang="ko-Kore-KR" sz="400" dirty="0"/>
            </a:p>
          </p:txBody>
        </p:sp>
        <p:cxnSp>
          <p:nvCxnSpPr>
            <p:cNvPr id="139" name="직선 연결선[R] 138">
              <a:extLst>
                <a:ext uri="{FF2B5EF4-FFF2-40B4-BE49-F238E27FC236}">
                  <a16:creationId xmlns:a16="http://schemas.microsoft.com/office/drawing/2014/main" id="{55AA203A-4DBD-1703-A78C-DE339A266C0B}"/>
                </a:ext>
              </a:extLst>
            </p:cNvPr>
            <p:cNvCxnSpPr>
              <a:cxnSpLocks/>
              <a:endCxn id="154" idx="3"/>
            </p:cNvCxnSpPr>
            <p:nvPr/>
          </p:nvCxnSpPr>
          <p:spPr>
            <a:xfrm flipH="1">
              <a:off x="567158" y="3790882"/>
              <a:ext cx="1734796" cy="1830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140" name="포인트가 4개인 별 139">
              <a:extLst>
                <a:ext uri="{FF2B5EF4-FFF2-40B4-BE49-F238E27FC236}">
                  <a16:creationId xmlns:a16="http://schemas.microsoft.com/office/drawing/2014/main" id="{B60173C9-60FF-88CC-1878-29E91EBCFD47}"/>
                </a:ext>
              </a:extLst>
            </p:cNvPr>
            <p:cNvSpPr>
              <a:spLocks noChangeAspect="1"/>
            </p:cNvSpPr>
            <p:nvPr/>
          </p:nvSpPr>
          <p:spPr>
            <a:xfrm>
              <a:off x="1883850" y="375937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41" name="호 140">
              <a:extLst>
                <a:ext uri="{FF2B5EF4-FFF2-40B4-BE49-F238E27FC236}">
                  <a16:creationId xmlns:a16="http://schemas.microsoft.com/office/drawing/2014/main" id="{FA2EC4A5-7DCF-63D5-9905-ED5F96161282}"/>
                </a:ext>
              </a:extLst>
            </p:cNvPr>
            <p:cNvSpPr/>
            <p:nvPr/>
          </p:nvSpPr>
          <p:spPr>
            <a:xfrm>
              <a:off x="207820" y="3814963"/>
              <a:ext cx="618444" cy="789409"/>
            </a:xfrm>
            <a:prstGeom prst="arc">
              <a:avLst>
                <a:gd name="adj1" fmla="val 13104505"/>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44" name="포인트가 4개인 별 143">
              <a:extLst>
                <a:ext uri="{FF2B5EF4-FFF2-40B4-BE49-F238E27FC236}">
                  <a16:creationId xmlns:a16="http://schemas.microsoft.com/office/drawing/2014/main" id="{13682C87-220F-3C6D-122F-D290A8A8456C}"/>
                </a:ext>
              </a:extLst>
            </p:cNvPr>
            <p:cNvSpPr>
              <a:spLocks noChangeAspect="1"/>
            </p:cNvSpPr>
            <p:nvPr/>
          </p:nvSpPr>
          <p:spPr>
            <a:xfrm>
              <a:off x="2123876" y="3755799"/>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4" name="포인트가 4개인 별 153">
              <a:extLst>
                <a:ext uri="{FF2B5EF4-FFF2-40B4-BE49-F238E27FC236}">
                  <a16:creationId xmlns:a16="http://schemas.microsoft.com/office/drawing/2014/main" id="{FA7C57CB-2DEB-9F65-9733-7B9C94C4286A}"/>
                </a:ext>
              </a:extLst>
            </p:cNvPr>
            <p:cNvSpPr>
              <a:spLocks noChangeAspect="1"/>
            </p:cNvSpPr>
            <p:nvPr/>
          </p:nvSpPr>
          <p:spPr>
            <a:xfrm>
              <a:off x="495158" y="377340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5" name="포인트가 4개인 별 154">
              <a:extLst>
                <a:ext uri="{FF2B5EF4-FFF2-40B4-BE49-F238E27FC236}">
                  <a16:creationId xmlns:a16="http://schemas.microsoft.com/office/drawing/2014/main" id="{9D109C1B-DE83-259A-6760-4E401FC85F2F}"/>
                </a:ext>
              </a:extLst>
            </p:cNvPr>
            <p:cNvSpPr>
              <a:spLocks noChangeAspect="1"/>
            </p:cNvSpPr>
            <p:nvPr/>
          </p:nvSpPr>
          <p:spPr>
            <a:xfrm>
              <a:off x="2285569" y="375435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1" name="TextBox 160">
              <a:extLst>
                <a:ext uri="{FF2B5EF4-FFF2-40B4-BE49-F238E27FC236}">
                  <a16:creationId xmlns:a16="http://schemas.microsoft.com/office/drawing/2014/main" id="{8C3CF52E-4B03-E408-1FCC-17F894710797}"/>
                </a:ext>
              </a:extLst>
            </p:cNvPr>
            <p:cNvSpPr txBox="1"/>
            <p:nvPr/>
          </p:nvSpPr>
          <p:spPr>
            <a:xfrm>
              <a:off x="2004541" y="3630864"/>
              <a:ext cx="351378" cy="153888"/>
            </a:xfrm>
            <a:prstGeom prst="rect">
              <a:avLst/>
            </a:prstGeom>
            <a:noFill/>
          </p:spPr>
          <p:txBody>
            <a:bodyPr wrap="none" rtlCol="0">
              <a:spAutoFit/>
            </a:bodyPr>
            <a:lstStyle/>
            <a:p>
              <a:pPr algn="ctr"/>
              <a:r>
                <a:rPr kumimoji="1" lang="en-US" altLang="ko-Kore-KR" sz="400" b="1" dirty="0"/>
                <a:t>DEANE</a:t>
              </a:r>
            </a:p>
          </p:txBody>
        </p:sp>
        <p:sp>
          <p:nvSpPr>
            <p:cNvPr id="164" name="포인트가 4개인 별 163">
              <a:extLst>
                <a:ext uri="{FF2B5EF4-FFF2-40B4-BE49-F238E27FC236}">
                  <a16:creationId xmlns:a16="http://schemas.microsoft.com/office/drawing/2014/main" id="{CBC73532-D832-AD74-229A-E558A64010BE}"/>
                </a:ext>
              </a:extLst>
            </p:cNvPr>
            <p:cNvSpPr>
              <a:spLocks noChangeAspect="1"/>
            </p:cNvSpPr>
            <p:nvPr/>
          </p:nvSpPr>
          <p:spPr>
            <a:xfrm>
              <a:off x="1451591" y="3761225"/>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5" name="포인트가 4개인 별 164">
              <a:extLst>
                <a:ext uri="{FF2B5EF4-FFF2-40B4-BE49-F238E27FC236}">
                  <a16:creationId xmlns:a16="http://schemas.microsoft.com/office/drawing/2014/main" id="{441D308B-352F-D1AB-0A5C-4FCC983E4CDC}"/>
                </a:ext>
              </a:extLst>
            </p:cNvPr>
            <p:cNvSpPr>
              <a:spLocks noChangeAspect="1"/>
            </p:cNvSpPr>
            <p:nvPr/>
          </p:nvSpPr>
          <p:spPr>
            <a:xfrm>
              <a:off x="795523" y="3769369"/>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167" name="포인트가 4개인 별 166">
              <a:extLst>
                <a:ext uri="{FF2B5EF4-FFF2-40B4-BE49-F238E27FC236}">
                  <a16:creationId xmlns:a16="http://schemas.microsoft.com/office/drawing/2014/main" id="{9AC0ED4C-6F77-D30B-9DBE-264AF523ABFD}"/>
                </a:ext>
              </a:extLst>
            </p:cNvPr>
            <p:cNvSpPr>
              <a:spLocks noChangeAspect="1"/>
            </p:cNvSpPr>
            <p:nvPr/>
          </p:nvSpPr>
          <p:spPr>
            <a:xfrm>
              <a:off x="394026" y="379280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8" name="TextBox 167">
              <a:extLst>
                <a:ext uri="{FF2B5EF4-FFF2-40B4-BE49-F238E27FC236}">
                  <a16:creationId xmlns:a16="http://schemas.microsoft.com/office/drawing/2014/main" id="{6EBD211B-AE74-F804-C764-3E49B28A996B}"/>
                </a:ext>
              </a:extLst>
            </p:cNvPr>
            <p:cNvSpPr txBox="1"/>
            <p:nvPr/>
          </p:nvSpPr>
          <p:spPr>
            <a:xfrm>
              <a:off x="94892" y="3668667"/>
              <a:ext cx="434735" cy="153888"/>
            </a:xfrm>
            <a:prstGeom prst="rect">
              <a:avLst/>
            </a:prstGeom>
            <a:noFill/>
          </p:spPr>
          <p:txBody>
            <a:bodyPr wrap="none" rtlCol="0">
              <a:spAutoFit/>
            </a:bodyPr>
            <a:lstStyle/>
            <a:p>
              <a:pPr algn="ctr"/>
              <a:r>
                <a:rPr kumimoji="1" lang="en-US" altLang="ko-Kore-KR" sz="400" b="1" dirty="0"/>
                <a:t>DES POINT</a:t>
              </a:r>
            </a:p>
          </p:txBody>
        </p:sp>
        <p:sp>
          <p:nvSpPr>
            <p:cNvPr id="169" name="TextBox 168">
              <a:extLst>
                <a:ext uri="{FF2B5EF4-FFF2-40B4-BE49-F238E27FC236}">
                  <a16:creationId xmlns:a16="http://schemas.microsoft.com/office/drawing/2014/main" id="{FE1DE3EC-3FF5-A902-21E2-220B0B65C7F0}"/>
                </a:ext>
              </a:extLst>
            </p:cNvPr>
            <p:cNvSpPr txBox="1"/>
            <p:nvPr/>
          </p:nvSpPr>
          <p:spPr>
            <a:xfrm>
              <a:off x="541740" y="3664513"/>
              <a:ext cx="638316" cy="153888"/>
            </a:xfrm>
            <a:prstGeom prst="rect">
              <a:avLst/>
            </a:prstGeom>
            <a:noFill/>
          </p:spPr>
          <p:txBody>
            <a:bodyPr wrap="none" rtlCol="0">
              <a:spAutoFit/>
            </a:bodyPr>
            <a:lstStyle/>
            <a:p>
              <a:pPr algn="ctr"/>
              <a:r>
                <a:rPr kumimoji="1" lang="en-US" altLang="ko-Kore-KR" sz="400" b="1" dirty="0"/>
                <a:t>ITL 7DME </a:t>
              </a:r>
              <a:r>
                <a:rPr kumimoji="1" lang="en-US" altLang="ko-Kore-KR" sz="400" b="1" dirty="0">
                  <a:solidFill>
                    <a:srgbClr val="00B0F0"/>
                  </a:solidFill>
                </a:rPr>
                <a:t>MAN SPD</a:t>
              </a:r>
            </a:p>
          </p:txBody>
        </p:sp>
        <p:sp>
          <p:nvSpPr>
            <p:cNvPr id="170" name="TextBox 169">
              <a:extLst>
                <a:ext uri="{FF2B5EF4-FFF2-40B4-BE49-F238E27FC236}">
                  <a16:creationId xmlns:a16="http://schemas.microsoft.com/office/drawing/2014/main" id="{3E67399B-9171-68DF-0084-8ED2F03169CF}"/>
                </a:ext>
              </a:extLst>
            </p:cNvPr>
            <p:cNvSpPr txBox="1"/>
            <p:nvPr/>
          </p:nvSpPr>
          <p:spPr>
            <a:xfrm>
              <a:off x="1124861" y="3643850"/>
              <a:ext cx="712054" cy="153888"/>
            </a:xfrm>
            <a:prstGeom prst="rect">
              <a:avLst/>
            </a:prstGeom>
            <a:noFill/>
          </p:spPr>
          <p:txBody>
            <a:bodyPr wrap="none" rtlCol="0">
              <a:spAutoFit/>
            </a:bodyPr>
            <a:lstStyle/>
            <a:p>
              <a:pPr algn="ctr"/>
              <a:r>
                <a:rPr kumimoji="1" lang="en-US" altLang="ko-Kore-KR" sz="400" b="1" dirty="0"/>
                <a:t>ITL 12DME </a:t>
              </a:r>
              <a:r>
                <a:rPr kumimoji="1" lang="en-US" altLang="ko-Kore-KR" sz="400" b="1" dirty="0">
                  <a:solidFill>
                    <a:srgbClr val="00B0F0"/>
                  </a:solidFill>
                </a:rPr>
                <a:t>F2, SPD 160</a:t>
              </a:r>
            </a:p>
          </p:txBody>
        </p:sp>
        <p:sp>
          <p:nvSpPr>
            <p:cNvPr id="183" name="TextBox 182">
              <a:extLst>
                <a:ext uri="{FF2B5EF4-FFF2-40B4-BE49-F238E27FC236}">
                  <a16:creationId xmlns:a16="http://schemas.microsoft.com/office/drawing/2014/main" id="{22DC2640-4B3C-7FDF-2A0A-5FE2AA00AE49}"/>
                </a:ext>
              </a:extLst>
            </p:cNvPr>
            <p:cNvSpPr txBox="1"/>
            <p:nvPr/>
          </p:nvSpPr>
          <p:spPr>
            <a:xfrm>
              <a:off x="1969892" y="3821698"/>
              <a:ext cx="452368" cy="215444"/>
            </a:xfrm>
            <a:prstGeom prst="rect">
              <a:avLst/>
            </a:prstGeom>
            <a:noFill/>
          </p:spPr>
          <p:txBody>
            <a:bodyPr wrap="none" rtlCol="0">
              <a:spAutoFit/>
            </a:bodyPr>
            <a:lstStyle/>
            <a:p>
              <a:pPr algn="ctr"/>
              <a:r>
                <a:rPr kumimoji="1" lang="en-US" altLang="ko-KR" sz="400" b="1" dirty="0"/>
                <a:t>DANON</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sp>
          <p:nvSpPr>
            <p:cNvPr id="185" name="사각형 설명선[R] 184">
              <a:extLst>
                <a:ext uri="{FF2B5EF4-FFF2-40B4-BE49-F238E27FC236}">
                  <a16:creationId xmlns:a16="http://schemas.microsoft.com/office/drawing/2014/main" id="{7EBE6BC0-7167-4C36-63B4-BD92064F0B81}"/>
                </a:ext>
              </a:extLst>
            </p:cNvPr>
            <p:cNvSpPr/>
            <p:nvPr/>
          </p:nvSpPr>
          <p:spPr>
            <a:xfrm>
              <a:off x="989652" y="4254839"/>
              <a:ext cx="510056" cy="209027"/>
            </a:xfrm>
            <a:prstGeom prst="wedgeRectCallout">
              <a:avLst>
                <a:gd name="adj1" fmla="val -38526"/>
                <a:gd name="adj2" fmla="val -25086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86" name="사각형 설명선[R] 185">
              <a:extLst>
                <a:ext uri="{FF2B5EF4-FFF2-40B4-BE49-F238E27FC236}">
                  <a16:creationId xmlns:a16="http://schemas.microsoft.com/office/drawing/2014/main" id="{F541C3FD-B3D9-801F-2860-0A9309E6E534}"/>
                </a:ext>
              </a:extLst>
            </p:cNvPr>
            <p:cNvSpPr/>
            <p:nvPr/>
          </p:nvSpPr>
          <p:spPr>
            <a:xfrm>
              <a:off x="391528" y="4016767"/>
              <a:ext cx="627057" cy="209027"/>
            </a:xfrm>
            <a:prstGeom prst="wedgeRectCallout">
              <a:avLst>
                <a:gd name="adj1" fmla="val -12500"/>
                <a:gd name="adj2" fmla="val -139288"/>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MX23</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66" name="TextBox 165">
              <a:extLst>
                <a:ext uri="{FF2B5EF4-FFF2-40B4-BE49-F238E27FC236}">
                  <a16:creationId xmlns:a16="http://schemas.microsoft.com/office/drawing/2014/main" id="{B564E15B-A610-1B00-C486-13AA915EE032}"/>
                </a:ext>
              </a:extLst>
            </p:cNvPr>
            <p:cNvSpPr txBox="1"/>
            <p:nvPr/>
          </p:nvSpPr>
          <p:spPr>
            <a:xfrm>
              <a:off x="380929" y="3802994"/>
              <a:ext cx="324128" cy="215444"/>
            </a:xfrm>
            <a:prstGeom prst="rect">
              <a:avLst/>
            </a:prstGeom>
            <a:noFill/>
          </p:spPr>
          <p:txBody>
            <a:bodyPr wrap="none" rtlCol="0">
              <a:spAutoFit/>
            </a:bodyPr>
            <a:lstStyle/>
            <a:p>
              <a:pPr algn="ctr"/>
              <a:r>
                <a:rPr kumimoji="1" lang="en-US" altLang="ko-Kore-KR" sz="400" b="1" dirty="0"/>
                <a:t>MX23</a:t>
              </a:r>
            </a:p>
            <a:p>
              <a:pPr algn="ctr"/>
              <a:r>
                <a:rPr kumimoji="1" lang="en-US" altLang="ko-Kore-KR" sz="400" b="1" dirty="0"/>
                <a:t>1000’</a:t>
              </a:r>
            </a:p>
          </p:txBody>
        </p:sp>
        <p:sp>
          <p:nvSpPr>
            <p:cNvPr id="187" name="사각형 설명선[R] 186">
              <a:extLst>
                <a:ext uri="{FF2B5EF4-FFF2-40B4-BE49-F238E27FC236}">
                  <a16:creationId xmlns:a16="http://schemas.microsoft.com/office/drawing/2014/main" id="{2B959C5A-93AF-B2A0-7EC4-6F37A4A50484}"/>
                </a:ext>
              </a:extLst>
            </p:cNvPr>
            <p:cNvSpPr/>
            <p:nvPr/>
          </p:nvSpPr>
          <p:spPr>
            <a:xfrm>
              <a:off x="0" y="4300827"/>
              <a:ext cx="831397" cy="257663"/>
            </a:xfrm>
            <a:prstGeom prst="wedgeRectCallout">
              <a:avLst>
                <a:gd name="adj1" fmla="val -3502"/>
                <a:gd name="adj2" fmla="val -21456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ITL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231</a:t>
              </a:r>
            </a:p>
          </p:txBody>
        </p:sp>
      </p:grpSp>
      <p:graphicFrame>
        <p:nvGraphicFramePr>
          <p:cNvPr id="189" name="Google Shape;138;p4">
            <a:extLst>
              <a:ext uri="{FF2B5EF4-FFF2-40B4-BE49-F238E27FC236}">
                <a16:creationId xmlns:a16="http://schemas.microsoft.com/office/drawing/2014/main" id="{422495BC-B091-7E52-453A-47E6DF9BA6F9}"/>
              </a:ext>
            </a:extLst>
          </p:cNvPr>
          <p:cNvGraphicFramePr/>
          <p:nvPr/>
        </p:nvGraphicFramePr>
        <p:xfrm>
          <a:off x="3610" y="4711422"/>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L/H Turn </a:t>
                      </a:r>
                      <a:r>
                        <a:rPr lang="en-US" altLang="ko-KR" sz="800" b="1" dirty="0">
                          <a:solidFill>
                            <a:srgbClr val="C00000"/>
                          </a:solidFill>
                        </a:rPr>
                        <a:t>HME 177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UTIBO Radial In 357,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A0E06639-0944-9437-6E50-A746889BA235}"/>
              </a:ext>
            </a:extLst>
          </p:cNvPr>
          <p:cNvSpPr txBox="1"/>
          <p:nvPr/>
        </p:nvSpPr>
        <p:spPr>
          <a:xfrm>
            <a:off x="1628986" y="3733622"/>
            <a:ext cx="535724" cy="215444"/>
          </a:xfrm>
          <a:prstGeom prst="rect">
            <a:avLst/>
          </a:prstGeom>
          <a:noFill/>
        </p:spPr>
        <p:txBody>
          <a:bodyPr wrap="none" rtlCol="0">
            <a:spAutoFit/>
          </a:bodyPr>
          <a:lstStyle/>
          <a:p>
            <a:pPr algn="ctr"/>
            <a:r>
              <a:rPr kumimoji="1" lang="en-US" altLang="ko-Kore-KR" sz="400" b="1" dirty="0"/>
              <a:t>DAMBO 13NM</a:t>
            </a:r>
          </a:p>
          <a:p>
            <a:pPr algn="ctr"/>
            <a:r>
              <a:rPr kumimoji="1" lang="en-US" altLang="ko-Kore-KR" sz="400" b="1" dirty="0">
                <a:solidFill>
                  <a:srgbClr val="FF0000"/>
                </a:solidFill>
              </a:rPr>
              <a:t>MAN 4000’</a:t>
            </a:r>
          </a:p>
        </p:txBody>
      </p:sp>
      <p:sp>
        <p:nvSpPr>
          <p:cNvPr id="3" name="TextBox 2">
            <a:extLst>
              <a:ext uri="{FF2B5EF4-FFF2-40B4-BE49-F238E27FC236}">
                <a16:creationId xmlns:a16="http://schemas.microsoft.com/office/drawing/2014/main" id="{FE1BDB2D-3BA7-D9E4-AC4B-A7D57DD429AC}"/>
              </a:ext>
            </a:extLst>
          </p:cNvPr>
          <p:cNvSpPr txBox="1"/>
          <p:nvPr/>
        </p:nvSpPr>
        <p:spPr>
          <a:xfrm>
            <a:off x="41438" y="2057392"/>
            <a:ext cx="2213253" cy="292388"/>
          </a:xfrm>
          <a:prstGeom prst="rect">
            <a:avLst/>
          </a:prstGeom>
          <a:noFill/>
        </p:spPr>
        <p:txBody>
          <a:bodyPr wrap="square" rtlCol="0">
            <a:spAutoFit/>
          </a:bodyPr>
          <a:lstStyle/>
          <a:p>
            <a:r>
              <a:rPr kumimoji="1" lang="ko-Kore-KR" altLang="en-US" sz="500" dirty="0"/>
              <a:t>고려사항</a:t>
            </a:r>
            <a:endParaRPr kumimoji="1" lang="en-US" altLang="ko-Kore-KR" sz="500" dirty="0"/>
          </a:p>
          <a:p>
            <a:r>
              <a:rPr kumimoji="1" lang="en-US" altLang="ko-KR" sz="400" dirty="0"/>
              <a:t>-</a:t>
            </a:r>
            <a:r>
              <a:rPr kumimoji="1" lang="ko-Kore-KR" altLang="en-US" sz="400" dirty="0"/>
              <a:t> </a:t>
            </a:r>
            <a:r>
              <a:rPr kumimoji="1" lang="en-US" altLang="ko-KR" sz="400" dirty="0"/>
              <a:t>Procedure SPD </a:t>
            </a:r>
            <a:r>
              <a:rPr kumimoji="1" lang="ko-KR" altLang="en-US" sz="400" dirty="0"/>
              <a:t>지켜야 </a:t>
            </a:r>
            <a:r>
              <a:rPr kumimoji="1" lang="en-US" altLang="ko-KR" sz="400" dirty="0"/>
              <a:t>Traffic </a:t>
            </a:r>
            <a:r>
              <a:rPr kumimoji="1" lang="ko-KR" altLang="en-US" sz="400" dirty="0"/>
              <a:t>간격 유지됨</a:t>
            </a:r>
            <a:r>
              <a:rPr kumimoji="1" lang="en-US" altLang="ko-KR" sz="400" dirty="0"/>
              <a:t>.</a:t>
            </a:r>
            <a:r>
              <a:rPr kumimoji="1" lang="ko-KR" altLang="en-US" sz="400" dirty="0"/>
              <a:t> 무게에 따라 </a:t>
            </a:r>
            <a:r>
              <a:rPr kumimoji="1" lang="en-US" altLang="ko-KR" sz="400" dirty="0"/>
              <a:t>-4</a:t>
            </a:r>
            <a:r>
              <a:rPr kumimoji="1" lang="ko-KR" altLang="en-US" sz="400" dirty="0"/>
              <a:t>도 </a:t>
            </a:r>
            <a:r>
              <a:rPr kumimoji="1" lang="ko-KR" altLang="en-US" sz="400" dirty="0" err="1"/>
              <a:t>증속가능성</a:t>
            </a:r>
            <a:r>
              <a:rPr kumimoji="1" lang="ko-KR" altLang="en-US" sz="400" dirty="0"/>
              <a:t> 있음</a:t>
            </a:r>
            <a:r>
              <a:rPr kumimoji="1" lang="en-US" altLang="ko-KR" sz="400" dirty="0"/>
              <a:t>.</a:t>
            </a:r>
          </a:p>
          <a:p>
            <a:r>
              <a:rPr kumimoji="1" lang="en-US" altLang="ko-KR" sz="400" dirty="0"/>
              <a:t>-</a:t>
            </a:r>
            <a:r>
              <a:rPr kumimoji="1" lang="ko-KR" altLang="en-US" sz="400" dirty="0"/>
              <a:t> </a:t>
            </a:r>
            <a:r>
              <a:rPr kumimoji="1" lang="en-US" altLang="ko-KR" sz="400" dirty="0"/>
              <a:t>S/B</a:t>
            </a:r>
            <a:r>
              <a:rPr kumimoji="1" lang="ko-KR" altLang="en-US" sz="400" dirty="0"/>
              <a:t> 사용하거나 강하각을 조절하는 것이 필요함</a:t>
            </a:r>
            <a:r>
              <a:rPr kumimoji="1" lang="en-US" altLang="ko-KR" sz="400" dirty="0"/>
              <a:t>.</a:t>
            </a:r>
            <a:r>
              <a:rPr kumimoji="1" lang="ko-KR" altLang="en-US" sz="400" dirty="0"/>
              <a:t>   </a:t>
            </a:r>
            <a:endParaRPr kumimoji="1" lang="ko-Kore-KR" altLang="en-US" sz="1600" dirty="0"/>
          </a:p>
        </p:txBody>
      </p:sp>
    </p:spTree>
    <p:extLst>
      <p:ext uri="{BB962C8B-B14F-4D97-AF65-F5344CB8AC3E}">
        <p14:creationId xmlns:p14="http://schemas.microsoft.com/office/powerpoint/2010/main" val="3538096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 name="TextBox 2">
            <a:extLst>
              <a:ext uri="{FF2B5EF4-FFF2-40B4-BE49-F238E27FC236}">
                <a16:creationId xmlns:a16="http://schemas.microsoft.com/office/drawing/2014/main" id="{D411E119-4026-CE0D-8F48-49BFB4C46FBA}"/>
              </a:ext>
            </a:extLst>
          </p:cNvPr>
          <p:cNvSpPr txBox="1"/>
          <p:nvPr/>
        </p:nvSpPr>
        <p:spPr>
          <a:xfrm>
            <a:off x="953780" y="2229999"/>
            <a:ext cx="1287532"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a:t>
            </a:r>
            <a:r>
              <a:rPr kumimoji="1" lang="en-US" altLang="ko-Kore-KR" sz="700" b="1" u="sng" dirty="0">
                <a:solidFill>
                  <a:srgbClr val="FF0000"/>
                </a:solidFill>
                <a:latin typeface="Gulim" panose="020B0600000101010101" pitchFamily="34" charset="-127"/>
                <a:ea typeface="Gulim" panose="020B0600000101010101" pitchFamily="34" charset="-127"/>
              </a:rPr>
              <a:t>ATIS</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120.5 – FUK 133.02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354" name="Google Shape;354;p25"/>
          <p:cNvGraphicFramePr/>
          <p:nvPr>
            <p:extLst>
              <p:ext uri="{D42A27DB-BD31-4B8C-83A1-F6EECF244321}">
                <p14:modId xmlns:p14="http://schemas.microsoft.com/office/powerpoint/2010/main" val="1051902870"/>
              </p:ext>
            </p:extLst>
          </p:nvPr>
        </p:nvGraphicFramePr>
        <p:xfrm>
          <a:off x="0" y="611909"/>
          <a:ext cx="2332936" cy="1618090"/>
        </p:xfrm>
        <a:graphic>
          <a:graphicData uri="http://schemas.openxmlformats.org/drawingml/2006/table">
            <a:tbl>
              <a:tblPr firstRow="1" bandRow="1">
                <a:tableStyleId>{A521BE36-7E6F-4EC9-8D66-1CF97A6895EC}</a:tableStyleId>
              </a:tblPr>
              <a:tblGrid>
                <a:gridCol w="323689">
                  <a:extLst>
                    <a:ext uri="{9D8B030D-6E8A-4147-A177-3AD203B41FA5}">
                      <a16:colId xmlns:a16="http://schemas.microsoft.com/office/drawing/2014/main" val="20000"/>
                    </a:ext>
                  </a:extLst>
                </a:gridCol>
                <a:gridCol w="61400">
                  <a:extLst>
                    <a:ext uri="{9D8B030D-6E8A-4147-A177-3AD203B41FA5}">
                      <a16:colId xmlns:a16="http://schemas.microsoft.com/office/drawing/2014/main" val="1791132177"/>
                    </a:ext>
                  </a:extLst>
                </a:gridCol>
                <a:gridCol w="314468">
                  <a:extLst>
                    <a:ext uri="{9D8B030D-6E8A-4147-A177-3AD203B41FA5}">
                      <a16:colId xmlns:a16="http://schemas.microsoft.com/office/drawing/2014/main" val="1287199069"/>
                    </a:ext>
                  </a:extLst>
                </a:gridCol>
                <a:gridCol w="270573">
                  <a:extLst>
                    <a:ext uri="{9D8B030D-6E8A-4147-A177-3AD203B41FA5}">
                      <a16:colId xmlns:a16="http://schemas.microsoft.com/office/drawing/2014/main" val="2407863501"/>
                    </a:ext>
                  </a:extLst>
                </a:gridCol>
                <a:gridCol w="61400">
                  <a:extLst>
                    <a:ext uri="{9D8B030D-6E8A-4147-A177-3AD203B41FA5}">
                      <a16:colId xmlns:a16="http://schemas.microsoft.com/office/drawing/2014/main" val="20003"/>
                    </a:ext>
                  </a:extLst>
                </a:gridCol>
                <a:gridCol w="323690">
                  <a:extLst>
                    <a:ext uri="{9D8B030D-6E8A-4147-A177-3AD203B41FA5}">
                      <a16:colId xmlns:a16="http://schemas.microsoft.com/office/drawing/2014/main" val="2408911087"/>
                    </a:ext>
                  </a:extLst>
                </a:gridCol>
                <a:gridCol w="323689">
                  <a:extLst>
                    <a:ext uri="{9D8B030D-6E8A-4147-A177-3AD203B41FA5}">
                      <a16:colId xmlns:a16="http://schemas.microsoft.com/office/drawing/2014/main" val="2010601280"/>
                    </a:ext>
                  </a:extLst>
                </a:gridCol>
                <a:gridCol w="330338">
                  <a:extLst>
                    <a:ext uri="{9D8B030D-6E8A-4147-A177-3AD203B41FA5}">
                      <a16:colId xmlns:a16="http://schemas.microsoft.com/office/drawing/2014/main" val="409838172"/>
                    </a:ext>
                  </a:extLst>
                </a:gridCol>
                <a:gridCol w="323689">
                  <a:extLst>
                    <a:ext uri="{9D8B030D-6E8A-4147-A177-3AD203B41FA5}">
                      <a16:colId xmlns:a16="http://schemas.microsoft.com/office/drawing/2014/main" val="1805471939"/>
                    </a:ext>
                  </a:extLst>
                </a:gridCol>
              </a:tblGrid>
              <a:tr h="174725">
                <a:tc gridSpan="9">
                  <a:txBody>
                    <a:bodyPr/>
                    <a:lstStyle/>
                    <a:p>
                      <a:pPr marL="0" marR="0" lvl="0" indent="0" algn="ctr" rtl="0">
                        <a:spcBef>
                          <a:spcPts val="0"/>
                        </a:spcBef>
                        <a:spcAft>
                          <a:spcPts val="0"/>
                        </a:spcAft>
                        <a:buNone/>
                      </a:pPr>
                      <a:r>
                        <a:rPr lang="en-US" sz="800" dirty="0"/>
                        <a:t>HND : SID </a:t>
                      </a:r>
                      <a:r>
                        <a:rPr lang="en-US" sz="800" dirty="0">
                          <a:solidFill>
                            <a:srgbClr val="FFC000"/>
                          </a:solidFill>
                        </a:rPr>
                        <a:t>(xx B/C 2200-0230z 0600-1000z)</a:t>
                      </a:r>
                      <a:r>
                        <a:rPr lang="en-US" sz="800" dirty="0"/>
                        <a:t> NADP 1</a:t>
                      </a:r>
                      <a:endParaRPr sz="800" dirty="0"/>
                    </a:p>
                  </a:txBody>
                  <a:tcPr marL="91450" marR="91450" marT="45725" marB="45725"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58650">
                <a:tc gridSpan="2">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a:solidFill>
                            <a:srgbClr val="0070C0"/>
                          </a:solidFill>
                        </a:rPr>
                        <a:t>BEKLA x</a:t>
                      </a:r>
                      <a:endParaRPr lang="en-US"/>
                    </a:p>
                    <a:p>
                      <a:pPr marL="0" marR="0" lvl="0" indent="0" algn="ctr" rtl="0">
                        <a:spcBef>
                          <a:spcPts val="0"/>
                        </a:spcBef>
                        <a:spcAft>
                          <a:spcPts val="0"/>
                        </a:spcAft>
                        <a:buNone/>
                      </a:pPr>
                      <a:r>
                        <a:rPr lang="en-US" sz="800" b="1"/>
                        <a:t>OPPAR x</a:t>
                      </a:r>
                      <a:endParaRPr lang="ko-Kore-KR" altLang="en-US"/>
                    </a:p>
                  </a:txBody>
                  <a:tcPr marL="36000" marR="36000" marT="36000" marB="36000" anchor="ctr"/>
                </a:tc>
                <a:tc hMerge="1">
                  <a:txBody>
                    <a:bodyPr/>
                    <a:lstStyle/>
                    <a:p>
                      <a:endParaRPr lang="ko-Kore-KR" altLang="en-US"/>
                    </a:p>
                  </a:txBody>
                  <a:tcPr/>
                </a:tc>
                <a:tc gridSpan="5">
                  <a:txBody>
                    <a:bodyPr/>
                    <a:lstStyle/>
                    <a:p>
                      <a:pPr marL="0" marR="0" lvl="0" indent="0" algn="ctr" rtl="0">
                        <a:spcBef>
                          <a:spcPts val="0"/>
                        </a:spcBef>
                        <a:spcAft>
                          <a:spcPts val="0"/>
                        </a:spcAft>
                        <a:buNone/>
                      </a:pPr>
                      <a:r>
                        <a:rPr lang="en-US" sz="800" b="1" dirty="0"/>
                        <a:t>HD 338(158), 051(231)</a:t>
                      </a:r>
                    </a:p>
                    <a:p>
                      <a:pPr marL="0" marR="0" lvl="0" indent="0" algn="ctr" rtl="0">
                        <a:spcBef>
                          <a:spcPts val="0"/>
                        </a:spcBef>
                        <a:spcAft>
                          <a:spcPts val="0"/>
                        </a:spcAft>
                        <a:buNone/>
                      </a:pPr>
                      <a:r>
                        <a:rPr lang="en-US" sz="800" b="1" dirty="0">
                          <a:solidFill>
                            <a:srgbClr val="0070C0"/>
                          </a:solidFill>
                        </a:rPr>
                        <a:t>ALT ATC</a:t>
                      </a:r>
                    </a:p>
                    <a:p>
                      <a:pPr marL="0" marR="0" lvl="0" indent="0" algn="ctr" rtl="0">
                        <a:spcBef>
                          <a:spcPts val="0"/>
                        </a:spcBef>
                        <a:spcAft>
                          <a:spcPts val="0"/>
                        </a:spcAft>
                        <a:buNone/>
                      </a:pPr>
                      <a:r>
                        <a:rPr lang="en-US" sz="800" b="1" dirty="0">
                          <a:solidFill>
                            <a:srgbClr val="7030A0"/>
                          </a:solidFill>
                        </a:rPr>
                        <a:t>Mod SPD 230</a:t>
                      </a:r>
                      <a:endParaRPr sz="600" b="1"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58650">
                <a:tc>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HME</a:t>
                      </a:r>
                      <a:endParaRPr lang="en-US" altLang="ko-Kore-KR" sz="700" dirty="0"/>
                    </a:p>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112.2</a:t>
                      </a:r>
                      <a:endParaRPr lang="en-US" altLang="ko-Kore-KR" sz="700"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34L IHA</a:t>
                      </a:r>
                      <a:endParaRPr lang="en-US" altLang="ko-Kore-KR" sz="700" dirty="0"/>
                    </a:p>
                    <a:p>
                      <a:pPr marL="0" marR="0" lvl="0" indent="0" algn="ctr" rtl="0">
                        <a:spcBef>
                          <a:spcPts val="0"/>
                        </a:spcBef>
                        <a:spcAft>
                          <a:spcPts val="0"/>
                        </a:spcAft>
                        <a:buNone/>
                      </a:pPr>
                      <a:r>
                        <a:rPr lang="en-US" altLang="ko-Kore-KR" sz="700" b="1" dirty="0">
                          <a:solidFill>
                            <a:srgbClr val="C00000"/>
                          </a:solidFill>
                        </a:rPr>
                        <a:t>111.7</a:t>
                      </a:r>
                      <a:endParaRPr lang="ko-Kore-KR" altLang="en-US" sz="700" dirty="0"/>
                    </a:p>
                  </a:txBody>
                  <a:tcPr marL="0" marR="0" marT="36000" marB="36000" anchor="ctr"/>
                </a:tc>
                <a:tc hMerge="1">
                  <a:txBody>
                    <a:bodyPr/>
                    <a:lstStyle/>
                    <a:p>
                      <a:pPr marL="0" marR="0" lvl="0" indent="0" algn="ctr" rtl="0">
                        <a:spcBef>
                          <a:spcPts val="0"/>
                        </a:spcBef>
                        <a:spcAft>
                          <a:spcPts val="0"/>
                        </a:spcAft>
                        <a:buNone/>
                      </a:pPr>
                      <a:endParaRPr lang="ko-Kore-KR" altLang="en-US"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16R ITA</a:t>
                      </a:r>
                      <a:endParaRPr lang="en-US" altLang="ko-Kore-KR" sz="700" dirty="0"/>
                    </a:p>
                    <a:p>
                      <a:pPr marL="0" marR="0" lvl="0" indent="0" algn="ctr" rtl="0">
                        <a:spcBef>
                          <a:spcPts val="0"/>
                        </a:spcBef>
                        <a:spcAft>
                          <a:spcPts val="0"/>
                        </a:spcAft>
                        <a:buNone/>
                      </a:pPr>
                      <a:r>
                        <a:rPr lang="en-US" altLang="ko-Kore-KR" sz="700" b="1" dirty="0">
                          <a:solidFill>
                            <a:srgbClr val="C00000"/>
                          </a:solidFill>
                        </a:rPr>
                        <a:t>111.55</a:t>
                      </a:r>
                      <a:endParaRPr lang="en-US" altLang="ko-Kore-KR" sz="700" dirty="0"/>
                    </a:p>
                  </a:txBody>
                  <a:tcPr marL="0" marR="0" marT="36000" marB="36000" anchor="ctr"/>
                </a:tc>
                <a:tc hMerge="1">
                  <a:txBody>
                    <a:bodyPr/>
                    <a:lstStyle/>
                    <a:p>
                      <a:pPr marL="0" marR="0" lvl="0" indent="0" algn="ctr" rtl="0">
                        <a:lnSpc>
                          <a:spcPct val="100000"/>
                        </a:lnSpc>
                        <a:spcBef>
                          <a:spcPts val="0"/>
                        </a:spcBef>
                        <a:spcAft>
                          <a:spcPts val="0"/>
                        </a:spcAft>
                        <a:buClr>
                          <a:srgbClr val="C00000"/>
                        </a:buClr>
                        <a:buSzPts val="800"/>
                        <a:buFont typeface="Calibri"/>
                        <a:buNone/>
                      </a:pPr>
                      <a:endParaRPr sz="800" b="1" dirty="0">
                        <a:solidFill>
                          <a:srgbClr val="C00000"/>
                        </a:solidFill>
                      </a:endParaRP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34R ITC 108.9</a:t>
                      </a: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16L IOC 111.95</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22 IAD</a:t>
                      </a:r>
                      <a:endParaRPr lang="en-US" altLang="ko-Kore-KR" sz="700" dirty="0"/>
                    </a:p>
                    <a:p>
                      <a:pPr marL="0" marR="0" lvl="0" indent="0" algn="ctr" rtl="0">
                        <a:spcBef>
                          <a:spcPts val="0"/>
                        </a:spcBef>
                        <a:spcAft>
                          <a:spcPts val="0"/>
                        </a:spcAft>
                        <a:buNone/>
                      </a:pPr>
                      <a:r>
                        <a:rPr lang="en-US" altLang="ko-Kore-KR" sz="700" b="1" dirty="0">
                          <a:solidFill>
                            <a:srgbClr val="C00000"/>
                          </a:solidFill>
                        </a:rPr>
                        <a:t>108.1</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23 ITD</a:t>
                      </a:r>
                      <a:endParaRPr lang="en-US" altLang="ko-Kore-KR" sz="700" dirty="0"/>
                    </a:p>
                    <a:p>
                      <a:pPr marL="0" marR="0" lvl="0" indent="0" algn="ctr" rtl="0">
                        <a:spcBef>
                          <a:spcPts val="0"/>
                        </a:spcBef>
                        <a:spcAft>
                          <a:spcPts val="0"/>
                        </a:spcAft>
                        <a:buNone/>
                      </a:pPr>
                      <a:r>
                        <a:rPr lang="en-US" altLang="ko-Kore-KR" sz="700" b="1" dirty="0">
                          <a:solidFill>
                            <a:srgbClr val="C00000"/>
                          </a:solidFill>
                        </a:rPr>
                        <a:t>110.5</a:t>
                      </a:r>
                      <a:endParaRPr lang="en-US" altLang="ko-Kore-KR" sz="700" dirty="0"/>
                    </a:p>
                  </a:txBody>
                  <a:tcPr marL="0" marR="0" marT="36000" marB="36000" anchor="ctr"/>
                </a:tc>
                <a:extLst>
                  <a:ext uri="{0D108BD9-81ED-4DB2-BD59-A6C34878D82A}">
                    <a16:rowId xmlns:a16="http://schemas.microsoft.com/office/drawing/2014/main" val="2981347970"/>
                  </a:ext>
                </a:extLst>
              </a:tr>
              <a:tr h="1588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7">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u="none" strike="noStrike" kern="1200" cap="none" spc="0" normalizeH="0" baseline="0" noProof="0" dirty="0">
                          <a:ln>
                            <a:noFill/>
                          </a:ln>
                          <a:solidFill>
                            <a:prstClr val="black"/>
                          </a:solidFill>
                          <a:effectLst/>
                          <a:uLnTx/>
                          <a:uFillTx/>
                        </a:rPr>
                        <a:t>34L : HME 351/1.1, R095, 34R : HME R080, R095, 22 : HME /2.2 R185 </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3"/>
                  </a:ext>
                </a:extLst>
              </a:tr>
              <a:tr h="88900">
                <a:tc gridSpan="9">
                  <a:txBody>
                    <a:bodyPr/>
                    <a:lstStyle/>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34R BEKLA : KAIJI 230kts, TO FLAP SPD Until TORAM</a:t>
                      </a:r>
                      <a:endParaRPr sz="800" dirty="0">
                        <a:solidFill>
                          <a:srgbClr val="7030A0"/>
                        </a:solidFill>
                      </a:endParaRPr>
                    </a:p>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05 OPPAR : Reduce SPD ARC TURN</a:t>
                      </a:r>
                    </a:p>
                    <a:p>
                      <a:pPr marL="0" marR="0" lvl="0" indent="0" algn="ctr" rtl="0">
                        <a:lnSpc>
                          <a:spcPct val="100000"/>
                        </a:lnSpc>
                        <a:spcBef>
                          <a:spcPts val="0"/>
                        </a:spcBef>
                        <a:spcAft>
                          <a:spcPts val="0"/>
                        </a:spcAft>
                        <a:buClr>
                          <a:schemeClr val="accent1"/>
                        </a:buClr>
                        <a:buSzPts val="700"/>
                        <a:buFont typeface="Calibri"/>
                        <a:buNone/>
                      </a:pPr>
                      <a:r>
                        <a:rPr lang="en-US" sz="800" b="0" dirty="0">
                          <a:solidFill>
                            <a:schemeClr val="bg1"/>
                          </a:solidFill>
                        </a:rPr>
                        <a:t>RWY05 RTE5 TAXI Chart</a:t>
                      </a:r>
                    </a:p>
                  </a:txBody>
                  <a:tcPr marL="36000" marR="3600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355" name="Google Shape;355;p25"/>
          <p:cNvGraphicFramePr/>
          <p:nvPr>
            <p:extLst>
              <p:ext uri="{D42A27DB-BD31-4B8C-83A1-F6EECF244321}">
                <p14:modId xmlns:p14="http://schemas.microsoft.com/office/powerpoint/2010/main" val="791541661"/>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RJTT(HND) 21ft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Delta Oper 132.075</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358" name="Google Shape;358;p25"/>
          <p:cNvPicPr preferRelativeResize="0"/>
          <p:nvPr/>
        </p:nvPicPr>
        <p:blipFill rotWithShape="1">
          <a:blip r:embed="rId5">
            <a:alphaModFix/>
          </a:blip>
          <a:srcRect/>
          <a:stretch/>
        </p:blipFill>
        <p:spPr>
          <a:xfrm>
            <a:off x="-2501" y="2248307"/>
            <a:ext cx="956281" cy="772905"/>
          </a:xfrm>
          <a:prstGeom prst="rect">
            <a:avLst/>
          </a:prstGeom>
          <a:noFill/>
          <a:ln>
            <a:noFill/>
          </a:ln>
        </p:spPr>
      </p:pic>
      <p:sp>
        <p:nvSpPr>
          <p:cNvPr id="2" name="직사각형 1">
            <a:hlinkClick r:id="" action="ppaction://hlinkshowjump?jump=firstslide"/>
            <a:extLst>
              <a:ext uri="{FF2B5EF4-FFF2-40B4-BE49-F238E27FC236}">
                <a16:creationId xmlns:a16="http://schemas.microsoft.com/office/drawing/2014/main" id="{7594720C-B6A0-A9A8-C0C5-31BACFE322E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83;p17">
            <a:extLst>
              <a:ext uri="{FF2B5EF4-FFF2-40B4-BE49-F238E27FC236}">
                <a16:creationId xmlns:a16="http://schemas.microsoft.com/office/drawing/2014/main" id="{A971C122-F85C-25B8-08EE-8B8ABACF72DD}"/>
              </a:ext>
            </a:extLst>
          </p:cNvPr>
          <p:cNvGraphicFramePr/>
          <p:nvPr>
            <p:extLst>
              <p:ext uri="{D42A27DB-BD31-4B8C-83A1-F6EECF244321}">
                <p14:modId xmlns:p14="http://schemas.microsoft.com/office/powerpoint/2010/main" val="2146943408"/>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138F56BC-6605-CFEE-8132-E7EB423066E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023893"/>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aphicFrame>
        <p:nvGraphicFramePr>
          <p:cNvPr id="273" name="Google Shape;273;p16"/>
          <p:cNvGraphicFramePr/>
          <p:nvPr>
            <p:extLst>
              <p:ext uri="{D42A27DB-BD31-4B8C-83A1-F6EECF244321}">
                <p14:modId xmlns:p14="http://schemas.microsoft.com/office/powerpoint/2010/main" val="3505269509"/>
              </p:ext>
            </p:extLst>
          </p:nvPr>
        </p:nvGraphicFramePr>
        <p:xfrm>
          <a:off x="4410" y="3677587"/>
          <a:ext cx="2305886" cy="1877634"/>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362226">
                  <a:extLst>
                    <a:ext uri="{9D8B030D-6E8A-4147-A177-3AD203B41FA5}">
                      <a16:colId xmlns:a16="http://schemas.microsoft.com/office/drawing/2014/main" val="1384067485"/>
                    </a:ext>
                  </a:extLst>
                </a:gridCol>
                <a:gridCol w="905566">
                  <a:extLst>
                    <a:ext uri="{9D8B030D-6E8A-4147-A177-3AD203B41FA5}">
                      <a16:colId xmlns:a16="http://schemas.microsoft.com/office/drawing/2014/main" val="20005"/>
                    </a:ext>
                  </a:extLst>
                </a:gridCol>
              </a:tblGrid>
              <a:tr h="416456">
                <a:tc gridSpan="4">
                  <a:txBody>
                    <a:bodyPr/>
                    <a:lstStyle/>
                    <a:p>
                      <a:pPr marL="0" marR="0" lvl="0" indent="0" algn="ctr" rtl="0">
                        <a:spcBef>
                          <a:spcPts val="0"/>
                        </a:spcBef>
                        <a:spcAft>
                          <a:spcPts val="0"/>
                        </a:spcAft>
                        <a:buNone/>
                      </a:pPr>
                      <a:r>
                        <a:rPr lang="en-US" sz="800" dirty="0"/>
                        <a:t>FUK </a:t>
                      </a:r>
                      <a:r>
                        <a:rPr lang="en-US" sz="800" dirty="0">
                          <a:solidFill>
                            <a:srgbClr val="00B0F0"/>
                          </a:solidFill>
                        </a:rPr>
                        <a:t>[338/158]</a:t>
                      </a:r>
                      <a:r>
                        <a:rPr lang="en-US" sz="800" dirty="0"/>
                        <a:t> : RDR Vectoring from IKE</a:t>
                      </a:r>
                    </a:p>
                    <a:p>
                      <a:pPr marL="0" marR="0" lvl="0" indent="0" algn="ctr" rtl="0">
                        <a:spcBef>
                          <a:spcPts val="0"/>
                        </a:spcBef>
                        <a:spcAft>
                          <a:spcPts val="0"/>
                        </a:spcAft>
                        <a:buNone/>
                      </a:pPr>
                      <a:r>
                        <a:rPr lang="en-US" sz="800" dirty="0">
                          <a:solidFill>
                            <a:srgbClr val="FFC000"/>
                          </a:solidFill>
                        </a:rPr>
                        <a:t>(PAVGA 13000ft) </a:t>
                      </a:r>
                    </a:p>
                    <a:p>
                      <a:pPr marL="0" marR="0" lvl="0" indent="0" algn="ctr" rtl="0">
                        <a:spcBef>
                          <a:spcPts val="0"/>
                        </a:spcBef>
                        <a:spcAft>
                          <a:spcPts val="0"/>
                        </a:spcAft>
                        <a:buNone/>
                      </a:pPr>
                      <a:r>
                        <a:rPr lang="en-US" sz="800" dirty="0">
                          <a:solidFill>
                            <a:srgbClr val="FFC000"/>
                          </a:solidFill>
                        </a:rPr>
                        <a:t>Hold W of IKE published </a:t>
                      </a:r>
                      <a:r>
                        <a:rPr lang="en-US" sz="800" dirty="0">
                          <a:solidFill>
                            <a:srgbClr val="FF0000"/>
                          </a:solidFill>
                        </a:rPr>
                        <a:t>(Confirm FMS DATA)</a:t>
                      </a:r>
                      <a:endParaRPr sz="800" dirty="0">
                        <a:solidFill>
                          <a:srgbClr val="FF0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76635">
                <a:tc>
                  <a:txBody>
                    <a:bodyPr/>
                    <a:lstStyle/>
                    <a:p>
                      <a:pPr marL="0" marR="0" lvl="0" indent="0" algn="ctr" rtl="0">
                        <a:spcBef>
                          <a:spcPts val="0"/>
                        </a:spcBef>
                        <a:spcAft>
                          <a:spcPts val="0"/>
                        </a:spcAft>
                        <a:buNone/>
                      </a:pPr>
                      <a:r>
                        <a:rPr lang="en-US" sz="800" b="1" dirty="0"/>
                        <a:t>16</a:t>
                      </a:r>
                      <a:endParaRPr sz="800" b="1" dirty="0"/>
                    </a:p>
                  </a:txBody>
                  <a:tcPr marL="0" marR="0" marT="36000" marB="36000" anchor="ctr"/>
                </a:tc>
                <a:tc>
                  <a:txBody>
                    <a:bodyPr/>
                    <a:lstStyle/>
                    <a:p>
                      <a:pPr marL="0" marR="0" lvl="0" indent="0" algn="ctr" rtl="0">
                        <a:spcBef>
                          <a:spcPts val="0"/>
                        </a:spcBef>
                        <a:spcAft>
                          <a:spcPts val="0"/>
                        </a:spcAft>
                        <a:buNone/>
                      </a:pPr>
                      <a:r>
                        <a:rPr lang="en-US" sz="800" b="0" dirty="0"/>
                        <a:t>SARUP</a:t>
                      </a:r>
                    </a:p>
                  </a:txBody>
                  <a:tcPr marL="0" marR="0" marT="36000" marB="36000" anchor="ctr"/>
                </a:tc>
                <a:tc>
                  <a:txBody>
                    <a:bodyPr/>
                    <a:lstStyle/>
                    <a:p>
                      <a:pPr marL="0" marR="0" lvl="0" indent="0" algn="ctr" rtl="0">
                        <a:spcBef>
                          <a:spcPts val="0"/>
                        </a:spcBef>
                        <a:spcAft>
                          <a:spcPts val="0"/>
                        </a:spcAft>
                        <a:buNone/>
                      </a:pPr>
                      <a:r>
                        <a:rPr lang="en-US" altLang="ko-Kore-KR" sz="800" b="0" dirty="0"/>
                        <a:t>ENTIX </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RNP, LOC 16</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287687">
                <a:tc>
                  <a:txBody>
                    <a:bodyPr/>
                    <a:lstStyle/>
                    <a:p>
                      <a:pPr marL="0" marR="0" lvl="0" indent="0" algn="ctr" rtl="0">
                        <a:spcBef>
                          <a:spcPts val="0"/>
                        </a:spcBef>
                        <a:spcAft>
                          <a:spcPts val="0"/>
                        </a:spcAft>
                        <a:buNone/>
                      </a:pPr>
                      <a:r>
                        <a:rPr lang="en-US" sz="800" b="0" dirty="0"/>
                        <a:t>34</a:t>
                      </a:r>
                      <a:endParaRPr sz="800" b="0" dirty="0"/>
                    </a:p>
                  </a:txBody>
                  <a:tcPr marL="0" marR="0" marT="36000" marB="36000" anchor="ctr"/>
                </a:tc>
                <a:tc>
                  <a:txBody>
                    <a:bodyPr/>
                    <a:lstStyle/>
                    <a:p>
                      <a:pPr marL="0" marR="0" lvl="0" indent="0" algn="ctr" rtl="0">
                        <a:spcBef>
                          <a:spcPts val="0"/>
                        </a:spcBef>
                        <a:spcAft>
                          <a:spcPts val="0"/>
                        </a:spcAft>
                        <a:buNone/>
                      </a:pPr>
                      <a:r>
                        <a:rPr lang="en-US" sz="800" b="1" dirty="0"/>
                        <a:t>V34</a:t>
                      </a:r>
                    </a:p>
                    <a:p>
                      <a:pPr marL="0" marR="0" lvl="0" indent="0" algn="ctr" rtl="0">
                        <a:spcBef>
                          <a:spcPts val="0"/>
                        </a:spcBef>
                        <a:spcAft>
                          <a:spcPts val="0"/>
                        </a:spcAft>
                        <a:buNone/>
                      </a:pPr>
                      <a:r>
                        <a:rPr lang="en-US" sz="800" b="0" dirty="0"/>
                        <a:t>HAWKS WEST</a:t>
                      </a:r>
                    </a:p>
                  </a:txBody>
                  <a:tcPr marL="0" marR="0" marT="36000" marB="36000" anchor="ctr"/>
                </a:tc>
                <a:tc>
                  <a:txBody>
                    <a:bodyPr/>
                    <a:lstStyle/>
                    <a:p>
                      <a:pPr marL="0" marR="0" lvl="0" indent="0" algn="ctr" rtl="0">
                        <a:spcBef>
                          <a:spcPts val="0"/>
                        </a:spcBef>
                        <a:spcAft>
                          <a:spcPts val="0"/>
                        </a:spcAft>
                        <a:buNone/>
                      </a:pPr>
                      <a:r>
                        <a:rPr lang="en-US" altLang="ko-Kore-KR" sz="800" b="1" dirty="0"/>
                        <a:t>RWY34</a:t>
                      </a:r>
                    </a:p>
                    <a:p>
                      <a:pPr marL="0" marR="0" lvl="0" indent="0" algn="ctr" rtl="0">
                        <a:spcBef>
                          <a:spcPts val="0"/>
                        </a:spcBef>
                        <a:spcAft>
                          <a:spcPts val="0"/>
                        </a:spcAft>
                        <a:buNone/>
                      </a:pPr>
                      <a:r>
                        <a:rPr lang="en-US" altLang="ko-Kore-KR" sz="800" b="0" dirty="0"/>
                        <a:t>HAWKS</a:t>
                      </a:r>
                      <a:endParaRPr lang="en-US" sz="800" b="0" dirty="0"/>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VIS 34</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ILS, RNP, LOC 34</a:t>
                      </a: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10002"/>
                  </a:ext>
                </a:extLst>
              </a:tr>
              <a:tr h="200436">
                <a:tc>
                  <a:txBody>
                    <a:bodyPr/>
                    <a:lstStyle/>
                    <a:p>
                      <a:pPr marL="0" marR="0" lvl="0" indent="0" algn="ctr" rtl="0">
                        <a:spcBef>
                          <a:spcPts val="0"/>
                        </a:spcBef>
                        <a:spcAft>
                          <a:spcPts val="0"/>
                        </a:spcAft>
                        <a:buNone/>
                      </a:pPr>
                      <a:r>
                        <a:rPr lang="en-US" sz="800" b="1" dirty="0">
                          <a:solidFill>
                            <a:schemeClr val="tx1"/>
                          </a:solidFill>
                        </a:rPr>
                        <a:t>NAV</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800" b="0" dirty="0">
                          <a:solidFill>
                            <a:srgbClr val="0070C0"/>
                          </a:solidFill>
                        </a:rPr>
                        <a:t> DGC, </a:t>
                      </a:r>
                      <a:r>
                        <a:rPr lang="en-US" sz="800" b="1" dirty="0">
                          <a:solidFill>
                            <a:srgbClr val="C00000"/>
                          </a:solidFill>
                        </a:rPr>
                        <a:t>16 IFO, 34 IFF</a:t>
                      </a:r>
                      <a:r>
                        <a:rPr lang="en-US" sz="800" b="0" dirty="0">
                          <a:solidFill>
                            <a:srgbClr val="0070C0"/>
                          </a:solidFill>
                        </a:rPr>
                        <a:t> </a:t>
                      </a:r>
                      <a:r>
                        <a:rPr lang="en-US" altLang="ko-Kore-KR" sz="800" b="0" dirty="0">
                          <a:solidFill>
                            <a:srgbClr val="7030A0"/>
                          </a:solidFill>
                        </a:rPr>
                        <a:t>DGC VOR out of 6NM A/P</a:t>
                      </a:r>
                    </a:p>
                  </a:txBody>
                  <a:tcPr marL="0" marR="0" marT="36000" marB="36000" anchor="ctr"/>
                </a:tc>
                <a:tc hMerge="1">
                  <a:txBody>
                    <a:bodyPr/>
                    <a:lstStyle/>
                    <a:p>
                      <a:pPr marL="0" marR="0" lvl="0" indent="0" algn="ctr" rtl="0">
                        <a:spcBef>
                          <a:spcPts val="0"/>
                        </a:spcBef>
                        <a:spcAft>
                          <a:spcPts val="0"/>
                        </a:spcAft>
                        <a:buNone/>
                      </a:pPr>
                      <a:endParaRPr lang="en-US" sz="800" b="0" dirty="0"/>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3028911343"/>
                  </a:ext>
                </a:extLst>
              </a:tr>
              <a:tr h="200436">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16 : C6</a:t>
                      </a:r>
                      <a:r>
                        <a:rPr lang="en-US" sz="800" b="1" dirty="0">
                          <a:solidFill>
                            <a:schemeClr val="dk1"/>
                          </a:solidFill>
                        </a:rPr>
                        <a:t>(5505’), C7(6407’),  34 : C4(5193’), C3(6354’)</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50979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bg1"/>
                          </a:solidFill>
                        </a:rPr>
                        <a:t>VIS 34 : </a:t>
                      </a:r>
                      <a:r>
                        <a:rPr lang="en-US" sz="800" b="0" dirty="0">
                          <a:solidFill>
                            <a:srgbClr val="0070C0"/>
                          </a:solidFill>
                        </a:rPr>
                        <a:t>After IKE – RDR Vector Downwind – 1800ft – RWY Insight 1500</a:t>
                      </a:r>
                      <a:r>
                        <a:rPr lang="en-US" altLang="ko-KR" sz="800" b="0" dirty="0">
                          <a:solidFill>
                            <a:srgbClr val="0070C0"/>
                          </a:solidFill>
                        </a:rPr>
                        <a:t>ft – Before L/D CHK Complete before base (Do not Extend Downwind due Terrain)</a:t>
                      </a:r>
                      <a:endParaRPr sz="800"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1877075937"/>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RKSI(ICN) 23ft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rgbClr val="C00000"/>
                          </a:solidFill>
                          <a:hlinkClick r:id="rId4">
                            <a:extLst>
                              <a:ext uri="{A12FA001-AC4F-418D-AE19-62706E023703}">
                                <ahyp:hlinkClr xmlns:ahyp="http://schemas.microsoft.com/office/drawing/2018/hyperlinkcolor" val="tx"/>
                              </a:ext>
                            </a:extLst>
                          </a:hlinkClick>
                        </a:rPr>
                        <a:t>RJFF(FUK) 30ft</a:t>
                      </a:r>
                      <a:endParaRPr lang="en-US" altLang="ko-Kore-KR" sz="14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FUK 132.05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97737AA9-1E71-11AA-29CE-CB99BAAC9983}"/>
              </a:ext>
            </a:extLst>
          </p:cNvPr>
          <p:cNvSpPr txBox="1"/>
          <p:nvPr/>
        </p:nvSpPr>
        <p:spPr>
          <a:xfrm>
            <a:off x="-69798" y="3044765"/>
            <a:ext cx="15167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Kobe 118.9 - FUK APP 119.65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RDR – 121.125</a:t>
            </a:r>
          </a:p>
        </p:txBody>
      </p:sp>
      <p:sp>
        <p:nvSpPr>
          <p:cNvPr id="2" name="직사각형 1">
            <a:hlinkClick r:id="" action="ppaction://hlinkshowjump?jump=firstslide"/>
            <a:extLst>
              <a:ext uri="{FF2B5EF4-FFF2-40B4-BE49-F238E27FC236}">
                <a16:creationId xmlns:a16="http://schemas.microsoft.com/office/drawing/2014/main" id="{AC10F70C-499F-1525-282C-0C96F903AE7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211207F5-E5CD-478D-BBBB-9365D025D43C}"/>
              </a:ext>
            </a:extLst>
          </p:cNvPr>
          <p:cNvGraphicFramePr/>
          <p:nvPr>
            <p:extLst>
              <p:ext uri="{D42A27DB-BD31-4B8C-83A1-F6EECF244321}">
                <p14:modId xmlns:p14="http://schemas.microsoft.com/office/powerpoint/2010/main" val="223500226"/>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9E5A3A97-4EAF-D1BE-2F1F-BC30BB316E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77262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2854485929"/>
              </p:ext>
            </p:extLst>
          </p:nvPr>
        </p:nvGraphicFramePr>
        <p:xfrm>
          <a:off x="6595" y="623810"/>
          <a:ext cx="2330925" cy="1548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378631">
                  <a:extLst>
                    <a:ext uri="{9D8B030D-6E8A-4147-A177-3AD203B41FA5}">
                      <a16:colId xmlns:a16="http://schemas.microsoft.com/office/drawing/2014/main" val="20002"/>
                    </a:ext>
                  </a:extLst>
                </a:gridCol>
                <a:gridCol w="784070">
                  <a:extLst>
                    <a:ext uri="{9D8B030D-6E8A-4147-A177-3AD203B41FA5}">
                      <a16:colId xmlns:a16="http://schemas.microsoft.com/office/drawing/2014/main" val="20004"/>
                    </a:ext>
                  </a:extLst>
                </a:gridCol>
                <a:gridCol w="683224">
                  <a:extLst>
                    <a:ext uri="{9D8B030D-6E8A-4147-A177-3AD203B41FA5}">
                      <a16:colId xmlns:a16="http://schemas.microsoft.com/office/drawing/2014/main" val="20009"/>
                    </a:ext>
                  </a:extLst>
                </a:gridCol>
              </a:tblGrid>
              <a:tr h="0">
                <a:tc gridSpan="5">
                  <a:txBody>
                    <a:bodyPr/>
                    <a:lstStyle/>
                    <a:p>
                      <a:pPr marL="0" marR="0" lvl="0" indent="0" algn="ctr" rtl="0">
                        <a:spcBef>
                          <a:spcPts val="0"/>
                        </a:spcBef>
                        <a:spcAft>
                          <a:spcPts val="0"/>
                        </a:spcAft>
                        <a:buNone/>
                      </a:pPr>
                      <a:r>
                        <a:rPr lang="en-US" sz="800" dirty="0"/>
                        <a:t>FUK : SID </a:t>
                      </a:r>
                      <a:r>
                        <a:rPr lang="en-US" sz="800" dirty="0">
                          <a:solidFill>
                            <a:srgbClr val="FFC000"/>
                          </a:solidFill>
                        </a:rPr>
                        <a:t>(Consider C2, C8 Intersection T/O)</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16</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HAKATA xx</a:t>
                      </a:r>
                      <a:endParaRPr sz="800" b="1" dirty="0">
                        <a:solidFill>
                          <a:srgbClr val="0070C0"/>
                        </a:solidFill>
                      </a:endParaRPr>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altLang="ko-Kore-KR" sz="800" b="1" dirty="0"/>
                        <a:t>HD 158 </a:t>
                      </a:r>
                      <a:r>
                        <a:rPr lang="en-US" sz="800" b="1" dirty="0">
                          <a:solidFill>
                            <a:srgbClr val="0070C0"/>
                          </a:solidFill>
                        </a:rPr>
                        <a:t>ALT ATC (10000)</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dirty="0"/>
                        <a:t>34</a:t>
                      </a:r>
                      <a:endParaRPr sz="800" b="0" dirty="0"/>
                    </a:p>
                  </a:txBody>
                  <a:tcPr marL="36000" marR="36000" marT="36000" marB="36000" anchor="ctr"/>
                </a:tc>
                <a:tc gridSpan="2" v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hMerge="1" vMerge="1">
                  <a:txBody>
                    <a:bodyPr/>
                    <a:lstStyle/>
                    <a:p>
                      <a:endParaRPr lang="ko-Kore-KR"/>
                    </a:p>
                  </a:txBody>
                  <a:tcPr/>
                </a:tc>
                <a:tc gridSpan="2">
                  <a:txBody>
                    <a:bodyPr/>
                    <a:lstStyle/>
                    <a:p>
                      <a:pPr marL="0" marR="0" lvl="0" indent="0" algn="ctr" rtl="0">
                        <a:spcBef>
                          <a:spcPts val="0"/>
                        </a:spcBef>
                        <a:spcAft>
                          <a:spcPts val="0"/>
                        </a:spcAft>
                        <a:buNone/>
                      </a:pPr>
                      <a:r>
                        <a:rPr lang="en-US" altLang="ko-Kore-KR" sz="800" b="1" dirty="0"/>
                        <a:t>HD 338 </a:t>
                      </a:r>
                      <a:r>
                        <a:rPr lang="en-US" sz="800" b="1" dirty="0">
                          <a:solidFill>
                            <a:srgbClr val="0070C0"/>
                          </a:solidFill>
                        </a:rPr>
                        <a:t>ALT ATC (10000)</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DGC 114.5</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algn="ctr"/>
                      <a:r>
                        <a:rPr lang="en-US" sz="800" b="1" dirty="0">
                          <a:solidFill>
                            <a:srgbClr val="C00000"/>
                          </a:solidFill>
                        </a:rPr>
                        <a:t>16 IFO 111.7</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 IFF108.9</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lang="en-US" altLang="ko-Kore-KR" sz="800" b="1" dirty="0">
                          <a:solidFill>
                            <a:srgbClr val="00B050"/>
                          </a:solidFill>
                        </a:rPr>
                        <a:t> </a:t>
                      </a:r>
                      <a:r>
                        <a:rPr kumimoji="0" lang="en-US" altLang="ko-KR" sz="800" b="0" i="0" u="none" strike="noStrike" kern="1200" cap="none" spc="0" normalizeH="0" baseline="0" noProof="0" dirty="0">
                          <a:ln>
                            <a:noFill/>
                          </a:ln>
                          <a:solidFill>
                            <a:prstClr val="black"/>
                          </a:solidFill>
                          <a:effectLst/>
                          <a:uLnTx/>
                          <a:uFillTx/>
                          <a:latin typeface="Calibri"/>
                          <a:cs typeface="Calibri"/>
                        </a:rPr>
                        <a:t>16</a:t>
                      </a:r>
                      <a:r>
                        <a:rPr kumimoji="0" lang="en-US" altLang="ko-Kore-KR" sz="800" b="0" i="0" u="none" strike="noStrike" kern="1200" cap="none" spc="0" normalizeH="0" baseline="0" noProof="0" dirty="0">
                          <a:ln>
                            <a:noFill/>
                          </a:ln>
                          <a:solidFill>
                            <a:prstClr val="black"/>
                          </a:solidFill>
                          <a:effectLst/>
                          <a:uLnTx/>
                          <a:uFillTx/>
                          <a:latin typeface="Calibri"/>
                          <a:cs typeface="Calibri"/>
                        </a:rPr>
                        <a:t> : DGC 156/20 R240 </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(DGC VOR out of 6NM A/P)</a:t>
                      </a:r>
                      <a:endParaRPr kumimoji="0" lang="en-US" altLang="ko-Kore-KR" sz="8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Caution GP HOLD LINE</a:t>
                      </a:r>
                    </a:p>
                    <a:p>
                      <a:pPr marL="0" marR="0" lvl="0" indent="0" algn="ctr" rtl="0">
                        <a:lnSpc>
                          <a:spcPct val="100000"/>
                        </a:lnSpc>
                        <a:spcBef>
                          <a:spcPts val="0"/>
                        </a:spcBef>
                        <a:spcAft>
                          <a:spcPts val="0"/>
                        </a:spcAft>
                        <a:buClr>
                          <a:schemeClr val="dk1"/>
                        </a:buClr>
                        <a:buSzPts val="800"/>
                        <a:buFont typeface="Calibri"/>
                        <a:buNone/>
                      </a:pPr>
                      <a:r>
                        <a:rPr lang="en-US" sz="800" dirty="0"/>
                        <a:t>Initial CTC TWR, “Ready for departure”</a:t>
                      </a:r>
                    </a:p>
                    <a:p>
                      <a:pPr marL="0" marR="0" lvl="0" indent="0" algn="ctr" rtl="0">
                        <a:lnSpc>
                          <a:spcPct val="100000"/>
                        </a:lnSpc>
                        <a:spcBef>
                          <a:spcPts val="0"/>
                        </a:spcBef>
                        <a:spcAft>
                          <a:spcPts val="0"/>
                        </a:spcAft>
                        <a:buClr>
                          <a:schemeClr val="dk1"/>
                        </a:buClr>
                        <a:buSzPts val="800"/>
                        <a:buFont typeface="Calibri"/>
                        <a:buNone/>
                      </a:pPr>
                      <a:r>
                        <a:rPr lang="en-US" sz="800" dirty="0"/>
                        <a:t>RWSL(Runway Status Lights) in operation</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4" name="Google Shape;284;p17"/>
          <p:cNvGraphicFramePr/>
          <p:nvPr>
            <p:extLst>
              <p:ext uri="{D42A27DB-BD31-4B8C-83A1-F6EECF244321}">
                <p14:modId xmlns:p14="http://schemas.microsoft.com/office/powerpoint/2010/main" val="3996782596"/>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400" dirty="0">
                          <a:solidFill>
                            <a:srgbClr val="C00000"/>
                          </a:solidFill>
                          <a:hlinkClick r:id="rId3">
                            <a:extLst>
                              <a:ext uri="{A12FA001-AC4F-418D-AE19-62706E023703}">
                                <ahyp:hlinkClr xmlns:ahyp="http://schemas.microsoft.com/office/drawing/2018/hyperlinkcolor" val="tx"/>
                              </a:ext>
                            </a:extLst>
                          </a:hlinkClick>
                        </a:rPr>
                        <a:t>RJFF(FUK) 30ft</a:t>
                      </a:r>
                      <a:endParaRPr lang="en-US" altLang="ko-Kore-KR" sz="14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900" dirty="0"/>
                        <a:t>KE FUK 132.05</a:t>
                      </a:r>
                    </a:p>
                    <a:p>
                      <a:pPr marL="0" marR="0" lvl="0" indent="0" algn="ctr" rtl="0">
                        <a:spcBef>
                          <a:spcPts val="0"/>
                        </a:spcBef>
                        <a:spcAft>
                          <a:spcPts val="0"/>
                        </a:spcAft>
                        <a:buNone/>
                      </a:pPr>
                      <a:r>
                        <a:rPr lang="en-US" sz="700" dirty="0">
                          <a:solidFill>
                            <a:srgbClr val="FF0000"/>
                          </a:solidFill>
                        </a:rPr>
                        <a:t>DCL -15min, Voice -5min</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2C10DF35-4C8C-4BCD-35BF-D473906D8D90}"/>
              </a:ext>
            </a:extLst>
          </p:cNvPr>
          <p:cNvSpPr txBox="1"/>
          <p:nvPr/>
        </p:nvSpPr>
        <p:spPr>
          <a:xfrm>
            <a:off x="1313820" y="2239966"/>
            <a:ext cx="1764127" cy="532316"/>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127.9</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Kobe 1</a:t>
            </a:r>
            <a:r>
              <a:rPr kumimoji="1" lang="en-US" altLang="ko-KR" sz="700" b="1" u="sng" dirty="0">
                <a:solidFill>
                  <a:srgbClr val="0070C0"/>
                </a:solidFill>
                <a:latin typeface="Gulim" panose="020B0600000101010101" pitchFamily="34" charset="-127"/>
                <a:ea typeface="Gulim" panose="020B0600000101010101" pitchFamily="34" charset="-127"/>
              </a:rPr>
              <a:t>35</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65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p:txBody>
      </p:sp>
      <p:sp>
        <p:nvSpPr>
          <p:cNvPr id="2" name="직사각형 1">
            <a:hlinkClick r:id="" action="ppaction://hlinkshowjump?jump=firstslide"/>
            <a:extLst>
              <a:ext uri="{FF2B5EF4-FFF2-40B4-BE49-F238E27FC236}">
                <a16:creationId xmlns:a16="http://schemas.microsoft.com/office/drawing/2014/main" id="{7EADFD83-B1ED-4336-4BA9-069594F75EC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descr="지도, 텍스트, 도표, 아틀라스이(가) 표시된 사진&#10;&#10;자동 생성된 설명">
            <a:extLst>
              <a:ext uri="{FF2B5EF4-FFF2-40B4-BE49-F238E27FC236}">
                <a16:creationId xmlns:a16="http://schemas.microsoft.com/office/drawing/2014/main" id="{F2EF0B45-A026-4882-552D-AE9B1DD5ADFF}"/>
              </a:ext>
            </a:extLst>
          </p:cNvPr>
          <p:cNvPicPr>
            <a:picLocks noChangeAspect="1"/>
          </p:cNvPicPr>
          <p:nvPr/>
        </p:nvPicPr>
        <p:blipFill>
          <a:blip r:embed="rId6"/>
          <a:stretch>
            <a:fillRect/>
          </a:stretch>
        </p:blipFill>
        <p:spPr>
          <a:xfrm>
            <a:off x="6595" y="2191106"/>
            <a:ext cx="1232042" cy="1110658"/>
          </a:xfrm>
          <a:prstGeom prst="rect">
            <a:avLst/>
          </a:prstGeom>
        </p:spPr>
      </p:pic>
      <p:graphicFrame>
        <p:nvGraphicFramePr>
          <p:cNvPr id="4" name="Google Shape;283;p17">
            <a:extLst>
              <a:ext uri="{FF2B5EF4-FFF2-40B4-BE49-F238E27FC236}">
                <a16:creationId xmlns:a16="http://schemas.microsoft.com/office/drawing/2014/main" id="{464D7AE0-B6AA-8B9B-8A06-28053856BD96}"/>
              </a:ext>
            </a:extLst>
          </p:cNvPr>
          <p:cNvGraphicFramePr/>
          <p:nvPr>
            <p:extLst>
              <p:ext uri="{D42A27DB-BD31-4B8C-83A1-F6EECF244321}">
                <p14:modId xmlns:p14="http://schemas.microsoft.com/office/powerpoint/2010/main" val="1857282282"/>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8A31C7FB-9B7E-ACDC-8249-96BBBD7A53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05702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28270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3" name="Google Shape;293;p18"/>
          <p:cNvGraphicFramePr/>
          <p:nvPr>
            <p:extLst>
              <p:ext uri="{D42A27DB-BD31-4B8C-83A1-F6EECF244321}">
                <p14:modId xmlns:p14="http://schemas.microsoft.com/office/powerpoint/2010/main" val="3067059234"/>
              </p:ext>
            </p:extLst>
          </p:nvPr>
        </p:nvGraphicFramePr>
        <p:xfrm>
          <a:off x="-2501" y="16504"/>
          <a:ext cx="2328850" cy="6050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RJGG(NGO) 12ft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l" rtl="0">
                        <a:spcBef>
                          <a:spcPts val="0"/>
                        </a:spcBef>
                        <a:spcAft>
                          <a:spcPts val="0"/>
                        </a:spcAft>
                        <a:buNone/>
                      </a:pPr>
                      <a:r>
                        <a:rPr lang="en-US" sz="900" dirty="0"/>
                        <a:t>    </a:t>
                      </a:r>
                      <a:r>
                        <a:rPr lang="en-US" sz="800" dirty="0"/>
                        <a:t>SWISSPORT </a:t>
                      </a:r>
                    </a:p>
                    <a:p>
                      <a:pPr marL="0" marR="0" lvl="0" indent="0" algn="ctr" rtl="0">
                        <a:spcBef>
                          <a:spcPts val="0"/>
                        </a:spcBef>
                        <a:spcAft>
                          <a:spcPts val="0"/>
                        </a:spcAft>
                        <a:buNone/>
                      </a:pPr>
                      <a:r>
                        <a:rPr lang="en-US" sz="800" dirty="0"/>
                        <a:t>    OPERATION    </a:t>
                      </a:r>
                      <a:r>
                        <a:rPr lang="en-US" sz="900" dirty="0"/>
                        <a:t>132.05</a:t>
                      </a:r>
                      <a:endParaRPr sz="900" dirty="0"/>
                    </a:p>
                  </a:txBody>
                  <a:tcPr marL="91450" marR="91450" marT="36000" marB="36000" anchor="ctr"/>
                </a:tc>
                <a:extLst>
                  <a:ext uri="{0D108BD9-81ED-4DB2-BD59-A6C34878D82A}">
                    <a16:rowId xmlns:a16="http://schemas.microsoft.com/office/drawing/2014/main" val="10001"/>
                  </a:ext>
                </a:extLst>
              </a:tr>
            </a:tbl>
          </a:graphicData>
        </a:graphic>
      </p:graphicFrame>
      <p:graphicFrame>
        <p:nvGraphicFramePr>
          <p:cNvPr id="3" name="Google Shape;292;p18">
            <a:extLst>
              <a:ext uri="{FF2B5EF4-FFF2-40B4-BE49-F238E27FC236}">
                <a16:creationId xmlns:a16="http://schemas.microsoft.com/office/drawing/2014/main" id="{875A20F2-11E7-1F75-20D8-CFED1D1E2C0E}"/>
              </a:ext>
            </a:extLst>
          </p:cNvPr>
          <p:cNvGraphicFramePr/>
          <p:nvPr>
            <p:extLst>
              <p:ext uri="{D42A27DB-BD31-4B8C-83A1-F6EECF244321}">
                <p14:modId xmlns:p14="http://schemas.microsoft.com/office/powerpoint/2010/main" val="139003271"/>
              </p:ext>
            </p:extLst>
          </p:nvPr>
        </p:nvGraphicFramePr>
        <p:xfrm>
          <a:off x="4472" y="3761172"/>
          <a:ext cx="2331400" cy="1792570"/>
        </p:xfrm>
        <a:graphic>
          <a:graphicData uri="http://schemas.openxmlformats.org/drawingml/2006/table">
            <a:tbl>
              <a:tblPr firstRow="1" bandRow="1">
                <a:noFill/>
                <a:tableStyleId>{A521BE36-7E6F-4EC9-8D66-1CF97A6895EC}</a:tableStyleId>
              </a:tblPr>
              <a:tblGrid>
                <a:gridCol w="449238">
                  <a:extLst>
                    <a:ext uri="{9D8B030D-6E8A-4147-A177-3AD203B41FA5}">
                      <a16:colId xmlns:a16="http://schemas.microsoft.com/office/drawing/2014/main" val="20000"/>
                    </a:ext>
                  </a:extLst>
                </a:gridCol>
                <a:gridCol w="716462">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28500">
                <a:tc gridSpan="4">
                  <a:txBody>
                    <a:bodyPr/>
                    <a:lstStyle/>
                    <a:p>
                      <a:pPr marL="0" marR="0" lvl="0" indent="0" algn="ctr" rtl="0">
                        <a:spcBef>
                          <a:spcPts val="0"/>
                        </a:spcBef>
                        <a:spcAft>
                          <a:spcPts val="0"/>
                        </a:spcAft>
                        <a:buNone/>
                      </a:pPr>
                      <a:r>
                        <a:rPr lang="en-US" sz="800" dirty="0"/>
                        <a:t>NGO </a:t>
                      </a:r>
                      <a:r>
                        <a:rPr lang="en-US" altLang="ko-Kore-KR" sz="800" dirty="0">
                          <a:solidFill>
                            <a:srgbClr val="00B0F0"/>
                          </a:solidFill>
                        </a:rPr>
                        <a:t>[356/176]</a:t>
                      </a:r>
                      <a:r>
                        <a:rPr lang="en-US" altLang="ko-Kore-KR" sz="800" dirty="0"/>
                        <a:t> </a:t>
                      </a:r>
                      <a:r>
                        <a:rPr lang="en-US" sz="800" dirty="0"/>
                        <a:t>: STAR </a:t>
                      </a:r>
                      <a:r>
                        <a:rPr lang="en-US" sz="800" dirty="0">
                          <a:solidFill>
                            <a:srgbClr val="FFC000"/>
                          </a:solidFill>
                        </a:rPr>
                        <a:t>(SAMON 290, MARIA 130)</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5275">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CHESS(CARDS)</a:t>
                      </a:r>
                    </a:p>
                    <a:p>
                      <a:pPr marL="0" marR="0" lvl="0" indent="0" algn="ctr" rtl="0">
                        <a:spcBef>
                          <a:spcPts val="0"/>
                        </a:spcBef>
                        <a:spcAft>
                          <a:spcPts val="0"/>
                        </a:spcAft>
                        <a:buNone/>
                      </a:pPr>
                      <a:r>
                        <a:rPr lang="en-US" sz="800" b="1" dirty="0"/>
                        <a:t>SOUTH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PROBE</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36</a:t>
                      </a:r>
                      <a:endParaRPr sz="800" b="1" dirty="0"/>
                    </a:p>
                  </a:txBody>
                  <a:tcPr marL="36000" marR="36000" marT="36000" marB="36000" anchor="ctr"/>
                </a:tc>
                <a:extLst>
                  <a:ext uri="{0D108BD9-81ED-4DB2-BD59-A6C34878D82A}">
                    <a16:rowId xmlns:a16="http://schemas.microsoft.com/office/drawing/2014/main" val="10001"/>
                  </a:ext>
                </a:extLst>
              </a:tr>
              <a:tr h="210550">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CHESS(CARDS)</a:t>
                      </a:r>
                    </a:p>
                    <a:p>
                      <a:pPr marL="0" marR="0" lvl="0" indent="0" algn="ctr" rtl="0">
                        <a:spcBef>
                          <a:spcPts val="0"/>
                        </a:spcBef>
                        <a:spcAft>
                          <a:spcPts val="0"/>
                        </a:spcAft>
                        <a:buNone/>
                      </a:pPr>
                      <a:r>
                        <a:rPr lang="en-US" sz="800" b="1" dirty="0"/>
                        <a:t>NORTH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QUEST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ILS Z 18</a:t>
                      </a:r>
                      <a:endParaRPr sz="800" b="1" dirty="0"/>
                    </a:p>
                  </a:txBody>
                  <a:tcPr marL="36000" marR="36000" marT="36000" marB="36000" anchor="ctr"/>
                </a:tc>
                <a:extLst>
                  <a:ext uri="{0D108BD9-81ED-4DB2-BD59-A6C34878D82A}">
                    <a16:rowId xmlns:a16="http://schemas.microsoft.com/office/drawing/2014/main" val="10002"/>
                  </a:ext>
                </a:extLst>
              </a:tr>
              <a:tr h="1168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CBE,</a:t>
                      </a:r>
                      <a:r>
                        <a:rPr lang="en-US" sz="800" b="1" dirty="0">
                          <a:solidFill>
                            <a:srgbClr val="00B050"/>
                          </a:solidFill>
                        </a:rPr>
                        <a:t> </a:t>
                      </a:r>
                      <a:r>
                        <a:rPr lang="en-US" sz="800" b="1" dirty="0">
                          <a:solidFill>
                            <a:srgbClr val="C00000"/>
                          </a:solidFill>
                        </a:rPr>
                        <a:t>36 ICX, 18 ICY</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9022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 : A6(5213’), A7(6525’), A8(7837’)</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 : A5(5393’), A4(6528’), A3(7841’)</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902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 After 1500ft L/D FLAP </a:t>
                      </a:r>
                    </a:p>
                    <a:p>
                      <a:pPr marL="0" marR="0" lvl="0" indent="0" algn="ctr" rtl="0">
                        <a:lnSpc>
                          <a:spcPct val="100000"/>
                        </a:lnSpc>
                        <a:spcBef>
                          <a:spcPts val="0"/>
                        </a:spcBef>
                        <a:spcAft>
                          <a:spcPts val="0"/>
                        </a:spcAft>
                        <a:buClr>
                          <a:schemeClr val="dk1"/>
                        </a:buClr>
                        <a:buSzPts val="800"/>
                        <a:buFont typeface="Calibri"/>
                        <a:buNone/>
                      </a:pPr>
                      <a:r>
                        <a:rPr lang="en-US" sz="800" dirty="0"/>
                        <a:t>RWY 18 : After 3000ft L/G DN &amp; L/D FLAP</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B050"/>
                          </a:solidFill>
                        </a:rPr>
                        <a:t>Caution Stop line, Yellow Ramp line, VDGS!!!</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4" name="TextBox 3">
            <a:extLst>
              <a:ext uri="{FF2B5EF4-FFF2-40B4-BE49-F238E27FC236}">
                <a16:creationId xmlns:a16="http://schemas.microsoft.com/office/drawing/2014/main" id="{D1FC2543-C4A5-9C11-508F-89BF4833E0A4}"/>
              </a:ext>
            </a:extLst>
          </p:cNvPr>
          <p:cNvSpPr txBox="1"/>
          <p:nvPr/>
        </p:nvSpPr>
        <p:spPr>
          <a:xfrm>
            <a:off x="14670" y="2857126"/>
            <a:ext cx="1672253"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134.17 – TKO 133.8 – 133.02</a:t>
            </a:r>
          </a:p>
          <a:p>
            <a:pPr>
              <a:lnSpc>
                <a:spcPct val="150000"/>
              </a:lnSpc>
            </a:pPr>
            <a:r>
              <a:rPr kumimoji="1" lang="ko-KR" altLang="en-US" sz="700" b="1" u="sng" dirty="0" err="1">
                <a:solidFill>
                  <a:srgbClr val="0070C0"/>
                </a:solidFill>
                <a:latin typeface="Gulim" panose="020B0600000101010101" pitchFamily="34" charset="-127"/>
                <a:ea typeface="Gulim" panose="020B0600000101010101" pitchFamily="34" charset="-127"/>
              </a:rPr>
              <a:t>센트레아</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APP – 121.05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A8F7711A-A078-A852-471C-DDD7F032B1E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276;p16">
            <a:extLst>
              <a:ext uri="{FF2B5EF4-FFF2-40B4-BE49-F238E27FC236}">
                <a16:creationId xmlns:a16="http://schemas.microsoft.com/office/drawing/2014/main" id="{0B32FEC0-931A-DD8E-6007-9522CF14CA28}"/>
              </a:ext>
            </a:extLst>
          </p:cNvPr>
          <p:cNvGraphicFramePr/>
          <p:nvPr>
            <p:extLst>
              <p:ext uri="{D42A27DB-BD31-4B8C-83A1-F6EECF244321}">
                <p14:modId xmlns:p14="http://schemas.microsoft.com/office/powerpoint/2010/main" val="1718035761"/>
              </p:ext>
            </p:extLst>
          </p:nvPr>
        </p:nvGraphicFramePr>
        <p:xfrm>
          <a:off x="1" y="633739"/>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9BD7D8A0-3F36-A428-C25C-5222DA9A70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4917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975679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300" name="Google Shape;300;p19"/>
          <p:cNvGraphicFramePr/>
          <p:nvPr>
            <p:extLst>
              <p:ext uri="{D42A27DB-BD31-4B8C-83A1-F6EECF244321}">
                <p14:modId xmlns:p14="http://schemas.microsoft.com/office/powerpoint/2010/main" val="1775238136"/>
              </p:ext>
            </p:extLst>
          </p:nvPr>
        </p:nvGraphicFramePr>
        <p:xfrm>
          <a:off x="0" y="611908"/>
          <a:ext cx="2332950" cy="1247435"/>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577875">
                  <a:extLst>
                    <a:ext uri="{9D8B030D-6E8A-4147-A177-3AD203B41FA5}">
                      <a16:colId xmlns:a16="http://schemas.microsoft.com/office/drawing/2014/main" val="20003"/>
                    </a:ext>
                  </a:extLst>
                </a:gridCol>
                <a:gridCol w="855150">
                  <a:extLst>
                    <a:ext uri="{9D8B030D-6E8A-4147-A177-3AD203B41FA5}">
                      <a16:colId xmlns:a16="http://schemas.microsoft.com/office/drawing/2014/main" val="20006"/>
                    </a:ext>
                  </a:extLst>
                </a:gridCol>
              </a:tblGrid>
              <a:tr h="248101">
                <a:tc gridSpan="5">
                  <a:txBody>
                    <a:bodyPr/>
                    <a:lstStyle/>
                    <a:p>
                      <a:pPr marL="0" marR="0" lvl="0" indent="0" algn="ctr" rtl="0">
                        <a:spcBef>
                          <a:spcPts val="0"/>
                        </a:spcBef>
                        <a:spcAft>
                          <a:spcPts val="0"/>
                        </a:spcAft>
                        <a:buNone/>
                      </a:pPr>
                      <a:r>
                        <a:rPr lang="en-US" sz="800" dirty="0"/>
                        <a:t>NGO : SID – TANGO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74182">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OUMI x</a:t>
                      </a:r>
                      <a:endParaRPr sz="800" b="1" dirty="0">
                        <a:solidFill>
                          <a:srgbClr val="0070C0"/>
                        </a:solidFill>
                      </a:endParaRPr>
                    </a:p>
                    <a:p>
                      <a:pPr marL="0" marR="0" lvl="0" indent="0" algn="ctr" rtl="0">
                        <a:spcBef>
                          <a:spcPts val="0"/>
                        </a:spcBef>
                        <a:spcAft>
                          <a:spcPts val="0"/>
                        </a:spcAft>
                        <a:buNone/>
                      </a:pPr>
                      <a:r>
                        <a:rPr lang="en-US" sz="800" dirty="0"/>
                        <a:t>- TANGO </a:t>
                      </a:r>
                      <a:r>
                        <a:rPr lang="en-US" sz="800" dirty="0" err="1"/>
                        <a:t>tx</a:t>
                      </a:r>
                      <a:endParaRPr sz="800" dirty="0"/>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sz="800" b="1" dirty="0"/>
                        <a:t>HD 356 </a:t>
                      </a:r>
                      <a:r>
                        <a:rPr lang="en-US" sz="800" b="1" dirty="0">
                          <a:solidFill>
                            <a:srgbClr val="0070C0"/>
                          </a:solidFill>
                        </a:rPr>
                        <a:t>ALT ATC</a:t>
                      </a:r>
                      <a:r>
                        <a:rPr lang="en-US" sz="458" b="0" dirty="0">
                          <a:solidFill>
                            <a:schemeClr val="dk1"/>
                          </a:solidFill>
                        </a:rPr>
                        <a:t> </a:t>
                      </a:r>
                      <a:r>
                        <a:rPr lang="en-US" sz="800" b="1" dirty="0">
                          <a:solidFill>
                            <a:srgbClr val="0070C0"/>
                          </a:solidFill>
                        </a:rPr>
                        <a:t>(7000)</a:t>
                      </a:r>
                    </a:p>
                  </a:txBody>
                  <a:tcPr marL="36000" marR="36000" marT="36000" marB="36000" anchor="ctr"/>
                </a:tc>
                <a:tc hMerge="1">
                  <a:txBody>
                    <a:bodyPr/>
                    <a:lstStyle/>
                    <a:p>
                      <a:endParaRPr/>
                    </a:p>
                  </a:txBody>
                  <a:tcPr marL="36000" marR="36000" marT="36000" marB="36000" anchor="ctr"/>
                </a:tc>
                <a:extLst>
                  <a:ext uri="{0D108BD9-81ED-4DB2-BD59-A6C34878D82A}">
                    <a16:rowId xmlns:a16="http://schemas.microsoft.com/office/drawing/2014/main" val="10001"/>
                  </a:ext>
                </a:extLst>
              </a:tr>
              <a:tr h="225485">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r>
                        <a:rPr lang="en-US" sz="800" b="1" dirty="0"/>
                        <a:t>HD 176</a:t>
                      </a:r>
                      <a:r>
                        <a:rPr lang="en-US" sz="800" b="1" dirty="0">
                          <a:solidFill>
                            <a:schemeClr val="dk1"/>
                          </a:solidFill>
                        </a:rPr>
                        <a:t> </a:t>
                      </a:r>
                      <a:r>
                        <a:rPr lang="en-US" sz="800" b="1" dirty="0">
                          <a:solidFill>
                            <a:srgbClr val="0070C0"/>
                          </a:solidFill>
                        </a:rPr>
                        <a:t>ALT ATC(7000)</a:t>
                      </a:r>
                    </a:p>
                  </a:txBody>
                  <a:tcPr marL="36000" marR="36000" marT="36000" marB="36000" anchor="ctr"/>
                </a:tc>
                <a:tc hMerge="1">
                  <a:txBody>
                    <a:bodyPr/>
                    <a:lstStyle/>
                    <a:p>
                      <a:endParaRPr/>
                    </a:p>
                  </a:txBody>
                  <a:tcPr marL="36000" marR="36000" marT="36000" marB="36000" anchor="ctr"/>
                </a:tc>
                <a:extLst>
                  <a:ext uri="{0D108BD9-81ED-4DB2-BD59-A6C34878D82A}">
                    <a16:rowId xmlns:a16="http://schemas.microsoft.com/office/drawing/2014/main" val="10002"/>
                  </a:ext>
                </a:extLst>
              </a:tr>
              <a:tr h="274182">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CBE</a:t>
                      </a:r>
                      <a:r>
                        <a:rPr lang="en-US" sz="800" b="0" dirty="0">
                          <a:solidFill>
                            <a:schemeClr val="dk1"/>
                          </a:solidFill>
                        </a:rPr>
                        <a:t> </a:t>
                      </a:r>
                      <a:r>
                        <a:rPr lang="en-US" sz="800" b="1" dirty="0">
                          <a:solidFill>
                            <a:srgbClr val="0070C0"/>
                          </a:solidFill>
                        </a:rPr>
                        <a:t>117.8</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18 ICY 109.7</a:t>
                      </a:r>
                      <a:endParaRPr sz="800"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 ICX 111.9</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22548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30min, Prepare Intersection T/O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01" name="Google Shape;301;p19"/>
          <p:cNvGraphicFramePr/>
          <p:nvPr>
            <p:extLst>
              <p:ext uri="{D42A27DB-BD31-4B8C-83A1-F6EECF244321}">
                <p14:modId xmlns:p14="http://schemas.microsoft.com/office/powerpoint/2010/main" val="157439114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RJGG(NGO) 12ft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l" rtl="0">
                        <a:spcBef>
                          <a:spcPts val="0"/>
                        </a:spcBef>
                        <a:spcAft>
                          <a:spcPts val="0"/>
                        </a:spcAft>
                        <a:buNone/>
                      </a:pPr>
                      <a:r>
                        <a:rPr lang="en-US" altLang="ko-Kore-KR" sz="700" dirty="0"/>
                        <a:t>SWISSPORT OPERATION</a:t>
                      </a:r>
                      <a:r>
                        <a:rPr lang="en-US" altLang="ko-Kore-KR" sz="900" dirty="0"/>
                        <a:t>      </a:t>
                      </a:r>
                    </a:p>
                    <a:p>
                      <a:pPr marL="0" marR="0" lvl="0" indent="0" algn="l" rtl="0">
                        <a:spcBef>
                          <a:spcPts val="0"/>
                        </a:spcBef>
                        <a:spcAft>
                          <a:spcPts val="0"/>
                        </a:spcAft>
                        <a:buNone/>
                      </a:pPr>
                      <a:r>
                        <a:rPr lang="en-US" altLang="ko-Kore-KR" sz="900" dirty="0"/>
                        <a:t>   132.05    </a:t>
                      </a:r>
                      <a:r>
                        <a:rPr lang="en-US" sz="700" dirty="0">
                          <a:solidFill>
                            <a:srgbClr val="FF0000"/>
                          </a:solidFill>
                        </a:rPr>
                        <a:t>DCL -15분</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291CF481-65C3-26D3-95AE-3671F3B5E010}"/>
              </a:ext>
            </a:extLst>
          </p:cNvPr>
          <p:cNvSpPr txBox="1"/>
          <p:nvPr/>
        </p:nvSpPr>
        <p:spPr>
          <a:xfrm>
            <a:off x="21296" y="1890173"/>
            <a:ext cx="1632178"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120.0</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a:t>
            </a:r>
            <a:r>
              <a:rPr kumimoji="1" lang="en-US" altLang="ko-KR" sz="700" b="1" u="sng" dirty="0">
                <a:solidFill>
                  <a:srgbClr val="0070C0"/>
                </a:solidFill>
                <a:latin typeface="Gulim" panose="020B0600000101010101" pitchFamily="34" charset="-127"/>
                <a:ea typeface="Gulim" panose="020B0600000101010101" pitchFamily="34" charset="-127"/>
              </a:rPr>
              <a:t>33</a:t>
            </a:r>
            <a:r>
              <a:rPr kumimoji="1" lang="en-US" altLang="ko-Kore-KR" sz="700" b="1" u="sng" dirty="0">
                <a:solidFill>
                  <a:srgbClr val="0070C0"/>
                </a:solidFill>
                <a:latin typeface="Gulim" panose="020B0600000101010101" pitchFamily="34" charset="-127"/>
                <a:ea typeface="Gulim" panose="020B0600000101010101" pitchFamily="34" charset="-127"/>
              </a:rPr>
              <a:t>.5</a:t>
            </a:r>
            <a:r>
              <a:rPr kumimoji="1" lang="en-US" altLang="ko-KR" sz="700" b="1" u="sng" dirty="0">
                <a:solidFill>
                  <a:srgbClr val="0070C0"/>
                </a:solidFill>
                <a:latin typeface="Gulim" panose="020B0600000101010101" pitchFamily="34" charset="-127"/>
                <a:ea typeface="Gulim" panose="020B0600000101010101" pitchFamily="34" charset="-127"/>
              </a:rPr>
              <a:t>5</a:t>
            </a:r>
            <a:r>
              <a:rPr kumimoji="1" lang="en-US" altLang="ko-Kore-KR" sz="700" b="1" u="sng" dirty="0">
                <a:solidFill>
                  <a:srgbClr val="0070C0"/>
                </a:solidFill>
                <a:latin typeface="Gulim" panose="020B0600000101010101" pitchFamily="34" charset="-127"/>
                <a:ea typeface="Gulim" panose="020B0600000101010101" pitchFamily="34" charset="-127"/>
              </a:rPr>
              <a:t> – </a:t>
            </a:r>
            <a:r>
              <a:rPr kumimoji="1" lang="en-US" altLang="ko-KR" sz="700" b="1" u="sng" dirty="0">
                <a:solidFill>
                  <a:srgbClr val="0070C0"/>
                </a:solidFill>
                <a:latin typeface="Gulim" panose="020B0600000101010101" pitchFamily="34" charset="-127"/>
                <a:ea typeface="Gulim" panose="020B0600000101010101" pitchFamily="34" charset="-127"/>
              </a:rPr>
              <a:t>1</a:t>
            </a:r>
            <a:r>
              <a:rPr kumimoji="1" lang="en-US" altLang="ko-Kore-KR" sz="700" b="1" u="sng" dirty="0">
                <a:solidFill>
                  <a:srgbClr val="0070C0"/>
                </a:solidFill>
                <a:latin typeface="Gulim" panose="020B0600000101010101" pitchFamily="34" charset="-127"/>
                <a:ea typeface="Gulim" panose="020B0600000101010101" pitchFamily="34" charset="-127"/>
              </a:rPr>
              <a:t>33.8 – 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1</a:t>
            </a:r>
            <a:r>
              <a:rPr kumimoji="1" lang="en-US" altLang="ko-KR" sz="700" b="1" u="sng" dirty="0">
                <a:solidFill>
                  <a:srgbClr val="0070C0"/>
                </a:solidFill>
                <a:latin typeface="Gulim" panose="020B0600000101010101" pitchFamily="34" charset="-127"/>
                <a:ea typeface="Gulim" panose="020B0600000101010101" pitchFamily="34" charset="-127"/>
              </a:rPr>
              <a:t>20</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52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33D2B1E1-5D0A-9574-5547-A89097C5B4BB}"/>
              </a:ext>
            </a:extLst>
          </p:cNvPr>
          <p:cNvSpPr/>
          <p:nvPr/>
        </p:nvSpPr>
        <p:spPr>
          <a:xfrm>
            <a:off x="838328" y="278136"/>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83;p17">
            <a:extLst>
              <a:ext uri="{FF2B5EF4-FFF2-40B4-BE49-F238E27FC236}">
                <a16:creationId xmlns:a16="http://schemas.microsoft.com/office/drawing/2014/main" id="{9D709B94-6F4A-E032-8E9D-8709BD2DF245}"/>
              </a:ext>
            </a:extLst>
          </p:cNvPr>
          <p:cNvGraphicFramePr/>
          <p:nvPr>
            <p:extLst>
              <p:ext uri="{D42A27DB-BD31-4B8C-83A1-F6EECF244321}">
                <p14:modId xmlns:p14="http://schemas.microsoft.com/office/powerpoint/2010/main" val="2191420524"/>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EEA9BB64-8011-F3E4-E8E6-C3C6418A68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4377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83064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aphicFrame>
        <p:nvGraphicFramePr>
          <p:cNvPr id="328" name="Google Shape;328;p22"/>
          <p:cNvGraphicFramePr/>
          <p:nvPr>
            <p:extLst>
              <p:ext uri="{D42A27DB-BD31-4B8C-83A1-F6EECF244321}">
                <p14:modId xmlns:p14="http://schemas.microsoft.com/office/powerpoint/2010/main" val="2577914132"/>
              </p:ext>
            </p:extLst>
          </p:nvPr>
        </p:nvGraphicFramePr>
        <p:xfrm>
          <a:off x="-5177" y="3761019"/>
          <a:ext cx="2331375" cy="1792570"/>
        </p:xfrm>
        <a:graphic>
          <a:graphicData uri="http://schemas.openxmlformats.org/drawingml/2006/table">
            <a:tbl>
              <a:tblPr firstRow="1" bandRow="1">
                <a:noFill/>
                <a:tableStyleId>{A521BE36-7E6F-4EC9-8D66-1CF97A6895EC}</a:tableStyleId>
              </a:tblPr>
              <a:tblGrid>
                <a:gridCol w="461950">
                  <a:extLst>
                    <a:ext uri="{9D8B030D-6E8A-4147-A177-3AD203B41FA5}">
                      <a16:colId xmlns:a16="http://schemas.microsoft.com/office/drawing/2014/main" val="20000"/>
                    </a:ext>
                  </a:extLst>
                </a:gridCol>
                <a:gridCol w="7037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CTS </a:t>
                      </a:r>
                      <a:r>
                        <a:rPr lang="en-US" sz="800" dirty="0">
                          <a:solidFill>
                            <a:srgbClr val="00B0F0"/>
                          </a:solidFill>
                        </a:rPr>
                        <a:t>[082/182]</a:t>
                      </a:r>
                      <a:r>
                        <a:rPr lang="en-US" sz="800" dirty="0"/>
                        <a:t> :  </a:t>
                      </a:r>
                      <a:r>
                        <a:rPr lang="en-US" sz="800" dirty="0">
                          <a:solidFill>
                            <a:srgbClr val="FFC000"/>
                          </a:solidFill>
                        </a:rPr>
                        <a:t>01R : IDEMI 150, 19L : NAVER 170</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01R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YOTEI SOUTH</a:t>
                      </a:r>
                      <a:endParaRPr dirty="0"/>
                    </a:p>
                    <a:p>
                      <a:pPr marL="0" marR="0" lvl="0" indent="0" algn="ctr" rtl="0">
                        <a:spcBef>
                          <a:spcPts val="0"/>
                        </a:spcBef>
                        <a:spcAft>
                          <a:spcPts val="0"/>
                        </a:spcAft>
                        <a:buNone/>
                      </a:pPr>
                      <a:r>
                        <a:rPr lang="en-US" sz="800" b="1" dirty="0"/>
                        <a:t>(YUKII WEST)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YOTEI</a:t>
                      </a:r>
                      <a:endParaRPr/>
                    </a:p>
                    <a:p>
                      <a:pPr marL="0" marR="0" lvl="0" indent="0" algn="ctr" rtl="0">
                        <a:spcBef>
                          <a:spcPts val="0"/>
                        </a:spcBef>
                        <a:spcAft>
                          <a:spcPts val="0"/>
                        </a:spcAft>
                        <a:buNone/>
                      </a:pPr>
                      <a:r>
                        <a:rPr lang="en-US" sz="800" b="1"/>
                        <a:t>not YOSEI</a:t>
                      </a:r>
                      <a:endParaRPr/>
                    </a:p>
                  </a:txBody>
                  <a:tcPr marL="36000" marR="36000" marT="36000" marB="36000" anchor="ctr"/>
                </a:tc>
                <a:tc>
                  <a:txBody>
                    <a:bodyPr/>
                    <a:lstStyle/>
                    <a:p>
                      <a:pPr marL="0" marR="0" lvl="0" indent="0" algn="ctr" rtl="0">
                        <a:spcBef>
                          <a:spcPts val="0"/>
                        </a:spcBef>
                        <a:spcAft>
                          <a:spcPts val="0"/>
                        </a:spcAft>
                        <a:buNone/>
                      </a:pPr>
                      <a:r>
                        <a:rPr lang="en-US" sz="800" b="1" dirty="0"/>
                        <a:t>ILS Y/Z 01R</a:t>
                      </a:r>
                    </a:p>
                    <a:p>
                      <a:pPr marL="0" marR="0" lvl="0" indent="0" algn="ctr" rtl="0">
                        <a:spcBef>
                          <a:spcPts val="0"/>
                        </a:spcBef>
                        <a:spcAft>
                          <a:spcPts val="0"/>
                        </a:spcAft>
                        <a:buNone/>
                      </a:pPr>
                      <a:r>
                        <a:rPr lang="en-US" sz="800" b="1" dirty="0">
                          <a:solidFill>
                            <a:srgbClr val="C00000"/>
                          </a:solidFill>
                        </a:rPr>
                        <a:t>3000/2000</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dirty="0"/>
                        <a:t>19L</a:t>
                      </a:r>
                    </a:p>
                    <a:p>
                      <a:pPr marL="0" marR="0" lvl="0" indent="0" algn="ctr" rtl="0">
                        <a:spcBef>
                          <a:spcPts val="0"/>
                        </a:spcBef>
                        <a:spcAft>
                          <a:spcPts val="0"/>
                        </a:spcAft>
                        <a:buNone/>
                      </a:pPr>
                      <a:r>
                        <a:rPr lang="en-US" sz="800" b="1" dirty="0">
                          <a:solidFill>
                            <a:srgbClr val="C00000"/>
                          </a:solidFill>
                        </a:rPr>
                        <a:t>19R </a:t>
                      </a:r>
                    </a:p>
                    <a:p>
                      <a:pPr marL="0" marR="0" lvl="0" indent="0" algn="ctr" rtl="0">
                        <a:spcBef>
                          <a:spcPts val="0"/>
                        </a:spcBef>
                        <a:spcAft>
                          <a:spcPts val="0"/>
                        </a:spcAft>
                        <a:buNone/>
                      </a:pPr>
                      <a:r>
                        <a:rPr lang="en-US" sz="800" b="1" dirty="0">
                          <a:solidFill>
                            <a:srgbClr val="C00000"/>
                          </a:solidFill>
                        </a:rPr>
                        <a:t>CAT III</a:t>
                      </a:r>
                      <a:endParaRPr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a:t>NAVER(170)</a:t>
                      </a:r>
                      <a:endParaRPr/>
                    </a:p>
                    <a:p>
                      <a:pPr marL="0" marR="0" lvl="0" indent="0" algn="ctr" rtl="0">
                        <a:spcBef>
                          <a:spcPts val="0"/>
                        </a:spcBef>
                        <a:spcAft>
                          <a:spcPts val="0"/>
                        </a:spcAft>
                        <a:buNone/>
                      </a:pPr>
                      <a:r>
                        <a:rPr lang="en-US" sz="800" b="1"/>
                        <a:t>YUNEY SOUTH</a:t>
                      </a:r>
                      <a:endParaRPr/>
                    </a:p>
                    <a:p>
                      <a:pPr marL="0" marR="0" lvl="0" indent="0" algn="ctr" rtl="0">
                        <a:spcBef>
                          <a:spcPts val="0"/>
                        </a:spcBef>
                        <a:spcAft>
                          <a:spcPts val="0"/>
                        </a:spcAft>
                        <a:buNone/>
                      </a:pPr>
                      <a:r>
                        <a:rPr lang="en-US" sz="800" b="1"/>
                        <a:t>(KAORY A)</a:t>
                      </a:r>
                      <a:endParaRPr sz="800" b="1"/>
                    </a:p>
                  </a:txBody>
                  <a:tcPr marL="36000" marR="36000" marT="36000" marB="36000" anchor="ctr"/>
                </a:tc>
                <a:tc>
                  <a:txBody>
                    <a:bodyPr/>
                    <a:lstStyle/>
                    <a:p>
                      <a:pPr marL="0" marR="0" lvl="0" indent="0" algn="ctr" rtl="0">
                        <a:spcBef>
                          <a:spcPts val="0"/>
                        </a:spcBef>
                        <a:spcAft>
                          <a:spcPts val="0"/>
                        </a:spcAft>
                        <a:buNone/>
                      </a:pPr>
                      <a:r>
                        <a:rPr lang="en-US" sz="800" b="1"/>
                        <a:t>KAORY</a:t>
                      </a:r>
                      <a:endParaRPr/>
                    </a:p>
                    <a:p>
                      <a:pPr marL="0" marR="0" lvl="0" indent="0" algn="ctr" rtl="0">
                        <a:spcBef>
                          <a:spcPts val="0"/>
                        </a:spcBef>
                        <a:spcAft>
                          <a:spcPts val="0"/>
                        </a:spcAft>
                        <a:buNone/>
                      </a:pPr>
                      <a:r>
                        <a:rPr lang="en-US" sz="800" b="1"/>
                        <a:t>YUNEY</a:t>
                      </a:r>
                      <a:endParaRPr/>
                    </a:p>
                    <a:p>
                      <a:pPr marL="0" marR="0" lvl="0" indent="0" algn="ctr" rtl="0">
                        <a:spcBef>
                          <a:spcPts val="0"/>
                        </a:spcBef>
                        <a:spcAft>
                          <a:spcPts val="0"/>
                        </a:spcAft>
                        <a:buNone/>
                      </a:pPr>
                      <a:r>
                        <a:rPr lang="en-US" sz="800" b="1"/>
                        <a:t>(KAORY)</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19L</a:t>
                      </a:r>
                      <a:endParaRPr/>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CHE,</a:t>
                      </a:r>
                      <a:r>
                        <a:rPr lang="en-US" sz="800" b="1" dirty="0">
                          <a:solidFill>
                            <a:srgbClr val="00B050"/>
                          </a:solidFill>
                        </a:rPr>
                        <a:t> </a:t>
                      </a:r>
                      <a:r>
                        <a:rPr lang="en-US" sz="800" b="1" dirty="0">
                          <a:solidFill>
                            <a:srgbClr val="C00000"/>
                          </a:solidFill>
                        </a:rPr>
                        <a:t>01R ICH, 19L ICM</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endParaRPr dirty="0"/>
                    </a:p>
                  </a:txBody>
                  <a:tcPr marL="36000" marR="36000" marT="36000" marB="36000" anchor="ctr"/>
                </a:tc>
                <a:extLst>
                  <a:ext uri="{0D108BD9-81ED-4DB2-BD59-A6C34878D82A}">
                    <a16:rowId xmlns:a16="http://schemas.microsoft.com/office/drawing/2014/main" val="10003"/>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01R : B4(5278’), B3(7047’), 19L : B8(5177’), B9(7119’)</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01L : A5(5538’), A4(6961’), 19R : A7(5390’), A8(6873’)</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Do not Cross 01L/19R After L/D (No TWY)</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TAXI to Gate Via D(J) or 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29" name="Google Shape;329;p22"/>
          <p:cNvGraphicFramePr/>
          <p:nvPr>
            <p:extLst>
              <p:ext uri="{D42A27DB-BD31-4B8C-83A1-F6EECF244321}">
                <p14:modId xmlns:p14="http://schemas.microsoft.com/office/powerpoint/2010/main" val="3353633585"/>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RJCC(CTS) 70ft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None</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B5CAF811-B5E1-B49C-3619-B63357E59B85}"/>
              </a:ext>
            </a:extLst>
          </p:cNvPr>
          <p:cNvSpPr txBox="1"/>
          <p:nvPr/>
        </p:nvSpPr>
        <p:spPr>
          <a:xfrm>
            <a:off x="-41878" y="2830125"/>
            <a:ext cx="2085827" cy="466657"/>
          </a:xfrm>
          <a:prstGeom prst="rect">
            <a:avLst/>
          </a:prstGeom>
          <a:noFill/>
        </p:spPr>
        <p:txBody>
          <a:bodyPr wrap="none" tIns="36000" bIns="36000" rtlCol="0" anchor="ctr">
            <a:spAutoFit/>
          </a:bodyPr>
          <a:lstStyle/>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DEP 125.15</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TGU</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134.17 - FUK</a:t>
            </a:r>
            <a:r>
              <a:rPr kumimoji="1" lang="en-US" altLang="ko-Kore-KR" sz="600" b="1" u="sng" dirty="0">
                <a:solidFill>
                  <a:srgbClr val="0070C0"/>
                </a:solidFill>
                <a:latin typeface="Gulim" panose="020B0600000101010101" pitchFamily="34" charset="-127"/>
                <a:ea typeface="Gulim" panose="020B0600000101010101" pitchFamily="34" charset="-127"/>
              </a:rPr>
              <a:t> 1</a:t>
            </a:r>
            <a:r>
              <a:rPr kumimoji="1" lang="en-US" altLang="ko-KR" sz="600" b="1" u="sng" dirty="0">
                <a:solidFill>
                  <a:srgbClr val="0070C0"/>
                </a:solidFill>
                <a:latin typeface="Gulim" panose="020B0600000101010101" pitchFamily="34" charset="-127"/>
                <a:ea typeface="Gulim" panose="020B0600000101010101" pitchFamily="34" charset="-127"/>
              </a:rPr>
              <a:t>24</a:t>
            </a:r>
            <a:r>
              <a:rPr kumimoji="1" lang="en-US" altLang="ko-Kore-KR" sz="600" b="1" u="sng" dirty="0">
                <a:solidFill>
                  <a:srgbClr val="0070C0"/>
                </a:solidFill>
                <a:latin typeface="Gulim" panose="020B0600000101010101" pitchFamily="34" charset="-127"/>
                <a:ea typeface="Gulim" panose="020B0600000101010101" pitchFamily="34" charset="-127"/>
              </a:rPr>
              <a:t>.</a:t>
            </a:r>
            <a:r>
              <a:rPr kumimoji="1" lang="en-US" altLang="ko-KR" sz="600" b="1" u="sng" dirty="0">
                <a:solidFill>
                  <a:srgbClr val="0070C0"/>
                </a:solidFill>
                <a:latin typeface="Gulim" panose="020B0600000101010101" pitchFamily="34" charset="-127"/>
                <a:ea typeface="Gulim" panose="020B0600000101010101" pitchFamily="34" charset="-127"/>
              </a:rPr>
              <a:t>15</a:t>
            </a:r>
            <a:r>
              <a:rPr kumimoji="1" lang="en-US" altLang="ko-Kore-KR" sz="600" b="1" u="sng" dirty="0">
                <a:solidFill>
                  <a:srgbClr val="0070C0"/>
                </a:solidFill>
                <a:latin typeface="Gulim" panose="020B0600000101010101" pitchFamily="34" charset="-127"/>
                <a:ea typeface="Gulim" panose="020B0600000101010101" pitchFamily="34" charset="-127"/>
              </a:rPr>
              <a:t> – 133.</a:t>
            </a:r>
            <a:r>
              <a:rPr kumimoji="1" lang="en-US" altLang="ko-KR" sz="600" b="1" u="sng" dirty="0">
                <a:solidFill>
                  <a:srgbClr val="0070C0"/>
                </a:solidFill>
                <a:latin typeface="Gulim" panose="020B0600000101010101" pitchFamily="34" charset="-127"/>
                <a:ea typeface="Gulim" panose="020B0600000101010101" pitchFamily="34" charset="-127"/>
              </a:rPr>
              <a:t>02</a:t>
            </a:r>
            <a:r>
              <a:rPr kumimoji="1" lang="en-US" altLang="ko-Kore-KR" sz="600" b="1" u="sng" dirty="0">
                <a:solidFill>
                  <a:srgbClr val="0070C0"/>
                </a:solidFill>
                <a:latin typeface="Gulim" panose="020B0600000101010101" pitchFamily="34" charset="-127"/>
                <a:ea typeface="Gulim" panose="020B0600000101010101" pitchFamily="34" charset="-127"/>
              </a:rPr>
              <a:t> </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TKO 132.3 - SPR 133.3 -119.3</a:t>
            </a:r>
          </a:p>
          <a:p>
            <a:pPr>
              <a:lnSpc>
                <a:spcPct val="150000"/>
              </a:lnSpc>
            </a:pPr>
            <a:r>
              <a:rPr kumimoji="1" lang="en-US" altLang="ko-KR" sz="600" b="1" u="sng" dirty="0">
                <a:solidFill>
                  <a:srgbClr val="0070C0"/>
                </a:solidFill>
                <a:latin typeface="Gulim" panose="020B0600000101010101" pitchFamily="34" charset="-127"/>
                <a:ea typeface="Gulim" panose="020B0600000101010101" pitchFamily="34" charset="-127"/>
              </a:rPr>
              <a:t>CTS APP 120.1</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FAEC4EB8-DA09-E905-09CF-DC62055CFFC1}"/>
              </a:ext>
            </a:extLst>
          </p:cNvPr>
          <p:cNvSpPr/>
          <p:nvPr/>
        </p:nvSpPr>
        <p:spPr>
          <a:xfrm>
            <a:off x="823899" y="285938"/>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48187323-9745-7D15-999A-0DB2DA6DB0FD}"/>
              </a:ext>
            </a:extLst>
          </p:cNvPr>
          <p:cNvGraphicFramePr/>
          <p:nvPr>
            <p:extLst>
              <p:ext uri="{D42A27DB-BD31-4B8C-83A1-F6EECF244321}">
                <p14:modId xmlns:p14="http://schemas.microsoft.com/office/powerpoint/2010/main" val="1906755642"/>
              </p:ext>
            </p:extLst>
          </p:nvPr>
        </p:nvGraphicFramePr>
        <p:xfrm>
          <a:off x="1" y="613420"/>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A857DC84-A9EE-B011-B931-FEF867EE725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43771"/>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aphicFrame>
        <p:nvGraphicFramePr>
          <p:cNvPr id="336" name="Google Shape;336;p23"/>
          <p:cNvGraphicFramePr/>
          <p:nvPr>
            <p:extLst>
              <p:ext uri="{D42A27DB-BD31-4B8C-83A1-F6EECF244321}">
                <p14:modId xmlns:p14="http://schemas.microsoft.com/office/powerpoint/2010/main" val="1203553812"/>
              </p:ext>
            </p:extLst>
          </p:nvPr>
        </p:nvGraphicFramePr>
        <p:xfrm>
          <a:off x="0" y="611908"/>
          <a:ext cx="2332950" cy="12828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410400">
                  <a:extLst>
                    <a:ext uri="{9D8B030D-6E8A-4147-A177-3AD203B41FA5}">
                      <a16:colId xmlns:a16="http://schemas.microsoft.com/office/drawing/2014/main" val="20004"/>
                    </a:ext>
                  </a:extLst>
                </a:gridCol>
                <a:gridCol w="427575">
                  <a:extLst>
                    <a:ext uri="{9D8B030D-6E8A-4147-A177-3AD203B41FA5}">
                      <a16:colId xmlns:a16="http://schemas.microsoft.com/office/drawing/2014/main" val="20006"/>
                    </a:ext>
                  </a:extLst>
                </a:gridCol>
                <a:gridCol w="427575">
                  <a:extLst>
                    <a:ext uri="{9D8B030D-6E8A-4147-A177-3AD203B41FA5}">
                      <a16:colId xmlns:a16="http://schemas.microsoft.com/office/drawing/2014/main" val="20007"/>
                    </a:ext>
                  </a:extLst>
                </a:gridCol>
              </a:tblGrid>
              <a:tr h="159300">
                <a:tc gridSpan="7">
                  <a:txBody>
                    <a:bodyPr/>
                    <a:lstStyle/>
                    <a:p>
                      <a:pPr marL="0" marR="0" lvl="0" indent="0" algn="ctr" rtl="0">
                        <a:spcBef>
                          <a:spcPts val="0"/>
                        </a:spcBef>
                        <a:spcAft>
                          <a:spcPts val="0"/>
                        </a:spcAft>
                        <a:buNone/>
                      </a:pPr>
                      <a:r>
                        <a:rPr lang="en-US" sz="800" dirty="0"/>
                        <a:t>CTS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rowSpan="2">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DALBI x</a:t>
                      </a:r>
                      <a:endParaRPr/>
                    </a:p>
                    <a:p>
                      <a:pPr marL="0" marR="0" lvl="0" indent="0" algn="ctr" rtl="0">
                        <a:spcBef>
                          <a:spcPts val="0"/>
                        </a:spcBef>
                        <a:spcAft>
                          <a:spcPts val="0"/>
                        </a:spcAft>
                        <a:buNone/>
                      </a:pPr>
                      <a:r>
                        <a:rPr lang="en-US" sz="800" b="1">
                          <a:solidFill>
                            <a:srgbClr val="0070C0"/>
                          </a:solidFill>
                        </a:rPr>
                        <a:t>SUVIT x SOSHU x</a:t>
                      </a:r>
                      <a:endParaRPr/>
                    </a:p>
                  </a:txBody>
                  <a:tcPr marL="36000" marR="36000" marT="36000" marB="36000" anchor="ctr"/>
                </a:tc>
                <a:tc rowSpan="2" hMerge="1">
                  <a:txBody>
                    <a:bodyPr/>
                    <a:lstStyle/>
                    <a:p>
                      <a:endParaRPr lang="ko-Kore-KR"/>
                    </a:p>
                  </a:txBody>
                  <a:tcPr/>
                </a:tc>
                <a:tc gridSpan="4">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vMerge="1">
                  <a:txBody>
                    <a:bodyPr/>
                    <a:lstStyle/>
                    <a:p>
                      <a:endParaRPr lang="ko-Kore-KR"/>
                    </a:p>
                  </a:txBody>
                  <a:tcPr/>
                </a:tc>
                <a:tc gridSpan="2" vMerge="1">
                  <a:txBody>
                    <a:bodyPr/>
                    <a:lstStyle/>
                    <a:p>
                      <a:endParaRPr lang="ko-Kore-KR"/>
                    </a:p>
                  </a:txBody>
                  <a:tcPr/>
                </a:tc>
                <a:tc hMerge="1" vMerge="1">
                  <a:txBody>
                    <a:bodyPr/>
                    <a:lstStyle/>
                    <a:p>
                      <a:endParaRPr lang="ko-Kore-KR"/>
                    </a:p>
                  </a:txBody>
                  <a:tcPr/>
                </a:tc>
                <a:tc gridSpan="4">
                  <a:txBody>
                    <a:bodyPr/>
                    <a:lstStyle/>
                    <a:p>
                      <a:pPr marL="0" marR="0" lvl="0" indent="0" algn="ctr" rtl="0">
                        <a:spcBef>
                          <a:spcPts val="0"/>
                        </a:spcBef>
                        <a:spcAft>
                          <a:spcPts val="0"/>
                        </a:spcAft>
                        <a:buNone/>
                      </a:pPr>
                      <a:r>
                        <a:rPr lang="en-US" sz="800" b="1" dirty="0"/>
                        <a:t>HD 182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CHE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116.9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01R ICH</a:t>
                      </a:r>
                      <a:endParaRPr dirty="0"/>
                    </a:p>
                    <a:p>
                      <a:pPr marL="0" marR="0" lvl="0" indent="0" algn="ctr" rtl="0">
                        <a:spcBef>
                          <a:spcPts val="0"/>
                        </a:spcBef>
                        <a:spcAft>
                          <a:spcPts val="0"/>
                        </a:spcAft>
                        <a:buNone/>
                      </a:pPr>
                      <a:r>
                        <a:rPr lang="en-US" sz="800" b="1" dirty="0">
                          <a:solidFill>
                            <a:srgbClr val="C00000"/>
                          </a:solidFill>
                        </a:rPr>
                        <a:t>110.75</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19L ICM</a:t>
                      </a:r>
                      <a:endParaRPr dirty="0"/>
                    </a:p>
                    <a:p>
                      <a:pPr marL="0" marR="0" lvl="0" indent="0" algn="ctr" rtl="0">
                        <a:spcBef>
                          <a:spcPts val="0"/>
                        </a:spcBef>
                        <a:spcAft>
                          <a:spcPts val="0"/>
                        </a:spcAft>
                        <a:buNone/>
                      </a:pPr>
                      <a:r>
                        <a:rPr lang="en-US" sz="800" b="1" dirty="0">
                          <a:solidFill>
                            <a:srgbClr val="C00000"/>
                          </a:solidFill>
                        </a:rPr>
                        <a:t>109.35</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01L ICN 110.9</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19R ICS 111.5</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7">
                  <a:txBody>
                    <a:bodyPr/>
                    <a:lstStyle/>
                    <a:p>
                      <a:pPr marL="0" marR="0" lvl="0" indent="0" algn="ctr" rtl="0">
                        <a:lnSpc>
                          <a:spcPct val="100000"/>
                        </a:lnSpc>
                        <a:spcBef>
                          <a:spcPts val="0"/>
                        </a:spcBef>
                        <a:spcAft>
                          <a:spcPts val="0"/>
                        </a:spcAft>
                        <a:buClr>
                          <a:schemeClr val="accent1"/>
                        </a:buClr>
                        <a:buSzPts val="800"/>
                        <a:buFont typeface="Calibri"/>
                        <a:buNone/>
                      </a:pPr>
                      <a:r>
                        <a:rPr lang="en-US" sz="800" b="1" dirty="0">
                          <a:solidFill>
                            <a:schemeClr val="accent1"/>
                          </a:solidFill>
                        </a:rPr>
                        <a:t>APU, Deicing at the Gate</a:t>
                      </a:r>
                      <a:endParaRPr dirty="0"/>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R/H turn DCT to HWE -&gt; Confirm R/H Turn ND</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37" name="Google Shape;337;p23"/>
          <p:cNvGraphicFramePr/>
          <p:nvPr>
            <p:extLst>
              <p:ext uri="{D42A27DB-BD31-4B8C-83A1-F6EECF244321}">
                <p14:modId xmlns:p14="http://schemas.microsoft.com/office/powerpoint/2010/main" val="1630756081"/>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RJCC(CTS) 70ft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None</a:t>
                      </a:r>
                      <a:endParaRPr dirty="0"/>
                    </a:p>
                    <a:p>
                      <a:pPr marL="0" marR="0" lvl="0" indent="0" algn="ctr" rtl="0">
                        <a:spcBef>
                          <a:spcPts val="0"/>
                        </a:spcBef>
                        <a:spcAft>
                          <a:spcPts val="0"/>
                        </a:spcAft>
                        <a:buNone/>
                      </a:pPr>
                      <a:r>
                        <a:rPr lang="en-US" sz="800" dirty="0">
                          <a:solidFill>
                            <a:srgbClr val="FF0000"/>
                          </a:solidFill>
                        </a:rPr>
                        <a:t>NO DCL -5분</a:t>
                      </a:r>
                      <a:endParaRPr sz="8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EF15FB2D-E42F-675C-3FFB-9ECEC0B206B8}"/>
              </a:ext>
            </a:extLst>
          </p:cNvPr>
          <p:cNvSpPr txBox="1"/>
          <p:nvPr/>
        </p:nvSpPr>
        <p:spPr>
          <a:xfrm>
            <a:off x="-20938" y="2172085"/>
            <a:ext cx="1596912"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SPR 119.3 – TKO 124.5 - 132.3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133.02 – 124.15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617BE5F-5E96-D9F3-56F3-A5CEBCCEF63A}"/>
              </a:ext>
            </a:extLst>
          </p:cNvPr>
          <p:cNvSpPr/>
          <p:nvPr/>
        </p:nvSpPr>
        <p:spPr>
          <a:xfrm>
            <a:off x="817125" y="326580"/>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4B601688-1CA9-DD87-2D04-8480B38062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47345"/>
            <a:ext cx="457200" cy="457200"/>
          </a:xfrm>
          <a:prstGeom prst="rect">
            <a:avLst/>
          </a:prstGeom>
          <a:effectLst>
            <a:outerShdw blurRad="50800" dist="50800" dir="3660000" algn="ctr" rotWithShape="0">
              <a:schemeClr val="bg1">
                <a:alpha val="82714"/>
              </a:schemeClr>
            </a:outerShdw>
          </a:effectLst>
        </p:spPr>
      </p:pic>
      <p:graphicFrame>
        <p:nvGraphicFramePr>
          <p:cNvPr id="6" name="Google Shape;283;p17">
            <a:extLst>
              <a:ext uri="{FF2B5EF4-FFF2-40B4-BE49-F238E27FC236}">
                <a16:creationId xmlns:a16="http://schemas.microsoft.com/office/drawing/2014/main" id="{83507784-FFD7-5262-00D4-12EDD376F035}"/>
              </a:ext>
            </a:extLst>
          </p:cNvPr>
          <p:cNvGraphicFramePr/>
          <p:nvPr>
            <p:extLst>
              <p:ext uri="{D42A27DB-BD31-4B8C-83A1-F6EECF244321}">
                <p14:modId xmlns:p14="http://schemas.microsoft.com/office/powerpoint/2010/main" val="412285147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2815291"/>
            <a:ext cx="2521844" cy="532316"/>
          </a:xfrm>
          <a:prstGeom prst="rect">
            <a:avLst/>
          </a:prstGeom>
          <a:noFill/>
        </p:spPr>
        <p:txBody>
          <a:bodyPr wrap="none" tIns="36000" bIns="36000" rtlCol="0" anchor="ctr">
            <a:spAutoFit/>
          </a:bodyPr>
          <a:lstStyle/>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124.52(125.72) - </a:t>
            </a:r>
            <a:r>
              <a:rPr kumimoji="1" lang="en-US" altLang="ko-Kore-KR" sz="700" b="1" u="sng" dirty="0">
                <a:solidFill>
                  <a:srgbClr val="0070C0"/>
                </a:solidFill>
                <a:latin typeface="Gulim" panose="020B0600000101010101" pitchFamily="34" charset="-127"/>
                <a:ea typeface="Gulim" panose="020B0600000101010101" pitchFamily="34" charset="-127"/>
              </a:rPr>
              <a:t>FUK 127.5 - TPE 125.5 – 126.7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129.1 - HKG RDR 121.3 – 126.5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122.0 – Final 119.1 – 119.35</a:t>
            </a:r>
          </a:p>
        </p:txBody>
      </p:sp>
      <p:graphicFrame>
        <p:nvGraphicFramePr>
          <p:cNvPr id="292" name="Google Shape;292;p18"/>
          <p:cNvGraphicFramePr/>
          <p:nvPr>
            <p:extLst>
              <p:ext uri="{D42A27DB-BD31-4B8C-83A1-F6EECF244321}">
                <p14:modId xmlns:p14="http://schemas.microsoft.com/office/powerpoint/2010/main" val="262211761"/>
              </p:ext>
            </p:extLst>
          </p:nvPr>
        </p:nvGraphicFramePr>
        <p:xfrm>
          <a:off x="4472" y="3420882"/>
          <a:ext cx="2351640" cy="2143090"/>
        </p:xfrm>
        <a:graphic>
          <a:graphicData uri="http://schemas.openxmlformats.org/drawingml/2006/table">
            <a:tbl>
              <a:tblPr firstRow="1" bandRow="1">
                <a:noFill/>
                <a:tableStyleId>{A521BE36-7E6F-4EC9-8D66-1CF97A6895EC}</a:tableStyleId>
              </a:tblPr>
              <a:tblGrid>
                <a:gridCol w="410654">
                  <a:extLst>
                    <a:ext uri="{9D8B030D-6E8A-4147-A177-3AD203B41FA5}">
                      <a16:colId xmlns:a16="http://schemas.microsoft.com/office/drawing/2014/main" val="20000"/>
                    </a:ext>
                  </a:extLst>
                </a:gridCol>
                <a:gridCol w="796594">
                  <a:extLst>
                    <a:ext uri="{9D8B030D-6E8A-4147-A177-3AD203B41FA5}">
                      <a16:colId xmlns:a16="http://schemas.microsoft.com/office/drawing/2014/main" val="20001"/>
                    </a:ext>
                  </a:extLst>
                </a:gridCol>
                <a:gridCol w="398297">
                  <a:extLst>
                    <a:ext uri="{9D8B030D-6E8A-4147-A177-3AD203B41FA5}">
                      <a16:colId xmlns:a16="http://schemas.microsoft.com/office/drawing/2014/main" val="20002"/>
                    </a:ext>
                  </a:extLst>
                </a:gridCol>
                <a:gridCol w="746095">
                  <a:extLst>
                    <a:ext uri="{9D8B030D-6E8A-4147-A177-3AD203B41FA5}">
                      <a16:colId xmlns:a16="http://schemas.microsoft.com/office/drawing/2014/main" val="20003"/>
                    </a:ext>
                  </a:extLst>
                </a:gridCol>
              </a:tblGrid>
              <a:tr h="232826">
                <a:tc gridSpan="4">
                  <a:txBody>
                    <a:bodyPr/>
                    <a:lstStyle/>
                    <a:p>
                      <a:pPr marL="0" marR="0" lvl="0" indent="0" algn="ctr" rtl="0">
                        <a:spcBef>
                          <a:spcPts val="0"/>
                        </a:spcBef>
                        <a:spcAft>
                          <a:spcPts val="0"/>
                        </a:spcAft>
                        <a:buNone/>
                      </a:pPr>
                      <a:r>
                        <a:rPr lang="en-US" sz="800" dirty="0"/>
                        <a:t>HKG </a:t>
                      </a:r>
                      <a:r>
                        <a:rPr lang="en-US" sz="800" dirty="0">
                          <a:solidFill>
                            <a:srgbClr val="00B0F0"/>
                          </a:solidFill>
                        </a:rPr>
                        <a:t>[074/254]</a:t>
                      </a:r>
                      <a:r>
                        <a:rPr lang="en-US" sz="800" dirty="0"/>
                        <a:t> TL110 : </a:t>
                      </a:r>
                      <a:r>
                        <a:rPr lang="en-US" sz="700" dirty="0">
                          <a:solidFill>
                            <a:srgbClr val="FFC000"/>
                          </a:solidFill>
                        </a:rPr>
                        <a:t>Terminal Tx RTE + STAR Chart</a:t>
                      </a:r>
                      <a:endParaRPr lang="en-US" sz="800" dirty="0">
                        <a:solidFill>
                          <a:schemeClr val="tx1"/>
                        </a:solidFill>
                      </a:endParaRPr>
                    </a:p>
                    <a:p>
                      <a:pPr marL="0" marR="0" lvl="0" indent="0" algn="ctr" rtl="0">
                        <a:spcBef>
                          <a:spcPts val="0"/>
                        </a:spcBef>
                        <a:spcAft>
                          <a:spcPts val="0"/>
                        </a:spcAft>
                        <a:buNone/>
                      </a:pPr>
                      <a:r>
                        <a:rPr lang="en-US" altLang="ko-Kore-KR" sz="800" b="0" dirty="0">
                          <a:solidFill>
                            <a:srgbClr val="C00000"/>
                          </a:solidFill>
                        </a:rPr>
                        <a:t>ENPET FL260, </a:t>
                      </a:r>
                      <a:r>
                        <a:rPr lang="en-US" sz="800" b="0" dirty="0">
                          <a:solidFill>
                            <a:srgbClr val="FFC000"/>
                          </a:solidFill>
                        </a:rPr>
                        <a:t>RWY25R After TOPUN - </a:t>
                      </a:r>
                      <a:r>
                        <a:rPr lang="en-US" sz="800" b="1" dirty="0">
                          <a:solidFill>
                            <a:srgbClr val="FFC000"/>
                          </a:solidFill>
                        </a:rPr>
                        <a:t>APP Mode</a:t>
                      </a:r>
                      <a:endParaRPr sz="800" b="0" dirty="0">
                        <a:solidFill>
                          <a:srgbClr val="C0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19320">
                <a:tc>
                  <a:txBody>
                    <a:bodyPr/>
                    <a:lstStyle/>
                    <a:p>
                      <a:pPr marL="0" marR="0" lvl="0" indent="0" algn="ctr" rtl="0">
                        <a:spcBef>
                          <a:spcPts val="0"/>
                        </a:spcBef>
                        <a:spcAft>
                          <a:spcPts val="0"/>
                        </a:spcAft>
                        <a:buNone/>
                      </a:pPr>
                      <a:r>
                        <a:rPr lang="en-US" sz="800" b="1" dirty="0"/>
                        <a:t>07L/R</a:t>
                      </a:r>
                    </a:p>
                    <a:p>
                      <a:pPr marL="0" marR="0" lvl="0" indent="0" algn="ctr" rtl="0">
                        <a:spcBef>
                          <a:spcPts val="0"/>
                        </a:spcBef>
                        <a:spcAft>
                          <a:spcPts val="0"/>
                        </a:spcAft>
                        <a:buNone/>
                      </a:pPr>
                      <a:r>
                        <a:rPr lang="en-US" sz="800" b="0" dirty="0"/>
                        <a:t>07C</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ABBEY </a:t>
                      </a:r>
                      <a:r>
                        <a:rPr lang="en-US" sz="800" b="1" dirty="0" err="1"/>
                        <a:t>xxA</a:t>
                      </a:r>
                      <a:endParaRPr lang="en-US" sz="800" b="1" dirty="0"/>
                    </a:p>
                    <a:p>
                      <a:pPr marL="0" marR="0" lvl="0" indent="0" algn="ctr" rtl="0">
                        <a:spcBef>
                          <a:spcPts val="0"/>
                        </a:spcBef>
                        <a:spcAft>
                          <a:spcPts val="0"/>
                        </a:spcAft>
                        <a:buNone/>
                      </a:pPr>
                      <a:r>
                        <a:rPr lang="en-US" sz="800" b="1" dirty="0"/>
                        <a:t>SIERA </a:t>
                      </a:r>
                      <a:r>
                        <a:rPr lang="en-US" sz="800" b="1" dirty="0" err="1"/>
                        <a:t>xxA</a:t>
                      </a:r>
                      <a:r>
                        <a:rPr lang="en-US" sz="800" b="1" dirty="0"/>
                        <a:t>/C</a:t>
                      </a:r>
                    </a:p>
                  </a:txBody>
                  <a:tcPr marL="36000" marR="36000" marT="0" marB="0" anchor="ctr"/>
                </a:tc>
                <a:tc>
                  <a:txBody>
                    <a:bodyPr/>
                    <a:lstStyle/>
                    <a:p>
                      <a:pPr marL="0" marR="0" lvl="0" indent="0" algn="ctr" rtl="0">
                        <a:spcBef>
                          <a:spcPts val="0"/>
                        </a:spcBef>
                        <a:spcAft>
                          <a:spcPts val="0"/>
                        </a:spcAft>
                        <a:buNone/>
                      </a:pPr>
                      <a:r>
                        <a:rPr lang="en-US" sz="800" b="1" dirty="0"/>
                        <a:t>LIMES</a:t>
                      </a:r>
                      <a:endParaRPr sz="800" b="1" dirty="0"/>
                    </a:p>
                  </a:txBody>
                  <a:tcPr marL="36000" marR="36000" marT="0" marB="0" anchor="ctr"/>
                </a:tc>
                <a:tc>
                  <a:txBody>
                    <a:bodyPr/>
                    <a:lstStyle/>
                    <a:p>
                      <a:pPr marL="0" marR="0" lvl="0" indent="0" algn="ctr" rtl="0">
                        <a:spcBef>
                          <a:spcPts val="0"/>
                        </a:spcBef>
                        <a:spcAft>
                          <a:spcPts val="0"/>
                        </a:spcAft>
                        <a:buNone/>
                      </a:pPr>
                      <a:r>
                        <a:rPr lang="en-US" sz="800" b="1" dirty="0"/>
                        <a:t>ILS 07L/R/C</a:t>
                      </a:r>
                    </a:p>
                  </a:txBody>
                  <a:tcPr marL="36000" marR="36000" marT="36000" marB="36000" anchor="ctr"/>
                </a:tc>
                <a:extLst>
                  <a:ext uri="{0D108BD9-81ED-4DB2-BD59-A6C34878D82A}">
                    <a16:rowId xmlns:a16="http://schemas.microsoft.com/office/drawing/2014/main" val="10001"/>
                  </a:ext>
                </a:extLst>
              </a:tr>
              <a:tr h="219320">
                <a:tc>
                  <a:txBody>
                    <a:bodyPr/>
                    <a:lstStyle/>
                    <a:p>
                      <a:pPr marL="0" marR="0" lvl="0" indent="0" algn="ctr" rtl="0">
                        <a:spcBef>
                          <a:spcPts val="0"/>
                        </a:spcBef>
                        <a:spcAft>
                          <a:spcPts val="0"/>
                        </a:spcAft>
                        <a:buNone/>
                      </a:pPr>
                      <a:r>
                        <a:rPr lang="en-US" sz="800" b="1" dirty="0"/>
                        <a:t>25R/L</a:t>
                      </a:r>
                    </a:p>
                    <a:p>
                      <a:pPr marL="0" marR="0" lvl="0" indent="0" algn="ctr" rtl="0">
                        <a:spcBef>
                          <a:spcPts val="0"/>
                        </a:spcBef>
                        <a:spcAft>
                          <a:spcPts val="0"/>
                        </a:spcAft>
                        <a:buNone/>
                      </a:pPr>
                      <a:r>
                        <a:rPr lang="en-US" sz="800" b="0" dirty="0"/>
                        <a:t>25C</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ABBEY </a:t>
                      </a:r>
                      <a:r>
                        <a:rPr lang="en-US" altLang="ko-Kore-KR" sz="800" b="1" dirty="0" err="1"/>
                        <a:t>xxB</a:t>
                      </a:r>
                      <a:endParaRPr lang="en-US" altLang="ko-Kore-KR" sz="800" b="1" dirty="0"/>
                    </a:p>
                    <a:p>
                      <a:pPr marL="0" marR="0" lvl="0" indent="0" algn="ctr" rtl="0">
                        <a:spcBef>
                          <a:spcPts val="0"/>
                        </a:spcBef>
                        <a:spcAft>
                          <a:spcPts val="0"/>
                        </a:spcAft>
                        <a:buNone/>
                      </a:pPr>
                      <a:r>
                        <a:rPr lang="en-US" altLang="ko-Kore-KR" sz="800" b="1" dirty="0"/>
                        <a:t>SIERA </a:t>
                      </a:r>
                      <a:r>
                        <a:rPr lang="en-US" altLang="ko-Kore-KR" sz="800" b="1" dirty="0" err="1"/>
                        <a:t>xxB</a:t>
                      </a:r>
                      <a:r>
                        <a:rPr lang="en-US" altLang="ko-Kore-KR" sz="800" b="1" dirty="0"/>
                        <a:t>/D</a:t>
                      </a:r>
                    </a:p>
                  </a:txBody>
                  <a:tcPr marL="36000" marR="36000" marT="0" marB="0" anchor="ctr"/>
                </a:tc>
                <a:tc>
                  <a:txBody>
                    <a:bodyPr/>
                    <a:lstStyle/>
                    <a:p>
                      <a:pPr marL="0" marR="0" lvl="0" indent="0" algn="ctr" rtl="0">
                        <a:spcBef>
                          <a:spcPts val="0"/>
                        </a:spcBef>
                        <a:spcAft>
                          <a:spcPts val="0"/>
                        </a:spcAft>
                        <a:buNone/>
                      </a:pPr>
                      <a:r>
                        <a:rPr lang="en-US" sz="800" b="1"/>
                        <a:t>RIVMI</a:t>
                      </a:r>
                      <a:endParaRPr sz="800" b="1" dirty="0"/>
                    </a:p>
                  </a:txBody>
                  <a:tcPr marL="36000" marR="36000" marT="0" marB="0" anchor="ctr"/>
                </a:tc>
                <a:tc>
                  <a:txBody>
                    <a:bodyPr/>
                    <a:lstStyle/>
                    <a:p>
                      <a:pPr marL="0" marR="0" lvl="0" indent="0" algn="ctr" rtl="0">
                        <a:spcBef>
                          <a:spcPts val="0"/>
                        </a:spcBef>
                        <a:spcAft>
                          <a:spcPts val="0"/>
                        </a:spcAft>
                        <a:buNone/>
                      </a:pPr>
                      <a:r>
                        <a:rPr lang="en-US" sz="800" b="1" dirty="0">
                          <a:solidFill>
                            <a:srgbClr val="C00000"/>
                          </a:solidFill>
                        </a:rPr>
                        <a:t>RNAV </a:t>
                      </a:r>
                      <a:r>
                        <a:rPr lang="en-US" sz="800" b="1" dirty="0" err="1">
                          <a:solidFill>
                            <a:srgbClr val="C00000"/>
                          </a:solidFill>
                        </a:rPr>
                        <a:t>tx</a:t>
                      </a:r>
                      <a:r>
                        <a:rPr lang="en-US" sz="800" b="1" dirty="0"/>
                        <a:t> ILS 25R</a:t>
                      </a:r>
                    </a:p>
                    <a:p>
                      <a:pPr marL="0" marR="0" lvl="0" indent="0" algn="ctr" rtl="0">
                        <a:spcBef>
                          <a:spcPts val="0"/>
                        </a:spcBef>
                        <a:spcAft>
                          <a:spcPts val="0"/>
                        </a:spcAft>
                        <a:buNone/>
                      </a:pPr>
                      <a:r>
                        <a:rPr lang="en-US" sz="800" b="1" dirty="0"/>
                        <a:t>ILS 25L/C</a:t>
                      </a:r>
                    </a:p>
                  </a:txBody>
                  <a:tcPr marL="36000" marR="36000" marT="36000" marB="36000" anchor="ctr"/>
                </a:tc>
                <a:extLst>
                  <a:ext uri="{0D108BD9-81ED-4DB2-BD59-A6C34878D82A}">
                    <a16:rowId xmlns:a16="http://schemas.microsoft.com/office/drawing/2014/main" val="10002"/>
                  </a:ext>
                </a:extLst>
              </a:tr>
              <a:tr h="124076">
                <a:tc gridSpan="4">
                  <a:txBody>
                    <a:bodyPr/>
                    <a:lstStyle/>
                    <a:p>
                      <a:pPr marL="0" marR="0" lvl="0" indent="0" algn="ctr" rtl="0">
                        <a:spcBef>
                          <a:spcPts val="0"/>
                        </a:spcBef>
                        <a:spcAft>
                          <a:spcPts val="0"/>
                        </a:spcAft>
                        <a:buNone/>
                      </a:pPr>
                      <a:r>
                        <a:rPr lang="en-US" sz="700" b="1" dirty="0">
                          <a:solidFill>
                            <a:srgbClr val="7030A0"/>
                          </a:solidFill>
                        </a:rPr>
                        <a:t>1500 – 1659 Z RWY 07R/5L no avail</a:t>
                      </a:r>
                      <a:r>
                        <a:rPr lang="en-US" sz="700" b="0" dirty="0"/>
                        <a:t>, </a:t>
                      </a:r>
                      <a:r>
                        <a:rPr lang="en-US" sz="700" b="1" dirty="0">
                          <a:solidFill>
                            <a:srgbClr val="C00000"/>
                          </a:solidFill>
                        </a:rPr>
                        <a:t>(ALL DIS TH  Except 25L)</a:t>
                      </a:r>
                      <a:endParaRPr sz="700" b="1" dirty="0">
                        <a:solidFill>
                          <a:srgbClr val="C00000"/>
                        </a:solidFill>
                      </a:endParaRPr>
                    </a:p>
                  </a:txBody>
                  <a:tcPr marL="36000" marR="36000" marT="36000" marB="36000" anchor="ctr"/>
                </a:tc>
                <a:tc hMerge="1">
                  <a:txBody>
                    <a:bodyPr/>
                    <a:lstStyle/>
                    <a:p>
                      <a:pPr marL="0" marR="0" lvl="0" indent="0" algn="ctr" rtl="0">
                        <a:spcBef>
                          <a:spcPts val="0"/>
                        </a:spcBef>
                        <a:spcAft>
                          <a:spcPts val="0"/>
                        </a:spcAft>
                        <a:buNone/>
                      </a:pPr>
                      <a:endParaRPr lang="en-US" altLang="ko-Kore-KR" sz="800" b="1" dirty="0"/>
                    </a:p>
                  </a:txBody>
                  <a:tcPr marL="36000" marR="36000" marT="0" marB="0" anchor="ctr"/>
                </a:tc>
                <a:tc hMerge="1">
                  <a:txBody>
                    <a:bodyPr/>
                    <a:lstStyle/>
                    <a:p>
                      <a:pPr marL="0" marR="0" lvl="0" indent="0" algn="ctr" rtl="0">
                        <a:spcBef>
                          <a:spcPts val="0"/>
                        </a:spcBef>
                        <a:spcAft>
                          <a:spcPts val="0"/>
                        </a:spcAft>
                        <a:buNone/>
                      </a:pPr>
                      <a:endParaRPr sz="800" b="1" dirty="0"/>
                    </a:p>
                  </a:txBody>
                  <a:tcPr marL="36000" marR="36000" marT="0" marB="0" anchor="ctr"/>
                </a:tc>
                <a:tc hMerge="1">
                  <a:txBody>
                    <a:bodyPr/>
                    <a:lstStyle/>
                    <a:p>
                      <a:pPr marL="0" marR="0" lvl="0" indent="0" algn="ctr" rtl="0">
                        <a:spcBef>
                          <a:spcPts val="0"/>
                        </a:spcBef>
                        <a:spcAft>
                          <a:spcPts val="0"/>
                        </a:spcAft>
                        <a:buNone/>
                      </a:pPr>
                      <a:endParaRPr lang="en-US" sz="800" b="1" dirty="0"/>
                    </a:p>
                  </a:txBody>
                  <a:tcPr marL="36000" marR="36000" marT="36000" marB="36000" anchor="ctr"/>
                </a:tc>
                <a:extLst>
                  <a:ext uri="{0D108BD9-81ED-4DB2-BD59-A6C34878D82A}">
                    <a16:rowId xmlns:a16="http://schemas.microsoft.com/office/drawing/2014/main" val="3356361139"/>
                  </a:ext>
                </a:extLst>
              </a:tr>
              <a:tr h="219320">
                <a:tc>
                  <a:txBody>
                    <a:bodyPr/>
                    <a:lstStyle/>
                    <a:p>
                      <a:pPr marL="0" marR="0" lvl="0" indent="0" algn="ctr" rtl="0">
                        <a:spcBef>
                          <a:spcPts val="0"/>
                        </a:spcBef>
                        <a:spcAft>
                          <a:spcPts val="0"/>
                        </a:spcAft>
                        <a:buNone/>
                      </a:pPr>
                      <a:r>
                        <a:rPr lang="en-US" sz="800" dirty="0">
                          <a:solidFill>
                            <a:schemeClr val="lt1"/>
                          </a:solidFill>
                          <a:latin typeface="Calibri"/>
                          <a:cs typeface="Calibri"/>
                          <a:sym typeface="Calibri"/>
                        </a:rPr>
                        <a:t>NAV</a:t>
                      </a:r>
                      <a:endParaRPr dirty="0"/>
                    </a:p>
                  </a:txBody>
                  <a:tcPr marL="36000" marR="36000" marT="36000" marB="36000" anchor="ctr">
                    <a:solidFill>
                      <a:schemeClr val="accent1"/>
                    </a:solidFill>
                  </a:tcPr>
                </a:tc>
                <a:tc gridSpan="3">
                  <a:txBody>
                    <a:bodyPr/>
                    <a:lstStyle/>
                    <a:p>
                      <a:pPr marL="0" marR="0" lvl="0" indent="0" algn="ctr" rtl="0">
                        <a:spcBef>
                          <a:spcPts val="0"/>
                        </a:spcBef>
                        <a:spcAft>
                          <a:spcPts val="0"/>
                        </a:spcAft>
                        <a:buNone/>
                      </a:pPr>
                      <a:r>
                        <a:rPr lang="en-US" altLang="ko-Kore-KR" sz="800" b="1" dirty="0">
                          <a:solidFill>
                            <a:srgbClr val="0070C0"/>
                          </a:solidFill>
                        </a:rPr>
                        <a:t>SMT, </a:t>
                      </a:r>
                      <a:r>
                        <a:rPr lang="en-US" altLang="ko-Kore-KR" sz="800" b="1" dirty="0">
                          <a:solidFill>
                            <a:srgbClr val="C00000"/>
                          </a:solidFill>
                        </a:rPr>
                        <a:t>07L IZSL, 07R IZSR, 07C IZSC</a:t>
                      </a:r>
                    </a:p>
                    <a:p>
                      <a:pPr marL="0" marR="0" lvl="0" indent="0" algn="ctr" rtl="0">
                        <a:spcBef>
                          <a:spcPts val="0"/>
                        </a:spcBef>
                        <a:spcAft>
                          <a:spcPts val="0"/>
                        </a:spcAft>
                        <a:buNone/>
                      </a:pPr>
                      <a:r>
                        <a:rPr lang="en-US" altLang="ko-Kore-KR" sz="800" b="1" dirty="0">
                          <a:solidFill>
                            <a:srgbClr val="C00000"/>
                          </a:solidFill>
                        </a:rPr>
                        <a:t>25R ITFR, 25L ITFL, 25C ITFC</a:t>
                      </a:r>
                      <a:endParaRPr lang="en-US" altLang="ko-Kore-KR" sz="458"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2497124930"/>
                  </a:ext>
                </a:extLst>
              </a:tr>
              <a:tr h="303982">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07L : C7(5882’), C8(7194’),   25R : C6(5882’), C5(7211’)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07R : J7(6916’), J8(7998’),     25L : J5(6916’), J4(8192’)</a:t>
                      </a:r>
                      <a:r>
                        <a:rPr lang="en-US" sz="800" dirty="0">
                          <a:solidFill>
                            <a:schemeClr val="dk1"/>
                          </a:solidFill>
                        </a:rPr>
                        <a:t> </a:t>
                      </a:r>
                    </a:p>
                    <a:p>
                      <a:pPr marL="0" marR="0" lvl="0" indent="0" algn="l" rtl="0">
                        <a:lnSpc>
                          <a:spcPct val="100000"/>
                        </a:lnSpc>
                        <a:spcBef>
                          <a:spcPts val="0"/>
                        </a:spcBef>
                        <a:spcAft>
                          <a:spcPts val="0"/>
                        </a:spcAft>
                        <a:buClr>
                          <a:schemeClr val="dk1"/>
                        </a:buClr>
                        <a:buSzPts val="800"/>
                        <a:buFont typeface="Calibri"/>
                        <a:buNone/>
                      </a:pPr>
                      <a:r>
                        <a:rPr lang="en-US" sz="800" dirty="0">
                          <a:solidFill>
                            <a:schemeClr val="dk1"/>
                          </a:solidFill>
                        </a:rPr>
                        <a:t>07C : A7(5692’), A8(7208’),   25C : A6(5127’), A56673’)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6932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Confirm Chart SPD vs ATC SPD (ATC First)</a:t>
                      </a:r>
                      <a:endParaRPr lang="en-US" altLang="ko-KR" sz="800" b="1"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Solid Line for </a:t>
                      </a:r>
                      <a:r>
                        <a:rPr lang="en-US" sz="800" dirty="0" err="1">
                          <a:solidFill>
                            <a:srgbClr val="0070C0"/>
                          </a:solidFill>
                        </a:rPr>
                        <a:t>WideBody</a:t>
                      </a:r>
                      <a:r>
                        <a:rPr lang="en-US" sz="800" dirty="0">
                          <a:solidFill>
                            <a:srgbClr val="0070C0"/>
                          </a:solidFill>
                        </a:rPr>
                        <a:t>, APU BAN off Procedure</a:t>
                      </a:r>
                      <a:endParaRPr dirty="0">
                        <a:solidFill>
                          <a:srgbClr val="0070C0"/>
                        </a:solidFill>
                      </a:endParaRP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4159881991"/>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rgbClr val="C00000"/>
                          </a:solidFill>
                          <a:hlinkClick r:id="rId4">
                            <a:extLst>
                              <a:ext uri="{A12FA001-AC4F-418D-AE19-62706E023703}">
                                <ahyp:hlinkClr xmlns:ahyp="http://schemas.microsoft.com/office/drawing/2018/hyperlinkcolor" val="tx"/>
                              </a:ext>
                            </a:extLst>
                          </a:hlinkClick>
                        </a:rPr>
                        <a:t>VHHH(HKG) 28ft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HAS FLT Dispatch</a:t>
                      </a:r>
                    </a:p>
                    <a:p>
                      <a:pPr marL="0" marR="0" lvl="0" indent="0" algn="ctr" rtl="0">
                        <a:spcBef>
                          <a:spcPts val="0"/>
                        </a:spcBef>
                        <a:spcAft>
                          <a:spcPts val="0"/>
                        </a:spcAft>
                        <a:buNone/>
                      </a:pPr>
                      <a:r>
                        <a:rPr lang="en-US" sz="900" dirty="0"/>
                        <a:t>131.6</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E0FC5CB-5405-69E2-6AEE-ED1D46C77F2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B24637ED-0A24-BD72-980E-39473E67E0E6}"/>
              </a:ext>
            </a:extLst>
          </p:cNvPr>
          <p:cNvGraphicFramePr/>
          <p:nvPr>
            <p:extLst>
              <p:ext uri="{D42A27DB-BD31-4B8C-83A1-F6EECF244321}">
                <p14:modId xmlns:p14="http://schemas.microsoft.com/office/powerpoint/2010/main" val="529071004"/>
              </p:ext>
            </p:extLst>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31DD9EB2-212E-1F65-C82E-FC8EB6C230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9076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823279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525532967"/>
              </p:ext>
            </p:extLst>
          </p:nvPr>
        </p:nvGraphicFramePr>
        <p:xfrm>
          <a:off x="7176" y="707276"/>
          <a:ext cx="2325976" cy="1863862"/>
        </p:xfrm>
        <a:graphic>
          <a:graphicData uri="http://schemas.openxmlformats.org/drawingml/2006/table">
            <a:tbl>
              <a:tblPr firstRow="1" bandRow="1">
                <a:noFill/>
                <a:tableStyleId>{A521BE36-7E6F-4EC9-8D66-1CF97A6895EC}</a:tableStyleId>
              </a:tblPr>
              <a:tblGrid>
                <a:gridCol w="364443">
                  <a:extLst>
                    <a:ext uri="{9D8B030D-6E8A-4147-A177-3AD203B41FA5}">
                      <a16:colId xmlns:a16="http://schemas.microsoft.com/office/drawing/2014/main" val="20000"/>
                    </a:ext>
                  </a:extLst>
                </a:gridCol>
                <a:gridCol w="639341">
                  <a:extLst>
                    <a:ext uri="{9D8B030D-6E8A-4147-A177-3AD203B41FA5}">
                      <a16:colId xmlns:a16="http://schemas.microsoft.com/office/drawing/2014/main" val="20001"/>
                    </a:ext>
                  </a:extLst>
                </a:gridCol>
                <a:gridCol w="1322192">
                  <a:extLst>
                    <a:ext uri="{9D8B030D-6E8A-4147-A177-3AD203B41FA5}">
                      <a16:colId xmlns:a16="http://schemas.microsoft.com/office/drawing/2014/main" val="20004"/>
                    </a:ext>
                  </a:extLst>
                </a:gridCol>
              </a:tblGrid>
              <a:tr h="398225">
                <a:tc gridSpan="3">
                  <a:txBody>
                    <a:bodyPr/>
                    <a:lstStyle/>
                    <a:p>
                      <a:pPr marL="0" marR="0" lvl="0" indent="0" algn="ctr" rtl="0">
                        <a:spcBef>
                          <a:spcPts val="0"/>
                        </a:spcBef>
                        <a:spcAft>
                          <a:spcPts val="0"/>
                        </a:spcAft>
                        <a:buNone/>
                      </a:pPr>
                      <a:r>
                        <a:rPr lang="en-US" sz="800" u="none" strike="noStrike" cap="none" dirty="0"/>
                        <a:t>HKG : SID + </a:t>
                      </a:r>
                      <a:r>
                        <a:rPr lang="en-US" sz="800" u="none" strike="noStrike" cap="none" dirty="0">
                          <a:solidFill>
                            <a:srgbClr val="FFC000"/>
                          </a:solidFill>
                        </a:rPr>
                        <a:t>Terminal Tx RTE Chart</a:t>
                      </a:r>
                      <a:r>
                        <a:rPr lang="en-US" sz="800" u="none" strike="noStrike" cap="none" dirty="0"/>
                        <a:t> TA 9000</a:t>
                      </a:r>
                    </a:p>
                    <a:p>
                      <a:pPr marL="0" marR="0" lvl="0" indent="0" algn="ctr" rtl="0">
                        <a:spcBef>
                          <a:spcPts val="0"/>
                        </a:spcBef>
                        <a:spcAft>
                          <a:spcPts val="0"/>
                        </a:spcAft>
                        <a:buNone/>
                      </a:pPr>
                      <a:r>
                        <a:rPr lang="en-US" sz="800" b="0" u="none" strike="noStrike" cap="none" dirty="0">
                          <a:solidFill>
                            <a:srgbClr val="FFC000"/>
                          </a:solidFill>
                        </a:rPr>
                        <a:t>NADP2 : 1000 No LVR CLB - FLAP 0 - LVR CLB</a:t>
                      </a:r>
                    </a:p>
                    <a:p>
                      <a:pPr marL="0" marR="0" lvl="0" indent="0" algn="ctr" rtl="0">
                        <a:spcBef>
                          <a:spcPts val="0"/>
                        </a:spcBef>
                        <a:spcAft>
                          <a:spcPts val="0"/>
                        </a:spcAft>
                        <a:buNone/>
                      </a:pPr>
                      <a:r>
                        <a:rPr lang="en-US" sz="800" b="0" u="none" strike="noStrike" cap="none" dirty="0">
                          <a:solidFill>
                            <a:srgbClr val="FFC000"/>
                          </a:solidFill>
                        </a:rPr>
                        <a:t>3000 Manage SPD </a:t>
                      </a:r>
                      <a:r>
                        <a:rPr lang="en-US" sz="700" b="1" u="none" strike="noStrike" cap="none" dirty="0">
                          <a:solidFill>
                            <a:schemeClr val="tx1"/>
                          </a:solidFill>
                        </a:rPr>
                        <a:t>(NADP 1/2 for 07L/R/C)</a:t>
                      </a:r>
                      <a:endParaRPr sz="700" b="1" u="none" strike="noStrike" cap="none" dirty="0">
                        <a:solidFill>
                          <a:schemeClr val="tx1"/>
                        </a:solidFill>
                      </a:endParaRPr>
                    </a:p>
                  </a:txBody>
                  <a:tcPr marL="36000" marR="7200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84579">
                <a:tc>
                  <a:txBody>
                    <a:bodyPr/>
                    <a:lstStyle/>
                    <a:p>
                      <a:pPr marL="0" marR="0" lvl="0" indent="0" algn="ctr" rtl="0">
                        <a:spcBef>
                          <a:spcPts val="0"/>
                        </a:spcBef>
                        <a:spcAft>
                          <a:spcPts val="0"/>
                        </a:spcAft>
                        <a:buNone/>
                      </a:pPr>
                      <a:r>
                        <a:rPr lang="en-US" sz="800" b="1" u="none" strike="noStrike" cap="none" dirty="0"/>
                        <a:t>07L/C/R</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DALOL x E/C/A</a:t>
                      </a:r>
                    </a:p>
                    <a:p>
                      <a:pPr marL="0" marR="0" lvl="0" indent="0" algn="ctr" rtl="0">
                        <a:spcBef>
                          <a:spcPts val="0"/>
                        </a:spcBef>
                        <a:spcAft>
                          <a:spcPts val="0"/>
                        </a:spcAft>
                        <a:buNone/>
                      </a:pPr>
                      <a:r>
                        <a:rPr lang="en-US" sz="800" b="0" u="none" strike="noStrike" cap="none" dirty="0">
                          <a:solidFill>
                            <a:srgbClr val="0070C0"/>
                          </a:solidFill>
                        </a:rPr>
                        <a:t>(Z/Y/X RF LEG)</a:t>
                      </a:r>
                      <a:endParaRPr sz="800" b="0" u="none" strike="noStrike" cap="none" dirty="0">
                        <a:solidFill>
                          <a:srgbClr val="0070C0"/>
                        </a:solidFill>
                      </a:endParaRPr>
                    </a:p>
                  </a:txBody>
                  <a:tcPr marL="0" marR="0" marT="36000" marB="36000" anchor="ctr"/>
                </a:tc>
                <a:tc>
                  <a:txBody>
                    <a:bodyPr/>
                    <a:lstStyle/>
                    <a:p>
                      <a:pPr marL="0" marR="0" lvl="0" indent="0" algn="ctr" rtl="0">
                        <a:spcBef>
                          <a:spcPts val="0"/>
                        </a:spcBef>
                        <a:spcAft>
                          <a:spcPts val="0"/>
                        </a:spcAft>
                        <a:buNone/>
                      </a:pPr>
                      <a:r>
                        <a:rPr lang="en-US" sz="800" b="1" u="none" strike="noStrike" cap="none" dirty="0"/>
                        <a:t>HD 074 </a:t>
                      </a:r>
                      <a:r>
                        <a:rPr lang="en-US" sz="800" b="1" u="none" strike="noStrike" cap="none" dirty="0">
                          <a:solidFill>
                            <a:srgbClr val="0070C0"/>
                          </a:solidFill>
                        </a:rPr>
                        <a:t>ALT 5000 </a:t>
                      </a:r>
                      <a:r>
                        <a:rPr lang="en-US" sz="800" b="1" u="none" strike="noStrike" cap="none" dirty="0">
                          <a:solidFill>
                            <a:srgbClr val="AA47F5"/>
                          </a:solidFill>
                        </a:rPr>
                        <a:t>SPD 205</a:t>
                      </a:r>
                    </a:p>
                    <a:p>
                      <a:pPr marL="0" marR="0" lvl="0" indent="0" algn="ctr" rtl="0">
                        <a:spcBef>
                          <a:spcPts val="0"/>
                        </a:spcBef>
                        <a:spcAft>
                          <a:spcPts val="0"/>
                        </a:spcAft>
                        <a:buNone/>
                      </a:pPr>
                      <a:r>
                        <a:rPr lang="en-US" sz="800" b="1" u="none" strike="noStrike" cap="none" dirty="0">
                          <a:solidFill>
                            <a:srgbClr val="C00000"/>
                          </a:solidFill>
                        </a:rPr>
                        <a:t>NADP 1/2</a:t>
                      </a:r>
                      <a:r>
                        <a:rPr lang="en-US" sz="800" b="1" u="none" strike="noStrike" cap="none" dirty="0">
                          <a:solidFill>
                            <a:srgbClr val="AA47F5"/>
                          </a:solidFill>
                        </a:rPr>
                        <a:t>        (Z/Y/X 210)</a:t>
                      </a:r>
                    </a:p>
                  </a:txBody>
                  <a:tcPr marL="0" marR="0" marT="36000" marB="36000" anchor="ctr"/>
                </a:tc>
                <a:extLst>
                  <a:ext uri="{0D108BD9-81ED-4DB2-BD59-A6C34878D82A}">
                    <a16:rowId xmlns:a16="http://schemas.microsoft.com/office/drawing/2014/main" val="10001"/>
                  </a:ext>
                </a:extLst>
              </a:tr>
              <a:tr h="174727">
                <a:tc>
                  <a:txBody>
                    <a:bodyPr/>
                    <a:lstStyle/>
                    <a:p>
                      <a:pPr marL="0" marR="0" lvl="0" indent="0" algn="ctr" rtl="0">
                        <a:spcBef>
                          <a:spcPts val="0"/>
                        </a:spcBef>
                        <a:spcAft>
                          <a:spcPts val="0"/>
                        </a:spcAft>
                        <a:buNone/>
                      </a:pPr>
                      <a:r>
                        <a:rPr lang="en-US" sz="800" b="1" u="none" strike="noStrike" cap="none" dirty="0"/>
                        <a:t>25L/C/R</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altLang="ko-Kore-KR" sz="800" b="1" u="none" strike="noStrike" cap="none" dirty="0">
                          <a:solidFill>
                            <a:srgbClr val="0070C0"/>
                          </a:solidFill>
                        </a:rPr>
                        <a:t>DALOL x B/D/F</a:t>
                      </a:r>
                    </a:p>
                  </a:txBody>
                  <a:tcPr marL="0" marR="0" marT="36000" marB="36000" anchor="ctr"/>
                </a:tc>
                <a:tc>
                  <a:txBody>
                    <a:bodyPr/>
                    <a:lstStyle/>
                    <a:p>
                      <a:pPr marL="0" marR="0" lvl="0" indent="0" algn="ctr" rtl="0">
                        <a:spcBef>
                          <a:spcPts val="0"/>
                        </a:spcBef>
                        <a:spcAft>
                          <a:spcPts val="0"/>
                        </a:spcAft>
                        <a:buNone/>
                      </a:pPr>
                      <a:r>
                        <a:rPr lang="en-US" altLang="ko-Kore-KR" sz="800" b="1" u="none" strike="noStrike" cap="none" dirty="0"/>
                        <a:t>HD 254 </a:t>
                      </a:r>
                      <a:r>
                        <a:rPr lang="en-US" altLang="ko-Kore-KR" sz="800" b="1" u="none" strike="noStrike" cap="none" dirty="0">
                          <a:solidFill>
                            <a:srgbClr val="0070C0"/>
                          </a:solidFill>
                        </a:rPr>
                        <a:t>ALT 5000 </a:t>
                      </a:r>
                      <a:r>
                        <a:rPr lang="en-US" altLang="ko-Kore-KR" sz="800" b="1" u="none" strike="noStrike" cap="none" dirty="0">
                          <a:solidFill>
                            <a:srgbClr val="AA47F5"/>
                          </a:solidFill>
                        </a:rPr>
                        <a:t>SPD 205</a:t>
                      </a:r>
                    </a:p>
                    <a:p>
                      <a:pPr marL="0" marR="0" lvl="0" indent="0" algn="ctr" rtl="0">
                        <a:spcBef>
                          <a:spcPts val="0"/>
                        </a:spcBef>
                        <a:spcAft>
                          <a:spcPts val="0"/>
                        </a:spcAft>
                        <a:buNone/>
                      </a:pPr>
                      <a:r>
                        <a:rPr lang="en-US" altLang="ko-Kore-KR" sz="800" b="1" u="none" strike="noStrike" cap="none" dirty="0">
                          <a:solidFill>
                            <a:srgbClr val="C00000"/>
                          </a:solidFill>
                        </a:rPr>
                        <a:t>NADP 2</a:t>
                      </a:r>
                      <a:r>
                        <a:rPr lang="en-US" altLang="ko-Kore-KR" sz="800" b="1" u="none" strike="noStrike" cap="none" dirty="0">
                          <a:solidFill>
                            <a:srgbClr val="AA47F5"/>
                          </a:solidFill>
                        </a:rPr>
                        <a:t> </a:t>
                      </a:r>
                      <a:r>
                        <a:rPr lang="en-US" altLang="ko-Kore-KR" sz="800" b="1" u="none" strike="noStrike" cap="none" dirty="0">
                          <a:solidFill>
                            <a:srgbClr val="F28943"/>
                          </a:solidFill>
                        </a:rPr>
                        <a:t>TA 9000</a:t>
                      </a:r>
                      <a:endParaRPr lang="ko-Kore-KR" altLang="en-US" dirty="0">
                        <a:solidFill>
                          <a:srgbClr val="F28943"/>
                        </a:solidFill>
                      </a:endParaRPr>
                    </a:p>
                  </a:txBody>
                  <a:tcPr marL="0" marR="0" marT="36000" marB="36000" anchor="ctr"/>
                </a:tc>
                <a:extLst>
                  <a:ext uri="{0D108BD9-81ED-4DB2-BD59-A6C34878D82A}">
                    <a16:rowId xmlns:a16="http://schemas.microsoft.com/office/drawing/2014/main" val="10002"/>
                  </a:ext>
                </a:extLst>
              </a:tr>
              <a:tr h="174727">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NAV</a:t>
                      </a:r>
                      <a:endParaRPr sz="800" u="none" strike="noStrike" cap="none" dirty="0">
                        <a:solidFill>
                          <a:schemeClr val="lt1"/>
                        </a:solidFill>
                      </a:endParaRPr>
                    </a:p>
                  </a:txBody>
                  <a:tcPr marL="0" marR="0" marT="36000" marB="36000" anchor="ctr">
                    <a:solidFill>
                      <a:schemeClr val="accent1"/>
                    </a:solidFill>
                  </a:tcPr>
                </a:tc>
                <a:tc gridSpan="2">
                  <a:txBody>
                    <a:bodyPr/>
                    <a:lstStyle/>
                    <a:p>
                      <a:pPr marL="0" marR="0" lvl="0" indent="0" algn="ctr" rtl="0">
                        <a:spcBef>
                          <a:spcPts val="0"/>
                        </a:spcBef>
                        <a:spcAft>
                          <a:spcPts val="0"/>
                        </a:spcAft>
                        <a:buNone/>
                      </a:pPr>
                      <a:r>
                        <a:rPr lang="en-US" altLang="ko-Kore-KR" sz="800" b="1">
                          <a:solidFill>
                            <a:srgbClr val="0070C0"/>
                          </a:solidFill>
                        </a:rPr>
                        <a:t>SMT, </a:t>
                      </a:r>
                      <a:r>
                        <a:rPr lang="en-US" altLang="ko-Kore-KR" sz="800" b="1">
                          <a:solidFill>
                            <a:srgbClr val="C00000"/>
                          </a:solidFill>
                        </a:rPr>
                        <a:t>07L IZSL, 07R IZSR, 07C IZSC</a:t>
                      </a:r>
                    </a:p>
                    <a:p>
                      <a:pPr marL="0" marR="0" lvl="0" indent="0" algn="ctr" rtl="0">
                        <a:spcBef>
                          <a:spcPts val="0"/>
                        </a:spcBef>
                        <a:spcAft>
                          <a:spcPts val="0"/>
                        </a:spcAft>
                        <a:buNone/>
                      </a:pPr>
                      <a:r>
                        <a:rPr lang="en-US" altLang="ko-Kore-KR" sz="800" b="1">
                          <a:solidFill>
                            <a:srgbClr val="C00000"/>
                          </a:solidFill>
                        </a:rPr>
                        <a:t>25R ITFR, 25L ITFL, 25C ITFC</a:t>
                      </a:r>
                      <a:endParaRPr lang="ko-Kore-KR"/>
                    </a:p>
                  </a:txBody>
                  <a:tcPr marL="0" marR="0" marT="0" marB="0" anchor="ctr"/>
                </a:tc>
                <a:tc hMerge="1">
                  <a:txBody>
                    <a:bodyPr/>
                    <a:lstStyle/>
                    <a:p>
                      <a:endParaRPr lang="ko-Kore-KR"/>
                    </a:p>
                  </a:txBody>
                  <a:tcPr/>
                </a:tc>
                <a:extLst>
                  <a:ext uri="{0D108BD9-81ED-4DB2-BD59-A6C34878D82A}">
                    <a16:rowId xmlns:a16="http://schemas.microsoft.com/office/drawing/2014/main" val="10005"/>
                  </a:ext>
                </a:extLst>
              </a:tr>
              <a:tr h="192242">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 O</a:t>
                      </a:r>
                      <a:endParaRPr sz="800" u="none" strike="noStrike" cap="none" dirty="0">
                        <a:solidFill>
                          <a:schemeClr val="lt1"/>
                        </a:solidFill>
                      </a:endParaRPr>
                    </a:p>
                  </a:txBody>
                  <a:tcPr marL="0" marR="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700" b="0" u="none" strike="noStrike" cap="none" dirty="0">
                          <a:solidFill>
                            <a:schemeClr val="bg1"/>
                          </a:solidFill>
                          <a:latin typeface="Calibri"/>
                          <a:ea typeface="Calibri"/>
                          <a:cs typeface="Calibri"/>
                          <a:sym typeface="Calibri"/>
                        </a:rPr>
                        <a:t>07L: IZSL074/3,R095, IZSL/9.1, 25R: ITFR254/10,R156</a:t>
                      </a:r>
                      <a:r>
                        <a:rPr lang="en-US" sz="800" b="0" u="none" strike="noStrike" cap="none" dirty="0">
                          <a:solidFill>
                            <a:schemeClr val="bg1"/>
                          </a:solidFill>
                          <a:latin typeface="Calibri"/>
                          <a:ea typeface="Calibri"/>
                          <a:cs typeface="Calibri"/>
                          <a:sym typeface="Calibri"/>
                        </a:rPr>
                        <a:t> </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700" b="0" i="0" u="none" strike="noStrike" kern="1200" cap="none" spc="0" normalizeH="0" baseline="0" noProof="0" dirty="0">
                          <a:ln>
                            <a:noFill/>
                          </a:ln>
                          <a:solidFill>
                            <a:prstClr val="black"/>
                          </a:solidFill>
                          <a:effectLst/>
                          <a:uLnTx/>
                          <a:uFillTx/>
                          <a:latin typeface="Calibri"/>
                          <a:ea typeface="Calibri"/>
                          <a:cs typeface="Calibri"/>
                          <a:sym typeface="Calibri"/>
                        </a:rPr>
                        <a:t>07C:IZSC074/2.7,R080, IZSC/6.2, 25C:ITFC254/10,R156</a:t>
                      </a:r>
                      <a:r>
                        <a:rPr kumimoji="0" lang="en-US" altLang="ko-Kore-KR" sz="800" b="0" i="0" u="none" strike="noStrike" kern="1200" cap="none" spc="0" normalizeH="0" baseline="0" noProof="0" dirty="0">
                          <a:ln>
                            <a:noFill/>
                          </a:ln>
                          <a:solidFill>
                            <a:prstClr val="black"/>
                          </a:solidFill>
                          <a:effectLst/>
                          <a:uLnTx/>
                          <a:uFillTx/>
                          <a:latin typeface="Calibri"/>
                          <a:ea typeface="Calibri"/>
                          <a:cs typeface="Calibri"/>
                          <a:sym typeface="Calibri"/>
                        </a:rPr>
                        <a:t> </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700" b="0" i="0" u="none" strike="noStrike" kern="1200" cap="none" spc="0" normalizeH="0" baseline="0" noProof="0" dirty="0">
                          <a:ln>
                            <a:noFill/>
                          </a:ln>
                          <a:solidFill>
                            <a:prstClr val="black"/>
                          </a:solidFill>
                          <a:effectLst/>
                          <a:uLnTx/>
                          <a:uFillTx/>
                          <a:latin typeface="Calibri"/>
                          <a:ea typeface="Calibri"/>
                          <a:cs typeface="Calibri"/>
                          <a:sym typeface="Calibri"/>
                        </a:rPr>
                        <a:t>07R:IZSR074/6.2,R080,MAX200kt, 25L:ITFL254/6,R145</a:t>
                      </a:r>
                      <a:r>
                        <a:rPr kumimoji="0" lang="en-US" altLang="ko-Kore-KR" sz="800" b="0" i="0" u="none" strike="noStrike" kern="1200" cap="none" spc="0" normalizeH="0" baseline="0" noProof="0" dirty="0">
                          <a:ln>
                            <a:noFill/>
                          </a:ln>
                          <a:solidFill>
                            <a:prstClr val="black"/>
                          </a:solidFill>
                          <a:effectLst/>
                          <a:uLnTx/>
                          <a:uFillTx/>
                          <a:latin typeface="Calibri"/>
                          <a:ea typeface="Calibri"/>
                          <a:cs typeface="Calibri"/>
                          <a:sym typeface="Calibri"/>
                        </a:rPr>
                        <a:t> </a:t>
                      </a:r>
                    </a:p>
                  </a:txBody>
                  <a:tcPr marL="0" marR="0" marT="0" marB="0" anchor="ctr"/>
                </a:tc>
                <a:tc hMerge="1">
                  <a:txBody>
                    <a:bodyPr/>
                    <a:lstStyle/>
                    <a:p>
                      <a:endParaRPr lang="ko-Kore-KR" altLang="en-US"/>
                    </a:p>
                  </a:txBody>
                  <a:tcPr/>
                </a:tc>
                <a:extLst>
                  <a:ext uri="{0D108BD9-81ED-4DB2-BD59-A6C34878D82A}">
                    <a16:rowId xmlns:a16="http://schemas.microsoft.com/office/drawing/2014/main" val="1754822849"/>
                  </a:ext>
                </a:extLst>
              </a:tr>
              <a:tr h="165372">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SID – Tx RTE Chart Many SPD Restriction</a:t>
                      </a:r>
                    </a:p>
                  </a:txBody>
                  <a:tcPr marL="0" marR="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103304956"/>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VHHH(HKG) 28ft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HAS FLT </a:t>
                      </a:r>
                      <a:r>
                        <a:rPr lang="en-US" sz="900" dirty="0" err="1"/>
                        <a:t>Disp</a:t>
                      </a:r>
                      <a:r>
                        <a:rPr lang="en-US" sz="900" dirty="0"/>
                        <a:t> 131.6</a:t>
                      </a:r>
                      <a:endParaRPr dirty="0"/>
                    </a:p>
                    <a:p>
                      <a:pPr marL="0" marR="0" lvl="0" indent="0" algn="ctr" rtl="0">
                        <a:spcBef>
                          <a:spcPts val="0"/>
                        </a:spcBef>
                        <a:spcAft>
                          <a:spcPts val="0"/>
                        </a:spcAft>
                        <a:buNone/>
                      </a:pPr>
                      <a:r>
                        <a:rPr lang="en-US" sz="700" dirty="0">
                          <a:solidFill>
                            <a:srgbClr val="FF0000"/>
                          </a:solidFill>
                        </a:rPr>
                        <a:t>DCL 20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sz="700" dirty="0">
                          <a:solidFill>
                            <a:srgbClr val="FF0000"/>
                          </a:solidFill>
                        </a:rPr>
                        <a:t>5</a:t>
                      </a:r>
                      <a:r>
                        <a:rPr lang="ko-KR" altLang="en-US" sz="700" dirty="0">
                          <a:solidFill>
                            <a:srgbClr val="FF0000"/>
                          </a:solidFill>
                        </a:rPr>
                        <a:t>분 차이시 </a:t>
                      </a:r>
                      <a:r>
                        <a:rPr lang="en-US" altLang="ko-KR" sz="700" dirty="0">
                          <a:solidFill>
                            <a:srgbClr val="FF0000"/>
                          </a:solidFill>
                        </a:rPr>
                        <a:t>CTC Comm</a:t>
                      </a:r>
                      <a:endParaRPr sz="700"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739152" y="2582857"/>
            <a:ext cx="1498808"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DEP 123.8 – RDR 118.925 </a:t>
            </a:r>
            <a:endParaRPr kumimoji="1" lang="en-US" altLang="ko-Kore-KR" sz="700" b="1" u="sng"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 – 126.7 – 123.6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 </a:t>
            </a:r>
            <a:r>
              <a:rPr kumimoji="1" lang="en-US" altLang="ko-KR" sz="700" b="1" u="sng" dirty="0">
                <a:solidFill>
                  <a:srgbClr val="0070C0"/>
                </a:solidFill>
                <a:latin typeface="Gulim" panose="020B0600000101010101" pitchFamily="34" charset="-127"/>
                <a:ea typeface="Gulim" panose="020B0600000101010101" pitchFamily="34" charset="-127"/>
              </a:rPr>
              <a:t>ICN 125.725(124.52)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- 120.72 – 126.17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E5BD0A1F-222D-F256-6A70-D874149F410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8" name="그림 7" descr="텍스트, 지도, 도표이(가) 표시된 사진&#10;&#10;자동 생성된 설명">
            <a:extLst>
              <a:ext uri="{FF2B5EF4-FFF2-40B4-BE49-F238E27FC236}">
                <a16:creationId xmlns:a16="http://schemas.microsoft.com/office/drawing/2014/main" id="{8097498A-40D2-10EC-3E1E-F26D27383DB3}"/>
              </a:ext>
            </a:extLst>
          </p:cNvPr>
          <p:cNvPicPr>
            <a:picLocks noChangeAspect="1"/>
          </p:cNvPicPr>
          <p:nvPr/>
        </p:nvPicPr>
        <p:blipFill>
          <a:blip r:embed="rId6"/>
          <a:stretch>
            <a:fillRect/>
          </a:stretch>
        </p:blipFill>
        <p:spPr>
          <a:xfrm>
            <a:off x="-2501" y="2580615"/>
            <a:ext cx="690063" cy="519130"/>
          </a:xfrm>
          <a:prstGeom prst="rect">
            <a:avLst/>
          </a:prstGeom>
        </p:spPr>
      </p:pic>
      <p:graphicFrame>
        <p:nvGraphicFramePr>
          <p:cNvPr id="9" name="Google Shape;283;p17">
            <a:extLst>
              <a:ext uri="{FF2B5EF4-FFF2-40B4-BE49-F238E27FC236}">
                <a16:creationId xmlns:a16="http://schemas.microsoft.com/office/drawing/2014/main" id="{96B74F20-C91A-66B6-9ECC-9B679065FEE6}"/>
              </a:ext>
            </a:extLst>
          </p:cNvPr>
          <p:cNvGraphicFramePr/>
          <p:nvPr>
            <p:extLst>
              <p:ext uri="{D42A27DB-BD31-4B8C-83A1-F6EECF244321}">
                <p14:modId xmlns:p14="http://schemas.microsoft.com/office/powerpoint/2010/main" val="1560200238"/>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A1E80393-D911-359C-DEDD-4560586C6C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0901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851151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92214"/>
            <a:ext cx="18373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Final 119.0</a:t>
            </a:r>
          </a:p>
        </p:txBody>
      </p:sp>
      <p:graphicFrame>
        <p:nvGraphicFramePr>
          <p:cNvPr id="292" name="Google Shape;292;p18"/>
          <p:cNvGraphicFramePr/>
          <p:nvPr>
            <p:extLst>
              <p:ext uri="{D42A27DB-BD31-4B8C-83A1-F6EECF244321}">
                <p14:modId xmlns:p14="http://schemas.microsoft.com/office/powerpoint/2010/main" val="1517695872"/>
              </p:ext>
            </p:extLst>
          </p:nvPr>
        </p:nvGraphicFramePr>
        <p:xfrm>
          <a:off x="55" y="3802861"/>
          <a:ext cx="2333879" cy="174700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683738">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PEK </a:t>
                      </a:r>
                      <a:r>
                        <a:rPr lang="en-US" sz="800" dirty="0">
                          <a:solidFill>
                            <a:srgbClr val="00B0F0"/>
                          </a:solidFill>
                        </a:rPr>
                        <a:t>[001/181]</a:t>
                      </a:r>
                      <a:r>
                        <a:rPr lang="en-US" sz="800" dirty="0"/>
                        <a:t> : </a:t>
                      </a:r>
                      <a:r>
                        <a:rPr lang="en-US" sz="800" dirty="0">
                          <a:solidFill>
                            <a:srgbClr val="FFC000"/>
                          </a:solidFill>
                        </a:rPr>
                        <a:t>RW01/19 main (RW36L/18R)</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01/36L</a:t>
                      </a:r>
                      <a:r>
                        <a:rPr lang="en-US" sz="800" b="0" dirty="0"/>
                        <a:t>/36R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x Z</a:t>
                      </a:r>
                    </a:p>
                  </a:txBody>
                  <a:tcPr marL="36000" marR="36000" marT="36000" marB="36000" anchor="ctr"/>
                </a:tc>
                <a:tc>
                  <a:txBody>
                    <a:bodyPr/>
                    <a:lstStyle/>
                    <a:p>
                      <a:pPr marL="0" marR="0" lvl="0" indent="0" algn="ctr" rtl="0">
                        <a:spcBef>
                          <a:spcPts val="0"/>
                        </a:spcBef>
                        <a:spcAft>
                          <a:spcPts val="0"/>
                        </a:spcAft>
                        <a:buNone/>
                      </a:pPr>
                      <a:r>
                        <a:rPr lang="en-US" sz="800" b="1" dirty="0"/>
                        <a:t>AA141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01 </a:t>
                      </a:r>
                      <a:r>
                        <a:rPr lang="en-US" sz="800" b="1" dirty="0">
                          <a:solidFill>
                            <a:srgbClr val="0070C0"/>
                          </a:solidFill>
                        </a:rPr>
                        <a:t>(Y 36L)</a:t>
                      </a: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19/18R</a:t>
                      </a:r>
                      <a:r>
                        <a:rPr lang="en-US" altLang="ko-KR" sz="800" b="0" dirty="0"/>
                        <a:t>/</a:t>
                      </a:r>
                      <a:r>
                        <a:rPr lang="en-US" sz="800" b="0" dirty="0"/>
                        <a:t>18L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x G</a:t>
                      </a:r>
                    </a:p>
                  </a:txBody>
                  <a:tcPr marL="36000" marR="36000" marT="36000" marB="36000" anchor="ctr"/>
                </a:tc>
                <a:tc>
                  <a:txBody>
                    <a:bodyPr/>
                    <a:lstStyle/>
                    <a:p>
                      <a:pPr marL="0" marR="0" lvl="0" indent="0" algn="ctr" rtl="0">
                        <a:spcBef>
                          <a:spcPts val="0"/>
                        </a:spcBef>
                        <a:spcAft>
                          <a:spcPts val="0"/>
                        </a:spcAft>
                        <a:buNone/>
                      </a:pPr>
                      <a:r>
                        <a:rPr lang="en-US" sz="800" b="1" dirty="0"/>
                        <a:t>AA261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19 </a:t>
                      </a:r>
                      <a:r>
                        <a:rPr lang="en-US" altLang="ko-Kore-KR" sz="800" b="1" dirty="0">
                          <a:solidFill>
                            <a:srgbClr val="0070C0"/>
                          </a:solidFill>
                        </a:rPr>
                        <a:t>(Y18R)</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PEK, </a:t>
                      </a:r>
                      <a:r>
                        <a:rPr lang="en-US" sz="800" b="1" dirty="0">
                          <a:solidFill>
                            <a:srgbClr val="C00000"/>
                          </a:solidFill>
                        </a:rPr>
                        <a:t>01 INJ, 36L IDK, 19 ISZ, 18R ILG</a:t>
                      </a:r>
                    </a:p>
                    <a:p>
                      <a:pPr marL="0" marR="0" lvl="0" indent="0" algn="ctr" rtl="0">
                        <a:lnSpc>
                          <a:spcPct val="100000"/>
                        </a:lnSpc>
                        <a:spcBef>
                          <a:spcPts val="0"/>
                        </a:spcBef>
                        <a:spcAft>
                          <a:spcPts val="0"/>
                        </a:spcAft>
                        <a:buClr>
                          <a:srgbClr val="00B050"/>
                        </a:buClr>
                        <a:buSzPts val="800"/>
                        <a:buFont typeface="Calibri"/>
                        <a:buNone/>
                      </a:pPr>
                      <a:r>
                        <a:rPr lang="en-US" sz="800" b="0" dirty="0">
                          <a:solidFill>
                            <a:srgbClr val="C00000"/>
                          </a:solidFill>
                        </a:rPr>
                        <a:t>36R IQU, 18L IOR</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/6(160kts) </a:t>
                      </a:r>
                      <a:r>
                        <a:rPr kumimoji="0" lang="en-US" altLang="ko-Kore-KR" sz="800" b="0" i="0" u="none" strike="noStrike" kern="0" cap="none" spc="0" normalizeH="0" baseline="0" noProof="0" dirty="0">
                          <a:ln>
                            <a:noFill/>
                          </a:ln>
                          <a:solidFill>
                            <a:srgbClr val="0070C0"/>
                          </a:solidFill>
                          <a:effectLst/>
                          <a:uLnTx/>
                          <a:uFillTx/>
                          <a:latin typeface="Calibri"/>
                          <a:cs typeface="Calibri"/>
                          <a:sym typeface="Arial"/>
                        </a:rPr>
                        <a:t>TMA Max 280kts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01</a:t>
                      </a:r>
                      <a:r>
                        <a:rPr lang="en-US" sz="800" b="1" dirty="0">
                          <a:solidFill>
                            <a:schemeClr val="dk1"/>
                          </a:solidFill>
                        </a:rPr>
                        <a:t> : Q5(5223’), Q6(7024’), 19 </a:t>
                      </a:r>
                      <a:r>
                        <a:rPr lang="en-US" altLang="ko-Kore-KR" sz="800" b="1" dirty="0">
                          <a:solidFill>
                            <a:srgbClr val="C00000"/>
                          </a:solidFill>
                        </a:rPr>
                        <a:t>3.2</a:t>
                      </a:r>
                      <a:r>
                        <a:rPr lang="en-US" sz="800" b="1" dirty="0">
                          <a:solidFill>
                            <a:schemeClr val="dk1"/>
                          </a:solidFill>
                        </a:rPr>
                        <a:t> :Q4(5298’),Q3(7103’)</a:t>
                      </a:r>
                      <a:endParaRPr sz="800" dirty="0">
                        <a:solidFill>
                          <a:srgbClr val="C00000"/>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36L : P6(6276’), P7(7719’), 18R : P3(6223’), P2(7552’)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p>
                      <a:pPr marL="0" marR="0" lvl="0" indent="0" algn="ctr" rtl="0">
                        <a:lnSpc>
                          <a:spcPct val="100000"/>
                        </a:lnSpc>
                        <a:spcBef>
                          <a:spcPts val="0"/>
                        </a:spcBef>
                        <a:spcAft>
                          <a:spcPts val="0"/>
                        </a:spcAft>
                        <a:buClr>
                          <a:schemeClr val="dk1"/>
                        </a:buClr>
                        <a:buSzPts val="800"/>
                        <a:buFont typeface="Calibri"/>
                        <a:buNone/>
                      </a:pPr>
                      <a:r>
                        <a:rPr lang="en-US" altLang="ko-KR" sz="800" dirty="0"/>
                        <a:t>Standard TAXI RTE in Jeppesen Chart</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237646297"/>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ZBAA(PEK) 116ft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 China Beijing</a:t>
                      </a:r>
                    </a:p>
                    <a:p>
                      <a:pPr marL="0" marR="0" lvl="0" indent="0" algn="ctr" rtl="0">
                        <a:spcBef>
                          <a:spcPts val="0"/>
                        </a:spcBef>
                        <a:spcAft>
                          <a:spcPts val="0"/>
                        </a:spcAft>
                        <a:buNone/>
                      </a:pPr>
                      <a:r>
                        <a:rPr lang="en-US" sz="900" dirty="0"/>
                        <a:t>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CC8AB46B-539E-FFA8-5737-4E90D549BD6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774260F0-6DE6-1FE6-AED8-9C31ED463DA3}"/>
              </a:ext>
            </a:extLst>
          </p:cNvPr>
          <p:cNvGraphicFramePr/>
          <p:nvPr>
            <p:extLst>
              <p:ext uri="{D42A27DB-BD31-4B8C-83A1-F6EECF244321}">
                <p14:modId xmlns:p14="http://schemas.microsoft.com/office/powerpoint/2010/main" val="246767816"/>
              </p:ext>
            </p:extLst>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F31ECD4A-3CBF-B0BA-F892-E3C0EDC36F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893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439658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C3455C0B-FD5F-F195-1C0A-1F01F6827ACB}"/>
              </a:ext>
            </a:extLst>
          </p:cNvPr>
          <p:cNvGraphicFramePr>
            <a:graphicFrameLocks noGrp="1"/>
          </p:cNvGraphicFramePr>
          <p:nvPr>
            <p:ph idx="1"/>
            <p:extLst>
              <p:ext uri="{D42A27DB-BD31-4B8C-83A1-F6EECF244321}">
                <p14:modId xmlns:p14="http://schemas.microsoft.com/office/powerpoint/2010/main" val="1186835258"/>
              </p:ext>
            </p:extLst>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1BB0B864-E102-F97B-0479-E9677C331F06}"/>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ADA29B3A-1002-5083-04ED-923AF380D574}"/>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488EBD6D-31DA-D6F3-911A-D2AF5D04DE5A}"/>
              </a:ext>
            </a:extLst>
          </p:cNvPr>
          <p:cNvGraphicFramePr>
            <a:graphicFrameLocks noGrp="1"/>
          </p:cNvGraphicFramePr>
          <p:nvPr>
            <p:extLst>
              <p:ext uri="{D42A27DB-BD31-4B8C-83A1-F6EECF244321}">
                <p14:modId xmlns:p14="http://schemas.microsoft.com/office/powerpoint/2010/main" val="2656822228"/>
              </p:ext>
            </p:extLst>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250469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475998197"/>
              </p:ext>
            </p:extLst>
          </p:nvPr>
        </p:nvGraphicFramePr>
        <p:xfrm>
          <a:off x="-4046" y="796960"/>
          <a:ext cx="2332909" cy="1670650"/>
        </p:xfrm>
        <a:graphic>
          <a:graphicData uri="http://schemas.openxmlformats.org/drawingml/2006/table">
            <a:tbl>
              <a:tblPr firstRow="1" bandRow="1">
                <a:noFill/>
                <a:tableStyleId>{A521BE36-7E6F-4EC9-8D66-1CF97A6895EC}</a:tableStyleId>
              </a:tblPr>
              <a:tblGrid>
                <a:gridCol w="234333">
                  <a:extLst>
                    <a:ext uri="{9D8B030D-6E8A-4147-A177-3AD203B41FA5}">
                      <a16:colId xmlns:a16="http://schemas.microsoft.com/office/drawing/2014/main" val="20000"/>
                    </a:ext>
                  </a:extLst>
                </a:gridCol>
                <a:gridCol w="64473">
                  <a:extLst>
                    <a:ext uri="{9D8B030D-6E8A-4147-A177-3AD203B41FA5}">
                      <a16:colId xmlns:a16="http://schemas.microsoft.com/office/drawing/2014/main" val="20001"/>
                    </a:ext>
                  </a:extLst>
                </a:gridCol>
                <a:gridCol w="152679">
                  <a:extLst>
                    <a:ext uri="{9D8B030D-6E8A-4147-A177-3AD203B41FA5}">
                      <a16:colId xmlns:a16="http://schemas.microsoft.com/office/drawing/2014/main" val="20002"/>
                    </a:ext>
                  </a:extLst>
                </a:gridCol>
                <a:gridCol w="497948">
                  <a:extLst>
                    <a:ext uri="{9D8B030D-6E8A-4147-A177-3AD203B41FA5}">
                      <a16:colId xmlns:a16="http://schemas.microsoft.com/office/drawing/2014/main" val="325153996"/>
                    </a:ext>
                  </a:extLst>
                </a:gridCol>
                <a:gridCol w="139424">
                  <a:extLst>
                    <a:ext uri="{9D8B030D-6E8A-4147-A177-3AD203B41FA5}">
                      <a16:colId xmlns:a16="http://schemas.microsoft.com/office/drawing/2014/main" val="2286074444"/>
                    </a:ext>
                  </a:extLst>
                </a:gridCol>
                <a:gridCol w="312061">
                  <a:extLst>
                    <a:ext uri="{9D8B030D-6E8A-4147-A177-3AD203B41FA5}">
                      <a16:colId xmlns:a16="http://schemas.microsoft.com/office/drawing/2014/main" val="20005"/>
                    </a:ext>
                  </a:extLst>
                </a:gridCol>
                <a:gridCol w="474405">
                  <a:extLst>
                    <a:ext uri="{9D8B030D-6E8A-4147-A177-3AD203B41FA5}">
                      <a16:colId xmlns:a16="http://schemas.microsoft.com/office/drawing/2014/main" val="1871292482"/>
                    </a:ext>
                  </a:extLst>
                </a:gridCol>
                <a:gridCol w="457586">
                  <a:extLst>
                    <a:ext uri="{9D8B030D-6E8A-4147-A177-3AD203B41FA5}">
                      <a16:colId xmlns:a16="http://schemas.microsoft.com/office/drawing/2014/main" val="3899291813"/>
                    </a:ext>
                  </a:extLst>
                </a:gridCol>
              </a:tblGrid>
              <a:tr h="0">
                <a:tc gridSpan="8">
                  <a:txBody>
                    <a:bodyPr/>
                    <a:lstStyle/>
                    <a:p>
                      <a:pPr marL="0" marR="0" lvl="0" indent="0" algn="ctr" rtl="0">
                        <a:spcBef>
                          <a:spcPts val="0"/>
                        </a:spcBef>
                        <a:spcAft>
                          <a:spcPts val="0"/>
                        </a:spcAft>
                        <a:buNone/>
                      </a:pPr>
                      <a:r>
                        <a:rPr lang="en-US" sz="800" u="none" strike="noStrike" cap="none" dirty="0"/>
                        <a:t>PEK : SID (NADP 1)  </a:t>
                      </a:r>
                      <a:r>
                        <a:rPr lang="en-US" sz="800" u="none" strike="noStrike" cap="none" dirty="0">
                          <a:solidFill>
                            <a:srgbClr val="FFC000"/>
                          </a:solidFill>
                        </a:rPr>
                        <a:t>RW36R/18L </a:t>
                      </a:r>
                      <a:r>
                        <a:rPr lang="en-US" sz="800" u="none" strike="noStrike" cap="none" dirty="0" err="1">
                          <a:solidFill>
                            <a:srgbClr val="FFC000"/>
                          </a:solidFill>
                        </a:rPr>
                        <a:t>Intersec</a:t>
                      </a:r>
                      <a:r>
                        <a:rPr lang="en-US" sz="800" u="none" strike="noStrike" cap="none" dirty="0">
                          <a:solidFill>
                            <a:srgbClr val="FFC000"/>
                          </a:solidFill>
                        </a:rPr>
                        <a:t> T/O W2, W7</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36R</a:t>
                      </a:r>
                      <a:endParaRPr lang="en-US" sz="800" b="1" u="none" strike="noStrike" cap="none" dirty="0"/>
                    </a:p>
                    <a:p>
                      <a:pPr marL="0" marR="0" lvl="0" indent="0" algn="ctr" rtl="0">
                        <a:spcBef>
                          <a:spcPts val="0"/>
                        </a:spcBef>
                        <a:spcAft>
                          <a:spcPts val="0"/>
                        </a:spcAft>
                        <a:buNone/>
                      </a:pPr>
                      <a:r>
                        <a:rPr lang="en-US" sz="800" b="0" u="none" strike="noStrike" cap="none" dirty="0"/>
                        <a:t>(01)</a:t>
                      </a:r>
                      <a:endParaRPr sz="800" b="0" u="none" strike="noStrike" cap="none" dirty="0"/>
                    </a:p>
                  </a:txBody>
                  <a:tcPr marL="36000" marR="36000" marT="36000" marB="36000" anchor="ctr"/>
                </a:tc>
                <a:tc gridSpan="4">
                  <a:txBody>
                    <a:bodyPr/>
                    <a:lstStyle/>
                    <a:p>
                      <a:pPr marL="0" marR="0" lvl="0" indent="0" algn="ctr" rtl="0">
                        <a:spcBef>
                          <a:spcPts val="0"/>
                        </a:spcBef>
                        <a:spcAft>
                          <a:spcPts val="0"/>
                        </a:spcAft>
                        <a:buNone/>
                      </a:pPr>
                      <a:r>
                        <a:rPr lang="en-US" sz="800" b="1" u="none" strike="noStrike" cap="none" dirty="0">
                          <a:solidFill>
                            <a:srgbClr val="0070C0"/>
                          </a:solidFill>
                        </a:rPr>
                        <a:t>MUGLO x X/Y(x X)</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001 </a:t>
                      </a:r>
                      <a:r>
                        <a:rPr lang="en-US" sz="800" b="1" u="none" strike="noStrike" cap="none" dirty="0">
                          <a:solidFill>
                            <a:srgbClr val="0070C0"/>
                          </a:solidFill>
                        </a:rPr>
                        <a:t>ALT 2100m(1800m)</a:t>
                      </a:r>
                    </a:p>
                    <a:p>
                      <a:pPr algn="ctr"/>
                      <a:r>
                        <a:rPr lang="en-US" altLang="ko-Kore-KR" sz="800" b="1" u="none" strike="noStrike" cap="none" dirty="0">
                          <a:solidFill>
                            <a:srgbClr val="AA47F5"/>
                          </a:solidFill>
                        </a:rPr>
                        <a:t>Maintain RWY TRK </a:t>
                      </a:r>
                      <a:r>
                        <a:rPr lang="en-US" altLang="ko-Kore-KR" sz="800" b="1" u="none" strike="noStrike" cap="none" dirty="0">
                          <a:solidFill>
                            <a:srgbClr val="F28943"/>
                          </a:solidFill>
                        </a:rPr>
                        <a:t>TA9850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18L</a:t>
                      </a:r>
                    </a:p>
                    <a:p>
                      <a:pPr marL="0" marR="0" lvl="0" indent="0" algn="ctr" rtl="0">
                        <a:spcBef>
                          <a:spcPts val="0"/>
                        </a:spcBef>
                        <a:spcAft>
                          <a:spcPts val="0"/>
                        </a:spcAft>
                        <a:buNone/>
                      </a:pPr>
                      <a:r>
                        <a:rPr lang="en-US" sz="800" b="0" u="none" strike="noStrike" cap="none" dirty="0"/>
                        <a:t>(19)</a:t>
                      </a:r>
                      <a:endParaRPr sz="800" b="0" u="none" strike="noStrike" cap="none" dirty="0"/>
                    </a:p>
                  </a:txBody>
                  <a:tcPr marL="36000" marR="36000" marT="36000" marB="36000" anchor="ctr"/>
                </a:tc>
                <a:tc gridSpan="4">
                  <a:txBody>
                    <a:bodyPr/>
                    <a:lstStyle/>
                    <a:p>
                      <a:pPr marL="0" marR="0" lvl="0" indent="0" algn="ctr" rtl="0">
                        <a:spcBef>
                          <a:spcPts val="0"/>
                        </a:spcBef>
                        <a:spcAft>
                          <a:spcPts val="0"/>
                        </a:spcAft>
                        <a:buNone/>
                      </a:pPr>
                      <a:r>
                        <a:rPr lang="en-US" altLang="ko-Kore-KR" sz="800" b="1" u="none" strike="noStrike" cap="none" dirty="0">
                          <a:solidFill>
                            <a:srgbClr val="0070C0"/>
                          </a:solidFill>
                        </a:rPr>
                        <a:t>MUGLO x G (x J)</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181 </a:t>
                      </a:r>
                      <a:r>
                        <a:rPr lang="en-US" sz="800" b="1" u="none" strike="noStrike" cap="none" dirty="0">
                          <a:solidFill>
                            <a:srgbClr val="0070C0"/>
                          </a:solidFill>
                        </a:rPr>
                        <a:t>ALT DCL(1500m)</a:t>
                      </a:r>
                    </a:p>
                    <a:p>
                      <a:pPr algn="ctr"/>
                      <a:r>
                        <a:rPr lang="en-US" altLang="ko-Kore-KR" sz="800" b="1" u="none" strike="noStrike" cap="none" dirty="0">
                          <a:solidFill>
                            <a:srgbClr val="F28943"/>
                          </a:solidFill>
                        </a:rPr>
                        <a:t>TA 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3">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PEK 114.7</a:t>
                      </a:r>
                    </a:p>
                  </a:txBody>
                  <a:tcPr marL="36000" marR="36000" marT="36000" marB="36000" anchor="ctr"/>
                </a:tc>
                <a:tc hMerge="1">
                  <a:txBody>
                    <a:bodyPr/>
                    <a:lstStyle/>
                    <a:p>
                      <a:endParaRPr lang="ko-Kore-KR" altLang="en-US"/>
                    </a:p>
                  </a:txBody>
                  <a:tcP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36R IQU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111.55</a:t>
                      </a:r>
                      <a:endParaRPr lang="en-US" altLang="ko-Kore-KR" sz="600" dirty="0"/>
                    </a:p>
                  </a:txBody>
                  <a:tcPr marL="36000" marR="36000" marT="36000" marB="36000" anchor="ct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IOR 109.3</a:t>
                      </a:r>
                      <a:endParaRPr lang="ko-Kore-KR" altLang="ko-Kore-KR" sz="600" dirty="0"/>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01 INJ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108.5</a:t>
                      </a:r>
                      <a:endParaRPr lang="en-US" altLang="ko-Kore-KR" sz="600"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ISZ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446403819"/>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6">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0" u="none" strike="noStrike" cap="none" dirty="0">
                          <a:solidFill>
                            <a:schemeClr val="bg1"/>
                          </a:solidFill>
                        </a:rPr>
                        <a:t>36R : PEK 325/11, 36L : PEK 326/13, 01 : PEK 323/9 then R124</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5"/>
                  </a:ext>
                </a:extLst>
              </a:tr>
              <a:tr h="115700">
                <a:tc gridSpan="8">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COBT from ATIS “Enroute”, Bad </a:t>
                      </a:r>
                      <a:r>
                        <a:rPr lang="en-US" sz="800" b="1" u="none" strike="noStrike" cap="none" dirty="0" err="1">
                          <a:solidFill>
                            <a:srgbClr val="0070C0"/>
                          </a:solidFill>
                        </a:rPr>
                        <a:t>Wx</a:t>
                      </a:r>
                      <a:r>
                        <a:rPr lang="en-US" sz="800" b="1" u="none" strike="noStrike" cap="none" dirty="0">
                          <a:solidFill>
                            <a:srgbClr val="0070C0"/>
                          </a:solidFill>
                        </a:rPr>
                        <a:t> DOTRA SID</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2800012739"/>
              </p:ext>
            </p:extLst>
          </p:nvPr>
        </p:nvGraphicFramePr>
        <p:xfrm>
          <a:off x="-2501" y="16504"/>
          <a:ext cx="2328850" cy="77273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ZBAA(PEK) 116ft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Air China Beijing 132.0</a:t>
                      </a:r>
                      <a:endParaRPr sz="1200" dirty="0"/>
                    </a:p>
                    <a:p>
                      <a:pPr marL="0" marR="0" lvl="0" indent="0" algn="ctr" rtl="0">
                        <a:spcBef>
                          <a:spcPts val="0"/>
                        </a:spcBef>
                        <a:spcAft>
                          <a:spcPts val="0"/>
                        </a:spcAft>
                        <a:buNone/>
                      </a:pPr>
                      <a:r>
                        <a:rPr lang="en-US" sz="700" dirty="0">
                          <a:solidFill>
                            <a:srgbClr val="FF0000"/>
                          </a:solidFill>
                        </a:rPr>
                        <a:t>DCL 40</a:t>
                      </a:r>
                      <a:r>
                        <a:rPr lang="ko-KR" altLang="en-US" sz="700" dirty="0">
                          <a:solidFill>
                            <a:srgbClr val="FF0000"/>
                          </a:solidFill>
                        </a:rPr>
                        <a:t>분전</a:t>
                      </a:r>
                      <a:r>
                        <a:rPr lang="en-US" altLang="ko-KR" sz="700" dirty="0">
                          <a:solidFill>
                            <a:srgbClr val="FF0000"/>
                          </a:solidFill>
                        </a:rPr>
                        <a:t>,</a:t>
                      </a:r>
                      <a:r>
                        <a:rPr lang="ko-KR" altLang="en-US" sz="700" dirty="0">
                          <a:solidFill>
                            <a:srgbClr val="FF0000"/>
                          </a:solidFill>
                        </a:rPr>
                        <a:t> </a:t>
                      </a:r>
                      <a:r>
                        <a:rPr lang="en-US" altLang="ko-KR" sz="700" dirty="0">
                          <a:solidFill>
                            <a:srgbClr val="FF0000"/>
                          </a:solidFill>
                        </a:rPr>
                        <a:t>Voice 20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(COBT/STD 15</a:t>
                      </a:r>
                      <a:r>
                        <a:rPr lang="ko-KR" altLang="en-US" sz="700" dirty="0">
                          <a:solidFill>
                            <a:srgbClr val="FF0000"/>
                          </a:solidFill>
                        </a:rPr>
                        <a:t>분 차이  </a:t>
                      </a:r>
                      <a:r>
                        <a:rPr lang="en-US" altLang="ko-KR" sz="700" dirty="0">
                          <a:solidFill>
                            <a:srgbClr val="FF0000"/>
                          </a:solidFill>
                        </a:rPr>
                        <a:t>CTC Comm)</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998160" y="2461234"/>
            <a:ext cx="141256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124.4</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PEK 125.6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3" name="그림 2" descr="텍스트, 지도, 도표, 라인이(가) 표시된 사진&#10;&#10;자동 생성된 설명">
            <a:extLst>
              <a:ext uri="{FF2B5EF4-FFF2-40B4-BE49-F238E27FC236}">
                <a16:creationId xmlns:a16="http://schemas.microsoft.com/office/drawing/2014/main" id="{9995A052-72E8-21E5-F8B4-8A7F91B0B578}"/>
              </a:ext>
            </a:extLst>
          </p:cNvPr>
          <p:cNvPicPr>
            <a:picLocks noChangeAspect="1"/>
          </p:cNvPicPr>
          <p:nvPr/>
        </p:nvPicPr>
        <p:blipFill>
          <a:blip r:embed="rId5"/>
          <a:stretch>
            <a:fillRect/>
          </a:stretch>
        </p:blipFill>
        <p:spPr>
          <a:xfrm>
            <a:off x="0" y="2482857"/>
            <a:ext cx="1029898" cy="855481"/>
          </a:xfrm>
          <a:prstGeom prst="rect">
            <a:avLst/>
          </a:prstGeom>
        </p:spPr>
      </p:pic>
      <p:sp>
        <p:nvSpPr>
          <p:cNvPr id="2" name="직사각형 1">
            <a:hlinkClick r:id="" action="ppaction://hlinkshowjump?jump=firstslide"/>
            <a:extLst>
              <a:ext uri="{FF2B5EF4-FFF2-40B4-BE49-F238E27FC236}">
                <a16:creationId xmlns:a16="http://schemas.microsoft.com/office/drawing/2014/main" id="{20F145D3-6C4D-B2CD-0787-EABF57347616}"/>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7" name="Google Shape;283;p17">
            <a:extLst>
              <a:ext uri="{FF2B5EF4-FFF2-40B4-BE49-F238E27FC236}">
                <a16:creationId xmlns:a16="http://schemas.microsoft.com/office/drawing/2014/main" id="{DE8EE2C1-04AB-5CE6-74C4-6351FDAAB95D}"/>
              </a:ext>
            </a:extLst>
          </p:cNvPr>
          <p:cNvGraphicFramePr/>
          <p:nvPr>
            <p:extLst>
              <p:ext uri="{D42A27DB-BD31-4B8C-83A1-F6EECF244321}">
                <p14:modId xmlns:p14="http://schemas.microsoft.com/office/powerpoint/2010/main" val="295228465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FE832C10-7C86-1F04-7EF1-AA05288C8D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1665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601062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A27E294E-7F66-46E0-7CE2-81B2EF6F43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37C797-5AC1-48CA-DEDE-FAB3486F6536}"/>
              </a:ext>
            </a:extLst>
          </p:cNvPr>
          <p:cNvSpPr txBox="1"/>
          <p:nvPr/>
        </p:nvSpPr>
        <p:spPr>
          <a:xfrm>
            <a:off x="-55838" y="2877421"/>
            <a:ext cx="1887055"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2403E1D1-F044-7A96-3151-E5BF721B1E1B}"/>
              </a:ext>
            </a:extLst>
          </p:cNvPr>
          <p:cNvGraphicFramePr/>
          <p:nvPr>
            <p:extLst>
              <p:ext uri="{D42A27DB-BD31-4B8C-83A1-F6EECF244321}">
                <p14:modId xmlns:p14="http://schemas.microsoft.com/office/powerpoint/2010/main" val="491424708"/>
              </p:ext>
            </p:extLst>
          </p:nvPr>
        </p:nvGraphicFramePr>
        <p:xfrm>
          <a:off x="55" y="3694172"/>
          <a:ext cx="2333879" cy="1868920"/>
        </p:xfrm>
        <a:graphic>
          <a:graphicData uri="http://schemas.openxmlformats.org/drawingml/2006/table">
            <a:tbl>
              <a:tblPr firstRow="1" bandRow="1">
                <a:noFill/>
                <a:tableStyleId>{A521BE36-7E6F-4EC9-8D66-1CF97A6895EC}</a:tableStyleId>
              </a:tblPr>
              <a:tblGrid>
                <a:gridCol w="479630">
                  <a:extLst>
                    <a:ext uri="{9D8B030D-6E8A-4147-A177-3AD203B41FA5}">
                      <a16:colId xmlns:a16="http://schemas.microsoft.com/office/drawing/2014/main" val="20000"/>
                    </a:ext>
                  </a:extLst>
                </a:gridCol>
                <a:gridCol w="786958">
                  <a:extLst>
                    <a:ext uri="{9D8B030D-6E8A-4147-A177-3AD203B41FA5}">
                      <a16:colId xmlns:a16="http://schemas.microsoft.com/office/drawing/2014/main" val="20001"/>
                    </a:ext>
                  </a:extLst>
                </a:gridCol>
                <a:gridCol w="700816">
                  <a:extLst>
                    <a:ext uri="{9D8B030D-6E8A-4147-A177-3AD203B41FA5}">
                      <a16:colId xmlns:a16="http://schemas.microsoft.com/office/drawing/2014/main" val="20002"/>
                    </a:ext>
                  </a:extLst>
                </a:gridCol>
                <a:gridCol w="366475">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WUH </a:t>
                      </a:r>
                      <a:r>
                        <a:rPr lang="en-US" sz="800" dirty="0">
                          <a:solidFill>
                            <a:srgbClr val="00B0F0"/>
                          </a:solidFill>
                        </a:rPr>
                        <a:t>[046/226]</a:t>
                      </a:r>
                      <a:r>
                        <a:rPr lang="en-US" sz="800" dirty="0"/>
                        <a:t> : </a:t>
                      </a:r>
                      <a:r>
                        <a:rPr lang="en-US" sz="800" dirty="0">
                          <a:solidFill>
                            <a:srgbClr val="FFC000"/>
                          </a:solidFill>
                        </a:rPr>
                        <a:t>WUH CTL Rep </a:t>
                      </a:r>
                      <a:r>
                        <a:rPr lang="en-US" sz="800" dirty="0" err="1">
                          <a:solidFill>
                            <a:srgbClr val="FFC000"/>
                          </a:solidFill>
                        </a:rPr>
                        <a:t>HLxxxx</a:t>
                      </a:r>
                      <a:r>
                        <a:rPr lang="en-US" sz="800" dirty="0">
                          <a:solidFill>
                            <a:srgbClr val="FFC000"/>
                          </a:solidFill>
                        </a:rPr>
                        <a:t>, RDR CTC 60NM</a:t>
                      </a:r>
                    </a:p>
                    <a:p>
                      <a:pPr marL="0" marR="0" lvl="0" indent="0" algn="ctr" rtl="0">
                        <a:spcBef>
                          <a:spcPts val="0"/>
                        </a:spcBef>
                        <a:spcAft>
                          <a:spcPts val="0"/>
                        </a:spcAft>
                        <a:buNone/>
                      </a:pPr>
                      <a:r>
                        <a:rPr lang="en-US" sz="800" dirty="0">
                          <a:solidFill>
                            <a:srgbClr val="FFC000"/>
                          </a:solidFill>
                        </a:rPr>
                        <a:t>Prepare STAR CHG</a:t>
                      </a:r>
                      <a:endParaRPr sz="800" b="0" dirty="0">
                        <a:solidFill>
                          <a:srgbClr val="FFC000"/>
                        </a:solidFill>
                      </a:endParaRPr>
                    </a:p>
                  </a:txBody>
                  <a:tcPr marL="0" marR="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solidFill>
                            <a:srgbClr val="0070C0"/>
                          </a:solidFill>
                        </a:rPr>
                        <a:t>04</a:t>
                      </a:r>
                      <a:r>
                        <a:rPr lang="en-US" sz="800" b="1" dirty="0"/>
                        <a:t>/05R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PONUD 01T/05T</a:t>
                      </a:r>
                    </a:p>
                  </a:txBody>
                  <a:tcPr marL="36000" marR="36000" marT="36000" marB="36000" anchor="ctr"/>
                </a:tc>
                <a:tc>
                  <a:txBody>
                    <a:bodyPr/>
                    <a:lstStyle/>
                    <a:p>
                      <a:pPr marL="0" marR="0" lvl="0" indent="0" algn="ctr" rtl="0">
                        <a:spcBef>
                          <a:spcPts val="0"/>
                        </a:spcBef>
                        <a:spcAft>
                          <a:spcPts val="0"/>
                        </a:spcAft>
                        <a:buNone/>
                      </a:pPr>
                      <a:r>
                        <a:rPr lang="en-US" sz="800" b="1" dirty="0"/>
                        <a:t>HH310/HH357</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solidFill>
                            <a:srgbClr val="0070C0"/>
                          </a:solidFill>
                        </a:rPr>
                        <a:t>22</a:t>
                      </a:r>
                      <a:r>
                        <a:rPr lang="en-US" altLang="ko-KR" sz="800" b="1" dirty="0"/>
                        <a:t>/23L</a:t>
                      </a:r>
                      <a:r>
                        <a:rPr lang="en-US" altLang="ko-KR"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PONUD 02T</a:t>
                      </a:r>
                    </a:p>
                  </a:txBody>
                  <a:tcPr marL="36000" marR="36000" marT="36000" marB="36000" anchor="ctr"/>
                </a:tc>
                <a:tc>
                  <a:txBody>
                    <a:bodyPr/>
                    <a:lstStyle/>
                    <a:p>
                      <a:pPr marL="0" marR="0" lvl="0" indent="0" algn="ctr" rtl="0">
                        <a:spcBef>
                          <a:spcPts val="0"/>
                        </a:spcBef>
                        <a:spcAft>
                          <a:spcPts val="0"/>
                        </a:spcAft>
                        <a:buNone/>
                      </a:pPr>
                      <a:r>
                        <a:rPr lang="en-US" sz="800" b="1" dirty="0"/>
                        <a:t>AVLEN</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WHA, </a:t>
                      </a:r>
                      <a:r>
                        <a:rPr lang="en-US" sz="800" b="1" dirty="0">
                          <a:solidFill>
                            <a:srgbClr val="C00000"/>
                          </a:solidFill>
                        </a:rPr>
                        <a:t>04 IHN, 05R IMU, 22 ITS, 23L IQD, </a:t>
                      </a:r>
                      <a:r>
                        <a:rPr lang="en-US" sz="800" b="0" dirty="0">
                          <a:solidFill>
                            <a:srgbClr val="C00000"/>
                          </a:solidFill>
                        </a:rPr>
                        <a:t>05L IWF, 23R IUT</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from intercept final 180kts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04</a:t>
                      </a:r>
                      <a:r>
                        <a:rPr lang="en-US" sz="800" b="1" dirty="0">
                          <a:solidFill>
                            <a:schemeClr val="dk1"/>
                          </a:solidFill>
                        </a:rPr>
                        <a:t> : B8(5557’), B9(6578’), 22 : B5(6738’), B4(7939’)</a:t>
                      </a:r>
                      <a:endParaRPr sz="800"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05R : F10(5475’), F11(6597’), 23L : F7(5341’), F6(6545’)</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Follow Me Car TWY K/J</a:t>
                      </a:r>
                    </a:p>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06452A51-4762-47A4-ADA8-9CE16B4CAAEE}"/>
              </a:ext>
            </a:extLst>
          </p:cNvPr>
          <p:cNvGraphicFramePr/>
          <p:nvPr>
            <p:extLst>
              <p:ext uri="{D42A27DB-BD31-4B8C-83A1-F6EECF244321}">
                <p14:modId xmlns:p14="http://schemas.microsoft.com/office/powerpoint/2010/main" val="3317951614"/>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ZHHH(WUH)</a:t>
                      </a:r>
                      <a:r>
                        <a:rPr lang="en-US" sz="1100" dirty="0">
                          <a:solidFill>
                            <a:schemeClr val="tx1"/>
                          </a:solidFill>
                          <a:hlinkClick r:id="rId4">
                            <a:extLst>
                              <a:ext uri="{A12FA001-AC4F-418D-AE19-62706E023703}">
                                <ahyp:hlinkClr xmlns:ahyp="http://schemas.microsoft.com/office/drawing/2018/hyperlinkcolor" val="tx"/>
                              </a:ext>
                            </a:extLst>
                          </a:hlinkClick>
                        </a:rPr>
                        <a:t>115ft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58E1048C-82F4-DA0C-B25B-BB308E6EC93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AF1CBEC3-24C1-077F-F86D-21DA821249F2}"/>
              </a:ext>
            </a:extLst>
          </p:cNvPr>
          <p:cNvGraphicFramePr/>
          <p:nvPr>
            <p:extLst>
              <p:ext uri="{D42A27DB-BD31-4B8C-83A1-F6EECF244321}">
                <p14:modId xmlns:p14="http://schemas.microsoft.com/office/powerpoint/2010/main" val="3194380724"/>
              </p:ext>
            </p:extLst>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8A1E7039-3985-3319-8153-00C2DAD591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35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652627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DC52-799B-207D-29F8-8A90E9CF797B}"/>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8B808DF6-7600-D8FC-9793-0A4A662F4DC7}"/>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AC3BAA90-8162-6561-191A-847D18A94074}"/>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3AD063AC-23F2-97DF-01C2-3E47B86D26AF}"/>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16DC4BCA-74CB-FD52-E9BF-03DB4F277BC7}"/>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26535541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333C40A7-A839-062E-AC98-ADBCE816C0FE}"/>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256DD3D5-A12A-4FEB-FE52-EA7759FEA2B0}"/>
              </a:ext>
            </a:extLst>
          </p:cNvPr>
          <p:cNvGraphicFramePr/>
          <p:nvPr>
            <p:extLst>
              <p:ext uri="{D42A27DB-BD31-4B8C-83A1-F6EECF244321}">
                <p14:modId xmlns:p14="http://schemas.microsoft.com/office/powerpoint/2010/main" val="3648788356"/>
              </p:ext>
            </p:extLst>
          </p:nvPr>
        </p:nvGraphicFramePr>
        <p:xfrm>
          <a:off x="-4046" y="682516"/>
          <a:ext cx="2332909" cy="1598650"/>
        </p:xfrm>
        <a:graphic>
          <a:graphicData uri="http://schemas.openxmlformats.org/drawingml/2006/table">
            <a:tbl>
              <a:tblPr firstRow="1" bandRow="1">
                <a:noFill/>
                <a:tableStyleId>{A521BE36-7E6F-4EC9-8D66-1CF97A6895EC}</a:tableStyleId>
              </a:tblPr>
              <a:tblGrid>
                <a:gridCol w="234333">
                  <a:extLst>
                    <a:ext uri="{9D8B030D-6E8A-4147-A177-3AD203B41FA5}">
                      <a16:colId xmlns:a16="http://schemas.microsoft.com/office/drawing/2014/main" val="20000"/>
                    </a:ext>
                  </a:extLst>
                </a:gridCol>
                <a:gridCol w="217152">
                  <a:extLst>
                    <a:ext uri="{9D8B030D-6E8A-4147-A177-3AD203B41FA5}">
                      <a16:colId xmlns:a16="http://schemas.microsoft.com/office/drawing/2014/main" val="20001"/>
                    </a:ext>
                  </a:extLst>
                </a:gridCol>
                <a:gridCol w="497948">
                  <a:extLst>
                    <a:ext uri="{9D8B030D-6E8A-4147-A177-3AD203B41FA5}">
                      <a16:colId xmlns:a16="http://schemas.microsoft.com/office/drawing/2014/main" val="325153996"/>
                    </a:ext>
                  </a:extLst>
                </a:gridCol>
                <a:gridCol w="139424">
                  <a:extLst>
                    <a:ext uri="{9D8B030D-6E8A-4147-A177-3AD203B41FA5}">
                      <a16:colId xmlns:a16="http://schemas.microsoft.com/office/drawing/2014/main" val="2286074444"/>
                    </a:ext>
                  </a:extLst>
                </a:gridCol>
                <a:gridCol w="312061">
                  <a:extLst>
                    <a:ext uri="{9D8B030D-6E8A-4147-A177-3AD203B41FA5}">
                      <a16:colId xmlns:a16="http://schemas.microsoft.com/office/drawing/2014/main" val="20005"/>
                    </a:ext>
                  </a:extLst>
                </a:gridCol>
                <a:gridCol w="474405">
                  <a:extLst>
                    <a:ext uri="{9D8B030D-6E8A-4147-A177-3AD203B41FA5}">
                      <a16:colId xmlns:a16="http://schemas.microsoft.com/office/drawing/2014/main" val="1871292482"/>
                    </a:ext>
                  </a:extLst>
                </a:gridCol>
                <a:gridCol w="457586">
                  <a:extLst>
                    <a:ext uri="{9D8B030D-6E8A-4147-A177-3AD203B41FA5}">
                      <a16:colId xmlns:a16="http://schemas.microsoft.com/office/drawing/2014/main" val="3899291813"/>
                    </a:ext>
                  </a:extLst>
                </a:gridCol>
              </a:tblGrid>
              <a:tr h="0">
                <a:tc gridSpan="7">
                  <a:txBody>
                    <a:bodyPr/>
                    <a:lstStyle/>
                    <a:p>
                      <a:pPr marL="0" marR="0" lvl="0" indent="0" algn="ctr" rtl="0">
                        <a:spcBef>
                          <a:spcPts val="0"/>
                        </a:spcBef>
                        <a:spcAft>
                          <a:spcPts val="0"/>
                        </a:spcAft>
                        <a:buNone/>
                      </a:pPr>
                      <a:r>
                        <a:rPr lang="en-US" sz="800" u="none" strike="noStrike" cap="none" dirty="0"/>
                        <a:t>WUH : SID (NADP 1)  </a:t>
                      </a:r>
                      <a:r>
                        <a:rPr lang="en-US" sz="800" u="none" strike="noStrike" cap="none" dirty="0">
                          <a:solidFill>
                            <a:srgbClr val="FFC000"/>
                          </a:solidFill>
                        </a:rPr>
                        <a:t>Readback RWY, ALT to CLR</a:t>
                      </a:r>
                    </a:p>
                    <a:p>
                      <a:pPr marL="0" marR="0" lvl="0" indent="0" algn="ctr" rtl="0">
                        <a:spcBef>
                          <a:spcPts val="0"/>
                        </a:spcBef>
                        <a:spcAft>
                          <a:spcPts val="0"/>
                        </a:spcAft>
                        <a:buNone/>
                      </a:pPr>
                      <a:r>
                        <a:rPr lang="en-US" sz="800" u="none" strike="noStrike" cap="none" dirty="0">
                          <a:solidFill>
                            <a:srgbClr val="FFC000"/>
                          </a:solidFill>
                        </a:rPr>
                        <a:t>Report Ready for P/B to CLR</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solidFill>
                            <a:srgbClr val="0070C0"/>
                          </a:solidFill>
                        </a:rPr>
                        <a:t>04</a:t>
                      </a:r>
                      <a:r>
                        <a:rPr lang="en-US" altLang="ko-KR" sz="800" b="1" u="none" strike="noStrike" cap="none" dirty="0"/>
                        <a:t>/</a:t>
                      </a:r>
                      <a:r>
                        <a:rPr lang="en-US" sz="800" b="0" u="none" strike="noStrike" cap="none" dirty="0"/>
                        <a:t>05L</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BIVIP 7S</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046 </a:t>
                      </a:r>
                      <a:r>
                        <a:rPr lang="en-US" sz="800" b="1" u="none" strike="noStrike" cap="none" dirty="0">
                          <a:solidFill>
                            <a:srgbClr val="0070C0"/>
                          </a:solidFill>
                        </a:rPr>
                        <a:t>ALT 4800m or ATC(900m) </a:t>
                      </a:r>
                      <a:r>
                        <a:rPr lang="en-US" sz="800" b="1" u="none" strike="noStrike" cap="none" dirty="0">
                          <a:solidFill>
                            <a:srgbClr val="F28943"/>
                          </a:solidFill>
                        </a:rPr>
                        <a:t>TA 9850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22</a:t>
                      </a:r>
                      <a:r>
                        <a:rPr lang="en-US" sz="800" b="1" u="none" strike="noStrike" cap="none" dirty="0"/>
                        <a:t>/</a:t>
                      </a:r>
                    </a:p>
                    <a:p>
                      <a:pPr marL="0" marR="0" lvl="0" indent="0" algn="ctr" rtl="0">
                        <a:spcBef>
                          <a:spcPts val="0"/>
                        </a:spcBef>
                        <a:spcAft>
                          <a:spcPts val="0"/>
                        </a:spcAft>
                        <a:buNone/>
                      </a:pPr>
                      <a:r>
                        <a:rPr lang="en-US" sz="800" b="0" u="none" strike="noStrike" cap="none" dirty="0"/>
                        <a:t>23R</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BIVIP 6S</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246 </a:t>
                      </a:r>
                      <a:r>
                        <a:rPr lang="en-US" sz="800" b="1" u="none" strike="noStrike" cap="none" dirty="0">
                          <a:solidFill>
                            <a:srgbClr val="0070C0"/>
                          </a:solidFill>
                        </a:rPr>
                        <a:t>ALT 4800m or ATC(900m)</a:t>
                      </a:r>
                    </a:p>
                    <a:p>
                      <a:pPr algn="ctr"/>
                      <a:r>
                        <a:rPr lang="en-US" altLang="ko-Kore-KR" sz="800" b="1" u="none" strike="noStrike" cap="none" dirty="0">
                          <a:solidFill>
                            <a:srgbClr val="7030A0"/>
                          </a:solidFill>
                        </a:rPr>
                        <a:t>SPD 220/230kts </a:t>
                      </a:r>
                      <a:r>
                        <a:rPr lang="en-US" altLang="ko-Kore-KR" sz="800" b="1" u="none" strike="noStrike" cap="none" dirty="0">
                          <a:solidFill>
                            <a:srgbClr val="F28943"/>
                          </a:solidFill>
                        </a:rPr>
                        <a:t>TA 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WHA 112.2</a:t>
                      </a: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04 IHN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109.3</a:t>
                      </a:r>
                      <a:endParaRPr lang="en-US" altLang="ko-Kore-KR" sz="600" dirty="0"/>
                    </a:p>
                  </a:txBody>
                  <a:tcPr marL="36000" marR="36000" marT="36000" marB="36000" anchor="ct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22 ITS 108.5</a:t>
                      </a:r>
                      <a:endParaRPr lang="ko-Kore-KR" altLang="ko-Kore-KR" sz="600" dirty="0"/>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05L IWF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111.5</a:t>
                      </a:r>
                      <a:endParaRPr lang="en-US" altLang="ko-Kore-KR" sz="600"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IUT 111.5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44640381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err="1">
                          <a:solidFill>
                            <a:srgbClr val="0070C0"/>
                          </a:solidFill>
                        </a:rPr>
                        <a:t>Uncommanded</a:t>
                      </a:r>
                      <a:r>
                        <a:rPr lang="en-US" sz="800" b="1" u="none" strike="noStrike" cap="none" dirty="0">
                          <a:solidFill>
                            <a:srgbClr val="0070C0"/>
                          </a:solidFill>
                        </a:rPr>
                        <a:t> Turn RNP Departure</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5F1CA6E7-138F-6692-D8FD-74777DD14A57}"/>
              </a:ext>
            </a:extLst>
          </p:cNvPr>
          <p:cNvGraphicFramePr/>
          <p:nvPr>
            <p:extLst>
              <p:ext uri="{D42A27DB-BD31-4B8C-83A1-F6EECF244321}">
                <p14:modId xmlns:p14="http://schemas.microsoft.com/office/powerpoint/2010/main" val="1257515821"/>
              </p:ext>
            </p:extLst>
          </p:nvPr>
        </p:nvGraphicFramePr>
        <p:xfrm>
          <a:off x="-2501" y="1512"/>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ZHHH(WUH)</a:t>
                      </a:r>
                      <a:r>
                        <a:rPr lang="en-US" altLang="ko-Kore-KR" sz="1050" dirty="0">
                          <a:solidFill>
                            <a:schemeClr val="tx1"/>
                          </a:solidFill>
                          <a:hlinkClick r:id="rId3">
                            <a:extLst>
                              <a:ext uri="{A12FA001-AC4F-418D-AE19-62706E023703}">
                                <ahyp:hlinkClr xmlns:ahyp="http://schemas.microsoft.com/office/drawing/2018/hyperlinkcolor" val="tx"/>
                              </a:ext>
                            </a:extLst>
                          </a:hlinkClick>
                        </a:rPr>
                        <a:t>115ft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sz="700" dirty="0">
                          <a:solidFill>
                            <a:srgbClr val="FF0000"/>
                          </a:solidFill>
                        </a:rPr>
                        <a:t>DCL 10-30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Readback to CLR</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A11941-6534-0E55-E63A-E7303D3769D4}"/>
              </a:ext>
            </a:extLst>
          </p:cNvPr>
          <p:cNvSpPr txBox="1"/>
          <p:nvPr/>
        </p:nvSpPr>
        <p:spPr>
          <a:xfrm>
            <a:off x="-4046" y="2397456"/>
            <a:ext cx="1226618"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119.575</a:t>
            </a: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120.55 – </a:t>
            </a:r>
            <a:r>
              <a:rPr kumimoji="1" lang="en-US" altLang="ko-Kore-KR" sz="700" b="1" u="sng" dirty="0">
                <a:solidFill>
                  <a:srgbClr val="0070C0"/>
                </a:solidFill>
                <a:latin typeface="Gulim" panose="020B0600000101010101" pitchFamily="34" charset="-127"/>
                <a:ea typeface="Gulim" panose="020B0600000101010101" pitchFamily="34" charset="-127"/>
              </a:rPr>
              <a:t>120.95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B9FB92E6-462A-A671-D50E-73C4126B5712}"/>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3" name="Google Shape;283;p17">
            <a:extLst>
              <a:ext uri="{FF2B5EF4-FFF2-40B4-BE49-F238E27FC236}">
                <a16:creationId xmlns:a16="http://schemas.microsoft.com/office/drawing/2014/main" id="{05B4A0CE-2B8F-CAE1-FB51-3D9B79B995DA}"/>
              </a:ext>
            </a:extLst>
          </p:cNvPr>
          <p:cNvGraphicFramePr/>
          <p:nvPr>
            <p:extLst>
              <p:ext uri="{D42A27DB-BD31-4B8C-83A1-F6EECF244321}">
                <p14:modId xmlns:p14="http://schemas.microsoft.com/office/powerpoint/2010/main" val="270942585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5BEFEE25-3455-FFF4-B399-93ECE19446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810121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97692BD7-8799-FC28-C12C-7A29AFF7ED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AF08B3-435B-624E-A790-C275A7FE5FB0}"/>
              </a:ext>
            </a:extLst>
          </p:cNvPr>
          <p:cNvSpPr txBox="1"/>
          <p:nvPr/>
        </p:nvSpPr>
        <p:spPr>
          <a:xfrm>
            <a:off x="-55838" y="2807093"/>
            <a:ext cx="803425" cy="209151"/>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379CD640-6EAC-04B2-E8A2-2C4DACF85BC8}"/>
              </a:ext>
            </a:extLst>
          </p:cNvPr>
          <p:cNvGraphicFramePr/>
          <p:nvPr>
            <p:extLst>
              <p:ext uri="{D42A27DB-BD31-4B8C-83A1-F6EECF244321}">
                <p14:modId xmlns:p14="http://schemas.microsoft.com/office/powerpoint/2010/main" val="839477221"/>
              </p:ext>
            </p:extLst>
          </p:nvPr>
        </p:nvGraphicFramePr>
        <p:xfrm>
          <a:off x="55" y="3694172"/>
          <a:ext cx="2328808" cy="1868920"/>
        </p:xfrm>
        <a:graphic>
          <a:graphicData uri="http://schemas.openxmlformats.org/drawingml/2006/table">
            <a:tbl>
              <a:tblPr firstRow="1" bandRow="1">
                <a:noFill/>
                <a:tableStyleId>{A521BE36-7E6F-4EC9-8D66-1CF97A6895EC}</a:tableStyleId>
              </a:tblPr>
              <a:tblGrid>
                <a:gridCol w="587370">
                  <a:extLst>
                    <a:ext uri="{9D8B030D-6E8A-4147-A177-3AD203B41FA5}">
                      <a16:colId xmlns:a16="http://schemas.microsoft.com/office/drawing/2014/main" val="20000"/>
                    </a:ext>
                  </a:extLst>
                </a:gridCol>
                <a:gridCol w="645027">
                  <a:extLst>
                    <a:ext uri="{9D8B030D-6E8A-4147-A177-3AD203B41FA5}">
                      <a16:colId xmlns:a16="http://schemas.microsoft.com/office/drawing/2014/main" val="20001"/>
                    </a:ext>
                  </a:extLst>
                </a:gridCol>
                <a:gridCol w="780986">
                  <a:extLst>
                    <a:ext uri="{9D8B030D-6E8A-4147-A177-3AD203B41FA5}">
                      <a16:colId xmlns:a16="http://schemas.microsoft.com/office/drawing/2014/main" val="20002"/>
                    </a:ext>
                  </a:extLst>
                </a:gridCol>
                <a:gridCol w="315425">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CAN </a:t>
                      </a:r>
                      <a:r>
                        <a:rPr lang="en-US" sz="800" dirty="0">
                          <a:solidFill>
                            <a:srgbClr val="00B0F0"/>
                          </a:solidFill>
                        </a:rPr>
                        <a:t>[017/197]</a:t>
                      </a:r>
                      <a:r>
                        <a:rPr lang="en-US" sz="800" dirty="0"/>
                        <a:t> : </a:t>
                      </a:r>
                      <a:r>
                        <a:rPr lang="en-US" sz="800" dirty="0">
                          <a:solidFill>
                            <a:srgbClr val="FFC000"/>
                          </a:solidFill>
                        </a:rPr>
                        <a:t>CAN CTL, APP Freq no Chart</a:t>
                      </a:r>
                    </a:p>
                    <a:p>
                      <a:pPr marL="0" marR="0" lvl="0" indent="0" algn="ctr" rtl="0">
                        <a:spcBef>
                          <a:spcPts val="0"/>
                        </a:spcBef>
                        <a:spcAft>
                          <a:spcPts val="0"/>
                        </a:spcAft>
                        <a:buNone/>
                      </a:pPr>
                      <a:r>
                        <a:rPr lang="en-US" sz="800" dirty="0">
                          <a:solidFill>
                            <a:srgbClr val="FFC000"/>
                          </a:solidFill>
                        </a:rPr>
                        <a:t>Short PTN AFT IAF, RW20 Windshear, </a:t>
                      </a:r>
                      <a:r>
                        <a:rPr lang="en-US" sz="800" dirty="0">
                          <a:solidFill>
                            <a:srgbClr val="C00000"/>
                          </a:solidFill>
                        </a:rPr>
                        <a:t>Lower GA ALT</a:t>
                      </a:r>
                      <a:r>
                        <a:rPr lang="en-US" sz="800" dirty="0">
                          <a:solidFill>
                            <a:srgbClr val="FFC000"/>
                          </a:solidFill>
                        </a:rPr>
                        <a:t> </a:t>
                      </a:r>
                    </a:p>
                  </a:txBody>
                  <a:tcPr marL="0" marR="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solidFill>
                            <a:srgbClr val="0070C0"/>
                          </a:solidFill>
                        </a:rPr>
                        <a:t>02R</a:t>
                      </a:r>
                      <a:r>
                        <a:rPr lang="en-US" altLang="ko-Kore-KR" sz="800" b="0" dirty="0"/>
                        <a:t>/L</a:t>
                      </a:r>
                      <a:r>
                        <a:rPr lang="en-US" altLang="ko-Kore-KR" sz="800" b="1" dirty="0">
                          <a:solidFill>
                            <a:srgbClr val="0070C0"/>
                          </a:solidFill>
                        </a:rPr>
                        <a:t>,</a:t>
                      </a:r>
                      <a:r>
                        <a:rPr lang="en-US" sz="800" b="1" dirty="0">
                          <a:solidFill>
                            <a:srgbClr val="0070C0"/>
                          </a:solidFill>
                        </a:rPr>
                        <a:t>01L</a:t>
                      </a:r>
                      <a:r>
                        <a:rPr lang="en-US" sz="800" b="0" dirty="0"/>
                        <a:t>/R</a:t>
                      </a:r>
                      <a:endParaRPr sz="800" b="0" dirty="0"/>
                    </a:p>
                  </a:txBody>
                  <a:tcPr marL="36000" marR="36000" marT="36000" marB="36000" anchor="ctr"/>
                </a:tc>
                <a:tc rowSpan="2">
                  <a:txBody>
                    <a:bodyPr/>
                    <a:lstStyle/>
                    <a:p>
                      <a:pPr marL="0" marR="0" lvl="0" indent="0" algn="ctr" rtl="0">
                        <a:spcBef>
                          <a:spcPts val="0"/>
                        </a:spcBef>
                        <a:spcAft>
                          <a:spcPts val="0"/>
                        </a:spcAft>
                        <a:buNone/>
                      </a:pPr>
                      <a:r>
                        <a:rPr lang="en-US" sz="800" b="1" dirty="0"/>
                        <a:t>OLPAB xx</a:t>
                      </a:r>
                    </a:p>
                  </a:txBody>
                  <a:tcPr marL="36000" marR="36000" marT="36000" marB="36000" anchor="ctr"/>
                </a:tc>
                <a:tc>
                  <a:txBody>
                    <a:bodyPr/>
                    <a:lstStyle/>
                    <a:p>
                      <a:pPr marL="0" marR="0" lvl="0" indent="0" algn="ctr" rtl="0">
                        <a:spcBef>
                          <a:spcPts val="0"/>
                        </a:spcBef>
                        <a:spcAft>
                          <a:spcPts val="0"/>
                        </a:spcAft>
                        <a:buNone/>
                      </a:pPr>
                      <a:r>
                        <a:rPr lang="en-US" sz="800" b="1" dirty="0"/>
                        <a:t>GG611/GG612</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solidFill>
                            <a:srgbClr val="0070C0"/>
                          </a:solidFill>
                        </a:rPr>
                        <a:t>20L</a:t>
                      </a:r>
                      <a:r>
                        <a:rPr lang="en-US" altLang="ko-KR" sz="800" b="1" dirty="0"/>
                        <a:t>/</a:t>
                      </a:r>
                      <a:r>
                        <a:rPr lang="en-US" altLang="ko-KR" sz="800" b="0" dirty="0"/>
                        <a:t>R</a:t>
                      </a:r>
                      <a:r>
                        <a:rPr lang="en-US" altLang="ko-KR" sz="800" b="1" dirty="0">
                          <a:solidFill>
                            <a:srgbClr val="0070C0"/>
                          </a:solidFill>
                        </a:rPr>
                        <a:t>,19R</a:t>
                      </a:r>
                      <a:r>
                        <a:rPr lang="en-US" altLang="ko-KR" sz="800" b="0" dirty="0"/>
                        <a:t>/L</a:t>
                      </a:r>
                      <a:endParaRPr sz="800" b="0" dirty="0"/>
                    </a:p>
                  </a:txBody>
                  <a:tcPr marL="36000" marR="36000" marT="36000" marB="36000" anchor="ctr"/>
                </a:tc>
                <a:tc vMerge="1">
                  <a:txBody>
                    <a:bodyPr/>
                    <a:lstStyle/>
                    <a:p>
                      <a:endParaRPr dirty="0"/>
                    </a:p>
                  </a:txBody>
                  <a:tcPr marL="36000" marR="36000" marT="36000" marB="36000" anchor="ctr"/>
                </a:tc>
                <a:tc>
                  <a:txBody>
                    <a:bodyPr/>
                    <a:lstStyle/>
                    <a:p>
                      <a:pPr marL="0" marR="0" lvl="0" indent="0" algn="ctr" rtl="0">
                        <a:spcBef>
                          <a:spcPts val="0"/>
                        </a:spcBef>
                        <a:spcAft>
                          <a:spcPts val="0"/>
                        </a:spcAft>
                        <a:buNone/>
                      </a:pPr>
                      <a:r>
                        <a:rPr lang="en-US" sz="800" b="1" dirty="0"/>
                        <a:t>GG511/GG513</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POU, </a:t>
                      </a:r>
                      <a:r>
                        <a:rPr lang="en-US" sz="800" b="1" dirty="0">
                          <a:solidFill>
                            <a:srgbClr val="C00000"/>
                          </a:solidFill>
                        </a:rPr>
                        <a:t>02R IDM, 01L IGW, 20L IXL, 19R IKU, </a:t>
                      </a:r>
                      <a:r>
                        <a:rPr lang="en-US" sz="800" b="0" dirty="0">
                          <a:solidFill>
                            <a:srgbClr val="C00000"/>
                          </a:solidFill>
                        </a:rPr>
                        <a:t>02L IBB, 01R IOO, 20R IAA, 19L IPP</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Limit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from final, /6(160kts)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02R</a:t>
                      </a:r>
                      <a:r>
                        <a:rPr lang="en-US" sz="800" b="1" dirty="0">
                          <a:solidFill>
                            <a:schemeClr val="dk1"/>
                          </a:solidFill>
                        </a:rPr>
                        <a:t>:Y10(6227’),Y8(7263’), 20L:Y12(6217’),Y14(7240’)</a:t>
                      </a:r>
                      <a:endParaRPr sz="800"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01L:N5(6453’),N4(7755’), 19R:N8(6423’),N9(7742’)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STD Taxi RTE in JEPP(GREEN x), EAT 3/4 in JEPP</a:t>
                      </a:r>
                    </a:p>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1373AEAD-163A-4322-A9C1-273DF78F28B2}"/>
              </a:ext>
            </a:extLst>
          </p:cNvPr>
          <p:cNvGraphicFramePr/>
          <p:nvPr>
            <p:extLst>
              <p:ext uri="{D42A27DB-BD31-4B8C-83A1-F6EECF244321}">
                <p14:modId xmlns:p14="http://schemas.microsoft.com/office/powerpoint/2010/main" val="3964336370"/>
              </p:ext>
            </p:extLst>
          </p:nvPr>
        </p:nvGraphicFramePr>
        <p:xfrm>
          <a:off x="-2501" y="3252"/>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ZGGG(CAN)</a:t>
                      </a:r>
                      <a:r>
                        <a:rPr lang="en-US" sz="1400" dirty="0">
                          <a:solidFill>
                            <a:schemeClr val="tx1"/>
                          </a:solidFill>
                          <a:hlinkClick r:id="rId4">
                            <a:extLst>
                              <a:ext uri="{A12FA001-AC4F-418D-AE19-62706E023703}">
                                <ahyp:hlinkClr xmlns:ahyp="http://schemas.microsoft.com/office/drawing/2018/hyperlinkcolor" val="tx"/>
                              </a:ext>
                            </a:extLst>
                          </a:hlinkClick>
                        </a:rPr>
                        <a:t> 50ft</a:t>
                      </a:r>
                      <a:endParaRPr sz="11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China Southern 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9C40567-E7D3-2C1A-F6F0-886CA3607C0F}"/>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DF4C473-0781-92ED-7146-3AD11741CC68}"/>
              </a:ext>
            </a:extLst>
          </p:cNvPr>
          <p:cNvGraphicFramePr/>
          <p:nvPr>
            <p:extLst>
              <p:ext uri="{D42A27DB-BD31-4B8C-83A1-F6EECF244321}">
                <p14:modId xmlns:p14="http://schemas.microsoft.com/office/powerpoint/2010/main" val="3943297497"/>
              </p:ext>
            </p:extLst>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4D7F1004-4F28-EF3A-7E9C-2AF0DDB213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0810389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85964-BB55-0808-6F8D-A8CEB2F0D02B}"/>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3E397A91-CBA5-7870-E372-A3506A485E92}"/>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1493EA80-124D-CA93-DBC2-506E01E4ED20}"/>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90E10175-AC5E-5BE8-AE04-E6F05774F06E}"/>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DBCD609E-EC74-35D2-0BC4-A8C8BC91A412}"/>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32219881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CC5C55E-55BA-7CF6-2C3E-CC4901E5B68F}"/>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4A984D58-3970-BF32-FCC8-E89E06998B8F}"/>
              </a:ext>
            </a:extLst>
          </p:cNvPr>
          <p:cNvGraphicFramePr/>
          <p:nvPr>
            <p:extLst>
              <p:ext uri="{D42A27DB-BD31-4B8C-83A1-F6EECF244321}">
                <p14:modId xmlns:p14="http://schemas.microsoft.com/office/powerpoint/2010/main" val="3996981741"/>
              </p:ext>
            </p:extLst>
          </p:nvPr>
        </p:nvGraphicFramePr>
        <p:xfrm>
          <a:off x="-4046" y="682516"/>
          <a:ext cx="2334602" cy="1954160"/>
        </p:xfrm>
        <a:graphic>
          <a:graphicData uri="http://schemas.openxmlformats.org/drawingml/2006/table">
            <a:tbl>
              <a:tblPr firstRow="1" bandRow="1">
                <a:noFill/>
                <a:tableStyleId>{A521BE36-7E6F-4EC9-8D66-1CF97A6895EC}</a:tableStyleId>
              </a:tblPr>
              <a:tblGrid>
                <a:gridCol w="401915">
                  <a:extLst>
                    <a:ext uri="{9D8B030D-6E8A-4147-A177-3AD203B41FA5}">
                      <a16:colId xmlns:a16="http://schemas.microsoft.com/office/drawing/2014/main" val="20000"/>
                    </a:ext>
                  </a:extLst>
                </a:gridCol>
                <a:gridCol w="61400">
                  <a:extLst>
                    <a:ext uri="{9D8B030D-6E8A-4147-A177-3AD203B41FA5}">
                      <a16:colId xmlns:a16="http://schemas.microsoft.com/office/drawing/2014/main" val="20001"/>
                    </a:ext>
                  </a:extLst>
                </a:gridCol>
                <a:gridCol w="431819">
                  <a:extLst>
                    <a:ext uri="{9D8B030D-6E8A-4147-A177-3AD203B41FA5}">
                      <a16:colId xmlns:a16="http://schemas.microsoft.com/office/drawing/2014/main" val="3032571653"/>
                    </a:ext>
                  </a:extLst>
                </a:gridCol>
                <a:gridCol w="61400">
                  <a:extLst>
                    <a:ext uri="{9D8B030D-6E8A-4147-A177-3AD203B41FA5}">
                      <a16:colId xmlns:a16="http://schemas.microsoft.com/office/drawing/2014/main" val="2286074444"/>
                    </a:ext>
                  </a:extLst>
                </a:gridCol>
                <a:gridCol w="459356">
                  <a:extLst>
                    <a:ext uri="{9D8B030D-6E8A-4147-A177-3AD203B41FA5}">
                      <a16:colId xmlns:a16="http://schemas.microsoft.com/office/drawing/2014/main" val="3489456237"/>
                    </a:ext>
                  </a:extLst>
                </a:gridCol>
                <a:gridCol w="459356">
                  <a:extLst>
                    <a:ext uri="{9D8B030D-6E8A-4147-A177-3AD203B41FA5}">
                      <a16:colId xmlns:a16="http://schemas.microsoft.com/office/drawing/2014/main" val="4138395130"/>
                    </a:ext>
                  </a:extLst>
                </a:gridCol>
                <a:gridCol w="459356">
                  <a:extLst>
                    <a:ext uri="{9D8B030D-6E8A-4147-A177-3AD203B41FA5}">
                      <a16:colId xmlns:a16="http://schemas.microsoft.com/office/drawing/2014/main" val="2038971559"/>
                    </a:ext>
                  </a:extLst>
                </a:gridCol>
              </a:tblGrid>
              <a:tr h="161267">
                <a:tc gridSpan="7">
                  <a:txBody>
                    <a:bodyPr/>
                    <a:lstStyle/>
                    <a:p>
                      <a:pPr marL="0" marR="0" lvl="0" indent="0" algn="ctr" rtl="0">
                        <a:spcBef>
                          <a:spcPts val="0"/>
                        </a:spcBef>
                        <a:spcAft>
                          <a:spcPts val="0"/>
                        </a:spcAft>
                        <a:buNone/>
                      </a:pPr>
                      <a:r>
                        <a:rPr lang="en-US" sz="800" u="none" strike="noStrike" cap="none" dirty="0"/>
                        <a:t>CAN : SID (NADP 1)  </a:t>
                      </a:r>
                      <a:r>
                        <a:rPr lang="en-US" sz="800" u="none" strike="noStrike" cap="none" dirty="0">
                          <a:solidFill>
                            <a:srgbClr val="FFC000"/>
                          </a:solidFill>
                        </a:rPr>
                        <a:t>Extra Fuel Delay/CRZ LVL</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8715">
                <a:tc>
                  <a:txBody>
                    <a:bodyPr/>
                    <a:lstStyle/>
                    <a:p>
                      <a:pPr marL="0" marR="0" lvl="0" indent="0" algn="ctr" rtl="0">
                        <a:spcBef>
                          <a:spcPts val="0"/>
                        </a:spcBef>
                        <a:spcAft>
                          <a:spcPts val="0"/>
                        </a:spcAft>
                        <a:buNone/>
                      </a:pPr>
                      <a:r>
                        <a:rPr lang="en-US" altLang="ko-KR" sz="800" b="1" u="none" strike="noStrike" cap="none" dirty="0">
                          <a:solidFill>
                            <a:srgbClr val="0070C0"/>
                          </a:solidFill>
                        </a:rPr>
                        <a:t>02L</a:t>
                      </a:r>
                      <a:r>
                        <a:rPr lang="en-US" altLang="ko-KR" sz="800" b="0" u="none" strike="noStrike" cap="none" dirty="0"/>
                        <a:t>/</a:t>
                      </a:r>
                      <a:r>
                        <a:rPr lang="en-US" altLang="ko-KR" sz="800" b="1" u="none" strike="noStrike" cap="none" dirty="0"/>
                        <a:t>R, </a:t>
                      </a:r>
                      <a:r>
                        <a:rPr lang="en-US" altLang="ko-KR" sz="800" b="1" u="none" strike="noStrike" cap="none" dirty="0">
                          <a:solidFill>
                            <a:srgbClr val="0070C0"/>
                          </a:solidFill>
                        </a:rPr>
                        <a:t>01R</a:t>
                      </a:r>
                      <a:r>
                        <a:rPr lang="en-US" altLang="ko-KR" sz="800" b="0" u="none" strike="noStrike" cap="none" dirty="0"/>
                        <a:t>/</a:t>
                      </a:r>
                      <a:r>
                        <a:rPr lang="en-US" altLang="ko-KR" sz="800" b="1" u="none" strike="noStrike" cap="none" dirty="0"/>
                        <a:t>L</a:t>
                      </a:r>
                      <a:endParaRPr sz="800" b="0" u="none" strike="noStrike" cap="none" dirty="0"/>
                    </a:p>
                  </a:txBody>
                  <a:tcPr marL="36000" marR="36000" marT="36000" marB="36000" anchor="ctr"/>
                </a:tc>
                <a:tc rowSpan="2" gridSpan="2">
                  <a:txBody>
                    <a:bodyPr/>
                    <a:lstStyle/>
                    <a:p>
                      <a:pPr marL="0" marR="0" lvl="0" indent="0" algn="ctr" rtl="0">
                        <a:spcBef>
                          <a:spcPts val="0"/>
                        </a:spcBef>
                        <a:spcAft>
                          <a:spcPts val="0"/>
                        </a:spcAft>
                        <a:buNone/>
                      </a:pPr>
                      <a:r>
                        <a:rPr lang="en-US" sz="800" b="1" u="none" strike="noStrike" cap="none" dirty="0">
                          <a:solidFill>
                            <a:srgbClr val="0070C0"/>
                          </a:solidFill>
                        </a:rPr>
                        <a:t>BOVMA xx </a:t>
                      </a:r>
                    </a:p>
                    <a:p>
                      <a:pPr marL="0" marR="0" lvl="0" indent="0" algn="ctr" rtl="0">
                        <a:spcBef>
                          <a:spcPts val="0"/>
                        </a:spcBef>
                        <a:spcAft>
                          <a:spcPts val="0"/>
                        </a:spcAft>
                        <a:buNone/>
                      </a:pPr>
                      <a:r>
                        <a:rPr lang="en-US" sz="800" b="1" u="none" strike="noStrike" cap="none" dirty="0">
                          <a:solidFill>
                            <a:srgbClr val="0070C0"/>
                          </a:solidFill>
                        </a:rPr>
                        <a:t>RNAV</a:t>
                      </a:r>
                    </a:p>
                  </a:txBody>
                  <a:tcPr marL="36000" marR="36000" marT="36000" marB="36000" anchor="ctr"/>
                </a:tc>
                <a:tc rowSpan="2" hMerge="1">
                  <a:txBody>
                    <a:bodyPr/>
                    <a:lstStyle/>
                    <a:p>
                      <a:endParaRPr lang="ko-Kore-KR" altLang="en-US"/>
                    </a:p>
                  </a:txBody>
                  <a:tcPr/>
                </a:tc>
                <a:tc gridSpan="4">
                  <a:txBody>
                    <a:bodyPr/>
                    <a:lstStyle/>
                    <a:p>
                      <a:pPr algn="ctr"/>
                      <a:r>
                        <a:rPr lang="en-US" sz="800" b="1" u="none" strike="noStrike" cap="none" dirty="0"/>
                        <a:t>HD 017 </a:t>
                      </a:r>
                      <a:r>
                        <a:rPr lang="en-US" sz="800" b="1" u="none" strike="noStrike" cap="none" dirty="0">
                          <a:solidFill>
                            <a:srgbClr val="0070C0"/>
                          </a:solidFill>
                        </a:rPr>
                        <a:t>ALT 8900m/ATC(900m) </a:t>
                      </a:r>
                    </a:p>
                    <a:p>
                      <a:pPr algn="ctr"/>
                      <a:r>
                        <a:rPr lang="en-US" altLang="ko-Kore-KR" sz="800" b="1" u="none" strike="noStrike" cap="none" dirty="0">
                          <a:solidFill>
                            <a:srgbClr val="7030A0"/>
                          </a:solidFill>
                        </a:rPr>
                        <a:t>SPD 230kts </a:t>
                      </a:r>
                      <a:r>
                        <a:rPr lang="en-US" sz="800" b="1" u="none" strike="noStrike" cap="none" dirty="0">
                          <a:solidFill>
                            <a:srgbClr val="F28943"/>
                          </a:solidFill>
                        </a:rPr>
                        <a:t>TA 9850</a:t>
                      </a:r>
                      <a:endParaRPr lang="ko-Kore-KR" altLang="en-US"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38715">
                <a:tc>
                  <a:txBody>
                    <a:bodyPr/>
                    <a:lstStyle/>
                    <a:p>
                      <a:pPr marL="0" marR="0" lvl="0" indent="0" algn="ctr" rtl="0">
                        <a:spcBef>
                          <a:spcPts val="0"/>
                        </a:spcBef>
                        <a:spcAft>
                          <a:spcPts val="0"/>
                        </a:spcAft>
                        <a:buNone/>
                      </a:pPr>
                      <a:r>
                        <a:rPr lang="en-US" sz="800" b="1" u="none" strike="noStrike" cap="none" dirty="0">
                          <a:solidFill>
                            <a:srgbClr val="0070C0"/>
                          </a:solidFill>
                        </a:rPr>
                        <a:t>20R</a:t>
                      </a:r>
                      <a:r>
                        <a:rPr lang="en-US" sz="800" b="0" u="none" strike="noStrike" cap="none" dirty="0"/>
                        <a:t>/L,</a:t>
                      </a:r>
                    </a:p>
                    <a:p>
                      <a:pPr marL="0" marR="0" lvl="0" indent="0" algn="ctr" rtl="0">
                        <a:spcBef>
                          <a:spcPts val="0"/>
                        </a:spcBef>
                        <a:spcAft>
                          <a:spcPts val="0"/>
                        </a:spcAft>
                        <a:buNone/>
                      </a:pPr>
                      <a:r>
                        <a:rPr lang="en-US" altLang="ko-Kore-KR" sz="800" b="1" u="none" strike="noStrike" cap="none" dirty="0">
                          <a:solidFill>
                            <a:srgbClr val="0070C0"/>
                          </a:solidFill>
                        </a:rPr>
                        <a:t>19L</a:t>
                      </a:r>
                      <a:r>
                        <a:rPr lang="en-US" altLang="ko-Kore-KR" sz="800" b="0" u="none" strike="noStrike" cap="none" dirty="0"/>
                        <a:t>/R</a:t>
                      </a:r>
                      <a:endParaRPr sz="800" b="0" u="none" strike="noStrike" cap="none" dirty="0"/>
                    </a:p>
                  </a:txBody>
                  <a:tcPr marL="36000" marR="36000" marT="36000" marB="36000" anchor="ctr"/>
                </a:tc>
                <a:tc gridSpan="2" vMerge="1">
                  <a:txBody>
                    <a:bodyPr/>
                    <a:lstStyle/>
                    <a:p>
                      <a:endParaRPr dirty="0"/>
                    </a:p>
                  </a:txBody>
                  <a:tcPr marL="36000" marR="36000" marT="36000" marB="36000" anchor="ctr"/>
                </a:tc>
                <a:tc hMerge="1" vMerge="1">
                  <a:txBody>
                    <a:bodyPr/>
                    <a:lstStyle/>
                    <a:p>
                      <a:endParaRPr lang="ko-Kore-KR" altLang="en-US"/>
                    </a:p>
                  </a:txBody>
                  <a:tcPr/>
                </a:tc>
                <a:tc gridSpan="4">
                  <a:txBody>
                    <a:bodyPr/>
                    <a:lstStyle/>
                    <a:p>
                      <a:pPr algn="ctr"/>
                      <a:r>
                        <a:rPr lang="en-US" sz="800" b="1" u="none" strike="noStrike" cap="none" dirty="0"/>
                        <a:t>HD 246 </a:t>
                      </a:r>
                      <a:r>
                        <a:rPr lang="en-US" sz="800" b="1" u="none" strike="noStrike" cap="none" dirty="0">
                          <a:solidFill>
                            <a:srgbClr val="0070C0"/>
                          </a:solidFill>
                        </a:rPr>
                        <a:t>ATC(900m)</a:t>
                      </a:r>
                    </a:p>
                    <a:p>
                      <a:pPr algn="ctr"/>
                      <a:r>
                        <a:rPr lang="en-US" altLang="ko-Kore-KR" sz="800" b="1" u="none" strike="noStrike" cap="none" dirty="0">
                          <a:solidFill>
                            <a:srgbClr val="7030A0"/>
                          </a:solidFill>
                        </a:rPr>
                        <a:t>SPD 230kts </a:t>
                      </a:r>
                      <a:r>
                        <a:rPr lang="en-US" altLang="ko-Kore-KR" sz="800" b="1" u="none" strike="noStrike" cap="none" dirty="0">
                          <a:solidFill>
                            <a:srgbClr val="F28943"/>
                          </a:solidFill>
                        </a:rPr>
                        <a:t>TA 9850</a:t>
                      </a:r>
                      <a:endParaRPr lang="ko-Kore-KR" altLang="en-US"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38715">
                <a:tc rowSpan="2"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POU 11</a:t>
                      </a:r>
                      <a:r>
                        <a:rPr lang="en-US" altLang="ko-KR" sz="800" b="1" u="none" strike="noStrike" cap="none" dirty="0">
                          <a:solidFill>
                            <a:srgbClr val="0070C0"/>
                          </a:solidFill>
                        </a:rPr>
                        <a:t>4</a:t>
                      </a:r>
                      <a:r>
                        <a:rPr lang="en-US" altLang="ko-Kore-KR" sz="800" b="1" u="none" strike="noStrike" cap="none" dirty="0">
                          <a:solidFill>
                            <a:srgbClr val="0070C0"/>
                          </a:solidFill>
                        </a:rPr>
                        <a:t>.</a:t>
                      </a:r>
                      <a:r>
                        <a:rPr lang="en-US" altLang="ko-KR" sz="800" b="1" u="none" strike="noStrike" cap="none" dirty="0">
                          <a:solidFill>
                            <a:srgbClr val="0070C0"/>
                          </a:solidFill>
                        </a:rPr>
                        <a:t>1</a:t>
                      </a:r>
                    </a:p>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(no APT)</a:t>
                      </a:r>
                    </a:p>
                  </a:txBody>
                  <a:tcPr marL="36000" marR="36000" marT="36000" marB="36000" anchor="ctr"/>
                </a:tc>
                <a:tc rowSpan="2" h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a:t>
                      </a:r>
                      <a:r>
                        <a:rPr kumimoji="0" lang="en-US" altLang="ko-KR" sz="800" b="1" i="0" u="none" strike="noStrike" kern="1200" cap="none" spc="0" normalizeH="0" baseline="0" noProof="0" dirty="0">
                          <a:ln>
                            <a:noFill/>
                          </a:ln>
                          <a:solidFill>
                            <a:srgbClr val="C00000"/>
                          </a:solidFill>
                          <a:effectLst/>
                          <a:uLnTx/>
                          <a:uFillTx/>
                          <a:latin typeface="Calibri"/>
                          <a:cs typeface="Calibri"/>
                        </a:rPr>
                        <a:t>2R</a:t>
                      </a:r>
                      <a:r>
                        <a:rPr kumimoji="0" lang="en-US" altLang="ko-Kore-KR" sz="800" b="1" i="0" u="none" strike="noStrike" kern="1200" cap="none" spc="0" normalizeH="0" baseline="0" noProof="0" dirty="0">
                          <a:ln>
                            <a:noFill/>
                          </a:ln>
                          <a:solidFill>
                            <a:srgbClr val="C00000"/>
                          </a:solidFill>
                          <a:effectLst/>
                          <a:uLnTx/>
                          <a:uFillTx/>
                          <a:latin typeface="Calibri"/>
                          <a:cs typeface="Calibri"/>
                        </a:rPr>
                        <a:t> IDM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108.5</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01L IGW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109.5</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20L</a:t>
                      </a:r>
                      <a:r>
                        <a:rPr kumimoji="0" lang="en-US" altLang="ko-Kore-KR" sz="800" b="1" i="0" u="none" strike="noStrike" kern="1200" cap="none" spc="0" normalizeH="0" baseline="0" noProof="0" dirty="0">
                          <a:ln>
                            <a:noFill/>
                          </a:ln>
                          <a:solidFill>
                            <a:srgbClr val="C00000"/>
                          </a:solidFill>
                          <a:effectLst/>
                          <a:uLnTx/>
                          <a:uFillTx/>
                          <a:latin typeface="Calibri"/>
                          <a:cs typeface="Calibri"/>
                        </a:rPr>
                        <a:t> IXL</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111.9</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19R</a:t>
                      </a:r>
                      <a:r>
                        <a:rPr kumimoji="0" lang="en-US" altLang="ko-Kore-KR" sz="800" b="1" i="0" u="none" strike="noStrike" kern="1200" cap="none" spc="0" normalizeH="0" baseline="0" noProof="0" dirty="0">
                          <a:ln>
                            <a:noFill/>
                          </a:ln>
                          <a:solidFill>
                            <a:srgbClr val="C00000"/>
                          </a:solidFill>
                          <a:effectLst/>
                          <a:uLnTx/>
                          <a:uFillTx/>
                          <a:latin typeface="Calibri"/>
                          <a:cs typeface="Calibri"/>
                        </a:rPr>
                        <a:t> IKU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108.95</a:t>
                      </a:r>
                    </a:p>
                  </a:txBody>
                  <a:tcPr marL="36000" marR="36000" marT="36000" marB="36000" anchor="ctr"/>
                </a:tc>
                <a:extLst>
                  <a:ext uri="{0D108BD9-81ED-4DB2-BD59-A6C34878D82A}">
                    <a16:rowId xmlns:a16="http://schemas.microsoft.com/office/drawing/2014/main" val="1446403819"/>
                  </a:ext>
                </a:extLst>
              </a:tr>
              <a:tr h="238715">
                <a:tc gridSpan="2" vMerge="1">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endParaRPr lang="en-US" altLang="ko-Kore-KR" sz="800" b="1" u="none" strike="noStrike" cap="none" dirty="0">
                        <a:solidFill>
                          <a:srgbClr val="0070C0"/>
                        </a:solidFill>
                      </a:endParaRPr>
                    </a:p>
                  </a:txBody>
                  <a:tcPr marL="36000" marR="36000" marT="36000" marB="36000" anchor="ctr"/>
                </a:tc>
                <a:tc hMerge="1" v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a:t>
                      </a:r>
                      <a:r>
                        <a:rPr kumimoji="0" lang="en-US" altLang="ko-KR" sz="800" b="1" i="0" u="none" strike="noStrike" kern="1200" cap="none" spc="0" normalizeH="0" baseline="0" noProof="0" dirty="0">
                          <a:ln>
                            <a:noFill/>
                          </a:ln>
                          <a:solidFill>
                            <a:srgbClr val="C00000"/>
                          </a:solidFill>
                          <a:effectLst/>
                          <a:uLnTx/>
                          <a:uFillTx/>
                          <a:latin typeface="Calibri"/>
                          <a:cs typeface="Calibri"/>
                        </a:rPr>
                        <a:t>2L</a:t>
                      </a:r>
                      <a:r>
                        <a:rPr kumimoji="0" lang="en-US" altLang="ko-Kore-KR" sz="800" b="1" i="0" u="none" strike="noStrike" kern="1200" cap="none" spc="0" normalizeH="0" baseline="0" noProof="0" dirty="0">
                          <a:ln>
                            <a:noFill/>
                          </a:ln>
                          <a:solidFill>
                            <a:srgbClr val="C00000"/>
                          </a:solidFill>
                          <a:effectLst/>
                          <a:uLnTx/>
                          <a:uFillTx/>
                          <a:latin typeface="Calibri"/>
                          <a:cs typeface="Calibri"/>
                        </a:rPr>
                        <a:t> IBB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110.35</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01R IOO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109.3</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20R</a:t>
                      </a:r>
                      <a:r>
                        <a:rPr kumimoji="0" lang="en-US" altLang="ko-Kore-KR" sz="800" b="1" i="0" u="none" strike="noStrike" kern="1200" cap="none" spc="0" normalizeH="0" baseline="0" noProof="0" dirty="0">
                          <a:ln>
                            <a:noFill/>
                          </a:ln>
                          <a:solidFill>
                            <a:srgbClr val="C00000"/>
                          </a:solidFill>
                          <a:effectLst/>
                          <a:uLnTx/>
                          <a:uFillTx/>
                          <a:latin typeface="Calibri"/>
                          <a:cs typeface="Calibri"/>
                        </a:rPr>
                        <a:t> IAA</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110.75</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19L</a:t>
                      </a:r>
                      <a:r>
                        <a:rPr kumimoji="0" lang="en-US" altLang="ko-Kore-KR" sz="800" b="1" i="0" u="none" strike="noStrike" kern="1200" cap="none" spc="0" normalizeH="0" baseline="0" noProof="0" dirty="0">
                          <a:ln>
                            <a:noFill/>
                          </a:ln>
                          <a:solidFill>
                            <a:srgbClr val="C00000"/>
                          </a:solidFill>
                          <a:effectLst/>
                          <a:uLnTx/>
                          <a:uFillTx/>
                          <a:latin typeface="Calibri"/>
                          <a:cs typeface="Calibri"/>
                        </a:rPr>
                        <a:t> IPP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111.5</a:t>
                      </a:r>
                    </a:p>
                  </a:txBody>
                  <a:tcPr marL="36000" marR="36000" marT="36000" marB="36000" anchor="ctr"/>
                </a:tc>
                <a:extLst>
                  <a:ext uri="{0D108BD9-81ED-4DB2-BD59-A6C34878D82A}">
                    <a16:rowId xmlns:a16="http://schemas.microsoft.com/office/drawing/2014/main" val="974424816"/>
                  </a:ext>
                </a:extLst>
              </a:tr>
              <a:tr h="238715">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FIX</a:t>
                      </a:r>
                    </a:p>
                  </a:txBody>
                  <a:tcPr marL="0" marR="0" marT="36000" marB="36000" anchor="ctr">
                    <a:solidFill>
                      <a:schemeClr val="accent1"/>
                    </a:solidFill>
                  </a:tcPr>
                </a:tc>
                <a:tc hMerge="1">
                  <a:txBody>
                    <a:bodyPr/>
                    <a:lstStyle/>
                    <a:p>
                      <a:endParaRPr lang="ko-Kore-KR" altLang="en-US"/>
                    </a:p>
                  </a:txBody>
                  <a:tcPr/>
                </a:tc>
                <a:tc gridSpan="5">
                  <a:txBody>
                    <a:bodyPr/>
                    <a:lstStyle/>
                    <a:p>
                      <a:pPr algn="ctr"/>
                      <a:r>
                        <a:rPr lang="en-US" altLang="ko-Kore-KR" sz="600" b="0" dirty="0"/>
                        <a:t>01L/R : IGW/IOO D5.0 R205, 02L/R : IBB/IDM D4.0/4.3 R220</a:t>
                      </a:r>
                      <a:endParaRPr lang="ko-Kore-KR" altLang="en-US" sz="600" b="0" dirty="0"/>
                    </a:p>
                  </a:txBody>
                  <a:tcPr marL="0" marR="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940304178"/>
                  </a:ext>
                </a:extLst>
              </a:tr>
              <a:tr h="23871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STD Taxi RTE in JEPP(YELLOW x), Report RWY on DEP</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6E830CD9-16BB-0432-33EC-7CC134AE30F3}"/>
              </a:ext>
            </a:extLst>
          </p:cNvPr>
          <p:cNvGraphicFramePr/>
          <p:nvPr>
            <p:extLst>
              <p:ext uri="{D42A27DB-BD31-4B8C-83A1-F6EECF244321}">
                <p14:modId xmlns:p14="http://schemas.microsoft.com/office/powerpoint/2010/main" val="2632092572"/>
              </p:ext>
            </p:extLst>
          </p:nvPr>
        </p:nvGraphicFramePr>
        <p:xfrm>
          <a:off x="-2501" y="1512"/>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ZHHH(CAN) 50ft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China Southern 132.0</a:t>
                      </a:r>
                      <a:endParaRPr sz="1200" dirty="0"/>
                    </a:p>
                    <a:p>
                      <a:pPr marL="0" marR="0" lvl="0" indent="0" algn="ctr" rtl="0">
                        <a:spcBef>
                          <a:spcPts val="0"/>
                        </a:spcBef>
                        <a:spcAft>
                          <a:spcPts val="0"/>
                        </a:spcAft>
                        <a:buNone/>
                      </a:pPr>
                      <a:r>
                        <a:rPr lang="en-US" sz="700" dirty="0">
                          <a:solidFill>
                            <a:srgbClr val="FF0000"/>
                          </a:solidFill>
                        </a:rPr>
                        <a:t>DCL 10-30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No Readback</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9B36AA5A-95F0-F42C-602E-9DFCAD178EA3}"/>
              </a:ext>
            </a:extLst>
          </p:cNvPr>
          <p:cNvSpPr txBox="1"/>
          <p:nvPr/>
        </p:nvSpPr>
        <p:spPr>
          <a:xfrm>
            <a:off x="684230" y="2646303"/>
            <a:ext cx="761747"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119.7 -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28A60683-3A69-B7C7-25BE-D61471EB47DE}"/>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3" name="Google Shape;283;p17">
            <a:extLst>
              <a:ext uri="{FF2B5EF4-FFF2-40B4-BE49-F238E27FC236}">
                <a16:creationId xmlns:a16="http://schemas.microsoft.com/office/drawing/2014/main" id="{27B82D9C-82C0-6435-4F6A-09612F368C76}"/>
              </a:ext>
            </a:extLst>
          </p:cNvPr>
          <p:cNvGraphicFramePr/>
          <p:nvPr>
            <p:extLst>
              <p:ext uri="{D42A27DB-BD31-4B8C-83A1-F6EECF244321}">
                <p14:modId xmlns:p14="http://schemas.microsoft.com/office/powerpoint/2010/main" val="1114563869"/>
              </p:ext>
            </p:extLst>
          </p:nvPr>
        </p:nvGraphicFramePr>
        <p:xfrm>
          <a:off x="11589" y="3548020"/>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림 4">
            <a:extLst>
              <a:ext uri="{FF2B5EF4-FFF2-40B4-BE49-F238E27FC236}">
                <a16:creationId xmlns:a16="http://schemas.microsoft.com/office/drawing/2014/main" id="{82C33243-EEB9-D464-8FA6-9C216A929E83}"/>
              </a:ext>
            </a:extLst>
          </p:cNvPr>
          <p:cNvPicPr>
            <a:picLocks noChangeAspect="1"/>
          </p:cNvPicPr>
          <p:nvPr/>
        </p:nvPicPr>
        <p:blipFill>
          <a:blip r:embed="rId6"/>
          <a:stretch>
            <a:fillRect/>
          </a:stretch>
        </p:blipFill>
        <p:spPr>
          <a:xfrm>
            <a:off x="0" y="2651625"/>
            <a:ext cx="684230" cy="752295"/>
          </a:xfrm>
          <a:prstGeom prst="rect">
            <a:avLst/>
          </a:prstGeom>
        </p:spPr>
      </p:pic>
      <p:pic>
        <p:nvPicPr>
          <p:cNvPr id="7" name="그래픽 6" descr="집 Wi-Fi에서 작업 단색으로 채워진">
            <a:hlinkClick r:id="" action="ppaction://hlinkshowjump?jump=firstslide"/>
            <a:extLst>
              <a:ext uri="{FF2B5EF4-FFF2-40B4-BE49-F238E27FC236}">
                <a16:creationId xmlns:a16="http://schemas.microsoft.com/office/drawing/2014/main" id="{67885CE9-3E13-7DC5-4DD1-4BA7AE8866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5595510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16083" y="2798715"/>
            <a:ext cx="223971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133.725 – 128.15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125.6 – 120.35 – 133.65 – 134.15 - 126.7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XIY 125.3 – 120.95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XIY APP 119.05 – 120.2 – 125.1</a:t>
            </a:r>
          </a:p>
        </p:txBody>
      </p:sp>
      <p:graphicFrame>
        <p:nvGraphicFramePr>
          <p:cNvPr id="292" name="Google Shape;292;p18"/>
          <p:cNvGraphicFramePr/>
          <p:nvPr>
            <p:extLst>
              <p:ext uri="{D42A27DB-BD31-4B8C-83A1-F6EECF244321}">
                <p14:modId xmlns:p14="http://schemas.microsoft.com/office/powerpoint/2010/main" val="3671123807"/>
              </p:ext>
            </p:extLst>
          </p:nvPr>
        </p:nvGraphicFramePr>
        <p:xfrm>
          <a:off x="-1706" y="3904832"/>
          <a:ext cx="2333879" cy="1654299"/>
        </p:xfrm>
        <a:graphic>
          <a:graphicData uri="http://schemas.openxmlformats.org/drawingml/2006/table">
            <a:tbl>
              <a:tblPr firstRow="1" bandRow="1">
                <a:noFill/>
                <a:tableStyleId>{A521BE36-7E6F-4EC9-8D66-1CF97A6895EC}</a:tableStyleId>
              </a:tblPr>
              <a:tblGrid>
                <a:gridCol w="430193">
                  <a:extLst>
                    <a:ext uri="{9D8B030D-6E8A-4147-A177-3AD203B41FA5}">
                      <a16:colId xmlns:a16="http://schemas.microsoft.com/office/drawing/2014/main" val="20000"/>
                    </a:ext>
                  </a:extLst>
                </a:gridCol>
                <a:gridCol w="733287">
                  <a:extLst>
                    <a:ext uri="{9D8B030D-6E8A-4147-A177-3AD203B41FA5}">
                      <a16:colId xmlns:a16="http://schemas.microsoft.com/office/drawing/2014/main" val="20001"/>
                    </a:ext>
                  </a:extLst>
                </a:gridCol>
                <a:gridCol w="348974">
                  <a:extLst>
                    <a:ext uri="{9D8B030D-6E8A-4147-A177-3AD203B41FA5}">
                      <a16:colId xmlns:a16="http://schemas.microsoft.com/office/drawing/2014/main" val="20002"/>
                    </a:ext>
                  </a:extLst>
                </a:gridCol>
                <a:gridCol w="821425">
                  <a:extLst>
                    <a:ext uri="{9D8B030D-6E8A-4147-A177-3AD203B41FA5}">
                      <a16:colId xmlns:a16="http://schemas.microsoft.com/office/drawing/2014/main" val="20003"/>
                    </a:ext>
                  </a:extLst>
                </a:gridCol>
              </a:tblGrid>
              <a:tr h="339277">
                <a:tc gridSpan="4">
                  <a:txBody>
                    <a:bodyPr/>
                    <a:lstStyle/>
                    <a:p>
                      <a:pPr marL="0" marR="0" lvl="0" indent="0" algn="ctr" rtl="0">
                        <a:spcBef>
                          <a:spcPts val="0"/>
                        </a:spcBef>
                        <a:spcAft>
                          <a:spcPts val="0"/>
                        </a:spcAft>
                        <a:buNone/>
                      </a:pPr>
                      <a:r>
                        <a:rPr lang="en-US" sz="800" dirty="0"/>
                        <a:t>XIY </a:t>
                      </a:r>
                      <a:r>
                        <a:rPr lang="en-US" sz="800" dirty="0">
                          <a:solidFill>
                            <a:srgbClr val="00B0F0"/>
                          </a:solidFill>
                        </a:rPr>
                        <a:t>[052/232]</a:t>
                      </a:r>
                      <a:r>
                        <a:rPr lang="en-US" sz="800" dirty="0">
                          <a:solidFill>
                            <a:schemeClr val="bg1"/>
                          </a:solidFill>
                        </a:rPr>
                        <a:t> </a:t>
                      </a:r>
                      <a:r>
                        <a:rPr lang="en-US" sz="800" dirty="0"/>
                        <a:t>: STAR TL118 </a:t>
                      </a:r>
                    </a:p>
                    <a:p>
                      <a:pPr marL="0" marR="0" lvl="0" indent="0" algn="ctr" rtl="0">
                        <a:spcBef>
                          <a:spcPts val="0"/>
                        </a:spcBef>
                        <a:spcAft>
                          <a:spcPts val="0"/>
                        </a:spcAft>
                        <a:buNone/>
                      </a:pPr>
                      <a:r>
                        <a:rPr lang="en-US" sz="800" dirty="0" err="1">
                          <a:solidFill>
                            <a:srgbClr val="C00000"/>
                          </a:solidFill>
                        </a:rPr>
                        <a:t>Spd</a:t>
                      </a:r>
                      <a:r>
                        <a:rPr lang="en-US" sz="800" dirty="0">
                          <a:solidFill>
                            <a:srgbClr val="C00000"/>
                          </a:solidFill>
                        </a:rPr>
                        <a:t> Restriction at REF Page </a:t>
                      </a:r>
                    </a:p>
                    <a:p>
                      <a:pPr marL="0" marR="0" lvl="0" indent="0" algn="ctr" rtl="0">
                        <a:spcBef>
                          <a:spcPts val="0"/>
                        </a:spcBef>
                        <a:spcAft>
                          <a:spcPts val="0"/>
                        </a:spcAft>
                        <a:buNone/>
                      </a:pPr>
                      <a:r>
                        <a:rPr lang="en-US" sz="800" dirty="0">
                          <a:solidFill>
                            <a:schemeClr val="accent4"/>
                          </a:solidFill>
                        </a:rPr>
                        <a:t>Req ILS APP instead of Visual APP</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20311">
                <a:tc>
                  <a:txBody>
                    <a:bodyPr/>
                    <a:lstStyle/>
                    <a:p>
                      <a:pPr marL="0" marR="0" lvl="0" indent="0" algn="ctr" rtl="0">
                        <a:spcBef>
                          <a:spcPts val="0"/>
                        </a:spcBef>
                        <a:spcAft>
                          <a:spcPts val="0"/>
                        </a:spcAft>
                        <a:buNone/>
                      </a:pPr>
                      <a:r>
                        <a:rPr lang="en-US" sz="800" b="1" dirty="0"/>
                        <a:t>05L</a:t>
                      </a:r>
                      <a:r>
                        <a:rPr lang="en-US" sz="800" b="0" dirty="0"/>
                        <a:t>/R</a:t>
                      </a:r>
                      <a:endParaRPr sz="800" b="0" dirty="0"/>
                    </a:p>
                  </a:txBody>
                  <a:tcPr marL="36000" marR="36000" marT="0" marB="0" anchor="ctr"/>
                </a:tc>
                <a:tc>
                  <a:txBody>
                    <a:bodyPr/>
                    <a:lstStyle/>
                    <a:p>
                      <a:pPr marL="0" marR="0" lvl="0" indent="0" algn="ctr" rtl="0">
                        <a:spcBef>
                          <a:spcPts val="0"/>
                        </a:spcBef>
                        <a:spcAft>
                          <a:spcPts val="0"/>
                        </a:spcAft>
                        <a:buNone/>
                      </a:pPr>
                      <a:r>
                        <a:rPr lang="en-US" sz="800" b="1" dirty="0"/>
                        <a:t>LOVRA xx W</a:t>
                      </a:r>
                    </a:p>
                  </a:txBody>
                  <a:tcPr marL="36000" marR="36000" marT="0" marB="0" anchor="ctr"/>
                </a:tc>
                <a:tc>
                  <a:txBody>
                    <a:bodyPr/>
                    <a:lstStyle/>
                    <a:p>
                      <a:pPr marL="0" marR="0" lvl="0" indent="0" algn="ctr" rtl="0">
                        <a:spcBef>
                          <a:spcPts val="0"/>
                        </a:spcBef>
                        <a:spcAft>
                          <a:spcPts val="0"/>
                        </a:spcAft>
                        <a:buNone/>
                      </a:pPr>
                      <a:r>
                        <a:rPr lang="en-US" sz="800" b="1" dirty="0"/>
                        <a:t>XY906</a:t>
                      </a:r>
                    </a:p>
                  </a:txBody>
                  <a:tcPr marL="36000" marR="36000" marT="0" marB="0" anchor="ctr"/>
                </a:tc>
                <a:tc>
                  <a:txBody>
                    <a:bodyPr/>
                    <a:lstStyle/>
                    <a:p>
                      <a:pPr marL="0" marR="0" lvl="0" indent="0" algn="ctr" rtl="0">
                        <a:spcBef>
                          <a:spcPts val="0"/>
                        </a:spcBef>
                        <a:spcAft>
                          <a:spcPts val="0"/>
                        </a:spcAft>
                        <a:buNone/>
                      </a:pPr>
                      <a:r>
                        <a:rPr lang="en-US" sz="800" b="1" dirty="0"/>
                        <a:t>RNAV ILS Z 05L/R</a:t>
                      </a:r>
                      <a:endParaRPr lang="en-US" sz="800" b="0" dirty="0"/>
                    </a:p>
                  </a:txBody>
                  <a:tcPr marL="36000" marR="36000" marT="0" marB="0" anchor="ctr"/>
                </a:tc>
                <a:extLst>
                  <a:ext uri="{0D108BD9-81ED-4DB2-BD59-A6C34878D82A}">
                    <a16:rowId xmlns:a16="http://schemas.microsoft.com/office/drawing/2014/main" val="10001"/>
                  </a:ext>
                </a:extLst>
              </a:tr>
              <a:tr h="185561">
                <a:tc>
                  <a:txBody>
                    <a:bodyPr/>
                    <a:lstStyle/>
                    <a:p>
                      <a:pPr marL="0" marR="0" lvl="0" indent="0" algn="ctr" rtl="0">
                        <a:spcBef>
                          <a:spcPts val="0"/>
                        </a:spcBef>
                        <a:spcAft>
                          <a:spcPts val="0"/>
                        </a:spcAft>
                        <a:buNone/>
                      </a:pPr>
                      <a:r>
                        <a:rPr lang="en-US" sz="800" b="1" dirty="0"/>
                        <a:t>23R</a:t>
                      </a:r>
                      <a:r>
                        <a:rPr lang="en-US" sz="800" b="0" dirty="0"/>
                        <a:t>/L</a:t>
                      </a:r>
                      <a:endParaRPr sz="800" b="0" dirty="0"/>
                    </a:p>
                  </a:txBody>
                  <a:tcPr marL="36000" marR="3600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LOVRA xx Y</a:t>
                      </a:r>
                    </a:p>
                  </a:txBody>
                  <a:tcPr marL="36000" marR="36000" marT="0" marB="0" anchor="ctr"/>
                </a:tc>
                <a:tc>
                  <a:txBody>
                    <a:bodyPr/>
                    <a:lstStyle/>
                    <a:p>
                      <a:pPr marL="0" marR="0" lvl="0" indent="0" algn="ctr" rtl="0">
                        <a:spcBef>
                          <a:spcPts val="0"/>
                        </a:spcBef>
                        <a:spcAft>
                          <a:spcPts val="0"/>
                        </a:spcAft>
                        <a:buNone/>
                      </a:pPr>
                      <a:r>
                        <a:rPr lang="en-US" altLang="ko-Kore-KR" sz="800" b="1" dirty="0"/>
                        <a:t>XY801</a:t>
                      </a:r>
                    </a:p>
                  </a:txBody>
                  <a:tcPr marL="36000" marR="36000" marT="0" marB="0" anchor="ctr"/>
                </a:tc>
                <a:tc>
                  <a:txBody>
                    <a:bodyPr/>
                    <a:lstStyle/>
                    <a:p>
                      <a:pPr marL="0" marR="0" lvl="0" indent="0" algn="ctr" rtl="0">
                        <a:spcBef>
                          <a:spcPts val="0"/>
                        </a:spcBef>
                        <a:spcAft>
                          <a:spcPts val="0"/>
                        </a:spcAft>
                        <a:buNone/>
                      </a:pPr>
                      <a:r>
                        <a:rPr lang="en-US" sz="800" b="1" dirty="0"/>
                        <a:t>RNAV ILS Z 23R/L</a:t>
                      </a:r>
                      <a:endParaRPr sz="800" b="1" dirty="0"/>
                    </a:p>
                  </a:txBody>
                  <a:tcPr marL="36000" marR="36000" marT="0" marB="0" anchor="ctr"/>
                </a:tc>
                <a:extLst>
                  <a:ext uri="{0D108BD9-81ED-4DB2-BD59-A6C34878D82A}">
                    <a16:rowId xmlns:a16="http://schemas.microsoft.com/office/drawing/2014/main" val="10002"/>
                  </a:ext>
                </a:extLst>
              </a:tr>
              <a:tr h="15583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LCZ, </a:t>
                      </a:r>
                      <a:r>
                        <a:rPr lang="en-US" sz="800" b="1" dirty="0">
                          <a:solidFill>
                            <a:srgbClr val="C00000"/>
                          </a:solidFill>
                        </a:rPr>
                        <a:t>05L IQU, 23R IRA, 05R IXW, 23L IAQ</a:t>
                      </a:r>
                      <a:endParaRPr lang="en-US" altLang="ko-Kore-K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261934">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 05L</a:t>
                      </a:r>
                      <a:r>
                        <a:rPr lang="en-US" sz="800" b="1" dirty="0">
                          <a:solidFill>
                            <a:schemeClr val="dk1"/>
                          </a:solidFill>
                        </a:rPr>
                        <a:t> : A3(6778’), A2(9032</a:t>
                      </a:r>
                      <a:r>
                        <a:rPr lang="en-US" altLang="ko-KR" sz="800" b="1" dirty="0">
                          <a:solidFill>
                            <a:schemeClr val="dk1"/>
                          </a:solidFill>
                        </a:rPr>
                        <a:t>’), </a:t>
                      </a:r>
                      <a:r>
                        <a:rPr lang="en-US" sz="800" b="1" dirty="0">
                          <a:solidFill>
                            <a:schemeClr val="dk1"/>
                          </a:solidFill>
                        </a:rPr>
                        <a:t>23R : A6(5544’), A7(6512’)</a:t>
                      </a: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 </a:t>
                      </a:r>
                      <a:r>
                        <a:rPr lang="en-US" altLang="ko-KR" sz="800" b="1" dirty="0">
                          <a:solidFill>
                            <a:schemeClr val="dk1"/>
                          </a:solidFill>
                        </a:rPr>
                        <a:t>05R</a:t>
                      </a:r>
                      <a:r>
                        <a:rPr lang="en-US" altLang="ko-Kore-KR" sz="800" b="1" dirty="0">
                          <a:solidFill>
                            <a:schemeClr val="dk1"/>
                          </a:solidFill>
                        </a:rPr>
                        <a:t> : D4(5613’), D3(7322</a:t>
                      </a:r>
                      <a:r>
                        <a:rPr lang="en-US" altLang="ko-KR" sz="800" b="1" dirty="0">
                          <a:solidFill>
                            <a:schemeClr val="dk1"/>
                          </a:solidFill>
                        </a:rPr>
                        <a:t>’), </a:t>
                      </a:r>
                      <a:r>
                        <a:rPr lang="en-US" altLang="ko-Kore-KR" sz="800" b="1" dirty="0">
                          <a:solidFill>
                            <a:schemeClr val="dk1"/>
                          </a:solidFill>
                        </a:rPr>
                        <a:t>23L : D5(5646’), D6(7408’)</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9290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Follow Me Car, CTC Apron before Gate in</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“Closing to xx TWY, apply to change to xx Freq”</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Taxi RTE in Jeppesen Chart. </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256270523"/>
              </p:ext>
            </p:extLst>
          </p:nvPr>
        </p:nvGraphicFramePr>
        <p:xfrm>
          <a:off x="-2501" y="12087"/>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tx1"/>
                          </a:solidFill>
                          <a:hlinkClick r:id="rId4">
                            <a:extLst>
                              <a:ext uri="{A12FA001-AC4F-418D-AE19-62706E023703}">
                                <ahyp:hlinkClr xmlns:ahyp="http://schemas.microsoft.com/office/drawing/2018/hyperlinkcolor" val="tx"/>
                              </a:ext>
                            </a:extLst>
                          </a:hlinkClick>
                        </a:rPr>
                        <a:t>ZLXY(XIY)</a:t>
                      </a:r>
                      <a:r>
                        <a:rPr lang="en-US" sz="1200" dirty="0">
                          <a:solidFill>
                            <a:srgbClr val="C00000"/>
                          </a:solidFill>
                          <a:hlinkClick r:id="rId4">
                            <a:extLst>
                              <a:ext uri="{A12FA001-AC4F-418D-AE19-62706E023703}">
                                <ahyp:hlinkClr xmlns:ahyp="http://schemas.microsoft.com/office/drawing/2018/hyperlinkcolor" val="tx"/>
                              </a:ext>
                            </a:extLst>
                          </a:hlinkClick>
                        </a:rPr>
                        <a:t>1572ft</a:t>
                      </a:r>
                      <a:endParaRPr sz="12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Airport Operation Center 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6009EB74-6D91-1AA6-A9DA-65019232BABA}"/>
              </a:ext>
            </a:extLst>
          </p:cNvPr>
          <p:cNvSpPr/>
          <p:nvPr/>
        </p:nvSpPr>
        <p:spPr>
          <a:xfrm>
            <a:off x="845882" y="29801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8DD365E-7219-0DC6-0ED4-B3899D077878}"/>
              </a:ext>
            </a:extLst>
          </p:cNvPr>
          <p:cNvGraphicFramePr/>
          <p:nvPr>
            <p:extLst>
              <p:ext uri="{D42A27DB-BD31-4B8C-83A1-F6EECF244321}">
                <p14:modId xmlns:p14="http://schemas.microsoft.com/office/powerpoint/2010/main" val="1993635572"/>
              </p:ext>
            </p:extLst>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20191FEC-9740-F804-2F62-4680E32AF4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39494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297883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D3F76-0ACF-227A-6409-1225AEBC77D1}"/>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7276436F-8F34-1A3E-6363-C2B7D34D6567}"/>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69023CEF-F14D-D9B6-2954-428FC0F8027D}"/>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01FB690D-8F4E-F58B-AF01-306BF3AD2BE1}"/>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4EB81FE9-F2DA-F7B4-4362-2D3853FBA6A5}"/>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18721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856310249"/>
              </p:ext>
            </p:extLst>
          </p:nvPr>
        </p:nvGraphicFramePr>
        <p:xfrm>
          <a:off x="-4046" y="692910"/>
          <a:ext cx="2334438" cy="1354810"/>
        </p:xfrm>
        <a:graphic>
          <a:graphicData uri="http://schemas.openxmlformats.org/drawingml/2006/table">
            <a:tbl>
              <a:tblPr firstRow="1" bandRow="1">
                <a:noFill/>
                <a:tableStyleId>{A521BE36-7E6F-4EC9-8D66-1CF97A6895EC}</a:tableStyleId>
              </a:tblPr>
              <a:tblGrid>
                <a:gridCol w="233594">
                  <a:extLst>
                    <a:ext uri="{9D8B030D-6E8A-4147-A177-3AD203B41FA5}">
                      <a16:colId xmlns:a16="http://schemas.microsoft.com/office/drawing/2014/main" val="20000"/>
                    </a:ext>
                  </a:extLst>
                </a:gridCol>
                <a:gridCol w="300866">
                  <a:extLst>
                    <a:ext uri="{9D8B030D-6E8A-4147-A177-3AD203B41FA5}">
                      <a16:colId xmlns:a16="http://schemas.microsoft.com/office/drawing/2014/main" val="20001"/>
                    </a:ext>
                  </a:extLst>
                </a:gridCol>
                <a:gridCol w="339920">
                  <a:extLst>
                    <a:ext uri="{9D8B030D-6E8A-4147-A177-3AD203B41FA5}">
                      <a16:colId xmlns:a16="http://schemas.microsoft.com/office/drawing/2014/main" val="20003"/>
                    </a:ext>
                  </a:extLst>
                </a:gridCol>
                <a:gridCol w="107959">
                  <a:extLst>
                    <a:ext uri="{9D8B030D-6E8A-4147-A177-3AD203B41FA5}">
                      <a16:colId xmlns:a16="http://schemas.microsoft.com/office/drawing/2014/main" val="20004"/>
                    </a:ext>
                  </a:extLst>
                </a:gridCol>
                <a:gridCol w="456341">
                  <a:extLst>
                    <a:ext uri="{9D8B030D-6E8A-4147-A177-3AD203B41FA5}">
                      <a16:colId xmlns:a16="http://schemas.microsoft.com/office/drawing/2014/main" val="456969378"/>
                    </a:ext>
                  </a:extLst>
                </a:gridCol>
                <a:gridCol w="447879">
                  <a:extLst>
                    <a:ext uri="{9D8B030D-6E8A-4147-A177-3AD203B41FA5}">
                      <a16:colId xmlns:a16="http://schemas.microsoft.com/office/drawing/2014/main" val="585746357"/>
                    </a:ext>
                  </a:extLst>
                </a:gridCol>
                <a:gridCol w="447879">
                  <a:extLst>
                    <a:ext uri="{9D8B030D-6E8A-4147-A177-3AD203B41FA5}">
                      <a16:colId xmlns:a16="http://schemas.microsoft.com/office/drawing/2014/main" val="2630083129"/>
                    </a:ext>
                  </a:extLst>
                </a:gridCol>
              </a:tblGrid>
              <a:tr h="147257">
                <a:tc gridSpan="7">
                  <a:txBody>
                    <a:bodyPr/>
                    <a:lstStyle/>
                    <a:p>
                      <a:pPr marL="0" marR="0" lvl="0" indent="0" algn="ctr" rtl="0">
                        <a:spcBef>
                          <a:spcPts val="0"/>
                        </a:spcBef>
                        <a:spcAft>
                          <a:spcPts val="0"/>
                        </a:spcAft>
                        <a:buNone/>
                      </a:pPr>
                      <a:r>
                        <a:rPr lang="en-US" sz="800" u="none" strike="noStrike" cap="none" dirty="0"/>
                        <a:t>XIY (TA 9850’)</a:t>
                      </a:r>
                      <a:r>
                        <a:rPr lang="en-US" sz="800" u="none" strike="noStrike" cap="none" dirty="0">
                          <a:solidFill>
                            <a:srgbClr val="C00000"/>
                          </a:solidFill>
                        </a:rPr>
                        <a:t> </a:t>
                      </a:r>
                      <a:r>
                        <a:rPr lang="en-US" sz="800" u="none" strike="noStrike" cap="none" dirty="0"/>
                        <a:t>: RNAV SID (NADP 1)</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17976">
                <a:tc>
                  <a:txBody>
                    <a:bodyPr/>
                    <a:lstStyle/>
                    <a:p>
                      <a:pPr marL="0" marR="0" lvl="0" indent="0" algn="ctr" rtl="0">
                        <a:spcBef>
                          <a:spcPts val="0"/>
                        </a:spcBef>
                        <a:spcAft>
                          <a:spcPts val="0"/>
                        </a:spcAft>
                        <a:buNone/>
                      </a:pPr>
                      <a:r>
                        <a:rPr lang="en-US" sz="800" b="1" u="none" strike="noStrike" cap="none" dirty="0"/>
                        <a:t>05L</a:t>
                      </a:r>
                      <a:r>
                        <a:rPr lang="en-US" sz="800" b="0" u="none" strike="noStrike" cap="none" dirty="0"/>
                        <a:t>/R</a:t>
                      </a: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WJC xx W</a:t>
                      </a:r>
                      <a:r>
                        <a:rPr lang="en-US" sz="800" b="0" u="none" strike="noStrike" cap="none" dirty="0">
                          <a:solidFill>
                            <a:srgbClr val="0070C0"/>
                          </a:solidFill>
                        </a:rPr>
                        <a:t>/Z</a:t>
                      </a: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u="none" strike="noStrike" cap="none" dirty="0"/>
                        <a:t>HD 052 </a:t>
                      </a:r>
                      <a:r>
                        <a:rPr lang="en-US" sz="800" b="1" u="none" strike="noStrike" cap="none" dirty="0">
                          <a:solidFill>
                            <a:srgbClr val="0070C0"/>
                          </a:solidFill>
                        </a:rPr>
                        <a:t>ALT ATC</a:t>
                      </a:r>
                    </a:p>
                    <a:p>
                      <a:pPr marL="0" marR="0" lvl="0" indent="0" algn="ctr" rtl="0">
                        <a:spcBef>
                          <a:spcPts val="0"/>
                        </a:spcBef>
                        <a:spcAft>
                          <a:spcPts val="0"/>
                        </a:spcAft>
                        <a:buNone/>
                      </a:pPr>
                      <a:r>
                        <a:rPr lang="en-US" sz="800" b="1" u="none" strike="noStrike" cap="none" dirty="0">
                          <a:solidFill>
                            <a:srgbClr val="0070C0"/>
                          </a:solidFill>
                        </a:rPr>
                        <a:t>1500m(4900’) </a:t>
                      </a:r>
                      <a:r>
                        <a:rPr lang="en-US" sz="800" b="1" u="none" strike="noStrike" cap="none" dirty="0">
                          <a:solidFill>
                            <a:schemeClr val="accent5"/>
                          </a:solidFill>
                        </a:rPr>
                        <a:t>TA 9850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17976">
                <a:tc>
                  <a:txBody>
                    <a:bodyPr/>
                    <a:lstStyle/>
                    <a:p>
                      <a:pPr marL="0" marR="0" lvl="0" indent="0" algn="ctr" rtl="0">
                        <a:spcBef>
                          <a:spcPts val="0"/>
                        </a:spcBef>
                        <a:spcAft>
                          <a:spcPts val="0"/>
                        </a:spcAft>
                        <a:buNone/>
                      </a:pPr>
                      <a:r>
                        <a:rPr lang="en-US" sz="800" b="1" u="none" strike="noStrike" cap="none" dirty="0"/>
                        <a:t>23R</a:t>
                      </a:r>
                      <a:r>
                        <a:rPr lang="en-US" sz="800" b="0" u="none" strike="noStrike" cap="none" dirty="0"/>
                        <a:t>/L</a:t>
                      </a:r>
                      <a:endParaRPr sz="800" b="0"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altLang="ko-Kore-KR" sz="800" b="1" u="none" strike="noStrike" cap="none" dirty="0">
                          <a:solidFill>
                            <a:srgbClr val="0070C0"/>
                          </a:solidFill>
                        </a:rPr>
                        <a:t>WJC xx X</a:t>
                      </a:r>
                      <a:r>
                        <a:rPr lang="en-US" altLang="ko-Kore-KR" sz="800" b="0" u="none" strike="noStrike" cap="none" dirty="0">
                          <a:solidFill>
                            <a:srgbClr val="0070C0"/>
                          </a:solidFill>
                        </a:rPr>
                        <a:t>/Y</a:t>
                      </a: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u="none" strike="noStrike" cap="none" dirty="0"/>
                        <a:t>HD 232 </a:t>
                      </a:r>
                      <a:r>
                        <a:rPr lang="en-US" altLang="ko-Kore-KR" sz="800" b="1" u="none" strike="noStrike" cap="none" dirty="0">
                          <a:solidFill>
                            <a:srgbClr val="0070C0"/>
                          </a:solidFill>
                        </a:rPr>
                        <a:t>ALT ATC</a:t>
                      </a:r>
                    </a:p>
                    <a:p>
                      <a:pPr marL="0" marR="0" lvl="0" indent="0" algn="ctr" rtl="0">
                        <a:spcBef>
                          <a:spcPts val="0"/>
                        </a:spcBef>
                        <a:spcAft>
                          <a:spcPts val="0"/>
                        </a:spcAft>
                        <a:buNone/>
                      </a:pPr>
                      <a:r>
                        <a:rPr lang="en-US" altLang="ko-Kore-KR" sz="800" b="1" u="none" strike="noStrike" cap="none" dirty="0">
                          <a:solidFill>
                            <a:srgbClr val="0070C0"/>
                          </a:solidFill>
                        </a:rPr>
                        <a:t>1500m(4900’) </a:t>
                      </a:r>
                      <a:r>
                        <a:rPr lang="en-US" altLang="ko-Kore-KR" sz="800" b="1" u="none" strike="noStrike" cap="none" dirty="0">
                          <a:solidFill>
                            <a:srgbClr val="7030A0"/>
                          </a:solidFill>
                        </a:rPr>
                        <a:t>SPD 205/230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17976">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LCZ 109.0</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05L IQU 108.55</a:t>
                      </a:r>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IRA 111.7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IXW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IAQ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3640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FF0000"/>
                          </a:solidFill>
                        </a:rPr>
                        <a:t>NOTAM TO Perf</a:t>
                      </a:r>
                      <a:r>
                        <a:rPr lang="en-US" altLang="ko-Kore-KR" sz="800" b="1" dirty="0">
                          <a:solidFill>
                            <a:srgbClr val="0070C0"/>
                          </a:solidFill>
                        </a:rPr>
                        <a:t>, ADT = CTOT</a:t>
                      </a:r>
                      <a:endParaRPr lang="en-US" altLang="ko-Kore-KR" sz="800"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329504973"/>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tx1"/>
                          </a:solidFill>
                          <a:hlinkClick r:id="rId3">
                            <a:extLst>
                              <a:ext uri="{A12FA001-AC4F-418D-AE19-62706E023703}">
                                <ahyp:hlinkClr xmlns:ahyp="http://schemas.microsoft.com/office/drawing/2018/hyperlinkcolor" val="tx"/>
                              </a:ext>
                            </a:extLst>
                          </a:hlinkClick>
                        </a:rPr>
                        <a:t>ZLXY(XIY)</a:t>
                      </a:r>
                      <a:r>
                        <a:rPr lang="en-US" altLang="ko-Kore-KR" sz="1200" dirty="0">
                          <a:solidFill>
                            <a:srgbClr val="C00000"/>
                          </a:solidFill>
                          <a:hlinkClick r:id="rId3">
                            <a:extLst>
                              <a:ext uri="{A12FA001-AC4F-418D-AE19-62706E023703}">
                                <ahyp:hlinkClr xmlns:ahyp="http://schemas.microsoft.com/office/drawing/2018/hyperlinkcolor" val="tx"/>
                              </a:ext>
                            </a:extLst>
                          </a:hlinkClick>
                        </a:rPr>
                        <a:t>1572ft</a:t>
                      </a:r>
                      <a:endParaRPr lang="en-US" altLang="ko-Kore-KR" sz="12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800" dirty="0"/>
                        <a:t>Airport Operation Center 132.0</a:t>
                      </a:r>
                    </a:p>
                    <a:p>
                      <a:pPr marL="0" marR="0" lvl="0" indent="0" algn="ctr" rtl="0">
                        <a:spcBef>
                          <a:spcPts val="0"/>
                        </a:spcBef>
                        <a:spcAft>
                          <a:spcPts val="0"/>
                        </a:spcAft>
                        <a:buNone/>
                      </a:pPr>
                      <a:r>
                        <a:rPr lang="en-US" altLang="ko-KR" sz="700" dirty="0">
                          <a:solidFill>
                            <a:srgbClr val="FF0000"/>
                          </a:solidFill>
                        </a:rPr>
                        <a:t>DCL -30~10 Min, Read Back</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2235" y="2117735"/>
            <a:ext cx="1794081"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119.9- XIY 120.95 – 124.1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126.7 – 134.15 – 128.3 – 120.35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123.2 - 132.95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TAE 132.8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53AC9E1A-44C6-BA36-C536-ED6640435CB5}"/>
              </a:ext>
            </a:extLst>
          </p:cNvPr>
          <p:cNvSpPr/>
          <p:nvPr/>
        </p:nvSpPr>
        <p:spPr>
          <a:xfrm>
            <a:off x="890872" y="327667"/>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7" name="Google Shape;283;p17">
            <a:extLst>
              <a:ext uri="{FF2B5EF4-FFF2-40B4-BE49-F238E27FC236}">
                <a16:creationId xmlns:a16="http://schemas.microsoft.com/office/drawing/2014/main" id="{FD644F29-22A6-97A5-EF44-EC032EDA9D35}"/>
              </a:ext>
            </a:extLst>
          </p:cNvPr>
          <p:cNvGraphicFramePr/>
          <p:nvPr>
            <p:extLst>
              <p:ext uri="{D42A27DB-BD31-4B8C-83A1-F6EECF244321}">
                <p14:modId xmlns:p14="http://schemas.microsoft.com/office/powerpoint/2010/main" val="4218599506"/>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8" name="그래픽 7" descr="집 Wi-Fi에서 작업 단색으로 채워진">
            <a:hlinkClick r:id="" action="ppaction://hlinkshowjump?jump=firstslide"/>
            <a:extLst>
              <a:ext uri="{FF2B5EF4-FFF2-40B4-BE49-F238E27FC236}">
                <a16:creationId xmlns:a16="http://schemas.microsoft.com/office/drawing/2014/main" id="{E34F2FED-EB1A-4018-3EAA-D07DC1E350E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9738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4886344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8296" y="2649325"/>
            <a:ext cx="2069797"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HNI 123.3 – VTN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BKK 132.1 – 133.1 - APP 119.1 </a:t>
            </a:r>
          </a:p>
        </p:txBody>
      </p:sp>
      <p:graphicFrame>
        <p:nvGraphicFramePr>
          <p:cNvPr id="292" name="Google Shape;292;p18"/>
          <p:cNvGraphicFramePr/>
          <p:nvPr>
            <p:extLst>
              <p:ext uri="{D42A27DB-BD31-4B8C-83A1-F6EECF244321}">
                <p14:modId xmlns:p14="http://schemas.microsoft.com/office/powerpoint/2010/main" val="3402311347"/>
              </p:ext>
            </p:extLst>
          </p:nvPr>
        </p:nvGraphicFramePr>
        <p:xfrm>
          <a:off x="-2500" y="3594271"/>
          <a:ext cx="2328849" cy="1986490"/>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681907">
                  <a:extLst>
                    <a:ext uri="{9D8B030D-6E8A-4147-A177-3AD203B41FA5}">
                      <a16:colId xmlns:a16="http://schemas.microsoft.com/office/drawing/2014/main" val="20001"/>
                    </a:ext>
                  </a:extLst>
                </a:gridCol>
                <a:gridCol w="464366">
                  <a:extLst>
                    <a:ext uri="{9D8B030D-6E8A-4147-A177-3AD203B41FA5}">
                      <a16:colId xmlns:a16="http://schemas.microsoft.com/office/drawing/2014/main" val="502366202"/>
                    </a:ext>
                  </a:extLst>
                </a:gridCol>
                <a:gridCol w="721375">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BKK </a:t>
                      </a:r>
                      <a:r>
                        <a:rPr lang="en-US" altLang="ko-Kore-KR" sz="800" dirty="0">
                          <a:solidFill>
                            <a:srgbClr val="00B0F0"/>
                          </a:solidFill>
                        </a:rPr>
                        <a:t>[015/295]</a:t>
                      </a:r>
                      <a:r>
                        <a:rPr lang="en-US" altLang="ko-Kore-KR" sz="800" dirty="0"/>
                        <a:t> : TL130 UTC+7 </a:t>
                      </a:r>
                      <a:r>
                        <a:rPr lang="en-US" altLang="ko-Kore-KR" sz="800" dirty="0">
                          <a:solidFill>
                            <a:srgbClr val="FFC000"/>
                          </a:solidFill>
                        </a:rPr>
                        <a:t>(SPD CTL via STAR Chart)</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19</a:t>
                      </a:r>
                      <a:r>
                        <a:rPr lang="en-US" sz="800" b="0" dirty="0">
                          <a:solidFill>
                            <a:srgbClr val="0070C0"/>
                          </a:solidFill>
                        </a:rPr>
                        <a:t>,</a:t>
                      </a:r>
                      <a:r>
                        <a:rPr lang="en-US" sz="800" b="1" dirty="0">
                          <a:solidFill>
                            <a:srgbClr val="0070C0"/>
                          </a:solidFill>
                        </a:rPr>
                        <a:t>20R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EASTE </a:t>
                      </a:r>
                      <a:r>
                        <a:rPr lang="en-US" sz="800" b="1" dirty="0" err="1"/>
                        <a:t>xxC</a:t>
                      </a:r>
                      <a:endParaRPr lang="en-US" sz="800" b="1" dirty="0"/>
                    </a:p>
                  </a:txBody>
                  <a:tcPr marL="36000" marR="36000" marT="36000" marB="36000" anchor="ctr"/>
                </a:tc>
                <a:tc>
                  <a:txBody>
                    <a:bodyPr/>
                    <a:lstStyle/>
                    <a:p>
                      <a:pPr algn="ctr"/>
                      <a:r>
                        <a:rPr lang="en-US" altLang="ko-Kore-KR" sz="800" b="1" dirty="0"/>
                        <a:t>Select Tx</a:t>
                      </a:r>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sz="800" b="0" dirty="0"/>
                        <a:t>/20L</a:t>
                      </a:r>
                    </a:p>
                    <a:p>
                      <a:pPr marL="0" marR="0" lvl="0" indent="0" algn="ctr" rtl="0">
                        <a:spcBef>
                          <a:spcPts val="0"/>
                        </a:spcBef>
                        <a:spcAft>
                          <a:spcPts val="0"/>
                        </a:spcAft>
                        <a:buNone/>
                      </a:pPr>
                      <a:r>
                        <a:rPr lang="en-US" sz="800" b="1" dirty="0"/>
                        <a:t>RNP 20R  </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1" dirty="0">
                          <a:solidFill>
                            <a:srgbClr val="0070C0"/>
                          </a:solidFill>
                        </a:rPr>
                        <a:t>01,02L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EASTE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xxD</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p>
                  </a:txBody>
                  <a:tcPr marL="36000" marR="36000" marT="36000" marB="36000" anchor="ctr"/>
                </a:tc>
                <a:tc>
                  <a:txBody>
                    <a:bodyPr/>
                    <a:lstStyle/>
                    <a:p>
                      <a:pPr algn="ctr"/>
                      <a:r>
                        <a:rPr kumimoji="0" lang="en-US" altLang="ko-Kore-KR" sz="800" b="1" i="0" u="none" strike="noStrike" kern="0" cap="none" spc="0" normalizeH="0" baseline="0" noProof="0">
                          <a:ln>
                            <a:noFill/>
                          </a:ln>
                          <a:solidFill>
                            <a:srgbClr val="000000"/>
                          </a:solidFill>
                          <a:effectLst/>
                          <a:uLnTx/>
                          <a:uFillTx/>
                          <a:latin typeface="Calibri"/>
                          <a:cs typeface="Calibri"/>
                          <a:sym typeface="Arial"/>
                        </a:rPr>
                        <a:t>Select </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Tx</a:t>
                      </a:r>
                      <a:endParaRPr lang="ko-Kore-KR" altLang="en-US" dirty="0"/>
                    </a:p>
                  </a:txBody>
                  <a:tcPr marL="36000" marR="36000" marT="36000" marB="36000" anchor="ctr"/>
                </a:tc>
                <a:tc>
                  <a:txBody>
                    <a:bodyPr/>
                    <a:lstStyle/>
                    <a:p>
                      <a:pPr algn="ctr"/>
                      <a:r>
                        <a:rPr lang="en-US" sz="800" b="1" dirty="0"/>
                        <a:t>ILS Z 010</a:t>
                      </a:r>
                      <a:r>
                        <a:rPr lang="en-US" sz="800" b="0" dirty="0"/>
                        <a:t>/02R</a:t>
                      </a:r>
                    </a:p>
                    <a:p>
                      <a:pPr algn="ctr"/>
                      <a:r>
                        <a:rPr lang="en-US" altLang="ko-Kore-KR" sz="800" b="1" dirty="0"/>
                        <a:t>RNP 02L</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SVB, </a:t>
                      </a:r>
                      <a:r>
                        <a:rPr lang="en-US" altLang="ko-KR" sz="800" b="1" dirty="0">
                          <a:solidFill>
                            <a:srgbClr val="C00000"/>
                          </a:solidFill>
                        </a:rPr>
                        <a:t>01 ISES, 02R ISWS, 19 ISEN, 20L ISWN</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/8 (180tks), /5 (160-150kts)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19 : B8(5567’), B10(6965’),    01 : B7(5964’), B5(7962’)</a:t>
                      </a:r>
                      <a:endParaRPr sz="800" b="0"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20L : E9(5052’), E13(7139’), 02R : E12(4872’), E7(6958’)</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20R : F7(6994’), F9(8471’),   02L : F6(5725’), F4(7496’)</a:t>
                      </a:r>
                      <a:r>
                        <a:rPr lang="en-US" sz="800" dirty="0">
                          <a:solidFill>
                            <a:srgbClr val="0070C0"/>
                          </a:solidFill>
                        </a:rPr>
                        <a:t> </a:t>
                      </a:r>
                      <a:endParaRPr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Standard Taxi Route, APU Off Procedure</a:t>
                      </a:r>
                      <a:endParaRPr lang="en-US" sz="800" b="1"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4035185617"/>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lnSpc>
                          <a:spcPct val="100000"/>
                        </a:lnSpc>
                        <a:spcBef>
                          <a:spcPts val="0"/>
                        </a:spcBef>
                        <a:spcAft>
                          <a:spcPts val="0"/>
                        </a:spcAft>
                        <a:buClr>
                          <a:srgbClr val="FF0000"/>
                        </a:buClr>
                        <a:buSzPts val="600"/>
                        <a:buFont typeface="Calibri"/>
                        <a:buNone/>
                      </a:pPr>
                      <a:r>
                        <a:rPr lang="en-US" sz="800" dirty="0">
                          <a:solidFill>
                            <a:srgbClr val="FF0000"/>
                          </a:solidFill>
                          <a:latin typeface="Calibri"/>
                          <a:ea typeface="Calibri"/>
                          <a:cs typeface="Calibri"/>
                          <a:sym typeface="Calibri"/>
                        </a:rPr>
                        <a:t>DCL -5분</a:t>
                      </a:r>
                      <a:endParaRPr sz="105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Bangkok</a:t>
                      </a:r>
                    </a:p>
                    <a:p>
                      <a:pPr marL="0" marR="0" lvl="0" indent="0" algn="ctr" rtl="0">
                        <a:spcBef>
                          <a:spcPts val="0"/>
                        </a:spcBef>
                        <a:spcAft>
                          <a:spcPts val="0"/>
                        </a:spcAft>
                        <a:buNone/>
                      </a:pPr>
                      <a:r>
                        <a:rPr lang="en-US" sz="900" dirty="0"/>
                        <a:t>131.25</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247;p13">
            <a:extLst>
              <a:ext uri="{FF2B5EF4-FFF2-40B4-BE49-F238E27FC236}">
                <a16:creationId xmlns:a16="http://schemas.microsoft.com/office/drawing/2014/main" id="{0A1B02FF-5F26-C6D7-81DB-46D44D71B267}"/>
              </a:ext>
            </a:extLst>
          </p:cNvPr>
          <p:cNvGraphicFramePr/>
          <p:nvPr>
            <p:extLst>
              <p:ext uri="{D42A27DB-BD31-4B8C-83A1-F6EECF244321}">
                <p14:modId xmlns:p14="http://schemas.microsoft.com/office/powerpoint/2010/main" val="4762536"/>
              </p:ext>
            </p:extLst>
          </p:nvPr>
        </p:nvGraphicFramePr>
        <p:xfrm>
          <a:off x="0" y="640973"/>
          <a:ext cx="2330925" cy="1548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sz="800" dirty="0"/>
                        <a:t>PUS : </a:t>
                      </a:r>
                      <a:r>
                        <a:rPr lang="en-US" sz="800" dirty="0">
                          <a:solidFill>
                            <a:srgbClr val="FFC000"/>
                          </a:solidFill>
                        </a:rPr>
                        <a:t>NADP CLB 1500, 360000lbs TOGA, CONF 1+F</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7030A0"/>
                          </a:solidFill>
                        </a:rPr>
                        <a:t>SPD 230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rPr>
                        <a:t>PSN 114.0</a:t>
                      </a:r>
                      <a:endParaRPr sz="458"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7" name="Google Shape;248;p13">
            <a:extLst>
              <a:ext uri="{FF2B5EF4-FFF2-40B4-BE49-F238E27FC236}">
                <a16:creationId xmlns:a16="http://schemas.microsoft.com/office/drawing/2014/main" id="{7031B509-E213-E55A-D00C-2A7E716876D9}"/>
              </a:ext>
            </a:extLst>
          </p:cNvPr>
          <p:cNvPicPr preferRelativeResize="0"/>
          <p:nvPr/>
        </p:nvPicPr>
        <p:blipFill rotWithShape="1">
          <a:blip r:embed="rId6">
            <a:alphaModFix/>
          </a:blip>
          <a:srcRect/>
          <a:stretch/>
        </p:blipFill>
        <p:spPr>
          <a:xfrm>
            <a:off x="4472" y="2216136"/>
            <a:ext cx="1217055" cy="455380"/>
          </a:xfrm>
          <a:prstGeom prst="rect">
            <a:avLst/>
          </a:prstGeom>
          <a:noFill/>
          <a:ln>
            <a:noFill/>
          </a:ln>
        </p:spPr>
      </p:pic>
      <p:pic>
        <p:nvPicPr>
          <p:cNvPr id="5" name="그래픽 4" descr="집 Wi-Fi에서 작업 단색으로 채워진">
            <a:hlinkClick r:id="" action="ppaction://hlinkshowjump?jump=firstslide"/>
            <a:extLst>
              <a:ext uri="{FF2B5EF4-FFF2-40B4-BE49-F238E27FC236}">
                <a16:creationId xmlns:a16="http://schemas.microsoft.com/office/drawing/2014/main" id="{4D090B14-9910-1A84-57B2-E03615840B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1665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401966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3144557643"/>
              </p:ext>
            </p:extLst>
          </p:nvPr>
        </p:nvGraphicFramePr>
        <p:xfrm>
          <a:off x="-11023" y="643000"/>
          <a:ext cx="2340701" cy="184249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BKK : RNAV SID (NADP 1) TA 11000</a:t>
                      </a:r>
                    </a:p>
                    <a:p>
                      <a:pPr marL="0" marR="0" lvl="0" indent="0" algn="ctr" rtl="0">
                        <a:spcBef>
                          <a:spcPts val="0"/>
                        </a:spcBef>
                        <a:spcAft>
                          <a:spcPts val="0"/>
                        </a:spcAft>
                        <a:buNone/>
                      </a:pPr>
                      <a:r>
                        <a:rPr lang="en-US" sz="800" u="none" strike="noStrike" cap="none" dirty="0">
                          <a:solidFill>
                            <a:schemeClr val="accent4"/>
                          </a:solidFill>
                        </a:rPr>
                        <a:t>A-CDM REQ Pushback +-5min of TSAT</a:t>
                      </a:r>
                    </a:p>
                    <a:p>
                      <a:pPr marL="0" marR="0" lvl="0" indent="0" algn="ctr" rtl="0">
                        <a:spcBef>
                          <a:spcPts val="0"/>
                        </a:spcBef>
                        <a:spcAft>
                          <a:spcPts val="0"/>
                        </a:spcAft>
                        <a:buNone/>
                      </a:pPr>
                      <a:r>
                        <a:rPr lang="en-US" sz="800" u="none" strike="noStrike" cap="none" dirty="0">
                          <a:solidFill>
                            <a:schemeClr val="accent4"/>
                          </a:solidFill>
                        </a:rPr>
                        <a:t>TSAT/CTOT Inform to GND CTL </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19,20L</a:t>
                      </a:r>
                      <a:r>
                        <a:rPr lang="en-US" sz="800" b="0" u="none" strike="noStrike" cap="none" dirty="0">
                          <a:solidFill>
                            <a:schemeClr val="bg1"/>
                          </a:solidFill>
                        </a:rPr>
                        <a:t>/R</a:t>
                      </a:r>
                    </a:p>
                  </a:txBody>
                  <a:tcPr marL="36000" marR="36000" marT="36000" marB="36000" anchor="ctr"/>
                </a:tc>
                <a:tc gridSpan="3">
                  <a:txBody>
                    <a:bodyPr/>
                    <a:lstStyle/>
                    <a:p>
                      <a:pPr algn="ctr"/>
                      <a:r>
                        <a:rPr lang="en-US" sz="800" b="1" u="none" strike="noStrike" cap="none" dirty="0">
                          <a:solidFill>
                            <a:srgbClr val="0070C0"/>
                          </a:solidFill>
                        </a:rPr>
                        <a:t>LIPLI x J, G/E</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195 </a:t>
                      </a:r>
                      <a:r>
                        <a:rPr lang="en-US" sz="800" b="1" u="none" strike="noStrike" cap="none" dirty="0">
                          <a:solidFill>
                            <a:srgbClr val="0070C0"/>
                          </a:solidFill>
                        </a:rPr>
                        <a:t>ALT 6000 </a:t>
                      </a:r>
                      <a:r>
                        <a:rPr lang="en-US" altLang="ko-Kore-KR" sz="800" b="1" u="none" strike="noStrike" cap="none" dirty="0">
                          <a:solidFill>
                            <a:srgbClr val="AA47F5"/>
                          </a:solidFill>
                        </a:rPr>
                        <a:t>19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01,02R</a:t>
                      </a:r>
                      <a:r>
                        <a:rPr lang="en-US" sz="800" b="0" u="none" strike="noStrike" cap="none" dirty="0">
                          <a:solidFill>
                            <a:schemeClr val="bg1"/>
                          </a:solidFill>
                        </a:rPr>
                        <a:t>/L</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LIPLI x K, F/H</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015 </a:t>
                      </a:r>
                      <a:r>
                        <a:rPr lang="en-US" sz="800" b="1" u="none" strike="noStrike" cap="none" dirty="0">
                          <a:solidFill>
                            <a:srgbClr val="0070C0"/>
                          </a:solidFill>
                        </a:rPr>
                        <a:t>ALT 6000 </a:t>
                      </a:r>
                      <a:r>
                        <a:rPr lang="en-US" altLang="ko-Kore-KR" sz="800" b="1" u="none" strike="noStrike" cap="none" dirty="0">
                          <a:solidFill>
                            <a:srgbClr val="AA47F5"/>
                          </a:solidFill>
                        </a:rPr>
                        <a:t>01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SVB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111.4</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ISEN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110.5</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02R ISWS</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20L ISWN</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 ISES 110.1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APU Start within 10min, Standard TAXI Route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19R Do not Pass E1, D2</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108304455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rgbClr val="C00000"/>
                          </a:solidFill>
                          <a:hlinkClick r:id="rId4">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KE Bangkok 131.25</a:t>
                      </a:r>
                      <a:endParaRPr sz="1200" dirty="0"/>
                    </a:p>
                    <a:p>
                      <a:pPr marL="0" marR="0" lvl="0" indent="0" algn="ctr" rtl="0">
                        <a:spcBef>
                          <a:spcPts val="0"/>
                        </a:spcBef>
                        <a:spcAft>
                          <a:spcPts val="0"/>
                        </a:spcAft>
                        <a:buNone/>
                      </a:pPr>
                      <a:r>
                        <a:rPr lang="en-US" altLang="ko-KR" sz="700" dirty="0">
                          <a:solidFill>
                            <a:srgbClr val="FF0000"/>
                          </a:solidFill>
                        </a:rPr>
                        <a:t>DCL -20min, Voice 133.8</a:t>
                      </a:r>
                    </a:p>
                  </a:txBody>
                  <a:tcPr marL="0" marR="0" marT="36000" marB="36000" anchor="ctr"/>
                </a:tc>
                <a:tc>
                  <a:txBody>
                    <a:bodyPr/>
                    <a:lstStyle/>
                    <a:p>
                      <a:pPr marL="0" marR="0" lvl="0" indent="0" algn="ctr" rtl="0">
                        <a:spcBef>
                          <a:spcPts val="0"/>
                        </a:spcBef>
                        <a:spcAft>
                          <a:spcPts val="0"/>
                        </a:spcAft>
                        <a:buNone/>
                      </a:pPr>
                      <a:r>
                        <a:rPr lang="en-US" sz="900" dirty="0"/>
                        <a:t>KE </a:t>
                      </a:r>
                      <a:r>
                        <a:rPr lang="en-US" sz="900" dirty="0" err="1"/>
                        <a:t>Gimhae</a:t>
                      </a:r>
                      <a:endParaRPr lang="en-US" sz="900" dirty="0"/>
                    </a:p>
                    <a:p>
                      <a:pPr marL="0" marR="0" lvl="0" indent="0" algn="ctr" rtl="0">
                        <a:spcBef>
                          <a:spcPts val="0"/>
                        </a:spcBef>
                        <a:spcAft>
                          <a:spcPts val="0"/>
                        </a:spcAft>
                        <a:buNone/>
                      </a:pP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984A1E97-A30C-EFBD-8019-7DCE7F1ED4CC}"/>
              </a:ext>
            </a:extLst>
          </p:cNvPr>
          <p:cNvSpPr txBox="1"/>
          <p:nvPr/>
        </p:nvSpPr>
        <p:spPr>
          <a:xfrm>
            <a:off x="48383" y="2534703"/>
            <a:ext cx="1987724" cy="944361"/>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119.25 </a:t>
            </a:r>
            <a:r>
              <a:rPr kumimoji="1" lang="en-US" altLang="ko-Kore-KR" sz="700" b="1" u="sng" dirty="0">
                <a:solidFill>
                  <a:srgbClr val="C00000"/>
                </a:solidFill>
                <a:latin typeface="Gulim" panose="020B0600000101010101" pitchFamily="34" charset="-127"/>
                <a:ea typeface="Gulim" panose="020B0600000101010101" pitchFamily="34" charset="-127"/>
              </a:rPr>
              <a:t>(AUTO) </a:t>
            </a:r>
            <a:r>
              <a:rPr kumimoji="1" lang="en-US" altLang="ko-Kore-KR" sz="700" b="1" u="sng" dirty="0">
                <a:solidFill>
                  <a:srgbClr val="0070C0"/>
                </a:solidFill>
                <a:latin typeface="Gulim" panose="020B0600000101010101" pitchFamily="34" charset="-127"/>
                <a:ea typeface="Gulim" panose="020B0600000101010101" pitchFamily="34" charset="-127"/>
              </a:rPr>
              <a:t>– BKK 133.1 – VIE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128.17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125.5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273;p16">
            <a:extLst>
              <a:ext uri="{FF2B5EF4-FFF2-40B4-BE49-F238E27FC236}">
                <a16:creationId xmlns:a16="http://schemas.microsoft.com/office/drawing/2014/main" id="{FE2FA31B-6598-F4ED-800F-6640A003A7E1}"/>
              </a:ext>
            </a:extLst>
          </p:cNvPr>
          <p:cNvGraphicFramePr/>
          <p:nvPr>
            <p:extLst>
              <p:ext uri="{D42A27DB-BD31-4B8C-83A1-F6EECF244321}">
                <p14:modId xmlns:p14="http://schemas.microsoft.com/office/powerpoint/2010/main" val="4002470302"/>
              </p:ext>
            </p:extLst>
          </p:nvPr>
        </p:nvGraphicFramePr>
        <p:xfrm>
          <a:off x="4410" y="3887067"/>
          <a:ext cx="2328514" cy="1682380"/>
        </p:xfrm>
        <a:graphic>
          <a:graphicData uri="http://schemas.openxmlformats.org/drawingml/2006/table">
            <a:tbl>
              <a:tblPr firstRow="1" bandRow="1">
                <a:noFill/>
                <a:tableStyleId>{A521BE36-7E6F-4EC9-8D66-1CF97A6895EC}</a:tableStyleId>
              </a:tblPr>
              <a:tblGrid>
                <a:gridCol w="383610">
                  <a:extLst>
                    <a:ext uri="{9D8B030D-6E8A-4147-A177-3AD203B41FA5}">
                      <a16:colId xmlns:a16="http://schemas.microsoft.com/office/drawing/2014/main" val="20000"/>
                    </a:ext>
                  </a:extLst>
                </a:gridCol>
                <a:gridCol w="468445">
                  <a:extLst>
                    <a:ext uri="{9D8B030D-6E8A-4147-A177-3AD203B41FA5}">
                      <a16:colId xmlns:a16="http://schemas.microsoft.com/office/drawing/2014/main" val="20001"/>
                    </a:ext>
                  </a:extLst>
                </a:gridCol>
                <a:gridCol w="464949">
                  <a:extLst>
                    <a:ext uri="{9D8B030D-6E8A-4147-A177-3AD203B41FA5}">
                      <a16:colId xmlns:a16="http://schemas.microsoft.com/office/drawing/2014/main" val="20003"/>
                    </a:ext>
                  </a:extLst>
                </a:gridCol>
                <a:gridCol w="1011510">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a:t>
                      </a:r>
                      <a:r>
                        <a:rPr lang="en-US" altLang="ko-Kore-KR" sz="800" dirty="0">
                          <a:solidFill>
                            <a:srgbClr val="00B0F0"/>
                          </a:solidFill>
                        </a:rPr>
                        <a:t>[002/182]</a:t>
                      </a:r>
                      <a:r>
                        <a:rPr lang="en-US" altLang="ko-Kore-KR" sz="800" dirty="0"/>
                        <a:t> </a:t>
                      </a:r>
                      <a:r>
                        <a:rPr lang="en-US" altLang="ko-Kore-KR" sz="800" dirty="0">
                          <a:solidFill>
                            <a:srgbClr val="FFC000"/>
                          </a:solidFill>
                        </a:rPr>
                        <a:t>T</a:t>
                      </a:r>
                      <a:r>
                        <a:rPr lang="en-US" altLang="ko-KR" sz="800" dirty="0">
                          <a:solidFill>
                            <a:srgbClr val="FFC000"/>
                          </a:solidFill>
                        </a:rPr>
                        <a:t>/</a:t>
                      </a:r>
                      <a:r>
                        <a:rPr lang="en-US" altLang="ko-Kore-KR" sz="800" dirty="0">
                          <a:solidFill>
                            <a:srgbClr val="FFC000"/>
                          </a:solidFill>
                        </a:rPr>
                        <a:t>W </a:t>
                      </a:r>
                      <a:r>
                        <a:rPr lang="en-US" altLang="ko-KR" sz="800" dirty="0">
                          <a:solidFill>
                            <a:srgbClr val="FFC000"/>
                          </a:solidFill>
                        </a:rPr>
                        <a:t>10tks, </a:t>
                      </a:r>
                      <a:r>
                        <a:rPr lang="en-US" altLang="ko-Kore-KR" sz="800" dirty="0">
                          <a:solidFill>
                            <a:srgbClr val="FFC000"/>
                          </a:solidFill>
                        </a:rPr>
                        <a:t>36R</a:t>
                      </a:r>
                      <a:r>
                        <a:rPr lang="en-US" altLang="ko-KR" sz="800" dirty="0">
                          <a:solidFill>
                            <a:srgbClr val="FFC000"/>
                          </a:solidFill>
                        </a:rPr>
                        <a:t>,</a:t>
                      </a:r>
                      <a:r>
                        <a:rPr lang="en-US" altLang="ko-Kore-KR" sz="800" dirty="0">
                          <a:solidFill>
                            <a:srgbClr val="FFC000"/>
                          </a:solidFill>
                        </a:rPr>
                        <a:t> 360000lbs </a:t>
                      </a:r>
                      <a:r>
                        <a:rPr lang="ko-KR" altLang="en-US" sz="800" dirty="0">
                          <a:solidFill>
                            <a:srgbClr val="FFC000"/>
                          </a:solidFill>
                        </a:rPr>
                        <a:t>제한</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altLang="ko-Kore-KR" sz="900" b="1" dirty="0">
                          <a:solidFill>
                            <a:srgbClr val="C00000"/>
                          </a:solidFill>
                          <a:hlinkClick r:id="rId6" action="ppaction://hlinksldjump">
                            <a:extLst>
                              <a:ext uri="{A12FA001-AC4F-418D-AE19-62706E023703}">
                                <ahyp:hlinkClr xmlns:ahyp="http://schemas.microsoft.com/office/drawing/2018/hyperlinkcolor" val="tx"/>
                              </a:ext>
                            </a:extLst>
                          </a:hlinkClick>
                        </a:rPr>
                        <a:t>18 Circling Click!!</a:t>
                      </a:r>
                      <a:endParaRPr lang="en-US" altLang="ko-Kore-K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KMH </a:t>
                      </a:r>
                      <a:r>
                        <a:rPr lang="en-US" altLang="ko-Kore-KR" sz="800" b="1" dirty="0">
                          <a:solidFill>
                            <a:srgbClr val="0070C0"/>
                          </a:solidFill>
                        </a:rPr>
                        <a:t>KMH, </a:t>
                      </a:r>
                      <a:r>
                        <a:rPr lang="en-US" altLang="ko-Kore-KR" sz="800" b="1" dirty="0">
                          <a:solidFill>
                            <a:srgbClr val="C00000"/>
                          </a:solidFill>
                        </a:rPr>
                        <a:t>36L IKMA, 36R IKHE</a:t>
                      </a:r>
                      <a:endParaRPr sz="800" b="1" dirty="0">
                        <a:solidFill>
                          <a:srgbClr val="0070C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1338834639"/>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 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b="1"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pic>
        <p:nvPicPr>
          <p:cNvPr id="8" name="그래픽 7" descr="집 Wi-Fi에서 작업 단색으로 채워진">
            <a:hlinkClick r:id="" action="ppaction://hlinkshowjump?jump=firstslide"/>
            <a:extLst>
              <a:ext uri="{FF2B5EF4-FFF2-40B4-BE49-F238E27FC236}">
                <a16:creationId xmlns:a16="http://schemas.microsoft.com/office/drawing/2014/main" id="{02F7FFC0-85BA-846B-71CC-16E37B8BC27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30218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27143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99B5D207-94F5-A825-5F44-53008CB70C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8C3C5D-5721-AE33-16D6-C639F1152F64}"/>
              </a:ext>
            </a:extLst>
          </p:cNvPr>
          <p:cNvSpPr txBox="1"/>
          <p:nvPr/>
        </p:nvSpPr>
        <p:spPr>
          <a:xfrm>
            <a:off x="-58296" y="2649325"/>
            <a:ext cx="2069797"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HNI 123.3 – VTN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BKK 132.1 – 133.1 - APP 119.1 </a:t>
            </a:r>
          </a:p>
        </p:txBody>
      </p:sp>
      <p:graphicFrame>
        <p:nvGraphicFramePr>
          <p:cNvPr id="292" name="Google Shape;292;p18">
            <a:extLst>
              <a:ext uri="{FF2B5EF4-FFF2-40B4-BE49-F238E27FC236}">
                <a16:creationId xmlns:a16="http://schemas.microsoft.com/office/drawing/2014/main" id="{E7FEA88F-FA08-7FB6-5628-3A1BBE63AC93}"/>
              </a:ext>
            </a:extLst>
          </p:cNvPr>
          <p:cNvGraphicFramePr/>
          <p:nvPr>
            <p:extLst>
              <p:ext uri="{D42A27DB-BD31-4B8C-83A1-F6EECF244321}">
                <p14:modId xmlns:p14="http://schemas.microsoft.com/office/powerpoint/2010/main" val="4080442578"/>
              </p:ext>
            </p:extLst>
          </p:nvPr>
        </p:nvGraphicFramePr>
        <p:xfrm>
          <a:off x="-2500" y="3594271"/>
          <a:ext cx="2328849" cy="1986490"/>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681907">
                  <a:extLst>
                    <a:ext uri="{9D8B030D-6E8A-4147-A177-3AD203B41FA5}">
                      <a16:colId xmlns:a16="http://schemas.microsoft.com/office/drawing/2014/main" val="20001"/>
                    </a:ext>
                  </a:extLst>
                </a:gridCol>
                <a:gridCol w="464366">
                  <a:extLst>
                    <a:ext uri="{9D8B030D-6E8A-4147-A177-3AD203B41FA5}">
                      <a16:colId xmlns:a16="http://schemas.microsoft.com/office/drawing/2014/main" val="502366202"/>
                    </a:ext>
                  </a:extLst>
                </a:gridCol>
                <a:gridCol w="721375">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BKK </a:t>
                      </a:r>
                      <a:r>
                        <a:rPr lang="en-US" altLang="ko-Kore-KR" sz="800" dirty="0">
                          <a:solidFill>
                            <a:srgbClr val="00B0F0"/>
                          </a:solidFill>
                        </a:rPr>
                        <a:t>[015/295]</a:t>
                      </a:r>
                      <a:r>
                        <a:rPr lang="en-US" altLang="ko-Kore-KR" sz="800" dirty="0"/>
                        <a:t> :  TL130 UTC+7 </a:t>
                      </a:r>
                      <a:r>
                        <a:rPr lang="en-US" altLang="ko-Kore-KR" sz="800" dirty="0">
                          <a:solidFill>
                            <a:srgbClr val="FFC000"/>
                          </a:solidFill>
                        </a:rPr>
                        <a:t>(SPD CTL via STAR Chart)</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19</a:t>
                      </a:r>
                      <a:r>
                        <a:rPr lang="en-US" sz="800" b="0" dirty="0">
                          <a:solidFill>
                            <a:srgbClr val="0070C0"/>
                          </a:solidFill>
                        </a:rPr>
                        <a:t>,</a:t>
                      </a:r>
                      <a:r>
                        <a:rPr lang="en-US" sz="800" b="1" dirty="0">
                          <a:solidFill>
                            <a:srgbClr val="0070C0"/>
                          </a:solidFill>
                        </a:rPr>
                        <a:t>20R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EASTE </a:t>
                      </a:r>
                      <a:r>
                        <a:rPr lang="en-US" sz="800" b="1" dirty="0" err="1"/>
                        <a:t>xxC</a:t>
                      </a:r>
                      <a:endParaRPr lang="en-US" sz="800" b="1" dirty="0"/>
                    </a:p>
                  </a:txBody>
                  <a:tcPr marL="36000" marR="36000" marT="36000" marB="36000" anchor="ctr"/>
                </a:tc>
                <a:tc>
                  <a:txBody>
                    <a:bodyPr/>
                    <a:lstStyle/>
                    <a:p>
                      <a:pPr algn="ctr"/>
                      <a:r>
                        <a:rPr lang="en-US" altLang="ko-Kore-KR" sz="800" b="1" dirty="0"/>
                        <a:t>Select Tx</a:t>
                      </a:r>
                    </a:p>
                    <a:p>
                      <a:pPr algn="ctr"/>
                      <a:r>
                        <a:rPr lang="en-US" altLang="ko-Kore-KR" sz="700" b="1" dirty="0"/>
                        <a:t>(No Tx)</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sz="800" b="0" dirty="0"/>
                        <a:t>/20L</a:t>
                      </a:r>
                    </a:p>
                    <a:p>
                      <a:pPr marL="0" marR="0" lvl="0" indent="0" algn="ctr" rtl="0">
                        <a:spcBef>
                          <a:spcPts val="0"/>
                        </a:spcBef>
                        <a:spcAft>
                          <a:spcPts val="0"/>
                        </a:spcAft>
                        <a:buNone/>
                      </a:pPr>
                      <a:r>
                        <a:rPr lang="en-US" sz="800" b="1" dirty="0"/>
                        <a:t>RNP 20R  </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1" dirty="0">
                          <a:solidFill>
                            <a:srgbClr val="0070C0"/>
                          </a:solidFill>
                        </a:rPr>
                        <a:t>01,02L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EASTE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xxD</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Select Tx</a:t>
                      </a:r>
                    </a:p>
                    <a:p>
                      <a:pPr algn="ctr"/>
                      <a:r>
                        <a:rPr kumimoji="0" lang="en-US" altLang="ko-Kore-KR" sz="700" b="1" i="0" u="none" strike="noStrike" kern="0" cap="none" spc="0" normalizeH="0" baseline="0" noProof="0" dirty="0">
                          <a:ln>
                            <a:noFill/>
                          </a:ln>
                          <a:solidFill>
                            <a:srgbClr val="000000"/>
                          </a:solidFill>
                          <a:effectLst/>
                          <a:uLnTx/>
                          <a:uFillTx/>
                          <a:latin typeface="Calibri"/>
                          <a:cs typeface="Calibri"/>
                          <a:sym typeface="Arial"/>
                        </a:rPr>
                        <a:t>(No Tx)</a:t>
                      </a:r>
                      <a:endParaRPr lang="ko-Kore-KR" altLang="en-US" dirty="0"/>
                    </a:p>
                  </a:txBody>
                  <a:tcPr marL="36000" marR="36000" marT="36000" marB="36000" anchor="ctr"/>
                </a:tc>
                <a:tc>
                  <a:txBody>
                    <a:bodyPr/>
                    <a:lstStyle/>
                    <a:p>
                      <a:pPr algn="ctr"/>
                      <a:r>
                        <a:rPr lang="en-US" sz="800" b="1" dirty="0"/>
                        <a:t>ILS Z 010</a:t>
                      </a:r>
                      <a:r>
                        <a:rPr lang="en-US" sz="800" b="0" dirty="0"/>
                        <a:t>/02R</a:t>
                      </a:r>
                    </a:p>
                    <a:p>
                      <a:pPr algn="ctr"/>
                      <a:r>
                        <a:rPr lang="en-US" altLang="ko-Kore-KR" sz="800" b="1" dirty="0"/>
                        <a:t>RNP 02L</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SVB, </a:t>
                      </a:r>
                      <a:r>
                        <a:rPr lang="en-US" altLang="ko-KR" sz="800" b="1" dirty="0">
                          <a:solidFill>
                            <a:srgbClr val="C00000"/>
                          </a:solidFill>
                        </a:rPr>
                        <a:t>01 ISES, 02R ISWS, 19 ISEN, 20L ISWN</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/8 (180tks), /5 (160-150kts)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19 : B8(5567’), B10(6965’),     01 : B7(5964’), B5(7962’)</a:t>
                      </a:r>
                      <a:endParaRPr sz="800" b="0"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20L : E9(5052’), E13(7139’), 02R : E12(4872’), E7(6958’)</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20R : F7(6994’), F9(8471’),     02L : F6(5725’), F4(7496’)</a:t>
                      </a:r>
                      <a:r>
                        <a:rPr lang="en-US" sz="800" dirty="0">
                          <a:solidFill>
                            <a:srgbClr val="0070C0"/>
                          </a:solidFill>
                        </a:rPr>
                        <a:t> </a:t>
                      </a:r>
                      <a:endParaRPr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Standard Taxi Route, APU Off Procedure</a:t>
                      </a:r>
                      <a:endParaRPr lang="en-US" sz="800" b="1"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30200012-E468-18B2-216D-48714025F466}"/>
              </a:ext>
            </a:extLst>
          </p:cNvPr>
          <p:cNvGraphicFramePr/>
          <p:nvPr>
            <p:extLst>
              <p:ext uri="{D42A27DB-BD31-4B8C-83A1-F6EECF244321}">
                <p14:modId xmlns:p14="http://schemas.microsoft.com/office/powerpoint/2010/main" val="3082355951"/>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Bangkok</a:t>
                      </a:r>
                    </a:p>
                    <a:p>
                      <a:pPr marL="0" marR="0" lvl="0" indent="0" algn="ctr" rtl="0">
                        <a:spcBef>
                          <a:spcPts val="0"/>
                        </a:spcBef>
                        <a:spcAft>
                          <a:spcPts val="0"/>
                        </a:spcAft>
                        <a:buNone/>
                      </a:pPr>
                      <a:r>
                        <a:rPr lang="en-US" sz="900" dirty="0"/>
                        <a:t>131.25</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764B2B16-EF5B-E611-BDD0-7E6394A26D50}"/>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85AE1C1C-220D-B0F2-791D-3C4C376B7621}"/>
              </a:ext>
            </a:extLst>
          </p:cNvPr>
          <p:cNvGraphicFramePr/>
          <p:nvPr>
            <p:extLst>
              <p:ext uri="{D42A27DB-BD31-4B8C-83A1-F6EECF244321}">
                <p14:modId xmlns:p14="http://schemas.microsoft.com/office/powerpoint/2010/main" val="4249793805"/>
              </p:ext>
            </p:extLst>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A14B28D3-CBB6-1BDE-D81C-9FDAC95B33E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2990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929509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9E5A5980-A613-0E95-85F1-E2324E823F2F}"/>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855A597F-C48B-405D-8491-73D3210B7A9D}"/>
              </a:ext>
            </a:extLst>
          </p:cNvPr>
          <p:cNvGraphicFramePr/>
          <p:nvPr>
            <p:extLst>
              <p:ext uri="{D42A27DB-BD31-4B8C-83A1-F6EECF244321}">
                <p14:modId xmlns:p14="http://schemas.microsoft.com/office/powerpoint/2010/main" val="4036233516"/>
              </p:ext>
            </p:extLst>
          </p:nvPr>
        </p:nvGraphicFramePr>
        <p:xfrm>
          <a:off x="-11023" y="643000"/>
          <a:ext cx="2340701" cy="184249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BKK : RNAV SID (NADP 1) TA 11000</a:t>
                      </a:r>
                    </a:p>
                    <a:p>
                      <a:pPr marL="0" marR="0" lvl="0" indent="0" algn="ctr" rtl="0">
                        <a:spcBef>
                          <a:spcPts val="0"/>
                        </a:spcBef>
                        <a:spcAft>
                          <a:spcPts val="0"/>
                        </a:spcAft>
                        <a:buNone/>
                      </a:pPr>
                      <a:r>
                        <a:rPr lang="en-US" sz="800" u="none" strike="noStrike" cap="none" dirty="0">
                          <a:solidFill>
                            <a:srgbClr val="FFC000"/>
                          </a:solidFill>
                        </a:rPr>
                        <a:t>A-CDM REQ Pushback +-5min of TSAT</a:t>
                      </a:r>
                    </a:p>
                    <a:p>
                      <a:pPr marL="0" marR="0" lvl="0" indent="0" algn="ctr" rtl="0">
                        <a:spcBef>
                          <a:spcPts val="0"/>
                        </a:spcBef>
                        <a:spcAft>
                          <a:spcPts val="0"/>
                        </a:spcAft>
                        <a:buNone/>
                      </a:pPr>
                      <a:r>
                        <a:rPr lang="en-US" sz="800" u="none" strike="noStrike" cap="none" dirty="0">
                          <a:solidFill>
                            <a:srgbClr val="FFC000"/>
                          </a:solidFill>
                        </a:rPr>
                        <a:t>TSAT/CTOT Inform to GND CTL </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19,20L</a:t>
                      </a:r>
                      <a:r>
                        <a:rPr lang="en-US" sz="800" b="0" u="none" strike="noStrike" cap="none" dirty="0">
                          <a:solidFill>
                            <a:schemeClr val="bg1"/>
                          </a:solidFill>
                        </a:rPr>
                        <a:t>/R</a:t>
                      </a:r>
                    </a:p>
                  </a:txBody>
                  <a:tcPr marL="36000" marR="36000" marT="36000" marB="36000" anchor="ctr"/>
                </a:tc>
                <a:tc gridSpan="3">
                  <a:txBody>
                    <a:bodyPr/>
                    <a:lstStyle/>
                    <a:p>
                      <a:pPr algn="ctr"/>
                      <a:r>
                        <a:rPr lang="en-US" sz="800" b="1" u="none" strike="noStrike" cap="none" dirty="0">
                          <a:solidFill>
                            <a:srgbClr val="0070C0"/>
                          </a:solidFill>
                        </a:rPr>
                        <a:t>LIPLI x J, G/E</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195 </a:t>
                      </a:r>
                      <a:r>
                        <a:rPr lang="en-US" sz="800" b="1" u="none" strike="noStrike" cap="none" dirty="0">
                          <a:solidFill>
                            <a:srgbClr val="0070C0"/>
                          </a:solidFill>
                        </a:rPr>
                        <a:t>ALT </a:t>
                      </a:r>
                      <a:r>
                        <a:rPr lang="en-US" sz="800" b="1" u="none" strike="noStrike" cap="none" dirty="0">
                          <a:solidFill>
                            <a:srgbClr val="C00000"/>
                          </a:solidFill>
                        </a:rPr>
                        <a:t>6000</a:t>
                      </a:r>
                      <a:r>
                        <a:rPr lang="en-US" sz="800" b="1" u="none" strike="noStrike" cap="none" dirty="0">
                          <a:solidFill>
                            <a:srgbClr val="0070C0"/>
                          </a:solidFill>
                        </a:rPr>
                        <a:t> </a:t>
                      </a:r>
                      <a:r>
                        <a:rPr lang="en-US" altLang="ko-Kore-KR" sz="800" b="1" u="none" strike="noStrike" cap="none" dirty="0">
                          <a:solidFill>
                            <a:srgbClr val="AA47F5"/>
                          </a:solidFill>
                        </a:rPr>
                        <a:t>19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01,02R</a:t>
                      </a:r>
                      <a:r>
                        <a:rPr lang="en-US" sz="800" b="0" u="none" strike="noStrike" cap="none" dirty="0">
                          <a:solidFill>
                            <a:schemeClr val="bg1"/>
                          </a:solidFill>
                        </a:rPr>
                        <a:t>/L</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LIPLI x K, F/H</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015 </a:t>
                      </a:r>
                      <a:r>
                        <a:rPr lang="en-US" sz="800" b="1" u="none" strike="noStrike" cap="none" dirty="0">
                          <a:solidFill>
                            <a:srgbClr val="0070C0"/>
                          </a:solidFill>
                        </a:rPr>
                        <a:t>ALT </a:t>
                      </a:r>
                      <a:r>
                        <a:rPr lang="en-US" sz="800" b="1" u="none" strike="noStrike" cap="none" dirty="0">
                          <a:solidFill>
                            <a:srgbClr val="C00000"/>
                          </a:solidFill>
                        </a:rPr>
                        <a:t>6000</a:t>
                      </a:r>
                      <a:r>
                        <a:rPr lang="en-US" sz="800" b="1" u="none" strike="noStrike" cap="none" dirty="0">
                          <a:solidFill>
                            <a:srgbClr val="0070C0"/>
                          </a:solidFill>
                        </a:rPr>
                        <a:t> </a:t>
                      </a:r>
                      <a:r>
                        <a:rPr lang="en-US" altLang="ko-Kore-KR" sz="800" b="1" u="none" strike="noStrike" cap="none" dirty="0">
                          <a:solidFill>
                            <a:srgbClr val="AA47F5"/>
                          </a:solidFill>
                        </a:rPr>
                        <a:t>01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SVB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111.4</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ISEN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110.5</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02R ISWS</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20L ISWN</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 ISES 110.1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APU Start within 10min, Standard TAXI Route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19R Do not Pass E1, D2</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1F10B8F5-DD3C-E806-2399-0B55EA831B92}"/>
              </a:ext>
            </a:extLst>
          </p:cNvPr>
          <p:cNvGraphicFramePr/>
          <p:nvPr>
            <p:extLst>
              <p:ext uri="{D42A27DB-BD31-4B8C-83A1-F6EECF244321}">
                <p14:modId xmlns:p14="http://schemas.microsoft.com/office/powerpoint/2010/main" val="3711173332"/>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a:t>KE Bangkok 131.25</a:t>
                      </a:r>
                      <a:endParaRPr sz="1200" dirty="0"/>
                    </a:p>
                    <a:p>
                      <a:pPr marL="0" marR="0" lvl="0" indent="0" algn="ctr" rtl="0">
                        <a:spcBef>
                          <a:spcPts val="0"/>
                        </a:spcBef>
                        <a:spcAft>
                          <a:spcPts val="0"/>
                        </a:spcAft>
                        <a:buNone/>
                      </a:pPr>
                      <a:r>
                        <a:rPr lang="en-US" altLang="ko-KR" sz="700" dirty="0">
                          <a:solidFill>
                            <a:srgbClr val="FF0000"/>
                          </a:solidFill>
                        </a:rPr>
                        <a:t>DCL -20min, Voice 133.8</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A626E9F3-3BD8-571C-E8A9-47893F54E499}"/>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447901D8-8E94-7DDD-1181-49B999F021E1}"/>
              </a:ext>
            </a:extLst>
          </p:cNvPr>
          <p:cNvSpPr txBox="1"/>
          <p:nvPr/>
        </p:nvSpPr>
        <p:spPr>
          <a:xfrm>
            <a:off x="48383" y="2615494"/>
            <a:ext cx="1987724"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119.25 </a:t>
            </a:r>
            <a:r>
              <a:rPr kumimoji="1" lang="en-US" altLang="ko-Kore-KR" sz="700" b="1" u="sng" dirty="0">
                <a:solidFill>
                  <a:srgbClr val="C00000"/>
                </a:solidFill>
                <a:latin typeface="Gulim" panose="020B0600000101010101" pitchFamily="34" charset="-127"/>
                <a:ea typeface="Gulim" panose="020B0600000101010101" pitchFamily="34" charset="-127"/>
              </a:rPr>
              <a:t>(AUTO) </a:t>
            </a:r>
            <a:r>
              <a:rPr kumimoji="1" lang="en-US" altLang="ko-Kore-KR" sz="700" b="1" u="sng" dirty="0">
                <a:solidFill>
                  <a:srgbClr val="0070C0"/>
                </a:solidFill>
                <a:latin typeface="Gulim" panose="020B0600000101010101" pitchFamily="34" charset="-127"/>
                <a:ea typeface="Gulim" panose="020B0600000101010101" pitchFamily="34" charset="-127"/>
              </a:rPr>
              <a:t>– BKK 133.1 – VIE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 126.17</a:t>
            </a:r>
          </a:p>
        </p:txBody>
      </p:sp>
      <p:graphicFrame>
        <p:nvGraphicFramePr>
          <p:cNvPr id="8" name="Google Shape;283;p17">
            <a:extLst>
              <a:ext uri="{FF2B5EF4-FFF2-40B4-BE49-F238E27FC236}">
                <a16:creationId xmlns:a16="http://schemas.microsoft.com/office/drawing/2014/main" id="{D551205A-3445-9BCA-CAC0-972BC6C74C7F}"/>
              </a:ext>
            </a:extLst>
          </p:cNvPr>
          <p:cNvGraphicFramePr/>
          <p:nvPr>
            <p:extLst>
              <p:ext uri="{D42A27DB-BD31-4B8C-83A1-F6EECF244321}">
                <p14:modId xmlns:p14="http://schemas.microsoft.com/office/powerpoint/2010/main" val="1724684739"/>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9" name="그래픽 8" descr="집 Wi-Fi에서 작업 단색으로 채워진">
            <a:hlinkClick r:id="" action="ppaction://hlinkshowjump?jump=firstslide"/>
            <a:extLst>
              <a:ext uri="{FF2B5EF4-FFF2-40B4-BE49-F238E27FC236}">
                <a16:creationId xmlns:a16="http://schemas.microsoft.com/office/drawing/2014/main" id="{A6CD9B32-BC74-09E5-253C-98CE54C8F63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6364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6673728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F0C49606-FFF5-DF39-5B20-990CD9CC0B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394C13-593B-4CCD-D4AE-3878AACC8024}"/>
              </a:ext>
            </a:extLst>
          </p:cNvPr>
          <p:cNvSpPr txBox="1"/>
          <p:nvPr/>
        </p:nvSpPr>
        <p:spPr>
          <a:xfrm>
            <a:off x="-51946" y="2780313"/>
            <a:ext cx="2228495"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a:t>
            </a:r>
            <a:r>
              <a:rPr kumimoji="1" lang="en-US" altLang="ko-KR" sz="700" b="1" u="sng" dirty="0">
                <a:solidFill>
                  <a:srgbClr val="0070C0"/>
                </a:solidFill>
                <a:latin typeface="Gulim" panose="020B0600000101010101" pitchFamily="34" charset="-127"/>
                <a:ea typeface="Gulim" panose="020B0600000101010101" pitchFamily="34" charset="-127"/>
              </a:rPr>
              <a:t> ETA KABAM 119.3 – ETA MIGUG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MAVRA 8942/5655 – MIGUG Rep MESOX 120.7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Rep MAPNO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(RPHI – VVHM CPDLC Tx Manual)</a:t>
            </a:r>
          </a:p>
        </p:txBody>
      </p:sp>
      <p:graphicFrame>
        <p:nvGraphicFramePr>
          <p:cNvPr id="292" name="Google Shape;292;p18">
            <a:extLst>
              <a:ext uri="{FF2B5EF4-FFF2-40B4-BE49-F238E27FC236}">
                <a16:creationId xmlns:a16="http://schemas.microsoft.com/office/drawing/2014/main" id="{2AB3A285-0168-1B50-1B16-E95B84CEE972}"/>
              </a:ext>
            </a:extLst>
          </p:cNvPr>
          <p:cNvGraphicFramePr/>
          <p:nvPr>
            <p:extLst>
              <p:ext uri="{D42A27DB-BD31-4B8C-83A1-F6EECF244321}">
                <p14:modId xmlns:p14="http://schemas.microsoft.com/office/powerpoint/2010/main" val="2375536302"/>
              </p:ext>
            </p:extLst>
          </p:nvPr>
        </p:nvGraphicFramePr>
        <p:xfrm>
          <a:off x="-2500" y="3525251"/>
          <a:ext cx="2328849" cy="2023117"/>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932777">
                  <a:extLst>
                    <a:ext uri="{9D8B030D-6E8A-4147-A177-3AD203B41FA5}">
                      <a16:colId xmlns:a16="http://schemas.microsoft.com/office/drawing/2014/main" val="20001"/>
                    </a:ext>
                  </a:extLst>
                </a:gridCol>
                <a:gridCol w="324679">
                  <a:extLst>
                    <a:ext uri="{9D8B030D-6E8A-4147-A177-3AD203B41FA5}">
                      <a16:colId xmlns:a16="http://schemas.microsoft.com/office/drawing/2014/main" val="502366202"/>
                    </a:ext>
                  </a:extLst>
                </a:gridCol>
                <a:gridCol w="610192">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SIN </a:t>
                      </a:r>
                      <a:r>
                        <a:rPr lang="en-US" altLang="ko-Kore-KR" sz="800" dirty="0">
                          <a:solidFill>
                            <a:srgbClr val="00B0F0"/>
                          </a:solidFill>
                        </a:rPr>
                        <a:t>[023/203]</a:t>
                      </a:r>
                      <a:r>
                        <a:rPr lang="en-US" altLang="ko-Kore-KR" sz="800" dirty="0"/>
                        <a:t> TL130 UTC+8, </a:t>
                      </a:r>
                      <a:r>
                        <a:rPr lang="en-US" altLang="ko-Kore-KR" sz="800" dirty="0">
                          <a:solidFill>
                            <a:srgbClr val="00B0F0"/>
                          </a:solidFill>
                        </a:rPr>
                        <a:t>CPDLC WSJC -10min FIR</a:t>
                      </a:r>
                    </a:p>
                    <a:p>
                      <a:pPr marL="0" marR="0" lvl="0" indent="0" algn="ctr" rtl="0">
                        <a:spcBef>
                          <a:spcPts val="0"/>
                        </a:spcBef>
                        <a:spcAft>
                          <a:spcPts val="0"/>
                        </a:spcAft>
                        <a:buNone/>
                      </a:pPr>
                      <a:r>
                        <a:rPr lang="en-US" altLang="ko-Kore-KR" sz="800" dirty="0">
                          <a:solidFill>
                            <a:srgbClr val="FFC000"/>
                          </a:solidFill>
                        </a:rPr>
                        <a:t>SPD CTL via STAR Chart, No IAF RDR Vector</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02L/C</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t>MABAL/KARTO </a:t>
                      </a:r>
                      <a:r>
                        <a:rPr lang="en-US" sz="800" b="1" dirty="0" err="1"/>
                        <a:t>xxA</a:t>
                      </a:r>
                      <a:endParaRPr lang="en-US" sz="800" b="1" dirty="0"/>
                    </a:p>
                  </a:txBody>
                  <a:tcPr marL="36000" marR="36000" marT="36000" marB="36000" anchor="ctr"/>
                </a:tc>
                <a:tc>
                  <a:txBody>
                    <a:bodyPr/>
                    <a:lstStyle/>
                    <a:p>
                      <a:pPr algn="ctr"/>
                      <a:r>
                        <a:rPr lang="en-US" altLang="ko-Kore-KR" sz="800" b="1" dirty="0"/>
                        <a:t>No Tx</a:t>
                      </a:r>
                    </a:p>
                  </a:txBody>
                  <a:tcPr marL="36000" marR="36000" marT="36000" marB="36000" anchor="ctr"/>
                </a:tc>
                <a:tc>
                  <a:txBody>
                    <a:bodyPr/>
                    <a:lstStyle/>
                    <a:p>
                      <a:pPr marL="0" marR="0" lvl="0" indent="0" algn="ctr" rtl="0">
                        <a:spcBef>
                          <a:spcPts val="0"/>
                        </a:spcBef>
                        <a:spcAft>
                          <a:spcPts val="0"/>
                        </a:spcAft>
                        <a:buNone/>
                      </a:pPr>
                      <a:r>
                        <a:rPr lang="en-US" sz="800" b="1" dirty="0"/>
                        <a:t>ILS 02L</a:t>
                      </a:r>
                      <a:r>
                        <a:rPr lang="en-US" sz="800" b="0" dirty="0"/>
                        <a:t>/C</a:t>
                      </a:r>
                      <a:endParaRPr lang="ko-Kore-KR" altLang="en-US" b="0" dirty="0"/>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1" dirty="0">
                          <a:solidFill>
                            <a:srgbClr val="0070C0"/>
                          </a:solidFill>
                        </a:rPr>
                        <a:t>20R/C</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MABAL/KARTO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xxB</a:t>
                      </a:r>
                      <a:endParaRPr kumimoji="0" lang="en-US" altLang="ko-Kore-KR" sz="800" b="1"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No Tx</a:t>
                      </a:r>
                      <a:endParaRPr lang="ko-Kore-KR" altLang="en-US" dirty="0"/>
                    </a:p>
                  </a:txBody>
                  <a:tcPr marL="36000" marR="36000" marT="36000" marB="36000" anchor="ctr"/>
                </a:tc>
                <a:tc>
                  <a:txBody>
                    <a:bodyPr/>
                    <a:lstStyle/>
                    <a:p>
                      <a:pPr algn="ctr"/>
                      <a:r>
                        <a:rPr lang="en-US" sz="800" b="1" dirty="0"/>
                        <a:t>ILS 20R</a:t>
                      </a:r>
                      <a:r>
                        <a:rPr lang="en-US" sz="800" b="0" dirty="0"/>
                        <a:t>/C</a:t>
                      </a:r>
                    </a:p>
                  </a:txBody>
                  <a:tcPr marL="36000" marR="36000" marT="36000" marB="36000" anchor="ctr"/>
                </a:tc>
                <a:extLst>
                  <a:ext uri="{0D108BD9-81ED-4DB2-BD59-A6C34878D82A}">
                    <a16:rowId xmlns:a16="http://schemas.microsoft.com/office/drawing/2014/main" val="10002"/>
                  </a:ext>
                </a:extLst>
              </a:tr>
              <a:tr h="0">
                <a:tc gridSpan="4">
                  <a:txBody>
                    <a:bodyPr/>
                    <a:lstStyle/>
                    <a:p>
                      <a:pPr marL="0" marR="0" lvl="0" indent="0" algn="ctr" rtl="0">
                        <a:spcBef>
                          <a:spcPts val="0"/>
                        </a:spcBef>
                        <a:spcAft>
                          <a:spcPts val="0"/>
                        </a:spcAft>
                        <a:buNone/>
                      </a:pPr>
                      <a:r>
                        <a:rPr lang="en-US" sz="800" b="1" dirty="0">
                          <a:solidFill>
                            <a:srgbClr val="0070C0"/>
                          </a:solidFill>
                        </a:rPr>
                        <a:t>RNP 02R/20L </a:t>
                      </a:r>
                      <a:r>
                        <a:rPr lang="en-US" sz="800" b="0" dirty="0">
                          <a:solidFill>
                            <a:srgbClr val="0070C0"/>
                          </a:solidFill>
                        </a:rPr>
                        <a:t>: L/D CHK -&gt; LUVUL/OBGIS -&gt; Arm APPR</a:t>
                      </a:r>
                      <a:endParaRPr sz="800" b="0"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kumimoji="0" lang="en-US" altLang="ko-Kore-KR" sz="800" b="1"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algn="ctr"/>
                      <a:endParaRPr lang="ko-Kore-KR" altLang="en-US" dirty="0"/>
                    </a:p>
                  </a:txBody>
                  <a:tcPr marL="36000" marR="36000" marT="36000" marB="36000" anchor="ctr"/>
                </a:tc>
                <a:tc hMerge="1">
                  <a:txBody>
                    <a:bodyPr/>
                    <a:lstStyle/>
                    <a:p>
                      <a:pPr algn="ctr"/>
                      <a:endParaRPr lang="ko-Kore-KR" altLang="en-US" b="0" dirty="0"/>
                    </a:p>
                  </a:txBody>
                  <a:tcPr marL="36000" marR="36000" marT="36000" marB="36000" anchor="ctr"/>
                </a:tc>
                <a:extLst>
                  <a:ext uri="{0D108BD9-81ED-4DB2-BD59-A6C34878D82A}">
                    <a16:rowId xmlns:a16="http://schemas.microsoft.com/office/drawing/2014/main" val="3684390978"/>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VTK </a:t>
                      </a:r>
                      <a:r>
                        <a:rPr lang="en-US" altLang="ko-KR" sz="700" b="1" dirty="0">
                          <a:solidFill>
                            <a:srgbClr val="C00000"/>
                          </a:solidFill>
                        </a:rPr>
                        <a:t>02L ICW, 02C ICE, 02R ICX, 20R ICH, 20C ICC</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/8 (180tks), /4 (150kts)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02L : W5(6519’), W4(7916’), 20R : W6(5498’), W7(6423’)</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02C : T6(6781’), T5 (8467’), 20C : T7 (6420’), T8 (7910’)</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02R : A6(6738’), A5 (7995’), 20L : A7 (6250’), A8 (7395’)</a:t>
                      </a:r>
                      <a:r>
                        <a:rPr lang="en-US" sz="800" dirty="0">
                          <a:solidFill>
                            <a:srgbClr val="0070C0"/>
                          </a:solidFill>
                        </a:rPr>
                        <a:t> </a:t>
                      </a:r>
                      <a:endParaRPr dirty="0">
                        <a:solidFill>
                          <a:srgbClr val="0070C0"/>
                        </a:solidFill>
                      </a:endParaRPr>
                    </a:p>
                  </a:txBody>
                  <a:tcPr marL="0" marR="0" marT="0" marB="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 Unable ATC,</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Exit TWY 2 way but Same Name</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VTK Out of A/P</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TWY R/S Max 20kts,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endParaRPr lang="en-US" sz="800" b="1" dirty="0">
                        <a:solidFill>
                          <a:srgbClr val="F28943"/>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E895D84C-0C71-0772-9452-07B7DB9F1199}"/>
              </a:ext>
            </a:extLst>
          </p:cNvPr>
          <p:cNvGraphicFramePr/>
          <p:nvPr>
            <p:extLst>
              <p:ext uri="{D42A27DB-BD31-4B8C-83A1-F6EECF244321}">
                <p14:modId xmlns:p14="http://schemas.microsoft.com/office/powerpoint/2010/main" val="1408841505"/>
              </p:ext>
            </p:extLst>
          </p:nvPr>
        </p:nvGraphicFramePr>
        <p:xfrm>
          <a:off x="-2501" y="9878"/>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WSSS(SIN) 22ft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SATS Flt </a:t>
                      </a:r>
                      <a:r>
                        <a:rPr lang="en-US" sz="900" dirty="0" err="1"/>
                        <a:t>Oper</a:t>
                      </a:r>
                      <a:endParaRPr lang="en-US" sz="900" dirty="0"/>
                    </a:p>
                    <a:p>
                      <a:pPr marL="0" marR="0" lvl="0" indent="0" algn="ctr" rtl="0">
                        <a:spcBef>
                          <a:spcPts val="0"/>
                        </a:spcBef>
                        <a:spcAft>
                          <a:spcPts val="0"/>
                        </a:spcAft>
                        <a:buNone/>
                      </a:pPr>
                      <a:r>
                        <a:rPr lang="en-US" sz="900" dirty="0"/>
                        <a:t>131.22</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990DC534-D0A7-48CD-DE5B-5B1B76D3E9FA}"/>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D4B58BFD-6D9A-258A-D607-D33A33F27214}"/>
              </a:ext>
            </a:extLst>
          </p:cNvPr>
          <p:cNvGraphicFramePr/>
          <p:nvPr>
            <p:extLst>
              <p:ext uri="{D42A27DB-BD31-4B8C-83A1-F6EECF244321}">
                <p14:modId xmlns:p14="http://schemas.microsoft.com/office/powerpoint/2010/main" val="2741821316"/>
              </p:ext>
            </p:extLst>
          </p:nvPr>
        </p:nvGraphicFramePr>
        <p:xfrm>
          <a:off x="1" y="649823"/>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2BFC2019-5193-EE74-E241-BE1E1108C95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8104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87840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60C80D35-56E4-AB1F-6FA1-032DCE65DC9D}"/>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13160D96-40B8-6869-8042-62C091043861}"/>
              </a:ext>
            </a:extLst>
          </p:cNvPr>
          <p:cNvGraphicFramePr/>
          <p:nvPr>
            <p:extLst>
              <p:ext uri="{D42A27DB-BD31-4B8C-83A1-F6EECF244321}">
                <p14:modId xmlns:p14="http://schemas.microsoft.com/office/powerpoint/2010/main" val="2645839936"/>
              </p:ext>
            </p:extLst>
          </p:nvPr>
        </p:nvGraphicFramePr>
        <p:xfrm>
          <a:off x="-11023" y="643000"/>
          <a:ext cx="2340701" cy="172057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SIN : RNAV SID (NADP 1) TA 11000</a:t>
                      </a:r>
                    </a:p>
                    <a:p>
                      <a:pPr marL="0" marR="0" lvl="0" indent="0" algn="ctr" rtl="0">
                        <a:spcBef>
                          <a:spcPts val="0"/>
                        </a:spcBef>
                        <a:spcAft>
                          <a:spcPts val="0"/>
                        </a:spcAft>
                        <a:buNone/>
                      </a:pPr>
                      <a:r>
                        <a:rPr lang="en-US" sz="800" u="none" strike="noStrike" cap="none" dirty="0">
                          <a:solidFill>
                            <a:srgbClr val="FFC000"/>
                          </a:solidFill>
                        </a:rPr>
                        <a:t>REQ P/B +-5min of TSAT, </a:t>
                      </a:r>
                      <a:r>
                        <a:rPr lang="en-US" sz="800" u="none" strike="noStrike" cap="none" dirty="0">
                          <a:solidFill>
                            <a:srgbClr val="00B0F0"/>
                          </a:solidFill>
                        </a:rPr>
                        <a:t>CPDLC WSJC Before DEP</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20C</a:t>
                      </a:r>
                      <a:r>
                        <a:rPr lang="en-US" sz="800" b="0" u="none" strike="noStrike" cap="none" dirty="0">
                          <a:solidFill>
                            <a:schemeClr val="bg1"/>
                          </a:solidFill>
                        </a:rPr>
                        <a:t>/R</a:t>
                      </a:r>
                    </a:p>
                  </a:txBody>
                  <a:tcPr marL="36000" marR="36000" marT="36000" marB="36000" anchor="ctr"/>
                </a:tc>
                <a:tc gridSpan="3">
                  <a:txBody>
                    <a:bodyPr/>
                    <a:lstStyle/>
                    <a:p>
                      <a:pPr algn="ctr"/>
                      <a:r>
                        <a:rPr lang="en-US" sz="800" b="1" u="none" strike="noStrike" cap="none" dirty="0">
                          <a:solidFill>
                            <a:srgbClr val="0070C0"/>
                          </a:solidFill>
                        </a:rPr>
                        <a:t>TOMAN xx</a:t>
                      </a:r>
                    </a:p>
                    <a:p>
                      <a:pPr algn="ctr"/>
                      <a:r>
                        <a:rPr lang="en-US" altLang="ko-Kore-KR" sz="800" b="0" u="none" strike="noStrike" cap="none" dirty="0">
                          <a:solidFill>
                            <a:schemeClr val="bg1"/>
                          </a:solidFill>
                        </a:rPr>
                        <a:t>CHANGI </a:t>
                      </a:r>
                      <a:r>
                        <a:rPr lang="en-US" altLang="ko-Kore-KR" sz="800" b="0" u="none" strike="noStrike" cap="none" dirty="0" err="1">
                          <a:solidFill>
                            <a:schemeClr val="bg1"/>
                          </a:solidFill>
                        </a:rPr>
                        <a:t>xD</a:t>
                      </a:r>
                      <a:endParaRPr lang="ko-Kore-KR" b="0"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203 </a:t>
                      </a:r>
                      <a:r>
                        <a:rPr lang="en-US" sz="800" b="1" u="none" strike="noStrike" cap="none" dirty="0">
                          <a:solidFill>
                            <a:srgbClr val="0070C0"/>
                          </a:solidFill>
                        </a:rPr>
                        <a:t>ALT 3000 </a:t>
                      </a:r>
                      <a:r>
                        <a:rPr lang="en-US" altLang="ko-Kore-KR" sz="800" b="1" u="none" strike="noStrike" cap="none" dirty="0">
                          <a:solidFill>
                            <a:srgbClr val="AA47F5"/>
                          </a:solidFill>
                        </a:rPr>
                        <a:t>SPD 230</a:t>
                      </a:r>
                    </a:p>
                    <a:p>
                      <a:r>
                        <a:rPr lang="en-US" altLang="ko-Kore-KR" sz="800" b="1" u="none" strike="noStrike" cap="none" dirty="0">
                          <a:solidFill>
                            <a:srgbClr val="00B050"/>
                          </a:solidFill>
                        </a:rPr>
                        <a:t>230kts Until 4000 </a:t>
                      </a:r>
                      <a:r>
                        <a:rPr lang="en-US" altLang="ko-Kore-KR" sz="800" b="1" u="none" strike="noStrike" cap="none" dirty="0">
                          <a:solidFill>
                            <a:srgbClr val="F28943"/>
                          </a:solidFill>
                        </a:rPr>
                        <a:t>TA11000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02C</a:t>
                      </a:r>
                      <a:r>
                        <a:rPr lang="en-US" sz="800" b="0" u="none" strike="noStrike" cap="none" dirty="0">
                          <a:solidFill>
                            <a:schemeClr val="bg1"/>
                          </a:solidFill>
                        </a:rPr>
                        <a:t>/L</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TOMAN xx</a:t>
                      </a:r>
                    </a:p>
                    <a:p>
                      <a:pPr marL="0" marR="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CHANGI </a:t>
                      </a:r>
                      <a:r>
                        <a:rPr kumimoji="0" lang="en-US" altLang="ko-Kore-KR" sz="800" b="0" i="0" u="none" strike="noStrike" kern="1200" cap="none" spc="0" normalizeH="0" baseline="0" noProof="0" dirty="0" err="1">
                          <a:ln>
                            <a:noFill/>
                          </a:ln>
                          <a:solidFill>
                            <a:prstClr val="black"/>
                          </a:solidFill>
                          <a:effectLst/>
                          <a:uLnTx/>
                          <a:uFillTx/>
                          <a:latin typeface="Calibri"/>
                          <a:cs typeface="Calibri"/>
                        </a:rPr>
                        <a:t>xC</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023 </a:t>
                      </a:r>
                      <a:r>
                        <a:rPr lang="en-US" sz="800" b="1" u="none" strike="noStrike" cap="none" dirty="0">
                          <a:solidFill>
                            <a:srgbClr val="0070C0"/>
                          </a:solidFill>
                        </a:rPr>
                        <a:t>ALT 3000 </a:t>
                      </a:r>
                      <a:r>
                        <a:rPr lang="en-US" altLang="ko-Kore-KR" sz="800" b="1" u="none" strike="noStrike" cap="none" dirty="0">
                          <a:solidFill>
                            <a:srgbClr val="AA47F5"/>
                          </a:solidFill>
                        </a:rPr>
                        <a:t>SPD 230</a:t>
                      </a:r>
                    </a:p>
                    <a:p>
                      <a:r>
                        <a:rPr lang="en-US" altLang="ko-Kore-KR" sz="800" b="1" u="none" strike="noStrike" cap="none" dirty="0">
                          <a:solidFill>
                            <a:srgbClr val="00B050"/>
                          </a:solidFill>
                        </a:rPr>
                        <a:t>230kts Until 4000 </a:t>
                      </a:r>
                      <a:r>
                        <a:rPr lang="en-US" altLang="ko-Kore-KR" sz="800" b="1" u="none" strike="noStrike" cap="none" dirty="0">
                          <a:solidFill>
                            <a:srgbClr val="F28943"/>
                          </a:solidFill>
                        </a:rPr>
                        <a:t>TA11000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VTK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116.5</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20C ICC</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109.7</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20R ICH</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108.9</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02C ICE</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108.3</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02L ICW 110.9</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G18-21 Standard P/B, TWY R/S Max 20kts</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Cross LUSMO/AKMON xxx, T/O Before xxx</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RWY 20C/R : CHK Min Climb Grad by NAVBLUE</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FCD65549-5296-57C2-43A8-7C22DCC7F045}"/>
              </a:ext>
            </a:extLst>
          </p:cNvPr>
          <p:cNvGraphicFramePr/>
          <p:nvPr>
            <p:extLst>
              <p:ext uri="{D42A27DB-BD31-4B8C-83A1-F6EECF244321}">
                <p14:modId xmlns:p14="http://schemas.microsoft.com/office/powerpoint/2010/main" val="2452251400"/>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WSSS(SIN) 22ft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a:t>SATS Flt </a:t>
                      </a:r>
                      <a:r>
                        <a:rPr lang="en-US" sz="800" dirty="0" err="1"/>
                        <a:t>Oper</a:t>
                      </a:r>
                      <a:r>
                        <a:rPr lang="en-US" sz="800" dirty="0"/>
                        <a:t> 131.22</a:t>
                      </a:r>
                      <a:endParaRPr sz="1200" dirty="0"/>
                    </a:p>
                    <a:p>
                      <a:pPr marL="0" marR="0" lvl="0" indent="0" algn="ctr" rtl="0">
                        <a:spcBef>
                          <a:spcPts val="0"/>
                        </a:spcBef>
                        <a:spcAft>
                          <a:spcPts val="0"/>
                        </a:spcAft>
                        <a:buNone/>
                      </a:pPr>
                      <a:r>
                        <a:rPr lang="en-US" altLang="ko-KR" sz="700" dirty="0">
                          <a:solidFill>
                            <a:srgbClr val="FF0000"/>
                          </a:solidFill>
                        </a:rPr>
                        <a:t>DCL -20min or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EAE1DF72-9A2B-A776-0424-A82EB55A9059}"/>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DAFC4874-ECA9-F306-EE1D-8CB2E6F90461}"/>
              </a:ext>
            </a:extLst>
          </p:cNvPr>
          <p:cNvSpPr txBox="1"/>
          <p:nvPr/>
        </p:nvSpPr>
        <p:spPr>
          <a:xfrm>
            <a:off x="48383" y="2443219"/>
            <a:ext cx="2252220"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120.3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GUTUP 6556/8942 – AKMON 133.05 - UDOSI 120.7</a:t>
            </a:r>
          </a:p>
          <a:p>
            <a:pPr>
              <a:lnSpc>
                <a:spcPct val="150000"/>
              </a:lnSpc>
            </a:pPr>
            <a:r>
              <a:rPr kumimoji="1" lang="en-US" altLang="ko-Kore-KR" sz="700" b="1" u="sng">
                <a:solidFill>
                  <a:srgbClr val="0070C0"/>
                </a:solidFill>
                <a:latin typeface="Gulim" panose="020B0600000101010101" pitchFamily="34" charset="-127"/>
                <a:ea typeface="Gulim" panose="020B0600000101010101" pitchFamily="34" charset="-127"/>
              </a:rPr>
              <a:t>ARESI </a:t>
            </a:r>
            <a:r>
              <a:rPr kumimoji="1" lang="en-US" altLang="ko-Kore-KR" sz="700" b="1" u="sng" dirty="0">
                <a:solidFill>
                  <a:srgbClr val="0070C0"/>
                </a:solidFill>
                <a:latin typeface="Gulim" panose="020B0600000101010101" pitchFamily="34" charset="-127"/>
                <a:ea typeface="Gulim" panose="020B0600000101010101" pitchFamily="34" charset="-127"/>
              </a:rPr>
              <a:t>8942/5655 Unable AKOTA 119.3</a:t>
            </a:r>
          </a:p>
          <a:p>
            <a:pPr>
              <a:lnSpc>
                <a:spcPct val="150000"/>
              </a:lnSpc>
            </a:pP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8" name="Google Shape;283;p17">
            <a:extLst>
              <a:ext uri="{FF2B5EF4-FFF2-40B4-BE49-F238E27FC236}">
                <a16:creationId xmlns:a16="http://schemas.microsoft.com/office/drawing/2014/main" id="{B599C956-C678-03AD-649F-6174B7A64A0C}"/>
              </a:ext>
            </a:extLst>
          </p:cNvPr>
          <p:cNvGraphicFramePr/>
          <p:nvPr>
            <p:extLst>
              <p:ext uri="{D42A27DB-BD31-4B8C-83A1-F6EECF244321}">
                <p14:modId xmlns:p14="http://schemas.microsoft.com/office/powerpoint/2010/main" val="2524038123"/>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9" name="그래픽 8" descr="집 Wi-Fi에서 작업 단색으로 채워진">
            <a:hlinkClick r:id="" action="ppaction://hlinkshowjump?jump=firstslide"/>
            <a:extLst>
              <a:ext uri="{FF2B5EF4-FFF2-40B4-BE49-F238E27FC236}">
                <a16:creationId xmlns:a16="http://schemas.microsoft.com/office/drawing/2014/main" id="{89A00C7D-BA29-4591-22CD-220D9BA33D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8352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1094630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C2F3D4B0-8D43-BFE4-3DD4-3603AB1F9F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2D86D5-2C83-E005-6D23-4A41FA79A156}"/>
              </a:ext>
            </a:extLst>
          </p:cNvPr>
          <p:cNvSpPr txBox="1"/>
          <p:nvPr/>
        </p:nvSpPr>
        <p:spPr>
          <a:xfrm>
            <a:off x="-58296" y="2865194"/>
            <a:ext cx="1213794" cy="370733"/>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C00000"/>
                </a:solidFill>
                <a:latin typeface="Gulim" panose="020B0600000101010101" pitchFamily="34" charset="-127"/>
                <a:ea typeface="Gulim" panose="020B0600000101010101" pitchFamily="34" charset="-127"/>
              </a:rPr>
              <a:t>(SENKA</a:t>
            </a:r>
            <a:r>
              <a:rPr kumimoji="1" lang="ko-KR" altLang="en-US" sz="700" b="1" u="sng" dirty="0">
                <a:solidFill>
                  <a:srgbClr val="C00000"/>
                </a:solidFill>
                <a:latin typeface="Gulim" panose="020B0600000101010101" pitchFamily="34" charset="-127"/>
                <a:ea typeface="Gulim" panose="020B0600000101010101" pitchFamily="34" charset="-127"/>
              </a:rPr>
              <a:t> </a:t>
            </a:r>
            <a:r>
              <a:rPr kumimoji="1" lang="en-US" altLang="ko-KR" sz="700" b="1" u="sng" dirty="0">
                <a:solidFill>
                  <a:srgbClr val="C00000"/>
                </a:solidFill>
                <a:latin typeface="Gulim" panose="020B0600000101010101" pitchFamily="34" charset="-127"/>
                <a:ea typeface="Gulim" panose="020B0600000101010101" pitchFamily="34" charset="-127"/>
              </a:rPr>
              <a:t>/20)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a:t>
            </a:r>
          </a:p>
        </p:txBody>
      </p:sp>
      <p:graphicFrame>
        <p:nvGraphicFramePr>
          <p:cNvPr id="292" name="Google Shape;292;p18">
            <a:extLst>
              <a:ext uri="{FF2B5EF4-FFF2-40B4-BE49-F238E27FC236}">
                <a16:creationId xmlns:a16="http://schemas.microsoft.com/office/drawing/2014/main" id="{EF0BA0DA-D3B4-A9A0-9E47-D4D918630B21}"/>
              </a:ext>
            </a:extLst>
          </p:cNvPr>
          <p:cNvGraphicFramePr/>
          <p:nvPr>
            <p:extLst>
              <p:ext uri="{D42A27DB-BD31-4B8C-83A1-F6EECF244321}">
                <p14:modId xmlns:p14="http://schemas.microsoft.com/office/powerpoint/2010/main" val="307704235"/>
              </p:ext>
            </p:extLst>
          </p:nvPr>
        </p:nvGraphicFramePr>
        <p:xfrm>
          <a:off x="-2500" y="3514759"/>
          <a:ext cx="2321630" cy="2036410"/>
        </p:xfrm>
        <a:graphic>
          <a:graphicData uri="http://schemas.openxmlformats.org/drawingml/2006/table">
            <a:tbl>
              <a:tblPr firstRow="1" bandRow="1">
                <a:noFill/>
                <a:tableStyleId>{A521BE36-7E6F-4EC9-8D66-1CF97A6895EC}</a:tableStyleId>
              </a:tblPr>
              <a:tblGrid>
                <a:gridCol w="335525">
                  <a:extLst>
                    <a:ext uri="{9D8B030D-6E8A-4147-A177-3AD203B41FA5}">
                      <a16:colId xmlns:a16="http://schemas.microsoft.com/office/drawing/2014/main" val="20000"/>
                    </a:ext>
                  </a:extLst>
                </a:gridCol>
                <a:gridCol w="188632">
                  <a:extLst>
                    <a:ext uri="{9D8B030D-6E8A-4147-A177-3AD203B41FA5}">
                      <a16:colId xmlns:a16="http://schemas.microsoft.com/office/drawing/2014/main" val="255263363"/>
                    </a:ext>
                  </a:extLst>
                </a:gridCol>
                <a:gridCol w="717421">
                  <a:extLst>
                    <a:ext uri="{9D8B030D-6E8A-4147-A177-3AD203B41FA5}">
                      <a16:colId xmlns:a16="http://schemas.microsoft.com/office/drawing/2014/main" val="20001"/>
                    </a:ext>
                  </a:extLst>
                </a:gridCol>
                <a:gridCol w="404192">
                  <a:extLst>
                    <a:ext uri="{9D8B030D-6E8A-4147-A177-3AD203B41FA5}">
                      <a16:colId xmlns:a16="http://schemas.microsoft.com/office/drawing/2014/main" val="502366202"/>
                    </a:ext>
                  </a:extLst>
                </a:gridCol>
                <a:gridCol w="675860">
                  <a:extLst>
                    <a:ext uri="{9D8B030D-6E8A-4147-A177-3AD203B41FA5}">
                      <a16:colId xmlns:a16="http://schemas.microsoft.com/office/drawing/2014/main" val="992510185"/>
                    </a:ext>
                  </a:extLst>
                </a:gridCol>
              </a:tblGrid>
              <a:tr h="155749">
                <a:tc gridSpan="5">
                  <a:txBody>
                    <a:bodyPr/>
                    <a:lstStyle/>
                    <a:p>
                      <a:pPr marL="0" marR="0" lvl="0" indent="0" algn="ctr" rtl="0">
                        <a:spcBef>
                          <a:spcPts val="0"/>
                        </a:spcBef>
                        <a:spcAft>
                          <a:spcPts val="0"/>
                        </a:spcAft>
                        <a:buNone/>
                      </a:pPr>
                      <a:r>
                        <a:rPr lang="en-US" altLang="ko-Kore-KR" sz="800" dirty="0"/>
                        <a:t>DAD </a:t>
                      </a:r>
                      <a:r>
                        <a:rPr lang="en-US" altLang="ko-Kore-KR" sz="800" dirty="0">
                          <a:solidFill>
                            <a:srgbClr val="00B0F0"/>
                          </a:solidFill>
                        </a:rPr>
                        <a:t>[353/17</a:t>
                      </a:r>
                      <a:r>
                        <a:rPr lang="en-US" altLang="ko-KR" sz="800" dirty="0">
                          <a:solidFill>
                            <a:srgbClr val="00B0F0"/>
                          </a:solidFill>
                        </a:rPr>
                        <a:t>3</a:t>
                      </a:r>
                      <a:r>
                        <a:rPr lang="en-US" altLang="ko-Kore-KR" sz="800" dirty="0">
                          <a:solidFill>
                            <a:srgbClr val="00B0F0"/>
                          </a:solidFill>
                        </a:rPr>
                        <a:t>]</a:t>
                      </a:r>
                      <a:r>
                        <a:rPr lang="en-US" altLang="ko-Kore-KR" sz="800" dirty="0"/>
                        <a:t> : STAR TL100 UTC+7, </a:t>
                      </a:r>
                      <a:r>
                        <a:rPr lang="en-US" altLang="ko-Kore-KR" sz="800" dirty="0">
                          <a:solidFill>
                            <a:srgbClr val="00B0F0"/>
                          </a:solidFill>
                        </a:rPr>
                        <a:t>C/S xxx Heavy</a:t>
                      </a:r>
                    </a:p>
                    <a:p>
                      <a:pPr marL="0" marR="0" lvl="0" indent="0" algn="ctr" rtl="0">
                        <a:spcBef>
                          <a:spcPts val="0"/>
                        </a:spcBef>
                        <a:spcAft>
                          <a:spcPts val="0"/>
                        </a:spcAft>
                        <a:buNone/>
                      </a:pPr>
                      <a:r>
                        <a:rPr lang="en-US" altLang="ko-Kore-KR" sz="800" dirty="0">
                          <a:solidFill>
                            <a:srgbClr val="FFC000"/>
                          </a:solidFill>
                        </a:rPr>
                        <a:t>SPD CTL via STAR Chart, </a:t>
                      </a:r>
                      <a:r>
                        <a:rPr lang="en-US" altLang="ko-Kore-KR" sz="800" dirty="0">
                          <a:solidFill>
                            <a:srgbClr val="C00000"/>
                          </a:solidFill>
                        </a:rPr>
                        <a:t>Do Not VOR 17 CAAV Auth</a:t>
                      </a:r>
                      <a:endParaRPr lang="en-US" altLang="ko-Kore-KR" sz="800" b="1" dirty="0">
                        <a:solidFill>
                          <a:srgbClr val="C00000"/>
                        </a:solidFill>
                      </a:endParaRPr>
                    </a:p>
                  </a:txBody>
                  <a:tcPr marL="0" marR="0" marT="45725" marB="45725"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35L</a:t>
                      </a:r>
                      <a:r>
                        <a:rPr lang="en-US" sz="800" b="0" dirty="0"/>
                        <a:t>/R</a:t>
                      </a:r>
                      <a:endParaRPr sz="800" b="0"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BUNTA x M</a:t>
                      </a:r>
                      <a:r>
                        <a:rPr lang="en-US" sz="800" b="0" dirty="0"/>
                        <a:t>/N/L/K</a:t>
                      </a:r>
                    </a:p>
                    <a:p>
                      <a:pPr marL="0" marR="0" lvl="0" indent="0" algn="ctr" rtl="0">
                        <a:spcBef>
                          <a:spcPts val="0"/>
                        </a:spcBef>
                        <a:spcAft>
                          <a:spcPts val="0"/>
                        </a:spcAft>
                        <a:buNone/>
                      </a:pPr>
                      <a:r>
                        <a:rPr lang="en-US" sz="800" b="0" dirty="0"/>
                        <a:t>L/K : RNAV </a:t>
                      </a:r>
                      <a:r>
                        <a:rPr lang="en-US" sz="800" b="0" dirty="0" err="1"/>
                        <a:t>Arrs</a:t>
                      </a:r>
                      <a:endParaRPr sz="800" b="0" dirty="0"/>
                    </a:p>
                  </a:txBody>
                  <a:tcPr marL="36000" marR="36000" marT="36000" marB="36000" anchor="ctr"/>
                </a:tc>
                <a:tc hMerge="1">
                  <a:txBody>
                    <a:bodyPr/>
                    <a:lstStyle/>
                    <a:p>
                      <a:pPr marL="0" marR="0" lvl="0" indent="0" algn="ctr" rtl="0">
                        <a:spcBef>
                          <a:spcPts val="0"/>
                        </a:spcBef>
                        <a:spcAft>
                          <a:spcPts val="0"/>
                        </a:spcAft>
                        <a:buNone/>
                      </a:pPr>
                      <a:r>
                        <a:rPr lang="en-US" sz="800" b="1" dirty="0">
                          <a:solidFill>
                            <a:srgbClr val="0070C0"/>
                          </a:solidFill>
                        </a:rPr>
                        <a:t>BUNTA x M</a:t>
                      </a:r>
                      <a:r>
                        <a:rPr lang="en-US" sz="800" b="0" dirty="0"/>
                        <a:t>/N/L/K</a:t>
                      </a:r>
                    </a:p>
                  </a:txBody>
                  <a:tcPr marL="36000" marR="36000" marT="36000" marB="36000" anchor="ctr"/>
                </a:tc>
                <a:tc>
                  <a:txBody>
                    <a:bodyPr/>
                    <a:lstStyle/>
                    <a:p>
                      <a:pPr algn="ctr"/>
                      <a:r>
                        <a:rPr lang="en-US" altLang="ko-Kore-KR" sz="800" b="1" dirty="0"/>
                        <a:t>TAMLA</a:t>
                      </a:r>
                    </a:p>
                  </a:txBody>
                  <a:tcPr marL="36000" marR="36000" marT="36000" marB="36000" anchor="ctr"/>
                </a:tc>
                <a:tc>
                  <a:txBody>
                    <a:bodyPr/>
                    <a:lstStyle/>
                    <a:p>
                      <a:pPr marL="0" marR="0" lvl="0" indent="0" algn="ctr" rtl="0">
                        <a:spcBef>
                          <a:spcPts val="0"/>
                        </a:spcBef>
                        <a:spcAft>
                          <a:spcPts val="0"/>
                        </a:spcAft>
                        <a:buNone/>
                      </a:pPr>
                      <a:r>
                        <a:rPr lang="en-US" sz="800" b="1" dirty="0"/>
                        <a:t>ILS V 35L</a:t>
                      </a:r>
                      <a:r>
                        <a:rPr lang="en-US" sz="800" b="0" dirty="0"/>
                        <a:t>/R</a:t>
                      </a:r>
                      <a:endParaRPr lang="ko-Kore-KR" altLang="en-US" b="0" dirty="0"/>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1" dirty="0">
                          <a:solidFill>
                            <a:srgbClr val="0070C0"/>
                          </a:solidFill>
                        </a:rPr>
                        <a:t>17R</a:t>
                      </a:r>
                      <a:r>
                        <a:rPr lang="en-US" sz="800" b="0" dirty="0"/>
                        <a:t>/L</a:t>
                      </a:r>
                      <a:endParaRPr sz="800" b="0" dirty="0"/>
                    </a:p>
                  </a:txBody>
                  <a:tcPr marL="36000" marR="36000" marT="36000" marB="36000" anchor="ctr"/>
                </a:tc>
                <a:tc gridSpan="2">
                  <a:txBody>
                    <a:bodyPr/>
                    <a:lstStyle/>
                    <a:p>
                      <a:pPr marL="0" marR="0" lvl="0" indent="0" algn="ctr" rtl="0">
                        <a:spcBef>
                          <a:spcPts val="0"/>
                        </a:spcBef>
                        <a:spcAft>
                          <a:spcPts val="0"/>
                        </a:spcAft>
                        <a:buNone/>
                      </a:pPr>
                      <a:r>
                        <a:rPr kumimoji="0" lang="en-US" sz="800" b="0" i="0" u="none" strike="noStrike" kern="0" cap="none" spc="0" normalizeH="0" baseline="0" noProof="0" dirty="0">
                          <a:ln>
                            <a:noFill/>
                          </a:ln>
                          <a:solidFill>
                            <a:srgbClr val="000000"/>
                          </a:solidFill>
                          <a:effectLst/>
                          <a:uLnTx/>
                          <a:uFillTx/>
                          <a:latin typeface="Calibri"/>
                          <a:cs typeface="Calibri"/>
                          <a:sym typeface="Arial"/>
                        </a:rPr>
                        <a:t>ILS Y 35R -&gt; Circle</a:t>
                      </a:r>
                      <a:r>
                        <a:rPr kumimoji="0" lang="en-US" sz="800" b="1" i="0" u="none" strike="noStrike" kern="0" cap="none" spc="0" normalizeH="0" baseline="0" noProof="0" dirty="0">
                          <a:ln>
                            <a:noFill/>
                          </a:ln>
                          <a:solidFill>
                            <a:srgbClr val="000000"/>
                          </a:solidFill>
                          <a:effectLst/>
                          <a:uLnTx/>
                          <a:uFillTx/>
                          <a:latin typeface="Calibri"/>
                          <a:cs typeface="Calibri"/>
                          <a:sym typeface="Arial"/>
                        </a:rPr>
                        <a:t> </a:t>
                      </a:r>
                      <a:endParaRPr sz="800" b="0" dirty="0"/>
                    </a:p>
                  </a:txBody>
                  <a:tcPr marL="36000" marR="36000" marT="36000" marB="36000" anchor="ctr"/>
                </a:tc>
                <a:tc hMerge="1">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MABAL/KARTO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xxB</a:t>
                      </a:r>
                      <a:endParaRPr kumimoji="0" lang="en-US" altLang="ko-Kore-KR" sz="800" b="1"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Vector</a:t>
                      </a:r>
                      <a:endParaRPr lang="ko-Kore-KR" altLang="en-US" dirty="0"/>
                    </a:p>
                  </a:txBody>
                  <a:tcPr marL="36000" marR="36000" marT="36000" marB="36000" anchor="ctr"/>
                </a:tc>
                <a:tc>
                  <a:txBody>
                    <a:bodyPr/>
                    <a:lstStyle/>
                    <a:p>
                      <a:pPr algn="ctr"/>
                      <a:r>
                        <a:rPr lang="en-US" sz="800" b="1" dirty="0"/>
                        <a:t>VIS 17R/L </a:t>
                      </a:r>
                      <a:r>
                        <a:rPr lang="en-US" sz="800" b="1" dirty="0">
                          <a:solidFill>
                            <a:srgbClr val="C00000"/>
                          </a:solidFill>
                        </a:rPr>
                        <a:t>3.5</a:t>
                      </a:r>
                      <a:endParaRPr lang="ko-Kore-KR" altLang="en-US" b="0" dirty="0">
                        <a:solidFill>
                          <a:srgbClr val="C00000"/>
                        </a:solidFill>
                      </a:endParaRPr>
                    </a:p>
                  </a:txBody>
                  <a:tcPr marL="36000" marR="36000" marT="36000" marB="36000" anchor="ctr"/>
                </a:tc>
                <a:extLst>
                  <a:ext uri="{0D108BD9-81ED-4DB2-BD59-A6C34878D82A}">
                    <a16:rowId xmlns:a16="http://schemas.microsoft.com/office/drawing/2014/main" val="10002"/>
                  </a:ext>
                </a:extLst>
              </a:tr>
              <a:tr h="14155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h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DAN, </a:t>
                      </a:r>
                      <a:r>
                        <a:rPr lang="en-US" altLang="ko-KR" sz="800" b="1" dirty="0">
                          <a:solidFill>
                            <a:srgbClr val="C00000"/>
                          </a:solidFill>
                        </a:rPr>
                        <a:t>35L DAD, 35R IDR</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/12 (200tks), /5 (160kts)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bg1"/>
                          </a:solidFill>
                        </a:rPr>
                        <a:t>35L : </a:t>
                      </a:r>
                      <a:r>
                        <a:rPr lang="en-US" sz="800" b="1" dirty="0">
                          <a:solidFill>
                            <a:srgbClr val="C00000"/>
                          </a:solidFill>
                        </a:rPr>
                        <a:t>G4(6702’), </a:t>
                      </a:r>
                      <a:r>
                        <a:rPr lang="en-US" sz="800" b="1" dirty="0">
                          <a:solidFill>
                            <a:srgbClr val="0070C0"/>
                          </a:solidFill>
                        </a:rPr>
                        <a:t>G6(9803’), </a:t>
                      </a:r>
                      <a:r>
                        <a:rPr lang="en-US" sz="800" b="0" dirty="0">
                          <a:solidFill>
                            <a:schemeClr val="bg1"/>
                          </a:solidFill>
                        </a:rPr>
                        <a:t>17R : </a:t>
                      </a:r>
                      <a:r>
                        <a:rPr lang="en-US" sz="800" b="1" dirty="0">
                          <a:solidFill>
                            <a:srgbClr val="C00000"/>
                          </a:solidFill>
                        </a:rPr>
                        <a:t>G2(7089’), </a:t>
                      </a:r>
                      <a:r>
                        <a:rPr lang="en-US" sz="800" b="0" dirty="0">
                          <a:solidFill>
                            <a:schemeClr val="bg1"/>
                          </a:solidFill>
                        </a:rPr>
                        <a:t>G1(9776’)</a:t>
                      </a:r>
                    </a:p>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chemeClr val="bg1"/>
                          </a:solidFill>
                        </a:rPr>
                        <a:t>35R : </a:t>
                      </a:r>
                      <a:r>
                        <a:rPr lang="en-US" altLang="ko-Kore-KR" sz="800" b="0" dirty="0">
                          <a:solidFill>
                            <a:srgbClr val="F28943"/>
                          </a:solidFill>
                        </a:rPr>
                        <a:t>E4(7198’), </a:t>
                      </a:r>
                      <a:r>
                        <a:rPr lang="en-US" altLang="ko-Kore-KR" sz="800" b="0" dirty="0">
                          <a:solidFill>
                            <a:srgbClr val="0070C0"/>
                          </a:solidFill>
                        </a:rPr>
                        <a:t>E6(10275’), </a:t>
                      </a:r>
                      <a:r>
                        <a:rPr lang="en-US" altLang="ko-Kore-KR" sz="800" b="0" dirty="0">
                          <a:solidFill>
                            <a:schemeClr val="bg1"/>
                          </a:solidFill>
                        </a:rPr>
                        <a:t>17L : E2(8044’), E1(10754’)</a:t>
                      </a:r>
                    </a:p>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rgbClr val="0070C0"/>
                          </a:solidFill>
                        </a:rPr>
                        <a:t>NO RAPID EXIT TWY, 90 Degree TURN, </a:t>
                      </a:r>
                      <a:r>
                        <a:rPr lang="en-US" altLang="ko-Kore-KR" sz="800" b="1" dirty="0">
                          <a:solidFill>
                            <a:srgbClr val="F28943"/>
                          </a:solidFill>
                        </a:rPr>
                        <a:t>AFT LD CONF 1</a:t>
                      </a:r>
                    </a:p>
                  </a:txBody>
                  <a:tcPr marL="0" marR="0" marT="0" marB="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5">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Follow me Car on E</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 E2,3,4 Narrow Over-steering</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TWY D </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사용 금지</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소형기</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on D</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시만 </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E</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사용가능</a:t>
                      </a:r>
                      <a:endParaRPr kumimoji="0" lang="en-US" altLang="ko-KR" sz="800" b="1" i="0" u="none" strike="noStrike" kern="0" cap="none" spc="0" normalizeH="0" baseline="0" noProof="0" dirty="0">
                        <a:ln>
                          <a:noFill/>
                        </a:ln>
                        <a:solidFill>
                          <a:srgbClr val="C00000"/>
                        </a:solidFill>
                        <a:effectLst/>
                        <a:uLnTx/>
                        <a:uFillTx/>
                        <a:latin typeface="Calibri"/>
                        <a:cs typeface="Calibri"/>
                        <a:sym typeface="Arial"/>
                      </a:endParaRP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Gate IN From TWY E Only, </a:t>
                      </a:r>
                      <a:r>
                        <a:rPr kumimoji="0" lang="en-US" altLang="ko-KR" sz="800" b="1" i="0" u="none" strike="noStrike" kern="0" cap="none" spc="0" normalizeH="0" baseline="0" noProof="0" dirty="0">
                          <a:ln>
                            <a:noFill/>
                          </a:ln>
                          <a:solidFill>
                            <a:srgbClr val="7030A0"/>
                          </a:solidFill>
                          <a:effectLst/>
                          <a:uLnTx/>
                          <a:uFillTx/>
                          <a:latin typeface="Calibri"/>
                          <a:cs typeface="Calibri"/>
                          <a:sym typeface="Arial"/>
                        </a:rPr>
                        <a:t>5m 1kts</a:t>
                      </a:r>
                      <a:r>
                        <a:rPr kumimoji="0" lang="ko-KR" altLang="en-US" sz="800" b="1" i="0" u="none" strike="noStrike" kern="0" cap="none" spc="0" normalizeH="0" baseline="0" noProof="0" dirty="0">
                          <a:ln>
                            <a:noFill/>
                          </a:ln>
                          <a:solidFill>
                            <a:srgbClr val="7030A0"/>
                          </a:solidFill>
                          <a:effectLst/>
                          <a:uLnTx/>
                          <a:uFillTx/>
                          <a:latin typeface="Calibri"/>
                          <a:cs typeface="Calibri"/>
                          <a:sym typeface="Arial"/>
                        </a:rPr>
                        <a:t> </a:t>
                      </a:r>
                      <a:r>
                        <a:rPr kumimoji="0" lang="en-US" altLang="ko-KR" sz="800" b="1" i="0" u="none" strike="noStrike" kern="0" cap="none" spc="0" normalizeH="0" baseline="0" noProof="0" dirty="0">
                          <a:ln>
                            <a:noFill/>
                          </a:ln>
                          <a:solidFill>
                            <a:srgbClr val="7030A0"/>
                          </a:solidFill>
                          <a:effectLst/>
                          <a:uLnTx/>
                          <a:uFillTx/>
                          <a:latin typeface="Calibri"/>
                          <a:cs typeface="Calibri"/>
                          <a:sym typeface="Arial"/>
                        </a:rPr>
                        <a:t>Ready for STOP</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a:t>
                      </a:r>
                      <a:endParaRPr lang="en-US" sz="800" b="1"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FCB3BB01-F667-CB8A-7E9B-BA07DF0884E9}"/>
              </a:ext>
            </a:extLst>
          </p:cNvPr>
          <p:cNvGraphicFramePr/>
          <p:nvPr>
            <p:extLst>
              <p:ext uri="{D42A27DB-BD31-4B8C-83A1-F6EECF244321}">
                <p14:modId xmlns:p14="http://schemas.microsoft.com/office/powerpoint/2010/main" val="607164884"/>
              </p:ext>
            </p:extLst>
          </p:nvPr>
        </p:nvGraphicFramePr>
        <p:xfrm>
          <a:off x="-2501" y="9878"/>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VVDN(DAD) 30ft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E0879569-F324-096E-42A1-1B3BCC1F2CC9}"/>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7544DFD1-FC13-C9E3-0E74-4EC4AC74AD26}"/>
              </a:ext>
            </a:extLst>
          </p:cNvPr>
          <p:cNvGraphicFramePr/>
          <p:nvPr>
            <p:extLst>
              <p:ext uri="{D42A27DB-BD31-4B8C-83A1-F6EECF244321}">
                <p14:modId xmlns:p14="http://schemas.microsoft.com/office/powerpoint/2010/main" val="1730224088"/>
              </p:ext>
            </p:extLst>
          </p:nvPr>
        </p:nvGraphicFramePr>
        <p:xfrm>
          <a:off x="1" y="603441"/>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F0DF12D0-B1A6-A2D8-382D-8E7A4686F2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2389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211738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ADA1974-3EB0-CBF4-EDE8-ED8894D823C3}"/>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3A45A16-1B2E-9F3B-C79E-E3F3A100D34C}"/>
              </a:ext>
            </a:extLst>
          </p:cNvPr>
          <p:cNvGraphicFramePr/>
          <p:nvPr>
            <p:extLst>
              <p:ext uri="{D42A27DB-BD31-4B8C-83A1-F6EECF244321}">
                <p14:modId xmlns:p14="http://schemas.microsoft.com/office/powerpoint/2010/main" val="3497750581"/>
              </p:ext>
            </p:extLst>
          </p:nvPr>
        </p:nvGraphicFramePr>
        <p:xfrm>
          <a:off x="-11023" y="643000"/>
          <a:ext cx="2340701" cy="191449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279457">
                  <a:extLst>
                    <a:ext uri="{9D8B030D-6E8A-4147-A177-3AD203B41FA5}">
                      <a16:colId xmlns:a16="http://schemas.microsoft.com/office/drawing/2014/main" val="1118244562"/>
                    </a:ext>
                  </a:extLst>
                </a:gridCol>
                <a:gridCol w="285065">
                  <a:extLst>
                    <a:ext uri="{9D8B030D-6E8A-4147-A177-3AD203B41FA5}">
                      <a16:colId xmlns:a16="http://schemas.microsoft.com/office/drawing/2014/main" val="3839330308"/>
                    </a:ext>
                  </a:extLst>
                </a:gridCol>
                <a:gridCol w="495168">
                  <a:extLst>
                    <a:ext uri="{9D8B030D-6E8A-4147-A177-3AD203B41FA5}">
                      <a16:colId xmlns:a16="http://schemas.microsoft.com/office/drawing/2014/main" val="3522764159"/>
                    </a:ext>
                  </a:extLst>
                </a:gridCol>
                <a:gridCol w="780234">
                  <a:extLst>
                    <a:ext uri="{9D8B030D-6E8A-4147-A177-3AD203B41FA5}">
                      <a16:colId xmlns:a16="http://schemas.microsoft.com/office/drawing/2014/main" val="3490604804"/>
                    </a:ext>
                  </a:extLst>
                </a:gridCol>
              </a:tblGrid>
              <a:tr h="201967">
                <a:tc gridSpan="6">
                  <a:txBody>
                    <a:bodyPr/>
                    <a:lstStyle/>
                    <a:p>
                      <a:pPr marL="0" marR="0" lvl="0" indent="0" algn="ctr" rtl="0">
                        <a:spcBef>
                          <a:spcPts val="0"/>
                        </a:spcBef>
                        <a:spcAft>
                          <a:spcPts val="0"/>
                        </a:spcAft>
                        <a:buNone/>
                      </a:pPr>
                      <a:r>
                        <a:rPr lang="en-US" sz="800" u="none" strike="noStrike" cap="none" dirty="0"/>
                        <a:t>DAD : RNAV SID (NADP 1) TA 9000</a:t>
                      </a:r>
                    </a:p>
                    <a:p>
                      <a:pPr marL="0" marR="0" lvl="0" indent="0" algn="ctr" rtl="0">
                        <a:spcBef>
                          <a:spcPts val="0"/>
                        </a:spcBef>
                        <a:spcAft>
                          <a:spcPts val="0"/>
                        </a:spcAft>
                        <a:buNone/>
                      </a:pPr>
                      <a:r>
                        <a:rPr lang="en-US" sz="800" u="none" strike="noStrike" cap="none" dirty="0">
                          <a:solidFill>
                            <a:srgbClr val="FFC000"/>
                          </a:solidFill>
                        </a:rPr>
                        <a:t>Consider Extra Fuel</a:t>
                      </a:r>
                      <a:r>
                        <a:rPr lang="ko-KR" altLang="en-US" sz="800" u="none" strike="noStrike" cap="none" dirty="0">
                          <a:solidFill>
                            <a:srgbClr val="FFC000"/>
                          </a:solidFill>
                        </a:rPr>
                        <a:t> </a:t>
                      </a:r>
                      <a:r>
                        <a:rPr lang="en-US" altLang="ko-KR" sz="800" u="none" strike="noStrike" cap="none" dirty="0">
                          <a:solidFill>
                            <a:srgbClr val="FFC000"/>
                          </a:solidFill>
                        </a:rPr>
                        <a:t>Due FL</a:t>
                      </a:r>
                      <a:endParaRPr lang="en-US" sz="800" u="none" strike="noStrike" cap="none" dirty="0">
                        <a:solidFill>
                          <a:srgbClr val="00B0F0"/>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90251">
                <a:tc>
                  <a:txBody>
                    <a:bodyPr/>
                    <a:lstStyle/>
                    <a:p>
                      <a:pPr marL="0" marR="0" lvl="0" indent="0" algn="ctr" rtl="0">
                        <a:spcBef>
                          <a:spcPts val="0"/>
                        </a:spcBef>
                        <a:spcAft>
                          <a:spcPts val="0"/>
                        </a:spcAft>
                        <a:buNone/>
                      </a:pPr>
                      <a:r>
                        <a:rPr lang="en-US" sz="800" b="1" u="none" strike="noStrike" cap="none" dirty="0">
                          <a:solidFill>
                            <a:srgbClr val="0070C0"/>
                          </a:solidFill>
                        </a:rPr>
                        <a:t>35R</a:t>
                      </a:r>
                      <a:r>
                        <a:rPr lang="en-US" sz="800" b="0" u="none" strike="noStrike" cap="none" dirty="0">
                          <a:solidFill>
                            <a:schemeClr val="bg1"/>
                          </a:solidFill>
                        </a:rPr>
                        <a:t>/L</a:t>
                      </a:r>
                    </a:p>
                  </a:txBody>
                  <a:tcPr marL="36000" marR="36000" marT="36000" marB="36000" anchor="ctr"/>
                </a:tc>
                <a:tc gridSpan="3">
                  <a:txBody>
                    <a:bodyPr/>
                    <a:lstStyle/>
                    <a:p>
                      <a:pPr algn="ctr"/>
                      <a:r>
                        <a:rPr lang="en-US" sz="800" b="1" u="none" strike="noStrike" cap="none" dirty="0">
                          <a:solidFill>
                            <a:srgbClr val="0070C0"/>
                          </a:solidFill>
                        </a:rPr>
                        <a:t>BUNTA </a:t>
                      </a:r>
                      <a:r>
                        <a:rPr lang="en-US" sz="800" b="1" u="none" strike="noStrike" cap="none" dirty="0" err="1">
                          <a:solidFill>
                            <a:srgbClr val="0070C0"/>
                          </a:solidFill>
                        </a:rPr>
                        <a:t>xG</a:t>
                      </a:r>
                      <a:r>
                        <a:rPr lang="en-US" sz="800" b="1" u="none" strike="noStrike" cap="none" dirty="0">
                          <a:solidFill>
                            <a:srgbClr val="0070C0"/>
                          </a:solidFill>
                        </a:rPr>
                        <a:t>/C</a:t>
                      </a:r>
                    </a:p>
                    <a:p>
                      <a:pPr algn="ctr"/>
                      <a:r>
                        <a:rPr lang="en-US" sz="800" b="0" u="none" strike="noStrike" cap="none" dirty="0">
                          <a:solidFill>
                            <a:schemeClr val="bg1"/>
                          </a:solidFill>
                        </a:rPr>
                        <a:t>RNAV Deps</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2">
                  <a:txBody>
                    <a:bodyPr/>
                    <a:lstStyle/>
                    <a:p>
                      <a:pPr algn="ctr"/>
                      <a:r>
                        <a:rPr lang="en-US" sz="800" b="1" u="none" strike="noStrike" cap="none" dirty="0"/>
                        <a:t>HD 353 </a:t>
                      </a:r>
                      <a:r>
                        <a:rPr lang="en-US" sz="800" b="1" u="none" strike="noStrike" cap="none" dirty="0">
                          <a:solidFill>
                            <a:srgbClr val="0070C0"/>
                          </a:solidFill>
                        </a:rPr>
                        <a:t>ALT 8000/ATC </a:t>
                      </a:r>
                      <a:r>
                        <a:rPr lang="en-US" sz="800" b="1" u="none" strike="noStrike" cap="none" dirty="0">
                          <a:solidFill>
                            <a:srgbClr val="F28943"/>
                          </a:solidFill>
                        </a:rPr>
                        <a:t>TA9000</a:t>
                      </a:r>
                      <a:endParaRPr lang="en-US" altLang="ko-Kore-KR" sz="800" b="1" u="none" strike="noStrike" cap="none"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16811">
                <a:tc>
                  <a:txBody>
                    <a:bodyPr/>
                    <a:lstStyle/>
                    <a:p>
                      <a:pPr marL="0" marR="0" lvl="0" indent="0" algn="ctr" rtl="0">
                        <a:spcBef>
                          <a:spcPts val="0"/>
                        </a:spcBef>
                        <a:spcAft>
                          <a:spcPts val="0"/>
                        </a:spcAft>
                        <a:buNone/>
                      </a:pPr>
                      <a:r>
                        <a:rPr lang="en-US" sz="800" b="1" u="none" strike="noStrike" cap="none" dirty="0">
                          <a:solidFill>
                            <a:srgbClr val="0070C0"/>
                          </a:solidFill>
                        </a:rPr>
                        <a:t>17L</a:t>
                      </a:r>
                      <a:r>
                        <a:rPr lang="en-US" sz="800" b="0" u="none" strike="noStrike" cap="none" dirty="0">
                          <a:solidFill>
                            <a:schemeClr val="bg1"/>
                          </a:solidFill>
                        </a:rPr>
                        <a:t>/R</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BUNTA </a:t>
                      </a:r>
                      <a:r>
                        <a:rPr lang="en-US" altLang="ko-Kore-KR" sz="800" b="1" u="none" strike="noStrike" cap="none" dirty="0" err="1">
                          <a:solidFill>
                            <a:srgbClr val="0070C0"/>
                          </a:solidFill>
                        </a:rPr>
                        <a:t>xA</a:t>
                      </a:r>
                      <a:endParaRPr lang="en-US" altLang="ko-Kore-KR" sz="800" b="1" u="none" strike="noStrike" cap="none"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2">
                  <a:txBody>
                    <a:bodyPr/>
                    <a:lstStyle/>
                    <a:p>
                      <a:pPr algn="ctr"/>
                      <a:r>
                        <a:rPr lang="en-US" sz="800" b="1" u="none" strike="noStrike" cap="none" dirty="0"/>
                        <a:t>HD 173 </a:t>
                      </a:r>
                      <a:r>
                        <a:rPr lang="en-US" sz="800" b="1" u="none" strike="noStrike" cap="none" dirty="0">
                          <a:solidFill>
                            <a:srgbClr val="0070C0"/>
                          </a:solidFill>
                        </a:rPr>
                        <a:t>ALT ATC </a:t>
                      </a:r>
                      <a:r>
                        <a:rPr lang="en-US" altLang="ko-Kore-KR" sz="800" b="1" u="none" strike="noStrike" cap="none" dirty="0">
                          <a:solidFill>
                            <a:srgbClr val="AA47F5"/>
                          </a:solidFill>
                        </a:rPr>
                        <a:t>SPD 240 </a:t>
                      </a:r>
                      <a:r>
                        <a:rPr lang="en-US" altLang="ko-Kore-KR" sz="800" b="1" u="none" strike="noStrike" cap="none" dirty="0">
                          <a:solidFill>
                            <a:srgbClr val="F28943"/>
                          </a:solidFill>
                        </a:rPr>
                        <a:t>TA9000</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16811">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DAN 114.4</a:t>
                      </a:r>
                    </a:p>
                  </a:txBody>
                  <a:tcPr marL="36000" marR="36000" marT="36000" marB="36000" anchor="ctr"/>
                </a:tc>
                <a:tc hMerge="1">
                  <a:txBody>
                    <a:bodyPr/>
                    <a:lstStyle/>
                    <a:p>
                      <a:endParaRPr lang="ko-Kore-KR" altLang="en-US"/>
                    </a:p>
                  </a:txBody>
                  <a:tcPr/>
                </a:tc>
                <a:tc hMerge="1">
                  <a:txBody>
                    <a:bodyPr/>
                    <a:lstStyle/>
                    <a:p>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35R IDR 111.5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35L DAD 110.5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90251">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chemeClr val="tx1"/>
                          </a:solidFill>
                          <a:effectLst/>
                          <a:uLnTx/>
                          <a:uFillTx/>
                          <a:latin typeface="Calibri"/>
                          <a:cs typeface="Calibri"/>
                          <a:sym typeface="Arial"/>
                        </a:rPr>
                        <a:t>FIX</a:t>
                      </a:r>
                    </a:p>
                  </a:txBody>
                  <a:tcPr marL="36000" marR="36000" marT="36000" marB="36000" anchor="ctr">
                    <a:solidFill>
                      <a:schemeClr val="accent1"/>
                    </a:solidFill>
                  </a:tcPr>
                </a:tc>
                <a:tc hMerge="1">
                  <a:txBody>
                    <a:bodyPr/>
                    <a:lstStyle/>
                    <a:p>
                      <a:endParaRPr lang="ko-Kore-KR" altLang="en-US"/>
                    </a:p>
                  </a:txBody>
                  <a:tcPr/>
                </a:tc>
                <a:tc gridSpan="4">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35L/R : DAN 353/5, R060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17L/R : DAN 173/4.5, R130</a:t>
                      </a:r>
                      <a:endParaRPr lang="ko-Kore-KR" altLang="en-US" sz="600"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273524518"/>
                  </a:ext>
                </a:extLst>
              </a:tr>
              <a:tr h="263692">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Complete P/B – ENG Start</a:t>
                      </a:r>
                      <a:r>
                        <a:rPr lang="en-US" altLang="ko-KR" sz="800" b="0" u="none" strike="noStrike" cap="none" dirty="0">
                          <a:solidFill>
                            <a:schemeClr val="bg1"/>
                          </a:solidFill>
                        </a:rPr>
                        <a:t>,</a:t>
                      </a:r>
                      <a:r>
                        <a:rPr lang="ko-KR" altLang="en-US" sz="800" b="0" u="none" strike="noStrike" cap="none" dirty="0">
                          <a:solidFill>
                            <a:schemeClr val="bg1"/>
                          </a:solidFill>
                        </a:rPr>
                        <a:t> </a:t>
                      </a:r>
                      <a:r>
                        <a:rPr lang="en-US" altLang="ko-KR" sz="800" b="0" u="none" strike="noStrike" cap="none" dirty="0">
                          <a:solidFill>
                            <a:schemeClr val="bg1"/>
                          </a:solidFill>
                        </a:rPr>
                        <a:t>Follow me Car</a:t>
                      </a:r>
                      <a:endParaRPr lang="en-US" sz="800" b="0" u="none" strike="noStrike" cap="none" dirty="0">
                        <a:solidFill>
                          <a:schemeClr val="bg1"/>
                        </a:solidFill>
                      </a:endParaRP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35R CAT I Hold Point Before E1, 17L Hold Short </a:t>
                      </a:r>
                      <a:r>
                        <a:rPr lang="ko-KR" altLang="en-US" sz="800" b="1" u="none" strike="noStrike" cap="none" dirty="0">
                          <a:solidFill>
                            <a:srgbClr val="0070C0"/>
                          </a:solidFill>
                        </a:rPr>
                        <a:t>가까움</a:t>
                      </a:r>
                      <a:endParaRPr lang="en-US" sz="800" b="1" u="none" strike="noStrike" cap="none" dirty="0">
                        <a:solidFill>
                          <a:srgbClr val="0070C0"/>
                        </a:solidFill>
                      </a:endParaRP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TWY D </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사용 금지</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소형기</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on D</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시만 </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E</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사용가능</a:t>
                      </a:r>
                      <a:endParaRPr kumimoji="0" lang="en-US" altLang="ko-KR" sz="800" b="1" i="0" u="none" strike="noStrike" kern="0" cap="none" spc="0" normalizeH="0" baseline="0" noProof="0" dirty="0">
                        <a:ln>
                          <a:noFill/>
                        </a:ln>
                        <a:solidFill>
                          <a:srgbClr val="C00000"/>
                        </a:solidFill>
                        <a:effectLst/>
                        <a:uLnTx/>
                        <a:uFillTx/>
                        <a:latin typeface="Calibri"/>
                        <a:cs typeface="Calibri"/>
                        <a:sym typeface="Aria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47D569AC-0216-CE4C-B53B-C1C0A250FD33}"/>
              </a:ext>
            </a:extLst>
          </p:cNvPr>
          <p:cNvGraphicFramePr/>
          <p:nvPr>
            <p:extLst>
              <p:ext uri="{D42A27DB-BD31-4B8C-83A1-F6EECF244321}">
                <p14:modId xmlns:p14="http://schemas.microsoft.com/office/powerpoint/2010/main" val="375648115"/>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VVDN(DAD) 30ft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900" dirty="0"/>
                        <a:t>None</a:t>
                      </a:r>
                      <a:endParaRPr sz="1400" dirty="0"/>
                    </a:p>
                    <a:p>
                      <a:pPr marL="0" marR="0" lvl="0" indent="0" algn="ctr" rtl="0">
                        <a:spcBef>
                          <a:spcPts val="0"/>
                        </a:spcBef>
                        <a:spcAft>
                          <a:spcPts val="0"/>
                        </a:spcAft>
                        <a:buNone/>
                      </a:pPr>
                      <a:r>
                        <a:rPr lang="en-US" altLang="ko-KR" sz="700" dirty="0">
                          <a:solidFill>
                            <a:srgbClr val="FF0000"/>
                          </a:solidFill>
                        </a:rPr>
                        <a:t>DCL -20min or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A33603D8-09BC-D897-1B5E-9C77674ABC42}"/>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F7A6AC35-B655-4E42-464A-83B468139C68}"/>
              </a:ext>
            </a:extLst>
          </p:cNvPr>
          <p:cNvSpPr txBox="1"/>
          <p:nvPr/>
        </p:nvSpPr>
        <p:spPr>
          <a:xfrm>
            <a:off x="750745" y="2555861"/>
            <a:ext cx="1029128"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120.45 – DAD </a:t>
            </a: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 – 120.72 – 126.17</a:t>
            </a:r>
          </a:p>
        </p:txBody>
      </p:sp>
      <p:graphicFrame>
        <p:nvGraphicFramePr>
          <p:cNvPr id="8" name="Google Shape;283;p17">
            <a:extLst>
              <a:ext uri="{FF2B5EF4-FFF2-40B4-BE49-F238E27FC236}">
                <a16:creationId xmlns:a16="http://schemas.microsoft.com/office/drawing/2014/main" id="{584F2B73-C58A-2C7D-F6FA-A29EB3B3D36A}"/>
              </a:ext>
            </a:extLst>
          </p:cNvPr>
          <p:cNvGraphicFramePr/>
          <p:nvPr>
            <p:extLst>
              <p:ext uri="{D42A27DB-BD31-4B8C-83A1-F6EECF244321}">
                <p14:modId xmlns:p14="http://schemas.microsoft.com/office/powerpoint/2010/main" val="2775797713"/>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9" name="그림 8" descr="텍스트, 지도이(가) 표시된 사진&#10;&#10;자동 생성된 설명">
            <a:extLst>
              <a:ext uri="{FF2B5EF4-FFF2-40B4-BE49-F238E27FC236}">
                <a16:creationId xmlns:a16="http://schemas.microsoft.com/office/drawing/2014/main" id="{EF6768A7-8952-4ECC-4981-ED2B68E9BCD4}"/>
              </a:ext>
            </a:extLst>
          </p:cNvPr>
          <p:cNvPicPr>
            <a:picLocks noChangeAspect="1"/>
          </p:cNvPicPr>
          <p:nvPr/>
        </p:nvPicPr>
        <p:blipFill>
          <a:blip r:embed="rId6"/>
          <a:stretch>
            <a:fillRect/>
          </a:stretch>
        </p:blipFill>
        <p:spPr>
          <a:xfrm>
            <a:off x="-11023" y="2569113"/>
            <a:ext cx="714348" cy="552448"/>
          </a:xfrm>
          <a:prstGeom prst="rect">
            <a:avLst/>
          </a:prstGeom>
        </p:spPr>
      </p:pic>
      <p:pic>
        <p:nvPicPr>
          <p:cNvPr id="10" name="그래픽 9" descr="집 Wi-Fi에서 작업 단색으로 채워진">
            <a:hlinkClick r:id="" action="ppaction://hlinkshowjump?jump=firstslide"/>
            <a:extLst>
              <a:ext uri="{FF2B5EF4-FFF2-40B4-BE49-F238E27FC236}">
                <a16:creationId xmlns:a16="http://schemas.microsoft.com/office/drawing/2014/main" id="{01E5A0C6-C561-2DA8-C19D-D0AA3133822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09677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9612409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283FE2A3-D074-55B5-F2E9-2E121F013980}"/>
            </a:ext>
          </a:extLst>
        </p:cNvPr>
        <p:cNvGrpSpPr/>
        <p:nvPr/>
      </p:nvGrpSpPr>
      <p:grpSpPr>
        <a:xfrm>
          <a:off x="0" y="0"/>
          <a:ext cx="0" cy="0"/>
          <a:chOff x="0" y="0"/>
          <a:chExt cx="0" cy="0"/>
        </a:xfrm>
      </p:grpSpPr>
      <p:graphicFrame>
        <p:nvGraphicFramePr>
          <p:cNvPr id="293" name="Google Shape;293;p18">
            <a:extLst>
              <a:ext uri="{FF2B5EF4-FFF2-40B4-BE49-F238E27FC236}">
                <a16:creationId xmlns:a16="http://schemas.microsoft.com/office/drawing/2014/main" id="{6573FBF7-1AD4-3B7C-B551-B92AA34B5244}"/>
              </a:ext>
            </a:extLst>
          </p:cNvPr>
          <p:cNvGraphicFramePr/>
          <p:nvPr>
            <p:extLst>
              <p:ext uri="{D42A27DB-BD31-4B8C-83A1-F6EECF244321}">
                <p14:modId xmlns:p14="http://schemas.microsoft.com/office/powerpoint/2010/main" val="475772544"/>
              </p:ext>
            </p:extLst>
          </p:nvPr>
        </p:nvGraphicFramePr>
        <p:xfrm>
          <a:off x="-2501" y="9878"/>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VVTS(SGN) 33ft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57A5C2CF-3ADE-1B53-F037-72FCBBD4B2EF}"/>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5C8B6047-804B-0A7B-898C-86BE3A95F3AA}"/>
              </a:ext>
            </a:extLst>
          </p:cNvPr>
          <p:cNvGraphicFramePr/>
          <p:nvPr/>
        </p:nvGraphicFramePr>
        <p:xfrm>
          <a:off x="1" y="603441"/>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6" name="Google Shape;292;p18">
            <a:extLst>
              <a:ext uri="{FF2B5EF4-FFF2-40B4-BE49-F238E27FC236}">
                <a16:creationId xmlns:a16="http://schemas.microsoft.com/office/drawing/2014/main" id="{86DAE139-C54C-078C-5498-5718118BBF93}"/>
              </a:ext>
            </a:extLst>
          </p:cNvPr>
          <p:cNvGraphicFramePr/>
          <p:nvPr>
            <p:extLst>
              <p:ext uri="{D42A27DB-BD31-4B8C-83A1-F6EECF244321}">
                <p14:modId xmlns:p14="http://schemas.microsoft.com/office/powerpoint/2010/main" val="826650818"/>
              </p:ext>
            </p:extLst>
          </p:nvPr>
        </p:nvGraphicFramePr>
        <p:xfrm>
          <a:off x="-17467" y="3564099"/>
          <a:ext cx="2365375" cy="198649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552354">
                  <a:extLst>
                    <a:ext uri="{9D8B030D-6E8A-4147-A177-3AD203B41FA5}">
                      <a16:colId xmlns:a16="http://schemas.microsoft.com/office/drawing/2014/main" val="20001"/>
                    </a:ext>
                  </a:extLst>
                </a:gridCol>
                <a:gridCol w="502024">
                  <a:extLst>
                    <a:ext uri="{9D8B030D-6E8A-4147-A177-3AD203B41FA5}">
                      <a16:colId xmlns:a16="http://schemas.microsoft.com/office/drawing/2014/main" val="689142997"/>
                    </a:ext>
                  </a:extLst>
                </a:gridCol>
                <a:gridCol w="946450">
                  <a:extLst>
                    <a:ext uri="{9D8B030D-6E8A-4147-A177-3AD203B41FA5}">
                      <a16:colId xmlns:a16="http://schemas.microsoft.com/office/drawing/2014/main" val="992510185"/>
                    </a:ext>
                  </a:extLst>
                </a:gridCol>
              </a:tblGrid>
              <a:tr h="120271">
                <a:tc gridSpan="4">
                  <a:txBody>
                    <a:bodyPr/>
                    <a:lstStyle/>
                    <a:p>
                      <a:pPr marL="0" marR="0" lvl="0" indent="0" algn="ctr" rtl="0">
                        <a:spcBef>
                          <a:spcPts val="0"/>
                        </a:spcBef>
                        <a:spcAft>
                          <a:spcPts val="0"/>
                        </a:spcAft>
                        <a:buNone/>
                      </a:pPr>
                      <a:r>
                        <a:rPr lang="en-US" sz="800" dirty="0"/>
                        <a:t>SGN </a:t>
                      </a:r>
                      <a:r>
                        <a:rPr lang="en-US" sz="800" dirty="0">
                          <a:solidFill>
                            <a:srgbClr val="00B0F0"/>
                          </a:solidFill>
                        </a:rPr>
                        <a:t>[070/250]</a:t>
                      </a:r>
                      <a:r>
                        <a:rPr lang="en-US" sz="800" dirty="0"/>
                        <a:t> : STAR TL190 UTC+7 </a:t>
                      </a:r>
                      <a:r>
                        <a:rPr lang="en-US" sz="800" dirty="0">
                          <a:solidFill>
                            <a:srgbClr val="FFC000"/>
                          </a:solidFill>
                        </a:rPr>
                        <a:t> (CPDLC : VVHM)</a:t>
                      </a:r>
                      <a:endParaRPr sz="800" b="1" dirty="0">
                        <a:solidFill>
                          <a:schemeClr val="bg1"/>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25R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DALAP </a:t>
                      </a:r>
                      <a:r>
                        <a:rPr lang="en-US" sz="800" b="1" dirty="0" err="1"/>
                        <a:t>xxH</a:t>
                      </a:r>
                      <a:endParaRPr lang="en-US" sz="700" b="1" dirty="0"/>
                    </a:p>
                  </a:txBody>
                  <a:tcPr marL="36000" marR="36000" marT="36000" marB="36000" anchor="ctr"/>
                </a:tc>
                <a:tc>
                  <a:txBody>
                    <a:bodyPr/>
                    <a:lstStyle/>
                    <a:p>
                      <a:pPr marL="0" marR="0" lvl="0" indent="0" algn="ctr" rtl="0">
                        <a:spcBef>
                          <a:spcPts val="0"/>
                        </a:spcBef>
                        <a:spcAft>
                          <a:spcPts val="0"/>
                        </a:spcAft>
                        <a:buNone/>
                      </a:pPr>
                      <a:r>
                        <a:rPr lang="en-US" altLang="ko-Kore-KR" sz="800" b="1"/>
                        <a:t>SOKAN</a:t>
                      </a:r>
                      <a:endParaRPr lang="en-US" sz="700" b="1" dirty="0"/>
                    </a:p>
                  </a:txBody>
                  <a:tcPr marL="36000" marR="36000" marT="36000" marB="36000" anchor="ctr"/>
                </a:tc>
                <a:tc>
                  <a:txBody>
                    <a:bodyPr/>
                    <a:lstStyle/>
                    <a:p>
                      <a:pPr marL="0" marR="0" lvl="0" indent="0" algn="ctr" rtl="0">
                        <a:spcBef>
                          <a:spcPts val="0"/>
                        </a:spcBef>
                        <a:spcAft>
                          <a:spcPts val="0"/>
                        </a:spcAft>
                        <a:buNone/>
                      </a:pPr>
                      <a:r>
                        <a:rPr lang="en-US" sz="800" b="1" dirty="0"/>
                        <a:t>ILS W 25R/L</a:t>
                      </a:r>
                      <a:endParaRPr lang="ko-Kore-KR" altLang="en-US" dirty="0"/>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07L</a:t>
                      </a:r>
                      <a:r>
                        <a:rPr lang="en-US" sz="800" b="0" dirty="0"/>
                        <a:t>(R)</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DALAP </a:t>
                      </a:r>
                      <a:r>
                        <a:rPr lang="en-US" sz="800" b="1" dirty="0" err="1"/>
                        <a:t>xxG</a:t>
                      </a:r>
                      <a:endParaRPr lang="en-US" sz="800" b="1" dirty="0"/>
                    </a:p>
                  </a:txBody>
                  <a:tcPr marL="36000" marR="36000" marT="36000" marB="36000" anchor="ctr"/>
                </a:tc>
                <a:tc>
                  <a:txBody>
                    <a:bodyPr/>
                    <a:lstStyle/>
                    <a:p>
                      <a:pPr marL="0" marR="0" lvl="0" indent="0" algn="ctr" rtl="0">
                        <a:spcBef>
                          <a:spcPts val="0"/>
                        </a:spcBef>
                        <a:spcAft>
                          <a:spcPts val="0"/>
                        </a:spcAft>
                        <a:buNone/>
                      </a:pPr>
                      <a:r>
                        <a:rPr lang="en-US" altLang="ko-Kore-KR" sz="800" b="1" dirty="0"/>
                        <a:t>SAMDU</a:t>
                      </a:r>
                      <a:endParaRPr lang="en-US" sz="700" b="1" dirty="0"/>
                    </a:p>
                  </a:txBody>
                  <a:tcPr marL="36000" marR="36000" marT="36000" marB="36000" anchor="ctr"/>
                </a:tc>
                <a:tc>
                  <a:txBody>
                    <a:bodyPr/>
                    <a:lstStyle/>
                    <a:p>
                      <a:pPr algn="ctr"/>
                      <a:r>
                        <a:rPr lang="en-US" sz="800" b="1" dirty="0"/>
                        <a:t>ILS W 07R, VOR 07L</a:t>
                      </a:r>
                      <a:endParaRPr lang="ko-Kore-KR" altLang="en-US" dirty="0"/>
                    </a:p>
                  </a:txBody>
                  <a:tcPr marL="36000" marR="36000" marT="36000" marB="36000" anchor="ctr"/>
                </a:tc>
                <a:extLst>
                  <a:ext uri="{0D108BD9-81ED-4DB2-BD59-A6C34878D82A}">
                    <a16:rowId xmlns:a16="http://schemas.microsoft.com/office/drawing/2014/main" val="4277695380"/>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R" sz="800" b="1" i="0" u="none" strike="noStrike" kern="1200" cap="none" spc="0" normalizeH="0" baseline="0" noProof="0" dirty="0">
                          <a:ln>
                            <a:noFill/>
                          </a:ln>
                          <a:solidFill>
                            <a:srgbClr val="0070C0"/>
                          </a:solidFill>
                          <a:effectLst/>
                          <a:uLnTx/>
                          <a:uFillTx/>
                          <a:latin typeface="Calibri"/>
                          <a:cs typeface="Calibri"/>
                        </a:rPr>
                        <a:t>TSH, </a:t>
                      </a:r>
                      <a:r>
                        <a:rPr kumimoji="0" lang="en-US" altLang="ko-KR" sz="800" b="1" i="0" u="none" strike="noStrike" kern="1200" cap="none" spc="0" normalizeH="0" baseline="0" noProof="0" dirty="0">
                          <a:ln>
                            <a:noFill/>
                          </a:ln>
                          <a:solidFill>
                            <a:srgbClr val="C00000"/>
                          </a:solidFill>
                          <a:effectLst/>
                          <a:uLnTx/>
                          <a:uFillTx/>
                          <a:latin typeface="Calibri"/>
                          <a:cs typeface="Calibri"/>
                        </a:rPr>
                        <a:t>25R HCM, 07R ITS, 25L SGN</a:t>
                      </a:r>
                      <a:endParaRPr kumimoji="0" lang="en-US" altLang="ko-Kore-KR" sz="800" b="1" i="0" u="none" strike="noStrike" kern="1200" cap="none" spc="0" normalizeH="0" baseline="0" noProof="0" dirty="0">
                        <a:ln>
                          <a:noFill/>
                        </a:ln>
                        <a:solidFill>
                          <a:srgbClr val="C00000"/>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err="1">
                          <a:solidFill>
                            <a:schemeClr val="bg1"/>
                          </a:solidFill>
                        </a:rPr>
                        <a:t>RWxx</a:t>
                      </a:r>
                      <a:r>
                        <a:rPr lang="en-US" altLang="ko-Kore-KR" sz="800" b="1" dirty="0">
                          <a:solidFill>
                            <a:schemeClr val="bg1"/>
                          </a:solidFill>
                        </a:rPr>
                        <a:t> /25 (190-200tks), /5 (150-160kts)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  25R:</a:t>
                      </a:r>
                      <a:r>
                        <a:rPr lang="en-US" sz="800" b="1" dirty="0">
                          <a:solidFill>
                            <a:schemeClr val="accent1"/>
                          </a:solidFill>
                        </a:rPr>
                        <a:t>P4(6158’), P5(6991’), </a:t>
                      </a:r>
                      <a:r>
                        <a:rPr lang="en-US" altLang="ko-Kore-KR" sz="800" b="1" dirty="0">
                          <a:solidFill>
                            <a:schemeClr val="dk1"/>
                          </a:solidFill>
                        </a:rPr>
                        <a:t>07L : P3(6266’), P2(8907’)</a:t>
                      </a:r>
                      <a:endParaRPr lang="en-US" sz="800" b="1" dirty="0">
                        <a:solidFill>
                          <a:schemeClr val="accent1"/>
                        </a:solidFill>
                      </a:endParaRPr>
                    </a:p>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dk1"/>
                          </a:solidFill>
                        </a:rPr>
                        <a:t>  07R </a:t>
                      </a:r>
                      <a:r>
                        <a:rPr lang="en-US" altLang="ko-Kore-KR" sz="800" b="1" dirty="0">
                          <a:solidFill>
                            <a:srgbClr val="C00000"/>
                          </a:solidFill>
                        </a:rPr>
                        <a:t>DIS</a:t>
                      </a:r>
                      <a:r>
                        <a:rPr lang="en-US" altLang="ko-Kore-KR" sz="800" b="1" dirty="0">
                          <a:solidFill>
                            <a:schemeClr val="dk1"/>
                          </a:solidFill>
                        </a:rPr>
                        <a:t> :</a:t>
                      </a:r>
                      <a:r>
                        <a:rPr lang="en-US" altLang="ko-Kore-KR" sz="800" b="1" dirty="0">
                          <a:solidFill>
                            <a:schemeClr val="accent1"/>
                          </a:solidFill>
                        </a:rPr>
                        <a:t>S5(6574’</a:t>
                      </a:r>
                      <a:r>
                        <a:rPr lang="en-US" altLang="ko-KR" sz="800" b="1" dirty="0">
                          <a:solidFill>
                            <a:schemeClr val="accent1"/>
                          </a:solidFill>
                        </a:rPr>
                        <a:t>,</a:t>
                      </a:r>
                      <a:r>
                        <a:rPr lang="en-US" altLang="ko-KR" sz="700" b="1" dirty="0">
                          <a:solidFill>
                            <a:srgbClr val="C00000"/>
                          </a:solidFill>
                        </a:rPr>
                        <a:t>11</a:t>
                      </a:r>
                      <a:r>
                        <a:rPr lang="en-US" altLang="ko-Kore-KR" sz="700" b="1" dirty="0">
                          <a:solidFill>
                            <a:srgbClr val="C00000"/>
                          </a:solidFill>
                        </a:rPr>
                        <a:t>0도</a:t>
                      </a:r>
                      <a:r>
                        <a:rPr lang="en-US" altLang="ko-KR" sz="800" b="1" dirty="0">
                          <a:solidFill>
                            <a:schemeClr val="accent1"/>
                          </a:solidFill>
                        </a:rPr>
                        <a:t>) </a:t>
                      </a:r>
                      <a:r>
                        <a:rPr lang="en-US" altLang="ko-KR" sz="800" b="1" dirty="0">
                          <a:solidFill>
                            <a:srgbClr val="C00000"/>
                          </a:solidFill>
                        </a:rPr>
                        <a:t>S3</a:t>
                      </a:r>
                      <a:r>
                        <a:rPr lang="en-US" altLang="ko-KR" sz="800" b="1" dirty="0">
                          <a:solidFill>
                            <a:schemeClr val="accent1"/>
                          </a:solidFill>
                        </a:rPr>
                        <a:t>(7598’) </a:t>
                      </a:r>
                      <a:r>
                        <a:rPr lang="en-US" altLang="ko-KR" sz="800" b="1" dirty="0">
                          <a:solidFill>
                            <a:srgbClr val="C00000"/>
                          </a:solidFill>
                        </a:rPr>
                        <a:t>then V(Heavy)</a:t>
                      </a:r>
                      <a:endParaRPr lang="en-US" altLang="ko-Kore-KR" sz="800" b="1" dirty="0">
                        <a:solidFill>
                          <a:srgbClr val="C00000"/>
                        </a:solidFill>
                      </a:endParaRPr>
                    </a:p>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  25L : S7(6824’), </a:t>
                      </a:r>
                      <a:r>
                        <a:rPr lang="en-US" sz="800" b="1" dirty="0">
                          <a:solidFill>
                            <a:schemeClr val="bg1"/>
                          </a:solidFill>
                        </a:rPr>
                        <a:t>S8(9671’) </a:t>
                      </a:r>
                      <a:r>
                        <a:rPr lang="en-US" sz="800" b="1" dirty="0">
                          <a:solidFill>
                            <a:srgbClr val="C00000"/>
                          </a:solidFill>
                        </a:rPr>
                        <a:t>Do not Confuse TWY S/S8</a:t>
                      </a:r>
                      <a:r>
                        <a:rPr lang="en-US" altLang="ko-Kore-KR" sz="800" b="1" dirty="0">
                          <a:solidFill>
                            <a:schemeClr val="bg1"/>
                          </a:solidFil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bg1"/>
                          </a:solidFill>
                        </a:rPr>
                        <a:t> </a:t>
                      </a:r>
                      <a:r>
                        <a:rPr lang="en-US" altLang="ko-Kore-KR" sz="800" b="1" dirty="0">
                          <a:solidFill>
                            <a:srgbClr val="0070C0"/>
                          </a:solidFill>
                        </a:rPr>
                        <a:t>After Vacate then TWY V</a:t>
                      </a:r>
                      <a:r>
                        <a:rPr lang="en-US" altLang="ko-Kore-KR" sz="800" b="1" dirty="0">
                          <a:solidFill>
                            <a:schemeClr val="bg1"/>
                          </a:solidFill>
                        </a:rPr>
                        <a:t>    </a:t>
                      </a:r>
                      <a:endParaRPr lang="en-US" altLang="ko-Kore-KR" sz="800" dirty="0">
                        <a:solidFill>
                          <a:schemeClr val="dk1"/>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AFT LD CONF 1,</a:t>
                      </a:r>
                      <a:r>
                        <a:rPr lang="en-US" sz="800" dirty="0"/>
                        <a:t> </a:t>
                      </a:r>
                      <a:r>
                        <a:rPr lang="en-US" sz="800" dirty="0" err="1"/>
                        <a:t>FollowMe</a:t>
                      </a:r>
                      <a:r>
                        <a:rPr lang="en-US" sz="800" dirty="0"/>
                        <a:t> Car Service in Ramp </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(Caution Sudden STOPBAR L/T)</a:t>
                      </a:r>
                    </a:p>
                    <a:p>
                      <a:pPr marL="0" marR="0" lvl="0" indent="0" algn="ctr" rtl="0">
                        <a:lnSpc>
                          <a:spcPct val="100000"/>
                        </a:lnSpc>
                        <a:spcBef>
                          <a:spcPts val="0"/>
                        </a:spcBef>
                        <a:spcAft>
                          <a:spcPts val="0"/>
                        </a:spcAft>
                        <a:buClr>
                          <a:schemeClr val="dk1"/>
                        </a:buClr>
                        <a:buSzPts val="800"/>
                        <a:buFont typeface="Calibri"/>
                        <a:buNone/>
                      </a:pPr>
                      <a:r>
                        <a:rPr lang="en-US" sz="800" b="1" dirty="0" err="1">
                          <a:solidFill>
                            <a:srgbClr val="C00000"/>
                          </a:solidFill>
                        </a:rPr>
                        <a:t>Sensitie</a:t>
                      </a:r>
                      <a:r>
                        <a:rPr lang="en-US" sz="800" b="1" dirty="0">
                          <a:solidFill>
                            <a:srgbClr val="C00000"/>
                          </a:solidFill>
                        </a:rPr>
                        <a:t> VDGS</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a:t>
                      </a:r>
                      <a:r>
                        <a:rPr lang="en-US" sz="800" b="1" dirty="0">
                          <a:solidFill>
                            <a:srgbClr val="C00000"/>
                          </a:solidFill>
                        </a:rPr>
                        <a:t>0.5m</a:t>
                      </a:r>
                      <a:r>
                        <a:rPr lang="ko-KR" altLang="en-US" sz="800" b="1" dirty="0">
                          <a:solidFill>
                            <a:srgbClr val="C00000"/>
                          </a:solidFill>
                        </a:rPr>
                        <a:t>이내</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2m STOP</a:t>
                      </a:r>
                      <a:r>
                        <a:rPr lang="ko-KR" altLang="en-US" sz="800" b="1" dirty="0">
                          <a:solidFill>
                            <a:srgbClr val="C00000"/>
                          </a:solidFill>
                        </a:rPr>
                        <a:t>시 바로 정지</a:t>
                      </a:r>
                      <a:r>
                        <a:rPr lang="en-US" altLang="ko-KR" sz="800" b="1" dirty="0">
                          <a:solidFill>
                            <a:srgbClr val="C00000"/>
                          </a:solidFill>
                        </a:rPr>
                        <a:t>) </a:t>
                      </a:r>
                      <a:endParaRPr lang="en-US"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EC7FFCC6-F393-E94C-62D2-2FD94C429FE7}"/>
              </a:ext>
            </a:extLst>
          </p:cNvPr>
          <p:cNvSpPr txBox="1"/>
          <p:nvPr/>
        </p:nvSpPr>
        <p:spPr>
          <a:xfrm>
            <a:off x="-69798" y="2766733"/>
            <a:ext cx="2438488"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C00000"/>
                </a:solidFill>
                <a:latin typeface="Gulim" panose="020B0600000101010101" pitchFamily="34" charset="-127"/>
                <a:ea typeface="Gulim" panose="020B0600000101010101" pitchFamily="34" charset="-127"/>
              </a:rPr>
              <a:t>(SENKA /20)</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127.9 – 129.1</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MNL 119.3 - </a:t>
            </a:r>
            <a:r>
              <a:rPr kumimoji="1" lang="en-US" altLang="ko-Kore-KR" sz="700" b="1" u="sng" dirty="0">
                <a:solidFill>
                  <a:srgbClr val="0070C0"/>
                </a:solidFill>
                <a:latin typeface="Gulim" panose="020B0600000101010101" pitchFamily="34" charset="-127"/>
                <a:ea typeface="Gulim" panose="020B0600000101010101" pitchFamily="34" charset="-127"/>
              </a:rPr>
              <a:t>MNL RDO 8942(5655) – HCM 120.7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132.35 – SGN APP 125.5</a:t>
            </a:r>
          </a:p>
        </p:txBody>
      </p:sp>
      <p:pic>
        <p:nvPicPr>
          <p:cNvPr id="8" name="그래픽 7" descr="집 Wi-Fi에서 작업 단색으로 채워진">
            <a:hlinkClick r:id="" action="ppaction://hlinkshowjump?jump=firstslide"/>
            <a:extLst>
              <a:ext uri="{FF2B5EF4-FFF2-40B4-BE49-F238E27FC236}">
                <a16:creationId xmlns:a16="http://schemas.microsoft.com/office/drawing/2014/main" id="{5A5FD3C2-4F46-E9CA-20AD-03EDE67B054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0340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7621463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7DB6CB3A-4D2D-D95D-E6E2-237BC63E2629}"/>
            </a:ext>
          </a:extLst>
        </p:cNvPr>
        <p:cNvGrpSpPr/>
        <p:nvPr/>
      </p:nvGrpSpPr>
      <p:grpSpPr>
        <a:xfrm>
          <a:off x="0" y="0"/>
          <a:ext cx="0" cy="0"/>
          <a:chOff x="0" y="0"/>
          <a:chExt cx="0" cy="0"/>
        </a:xfrm>
      </p:grpSpPr>
      <p:graphicFrame>
        <p:nvGraphicFramePr>
          <p:cNvPr id="6" name="Google Shape;119;p3">
            <a:extLst>
              <a:ext uri="{FF2B5EF4-FFF2-40B4-BE49-F238E27FC236}">
                <a16:creationId xmlns:a16="http://schemas.microsoft.com/office/drawing/2014/main" id="{B93CD58F-3EDE-725A-1527-0259B5A7950C}"/>
              </a:ext>
            </a:extLst>
          </p:cNvPr>
          <p:cNvGraphicFramePr/>
          <p:nvPr>
            <p:extLst>
              <p:ext uri="{D42A27DB-BD31-4B8C-83A1-F6EECF244321}">
                <p14:modId xmlns:p14="http://schemas.microsoft.com/office/powerpoint/2010/main" val="2633208906"/>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VVTS(SGN) 33ft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900" dirty="0"/>
                        <a:t>None</a:t>
                      </a:r>
                      <a:endParaRPr sz="1400" dirty="0"/>
                    </a:p>
                    <a:p>
                      <a:pPr marL="0" marR="0" lvl="0" indent="0" algn="ctr" rtl="0">
                        <a:spcBef>
                          <a:spcPts val="0"/>
                        </a:spcBef>
                        <a:spcAft>
                          <a:spcPts val="0"/>
                        </a:spcAft>
                        <a:buNone/>
                      </a:pPr>
                      <a:r>
                        <a:rPr lang="en-US" altLang="ko-KR" sz="700" dirty="0">
                          <a:solidFill>
                            <a:srgbClr val="FF0000"/>
                          </a:solidFill>
                        </a:rPr>
                        <a:t>-15min, DEL 121.8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F64A6B91-90C6-85F7-1E6C-D6881BB425FD}"/>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8" name="Google Shape;283;p17">
            <a:extLst>
              <a:ext uri="{FF2B5EF4-FFF2-40B4-BE49-F238E27FC236}">
                <a16:creationId xmlns:a16="http://schemas.microsoft.com/office/drawing/2014/main" id="{B43B6937-C29D-B732-AFEC-67D5B7FCC05A}"/>
              </a:ext>
            </a:extLst>
          </p:cNvPr>
          <p:cNvGraphicFramePr/>
          <p:nvPr>
            <p:extLst>
              <p:ext uri="{D42A27DB-BD31-4B8C-83A1-F6EECF244321}">
                <p14:modId xmlns:p14="http://schemas.microsoft.com/office/powerpoint/2010/main" val="3647773787"/>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5" name="Google Shape;117;p3">
            <a:extLst>
              <a:ext uri="{FF2B5EF4-FFF2-40B4-BE49-F238E27FC236}">
                <a16:creationId xmlns:a16="http://schemas.microsoft.com/office/drawing/2014/main" id="{DCFEDC74-50DC-2406-92EB-F6E812BF860F}"/>
              </a:ext>
            </a:extLst>
          </p:cNvPr>
          <p:cNvGraphicFramePr/>
          <p:nvPr>
            <p:extLst>
              <p:ext uri="{D42A27DB-BD31-4B8C-83A1-F6EECF244321}">
                <p14:modId xmlns:p14="http://schemas.microsoft.com/office/powerpoint/2010/main" val="4075394849"/>
              </p:ext>
            </p:extLst>
          </p:nvPr>
        </p:nvGraphicFramePr>
        <p:xfrm>
          <a:off x="-15808" y="659525"/>
          <a:ext cx="2349161" cy="1598650"/>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156391">
                  <a:extLst>
                    <a:ext uri="{9D8B030D-6E8A-4147-A177-3AD203B41FA5}">
                      <a16:colId xmlns:a16="http://schemas.microsoft.com/office/drawing/2014/main" val="20002"/>
                    </a:ext>
                  </a:extLst>
                </a:gridCol>
                <a:gridCol w="537005">
                  <a:extLst>
                    <a:ext uri="{9D8B030D-6E8A-4147-A177-3AD203B41FA5}">
                      <a16:colId xmlns:a16="http://schemas.microsoft.com/office/drawing/2014/main" val="20003"/>
                    </a:ext>
                  </a:extLst>
                </a:gridCol>
                <a:gridCol w="61400">
                  <a:extLst>
                    <a:ext uri="{9D8B030D-6E8A-4147-A177-3AD203B41FA5}">
                      <a16:colId xmlns:a16="http://schemas.microsoft.com/office/drawing/2014/main" val="20004"/>
                    </a:ext>
                  </a:extLst>
                </a:gridCol>
                <a:gridCol w="661236">
                  <a:extLst>
                    <a:ext uri="{9D8B030D-6E8A-4147-A177-3AD203B41FA5}">
                      <a16:colId xmlns:a16="http://schemas.microsoft.com/office/drawing/2014/main" val="20005"/>
                    </a:ext>
                  </a:extLst>
                </a:gridCol>
                <a:gridCol w="591639">
                  <a:extLst>
                    <a:ext uri="{9D8B030D-6E8A-4147-A177-3AD203B41FA5}">
                      <a16:colId xmlns:a16="http://schemas.microsoft.com/office/drawing/2014/main" val="20008"/>
                    </a:ext>
                  </a:extLst>
                </a:gridCol>
              </a:tblGrid>
              <a:tr h="0">
                <a:tc gridSpan="6">
                  <a:txBody>
                    <a:bodyPr/>
                    <a:lstStyle/>
                    <a:p>
                      <a:pPr marL="0" marR="0" lvl="0" indent="0" algn="ctr" rtl="0">
                        <a:spcBef>
                          <a:spcPts val="0"/>
                        </a:spcBef>
                        <a:spcAft>
                          <a:spcPts val="0"/>
                        </a:spcAft>
                        <a:buNone/>
                      </a:pPr>
                      <a:r>
                        <a:rPr lang="en-US" sz="800" u="none" strike="noStrike" cap="none" dirty="0"/>
                        <a:t>SGN : RNP SID (NADP 1) TA 18000’</a:t>
                      </a:r>
                    </a:p>
                    <a:p>
                      <a:pPr marL="0" marR="0" lvl="0" indent="0" algn="ctr" rtl="0">
                        <a:spcBef>
                          <a:spcPts val="0"/>
                        </a:spcBef>
                        <a:spcAft>
                          <a:spcPts val="0"/>
                        </a:spcAft>
                        <a:buNone/>
                      </a:pPr>
                      <a:r>
                        <a:rPr lang="en-US" sz="800" u="none" strike="noStrike" cap="none" dirty="0">
                          <a:solidFill>
                            <a:srgbClr val="FFC000"/>
                          </a:solidFill>
                        </a:rPr>
                        <a:t>Request RWY due to Performance, </a:t>
                      </a:r>
                      <a:r>
                        <a:rPr lang="en-US" sz="800" u="none" strike="noStrike" cap="none" dirty="0">
                          <a:solidFill>
                            <a:srgbClr val="C00000"/>
                          </a:solidFill>
                        </a:rPr>
                        <a:t>Sudden M2000ft</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25L</a:t>
                      </a:r>
                      <a:r>
                        <a:rPr lang="en-US" sz="800" b="0" u="none" strike="noStrike" cap="none" dirty="0"/>
                        <a:t>(R)</a:t>
                      </a:r>
                    </a:p>
                  </a:txBody>
                  <a:tcPr marL="36000" marR="36000" marT="36000" marB="36000" anchor="ctr"/>
                </a:tc>
                <a:tc gridSpan="2">
                  <a:txBody>
                    <a:bodyPr/>
                    <a:lstStyle/>
                    <a:p>
                      <a:r>
                        <a:rPr lang="en-US" sz="800" b="1" u="none" strike="noStrike" cap="none" dirty="0">
                          <a:solidFill>
                            <a:srgbClr val="0070C0"/>
                          </a:solidFill>
                        </a:rPr>
                        <a:t>KADUM </a:t>
                      </a:r>
                      <a:r>
                        <a:rPr lang="en-US" sz="800" b="1" u="none" strike="noStrike" cap="none" dirty="0" err="1">
                          <a:solidFill>
                            <a:srgbClr val="0070C0"/>
                          </a:solidFill>
                        </a:rPr>
                        <a:t>xxD</a:t>
                      </a:r>
                      <a:r>
                        <a:rPr lang="en-US" sz="800" b="1" u="none" strike="noStrike" cap="none" dirty="0">
                          <a:solidFill>
                            <a:srgbClr val="0070C0"/>
                          </a:solidFill>
                        </a:rPr>
                        <a:t>/F</a:t>
                      </a:r>
                      <a:endParaRPr lang="ko-Kore-KR"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 250 </a:t>
                      </a:r>
                      <a:r>
                        <a:rPr lang="en-US" sz="800" b="1" u="none" strike="noStrike" cap="none" dirty="0">
                          <a:solidFill>
                            <a:srgbClr val="0070C0"/>
                          </a:solidFill>
                        </a:rPr>
                        <a:t>ALT 11000/ATC</a:t>
                      </a:r>
                    </a:p>
                    <a:p>
                      <a:pPr algn="ctr"/>
                      <a:r>
                        <a:rPr lang="en-US" altLang="ko-Kore-KR" sz="800" b="1" u="none" strike="noStrike" cap="none" dirty="0">
                          <a:solidFill>
                            <a:srgbClr val="7030A0"/>
                          </a:solidFill>
                        </a:rPr>
                        <a:t>SPD x/240 </a:t>
                      </a:r>
                      <a:r>
                        <a:rPr lang="en-US" altLang="ko-Kore-KR" sz="800" b="1" u="none" strike="noStrike" cap="none" dirty="0">
                          <a:solidFill>
                            <a:srgbClr val="F28943"/>
                          </a:solidFill>
                        </a:rPr>
                        <a:t>TA 18000</a:t>
                      </a:r>
                      <a:endParaRPr lang="ko-Kore-KR" altLang="en-US" dirty="0">
                        <a:solidFill>
                          <a:srgbClr val="F28943"/>
                        </a:solidFill>
                      </a:endParaRPr>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07L</a:t>
                      </a:r>
                      <a:r>
                        <a:rPr lang="en-US" sz="800" b="0" u="none" strike="noStrike" cap="none" dirty="0"/>
                        <a:t>(R)</a:t>
                      </a:r>
                      <a:endParaRPr sz="800" b="0" u="none" strike="noStrike" cap="none" dirty="0"/>
                    </a:p>
                  </a:txBody>
                  <a:tcPr marL="36000" marR="36000" marT="36000" marB="36000" anchor="ctr"/>
                </a:tc>
                <a:tc gridSpan="2">
                  <a:txBody>
                    <a:bodyPr/>
                    <a:lstStyle/>
                    <a:p>
                      <a:r>
                        <a:rPr lang="en-US" altLang="ko-Kore-KR" sz="800" b="1" u="none" strike="noStrike" cap="none" dirty="0">
                          <a:solidFill>
                            <a:srgbClr val="0070C0"/>
                          </a:solidFill>
                        </a:rPr>
                        <a:t>KADUM </a:t>
                      </a:r>
                      <a:r>
                        <a:rPr lang="en-US" altLang="ko-Kore-KR" sz="800" b="1" u="none" strike="noStrike" cap="none" dirty="0" err="1">
                          <a:solidFill>
                            <a:srgbClr val="0070C0"/>
                          </a:solidFill>
                        </a:rPr>
                        <a:t>xxA</a:t>
                      </a:r>
                      <a:endParaRPr lang="ko-Kore-KR"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 070 </a:t>
                      </a:r>
                      <a:r>
                        <a:rPr lang="en-US" sz="800" b="1" u="none" strike="noStrike" cap="none" dirty="0">
                          <a:solidFill>
                            <a:srgbClr val="0070C0"/>
                          </a:solidFill>
                        </a:rPr>
                        <a:t>ALT ATC </a:t>
                      </a:r>
                      <a:r>
                        <a:rPr lang="en-US" sz="800" b="1" u="none" strike="noStrike" cap="none" dirty="0">
                          <a:solidFill>
                            <a:srgbClr val="F28943"/>
                          </a:solidFill>
                        </a:rPr>
                        <a:t>TA 18000</a:t>
                      </a:r>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TSH 116.8</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25R HCM 110.5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07R ITS 111.7</a:t>
                      </a:r>
                      <a:endParaRPr lang="ko-Kore-KR" dirty="0"/>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25L SGN 108.3</a:t>
                      </a:r>
                      <a:endParaRPr lang="ko-Kore-KR" dirty="0"/>
                    </a:p>
                  </a:txBody>
                  <a:tcPr marL="36000" marR="36000" marT="36000" marB="36000" anchor="ctr"/>
                </a:tc>
                <a:extLst>
                  <a:ext uri="{0D108BD9-81ED-4DB2-BD59-A6C34878D82A}">
                    <a16:rowId xmlns:a16="http://schemas.microsoft.com/office/drawing/2014/main" val="10003"/>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rgbClr val="C00000"/>
                          </a:solidFill>
                        </a:rPr>
                        <a:t>Caution TSAT +- 5min, </a:t>
                      </a:r>
                      <a:r>
                        <a:rPr lang="en-US" sz="800" b="1" u="none" strike="noStrike" cap="none" dirty="0">
                          <a:solidFill>
                            <a:srgbClr val="0070C0"/>
                          </a:solidFill>
                        </a:rPr>
                        <a:t>ATC CLR, RWY CHG After TAXI</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F28943"/>
                          </a:solidFill>
                        </a:rPr>
                        <a:t>Caution Sudden STOPBAR L/T</a:t>
                      </a:r>
                      <a:r>
                        <a:rPr lang="en-US" sz="800" b="1" u="none" strike="noStrike" cap="none" dirty="0">
                          <a:solidFill>
                            <a:srgbClr val="0070C0"/>
                          </a:solidFill>
                        </a:rPr>
                        <a:t>, </a:t>
                      </a:r>
                      <a:r>
                        <a:rPr lang="en-US" sz="800" b="1" u="none" strike="noStrike" cap="none" dirty="0">
                          <a:solidFill>
                            <a:schemeClr val="bg1"/>
                          </a:solidFill>
                        </a:rPr>
                        <a:t>Follow Car Service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7030A0"/>
                          </a:solidFill>
                        </a:rPr>
                        <a:t>1,2,3T is Stand name, Caution S1, P1 for Lineup</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AFCFEBA0-D491-E06D-ECEE-B5B3A538BC78}"/>
              </a:ext>
            </a:extLst>
          </p:cNvPr>
          <p:cNvSpPr txBox="1"/>
          <p:nvPr/>
        </p:nvSpPr>
        <p:spPr>
          <a:xfrm>
            <a:off x="25319" y="2329911"/>
            <a:ext cx="1963999"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125.5 – HCM 120.1 - 134.05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a:t>
            </a:r>
            <a:r>
              <a:rPr kumimoji="1" lang="en-US" altLang="ko-Kore-KR" sz="700" b="1" u="sng" dirty="0">
                <a:solidFill>
                  <a:srgbClr val="C00000"/>
                </a:solidFill>
                <a:latin typeface="Gulim" panose="020B0600000101010101" pitchFamily="34" charset="-127"/>
                <a:ea typeface="Gulim" panose="020B0600000101010101" pitchFamily="34" charset="-127"/>
              </a:rPr>
              <a:t>(-5min)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132.15 – 127.1 – TPE 129.1 – 127.9</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126.7 – 123.6 - 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182A3967-06B9-3A50-34D0-51C8CFE23F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9677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6390970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C516B428-136F-957C-05EC-6052993CEE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EFC303-98DC-9D7B-E956-B1F84FF6D307}"/>
              </a:ext>
            </a:extLst>
          </p:cNvPr>
          <p:cNvSpPr txBox="1"/>
          <p:nvPr/>
        </p:nvSpPr>
        <p:spPr>
          <a:xfrm>
            <a:off x="-58296" y="2891699"/>
            <a:ext cx="2000869" cy="370733"/>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p:txBody>
      </p:sp>
      <p:graphicFrame>
        <p:nvGraphicFramePr>
          <p:cNvPr id="292" name="Google Shape;292;p18">
            <a:extLst>
              <a:ext uri="{FF2B5EF4-FFF2-40B4-BE49-F238E27FC236}">
                <a16:creationId xmlns:a16="http://schemas.microsoft.com/office/drawing/2014/main" id="{8FE53CC5-5C56-DF31-DDD9-A687D50B1569}"/>
              </a:ext>
            </a:extLst>
          </p:cNvPr>
          <p:cNvGraphicFramePr/>
          <p:nvPr>
            <p:extLst>
              <p:ext uri="{D42A27DB-BD31-4B8C-83A1-F6EECF244321}">
                <p14:modId xmlns:p14="http://schemas.microsoft.com/office/powerpoint/2010/main" val="2384650463"/>
              </p:ext>
            </p:extLst>
          </p:nvPr>
        </p:nvGraphicFramePr>
        <p:xfrm>
          <a:off x="-2500" y="3775686"/>
          <a:ext cx="2328849" cy="1780531"/>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681907">
                  <a:extLst>
                    <a:ext uri="{9D8B030D-6E8A-4147-A177-3AD203B41FA5}">
                      <a16:colId xmlns:a16="http://schemas.microsoft.com/office/drawing/2014/main" val="20001"/>
                    </a:ext>
                  </a:extLst>
                </a:gridCol>
                <a:gridCol w="464366">
                  <a:extLst>
                    <a:ext uri="{9D8B030D-6E8A-4147-A177-3AD203B41FA5}">
                      <a16:colId xmlns:a16="http://schemas.microsoft.com/office/drawing/2014/main" val="502366202"/>
                    </a:ext>
                  </a:extLst>
                </a:gridCol>
                <a:gridCol w="721375">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CNX </a:t>
                      </a:r>
                      <a:r>
                        <a:rPr lang="en-US" altLang="ko-Kore-KR" sz="800" dirty="0">
                          <a:solidFill>
                            <a:srgbClr val="00B0F0"/>
                          </a:solidFill>
                        </a:rPr>
                        <a:t>[001/181]</a:t>
                      </a:r>
                      <a:r>
                        <a:rPr lang="en-US" altLang="ko-Kore-KR" sz="800" dirty="0"/>
                        <a:t> :  TL130 UTC+7, </a:t>
                      </a:r>
                      <a:r>
                        <a:rPr lang="en-US" altLang="ko-Kore-KR" sz="800" dirty="0">
                          <a:solidFill>
                            <a:srgbClr val="C00000"/>
                          </a:solidFill>
                        </a:rPr>
                        <a:t>Caution TERR</a:t>
                      </a:r>
                    </a:p>
                    <a:p>
                      <a:pPr marL="0" marR="0" lvl="0" indent="0" algn="ctr" rtl="0">
                        <a:spcBef>
                          <a:spcPts val="0"/>
                        </a:spcBef>
                        <a:spcAft>
                          <a:spcPts val="0"/>
                        </a:spcAft>
                        <a:buNone/>
                      </a:pPr>
                      <a:r>
                        <a:rPr lang="en-US" altLang="ko-Kore-KR" sz="800" dirty="0">
                          <a:solidFill>
                            <a:srgbClr val="00B050"/>
                          </a:solidFill>
                        </a:rPr>
                        <a:t>BKK to CNX APP 80NM, FL160 – Rep PSN, ALT, SQ</a:t>
                      </a:r>
                    </a:p>
                    <a:p>
                      <a:pPr marL="0" marR="0" lvl="0" indent="0" algn="ctr" rtl="0">
                        <a:spcBef>
                          <a:spcPts val="0"/>
                        </a:spcBef>
                        <a:spcAft>
                          <a:spcPts val="0"/>
                        </a:spcAft>
                        <a:buNone/>
                      </a:pPr>
                      <a:r>
                        <a:rPr lang="en-US" altLang="ko-Kore-KR" sz="800" dirty="0">
                          <a:solidFill>
                            <a:srgbClr val="FFC000"/>
                          </a:solidFill>
                        </a:rPr>
                        <a:t>(SPD 220kts 20-25 TRK Mile, 180kts IF, 150-160kts FAF)</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36</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MONLO xx A</a:t>
                      </a:r>
                    </a:p>
                  </a:txBody>
                  <a:tcPr marL="36000" marR="36000" marT="36000" marB="36000" anchor="ctr"/>
                </a:tc>
                <a:tc>
                  <a:txBody>
                    <a:bodyPr/>
                    <a:lstStyle/>
                    <a:p>
                      <a:pPr algn="ctr"/>
                      <a:r>
                        <a:rPr lang="en-US" altLang="ko-Kore-KR" sz="800" b="1" dirty="0"/>
                        <a:t>PUKAT</a:t>
                      </a:r>
                    </a:p>
                  </a:txBody>
                  <a:tcPr marL="36000" marR="36000" marT="36000" marB="36000" anchor="ctr"/>
                </a:tc>
                <a:tc>
                  <a:txBody>
                    <a:bodyPr/>
                    <a:lstStyle/>
                    <a:p>
                      <a:pPr marL="0" marR="0" lvl="0" indent="0" algn="ctr" rtl="0">
                        <a:spcBef>
                          <a:spcPts val="0"/>
                        </a:spcBef>
                        <a:spcAft>
                          <a:spcPts val="0"/>
                        </a:spcAft>
                        <a:buNone/>
                      </a:pPr>
                      <a:r>
                        <a:rPr lang="en-US" sz="800" b="1" dirty="0"/>
                        <a:t>ILS Z 36</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0" dirty="0"/>
                        <a:t>18</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MONLO xx B </a:t>
                      </a: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PILEX</a:t>
                      </a:r>
                      <a:endParaRPr lang="ko-Kore-KR" altLang="en-US" dirty="0"/>
                    </a:p>
                  </a:txBody>
                  <a:tcPr marL="36000" marR="36000" marT="36000" marB="36000" anchor="ctr"/>
                </a:tc>
                <a:tc>
                  <a:txBody>
                    <a:bodyPr/>
                    <a:lstStyle/>
                    <a:p>
                      <a:pPr algn="ctr"/>
                      <a:r>
                        <a:rPr lang="en-US" sz="800" b="1" dirty="0"/>
                        <a:t>RNP 18</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CMA, </a:t>
                      </a:r>
                      <a:r>
                        <a:rPr lang="en-US" altLang="ko-KR" sz="800" b="1" dirty="0">
                          <a:solidFill>
                            <a:srgbClr val="C00000"/>
                          </a:solidFill>
                        </a:rPr>
                        <a:t>36 ICMA</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bg1"/>
                          </a:solidFill>
                        </a:rPr>
                        <a:t>36</a:t>
                      </a:r>
                      <a:r>
                        <a:rPr lang="ko-KR" altLang="en-US" sz="800" b="0" dirty="0">
                          <a:solidFill>
                            <a:schemeClr val="bg1"/>
                          </a:solidFill>
                        </a:rPr>
                        <a:t> </a:t>
                      </a:r>
                      <a:r>
                        <a:rPr lang="en-US" sz="800" b="0" dirty="0">
                          <a:solidFill>
                            <a:schemeClr val="bg1"/>
                          </a:solidFill>
                        </a:rPr>
                        <a:t>:</a:t>
                      </a:r>
                      <a:r>
                        <a:rPr lang="ko-KR" altLang="en-US" sz="800" b="0" dirty="0">
                          <a:solidFill>
                            <a:schemeClr val="bg1"/>
                          </a:solidFill>
                        </a:rPr>
                        <a:t> </a:t>
                      </a:r>
                      <a:r>
                        <a:rPr lang="en-US" sz="800" b="0" dirty="0">
                          <a:solidFill>
                            <a:schemeClr val="bg1"/>
                          </a:solidFill>
                        </a:rPr>
                        <a:t>E(</a:t>
                      </a:r>
                      <a:r>
                        <a:rPr lang="en-US" altLang="ko-KR" sz="800" b="0" dirty="0">
                          <a:solidFill>
                            <a:schemeClr val="bg1"/>
                          </a:solidFill>
                        </a:rPr>
                        <a:t>6558</a:t>
                      </a:r>
                      <a:r>
                        <a:rPr lang="en-US" sz="800" b="0" dirty="0">
                          <a:solidFill>
                            <a:schemeClr val="bg1"/>
                          </a:solidFill>
                        </a:rPr>
                        <a:t>’, </a:t>
                      </a:r>
                      <a:r>
                        <a:rPr lang="en-US" sz="800" b="0" dirty="0">
                          <a:solidFill>
                            <a:srgbClr val="C00000"/>
                          </a:solidFill>
                          <a:latin typeface="+mn-ea"/>
                          <a:ea typeface="+mn-ea"/>
                        </a:rPr>
                        <a:t>90</a:t>
                      </a:r>
                      <a:r>
                        <a:rPr lang="ko-KR" altLang="en-US" sz="800" b="0" dirty="0">
                          <a:solidFill>
                            <a:srgbClr val="C00000"/>
                          </a:solidFill>
                          <a:latin typeface="+mn-ea"/>
                          <a:ea typeface="+mn-ea"/>
                        </a:rPr>
                        <a:t>도</a:t>
                      </a:r>
                      <a:r>
                        <a:rPr lang="en-US" sz="800" b="0" dirty="0">
                          <a:solidFill>
                            <a:schemeClr val="bg1"/>
                          </a:solidFill>
                        </a:rPr>
                        <a:t>),</a:t>
                      </a:r>
                      <a:r>
                        <a:rPr lang="ko-KR" altLang="en-US" sz="800" b="0" dirty="0">
                          <a:solidFill>
                            <a:schemeClr val="bg1"/>
                          </a:solidFill>
                        </a:rPr>
                        <a:t> </a:t>
                      </a:r>
                      <a:r>
                        <a:rPr lang="en-US" sz="800" b="0" dirty="0">
                          <a:solidFill>
                            <a:schemeClr val="bg1"/>
                          </a:solidFill>
                        </a:rPr>
                        <a:t>D(7483’)</a:t>
                      </a:r>
                    </a:p>
                    <a:p>
                      <a:pPr marL="0" marR="0" lvl="0" indent="0" algn="ctr" rtl="0">
                        <a:lnSpc>
                          <a:spcPct val="100000"/>
                        </a:lnSpc>
                        <a:spcBef>
                          <a:spcPts val="0"/>
                        </a:spcBef>
                        <a:spcAft>
                          <a:spcPts val="0"/>
                        </a:spcAft>
                        <a:buClr>
                          <a:schemeClr val="dk1"/>
                        </a:buClr>
                        <a:buSzPts val="800"/>
                        <a:buFont typeface="Calibri"/>
                        <a:buNone/>
                      </a:pPr>
                      <a:r>
                        <a:rPr lang="en-US" altLang="ko-KR" sz="800" b="0" dirty="0">
                          <a:solidFill>
                            <a:schemeClr val="bg1"/>
                          </a:solidFill>
                        </a:rPr>
                        <a:t>18</a:t>
                      </a:r>
                      <a:r>
                        <a:rPr lang="ko-KR" altLang="en-US" sz="800" b="0" dirty="0">
                          <a:solidFill>
                            <a:srgbClr val="0070C0"/>
                          </a:solidFill>
                        </a:rPr>
                        <a:t> </a:t>
                      </a:r>
                      <a:r>
                        <a:rPr lang="en-US" altLang="ko-KR" sz="800" b="1" dirty="0">
                          <a:solidFill>
                            <a:srgbClr val="C00000"/>
                          </a:solidFill>
                        </a:rPr>
                        <a:t>DIS</a:t>
                      </a:r>
                      <a:r>
                        <a:rPr lang="ko-KR" altLang="en-US" sz="800" b="0" dirty="0">
                          <a:solidFill>
                            <a:srgbClr val="C00000"/>
                          </a:solidFill>
                        </a:rPr>
                        <a:t> </a:t>
                      </a:r>
                      <a:r>
                        <a:rPr lang="en-US" sz="800" b="0" dirty="0">
                          <a:solidFill>
                            <a:schemeClr val="bg1"/>
                          </a:solidFill>
                        </a:rPr>
                        <a:t>:</a:t>
                      </a:r>
                      <a:r>
                        <a:rPr lang="ko-KR" altLang="en-US" sz="800" b="0" dirty="0">
                          <a:solidFill>
                            <a:schemeClr val="bg1"/>
                          </a:solidFill>
                        </a:rPr>
                        <a:t> </a:t>
                      </a:r>
                      <a:r>
                        <a:rPr lang="en-US" sz="800" b="0" dirty="0">
                          <a:solidFill>
                            <a:schemeClr val="bg1"/>
                          </a:solidFill>
                        </a:rPr>
                        <a:t>F(6853’, </a:t>
                      </a:r>
                      <a:r>
                        <a:rPr lang="en-US" sz="800" b="0" dirty="0">
                          <a:solidFill>
                            <a:srgbClr val="C00000"/>
                          </a:solidFill>
                        </a:rPr>
                        <a:t>90</a:t>
                      </a:r>
                      <a:r>
                        <a:rPr lang="ko-KR" altLang="en-US" sz="800" b="0" dirty="0">
                          <a:solidFill>
                            <a:srgbClr val="C00000"/>
                          </a:solidFill>
                        </a:rPr>
                        <a:t>도</a:t>
                      </a:r>
                      <a:r>
                        <a:rPr lang="en-US" sz="800" b="0" dirty="0">
                          <a:solidFill>
                            <a:schemeClr val="bg1"/>
                          </a:solidFill>
                        </a:rPr>
                        <a:t>)</a:t>
                      </a:r>
                      <a:r>
                        <a:rPr lang="ko-KR" altLang="en-US" sz="800" b="0" dirty="0">
                          <a:solidFill>
                            <a:schemeClr val="bg1"/>
                          </a:solidFill>
                        </a:rPr>
                        <a:t> </a:t>
                      </a:r>
                      <a:r>
                        <a:rPr lang="en-US" sz="800" b="0" dirty="0">
                          <a:solidFill>
                            <a:schemeClr val="bg1"/>
                          </a:solidFill>
                        </a:rPr>
                        <a:t>,</a:t>
                      </a:r>
                      <a:r>
                        <a:rPr lang="ko-KR" altLang="en-US" sz="800" b="0" dirty="0">
                          <a:solidFill>
                            <a:schemeClr val="bg1"/>
                          </a:solidFill>
                        </a:rPr>
                        <a:t> </a:t>
                      </a:r>
                      <a:r>
                        <a:rPr lang="en-US" sz="800" b="0" dirty="0">
                          <a:solidFill>
                            <a:schemeClr val="bg1"/>
                          </a:solidFill>
                        </a:rPr>
                        <a:t>G(9199’, </a:t>
                      </a:r>
                      <a:r>
                        <a:rPr lang="en-US" sz="800" b="0" dirty="0">
                          <a:solidFill>
                            <a:srgbClr val="C00000"/>
                          </a:solidFill>
                        </a:rPr>
                        <a:t>90</a:t>
                      </a:r>
                      <a:r>
                        <a:rPr lang="ko-KR" altLang="en-US" sz="800" b="0" dirty="0">
                          <a:solidFill>
                            <a:srgbClr val="C00000"/>
                          </a:solidFill>
                        </a:rPr>
                        <a:t>도</a:t>
                      </a:r>
                      <a:r>
                        <a:rPr lang="en-US" sz="800" b="0" dirty="0">
                          <a:solidFill>
                            <a:schemeClr val="bg1"/>
                          </a:solidFill>
                        </a:rPr>
                        <a:t>)</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C00000"/>
                          </a:solidFill>
                        </a:rPr>
                        <a:t>Narrow RWY, No TWY CL L/T, Yellow Center Line</a:t>
                      </a:r>
                      <a:endParaRPr sz="800" b="0" dirty="0">
                        <a:solidFill>
                          <a:srgbClr val="C0000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Difference VDGS,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After LD CONF 1</a:t>
                      </a:r>
                      <a:endParaRPr lang="en-US" sz="800" b="1" dirty="0">
                        <a:solidFill>
                          <a:srgbClr val="F28943"/>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8CA31BAD-049C-1AD5-2835-8E917AD59DCF}"/>
              </a:ext>
            </a:extLst>
          </p:cNvPr>
          <p:cNvGraphicFramePr/>
          <p:nvPr>
            <p:extLst>
              <p:ext uri="{D42A27DB-BD31-4B8C-83A1-F6EECF244321}">
                <p14:modId xmlns:p14="http://schemas.microsoft.com/office/powerpoint/2010/main" val="1748034581"/>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VTCC(CNX)</a:t>
                      </a:r>
                      <a:r>
                        <a:rPr lang="en-US" altLang="ko-Kore-KR" sz="1200" dirty="0">
                          <a:solidFill>
                            <a:srgbClr val="C00000"/>
                          </a:solidFill>
                          <a:hlinkClick r:id="rId4">
                            <a:extLst>
                              <a:ext uri="{A12FA001-AC4F-418D-AE19-62706E023703}">
                                <ahyp:hlinkClr xmlns:ahyp="http://schemas.microsoft.com/office/drawing/2018/hyperlinkcolor" val="tx"/>
                              </a:ext>
                            </a:extLst>
                          </a:hlinkClick>
                        </a:rPr>
                        <a:t>1036ft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CNX Traffic 131.5</a:t>
                      </a:r>
                    </a:p>
                    <a:p>
                      <a:pPr marL="0" marR="0" lvl="0" indent="0" algn="ctr" rtl="0">
                        <a:spcBef>
                          <a:spcPts val="0"/>
                        </a:spcBef>
                        <a:spcAft>
                          <a:spcPts val="0"/>
                        </a:spcAft>
                        <a:buNone/>
                      </a:pPr>
                      <a:r>
                        <a:rPr lang="en-US" sz="900" dirty="0">
                          <a:solidFill>
                            <a:srgbClr val="0070C0"/>
                          </a:solidFill>
                        </a:rPr>
                        <a:t>D-ATIS Avail</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6EEBC08-5900-E14B-6C6B-B00F1F152909}"/>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85FB2548-B39C-52D0-6356-468B3EE0A5C0}"/>
              </a:ext>
            </a:extLst>
          </p:cNvPr>
          <p:cNvGraphicFramePr/>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56EC76DA-A6E4-A615-244B-8462D37B9D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230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8369213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8FD6-8169-A8D2-0B5A-C82D72906028}"/>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C6D1C0C3-725E-D788-C4C3-B074301EAD24}"/>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FF703819-1F54-F0CC-13D5-68E714D94FEC}"/>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3BD9D897-6614-4BD6-F98B-91DD9B07BB72}"/>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54EDA6B7-4547-E5C9-2919-78B2B0C0808C}"/>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40011252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C33816BC-4C04-BDD4-FF40-7052DEB935E6}"/>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6425D7D8-16B9-95B0-AE1D-3C2677D92516}"/>
              </a:ext>
            </a:extLst>
          </p:cNvPr>
          <p:cNvGraphicFramePr/>
          <p:nvPr>
            <p:extLst>
              <p:ext uri="{D42A27DB-BD31-4B8C-83A1-F6EECF244321}">
                <p14:modId xmlns:p14="http://schemas.microsoft.com/office/powerpoint/2010/main" val="1815773757"/>
              </p:ext>
            </p:extLst>
          </p:nvPr>
        </p:nvGraphicFramePr>
        <p:xfrm>
          <a:off x="-11023" y="643000"/>
          <a:ext cx="2331950" cy="1548730"/>
        </p:xfrm>
        <a:graphic>
          <a:graphicData uri="http://schemas.openxmlformats.org/drawingml/2006/table">
            <a:tbl>
              <a:tblPr firstRow="1" bandRow="1">
                <a:noFill/>
                <a:tableStyleId>{A521BE36-7E6F-4EC9-8D66-1CF97A6895EC}</a:tableStyleId>
              </a:tblPr>
              <a:tblGrid>
                <a:gridCol w="417198">
                  <a:extLst>
                    <a:ext uri="{9D8B030D-6E8A-4147-A177-3AD203B41FA5}">
                      <a16:colId xmlns:a16="http://schemas.microsoft.com/office/drawing/2014/main" val="20000"/>
                    </a:ext>
                  </a:extLst>
                </a:gridCol>
                <a:gridCol w="692828">
                  <a:extLst>
                    <a:ext uri="{9D8B030D-6E8A-4147-A177-3AD203B41FA5}">
                      <a16:colId xmlns:a16="http://schemas.microsoft.com/office/drawing/2014/main" val="20002"/>
                    </a:ext>
                  </a:extLst>
                </a:gridCol>
                <a:gridCol w="61400">
                  <a:extLst>
                    <a:ext uri="{9D8B030D-6E8A-4147-A177-3AD203B41FA5}">
                      <a16:colId xmlns:a16="http://schemas.microsoft.com/office/drawing/2014/main" val="3522764159"/>
                    </a:ext>
                  </a:extLst>
                </a:gridCol>
                <a:gridCol w="203148">
                  <a:extLst>
                    <a:ext uri="{9D8B030D-6E8A-4147-A177-3AD203B41FA5}">
                      <a16:colId xmlns:a16="http://schemas.microsoft.com/office/drawing/2014/main" val="1047496764"/>
                    </a:ext>
                  </a:extLst>
                </a:gridCol>
                <a:gridCol w="957376">
                  <a:extLst>
                    <a:ext uri="{9D8B030D-6E8A-4147-A177-3AD203B41FA5}">
                      <a16:colId xmlns:a16="http://schemas.microsoft.com/office/drawing/2014/main" val="4072365767"/>
                    </a:ext>
                  </a:extLst>
                </a:gridCol>
              </a:tblGrid>
              <a:tr h="0">
                <a:tc gridSpan="5">
                  <a:txBody>
                    <a:bodyPr/>
                    <a:lstStyle/>
                    <a:p>
                      <a:pPr marL="0" marR="0" lvl="0" indent="0" algn="ctr" rtl="0">
                        <a:spcBef>
                          <a:spcPts val="0"/>
                        </a:spcBef>
                        <a:spcAft>
                          <a:spcPts val="0"/>
                        </a:spcAft>
                        <a:buNone/>
                      </a:pPr>
                      <a:r>
                        <a:rPr lang="en-US" sz="800" u="none" strike="noStrike" cap="none" dirty="0"/>
                        <a:t>CNX : RNAV SID (NADP 1) TA 11000</a:t>
                      </a:r>
                    </a:p>
                    <a:p>
                      <a:pPr marL="0" marR="0" lvl="0" indent="0" algn="ctr" rtl="0">
                        <a:spcBef>
                          <a:spcPts val="0"/>
                        </a:spcBef>
                        <a:spcAft>
                          <a:spcPts val="0"/>
                        </a:spcAft>
                        <a:buNone/>
                      </a:pPr>
                      <a:r>
                        <a:rPr lang="en-US" sz="800" u="none" strike="noStrike" cap="none" dirty="0">
                          <a:solidFill>
                            <a:srgbClr val="FFC000"/>
                          </a:solidFill>
                        </a:rPr>
                        <a:t>After Airborne L TURN DCT MONLO then R-207</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36</a:t>
                      </a:r>
                      <a:endParaRPr lang="en-US" sz="800" b="0" u="none" strike="noStrike" cap="none" dirty="0">
                        <a:solidFill>
                          <a:schemeClr val="bg1"/>
                        </a:solidFill>
                      </a:endParaRPr>
                    </a:p>
                  </a:txBody>
                  <a:tcPr marL="36000" marR="36000" marT="36000" marB="36000" anchor="ctr"/>
                </a:tc>
                <a:tc>
                  <a:txBody>
                    <a:bodyPr/>
                    <a:lstStyle/>
                    <a:p>
                      <a:pPr algn="ctr"/>
                      <a:r>
                        <a:rPr lang="en-US" sz="800" b="1" u="none" strike="noStrike" cap="none" dirty="0">
                          <a:solidFill>
                            <a:srgbClr val="0070C0"/>
                          </a:solidFill>
                        </a:rPr>
                        <a:t>MONLO </a:t>
                      </a:r>
                      <a:r>
                        <a:rPr lang="en-US" sz="800" b="1" u="none" strike="noStrike" cap="none" dirty="0" err="1">
                          <a:solidFill>
                            <a:srgbClr val="0070C0"/>
                          </a:solidFill>
                        </a:rPr>
                        <a:t>xN</a:t>
                      </a:r>
                      <a:endParaRPr lang="ko-Kore-KR" dirty="0"/>
                    </a:p>
                  </a:txBody>
                  <a:tcPr marL="36000" marR="36000" marT="36000" marB="36000" anchor="ctr"/>
                </a:tc>
                <a:tc gridSpan="3">
                  <a:txBody>
                    <a:bodyPr/>
                    <a:lstStyle/>
                    <a:p>
                      <a:pPr algn="ctr"/>
                      <a:r>
                        <a:rPr lang="en-US" sz="800" b="1" u="none" strike="noStrike" cap="none" dirty="0"/>
                        <a:t>HD 001 </a:t>
                      </a:r>
                      <a:r>
                        <a:rPr lang="en-US" sz="800" b="1" u="none" strike="noStrike" cap="none" dirty="0">
                          <a:solidFill>
                            <a:srgbClr val="0070C0"/>
                          </a:solidFill>
                        </a:rPr>
                        <a:t>ALT 11000 </a:t>
                      </a:r>
                      <a:r>
                        <a:rPr lang="en-US" altLang="ko-Kore-KR" sz="800" b="1" u="none" strike="noStrike" cap="none" dirty="0">
                          <a:solidFill>
                            <a:srgbClr val="AA47F5"/>
                          </a:solidFill>
                        </a:rPr>
                        <a:t>SPD 250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18</a:t>
                      </a:r>
                      <a:endParaRPr sz="800" b="0" u="none" strike="noStrike" cap="none" dirty="0">
                        <a:solidFill>
                          <a:schemeClr val="bg1"/>
                        </a:solidFill>
                      </a:endParaRPr>
                    </a:p>
                  </a:txBody>
                  <a:tcPr marL="36000" marR="36000" marT="36000" marB="36000" anchor="ctr"/>
                </a:tc>
                <a:tc>
                  <a:txBody>
                    <a:bodyPr/>
                    <a:lstStyle/>
                    <a:p>
                      <a:pPr algn="ctr"/>
                      <a:r>
                        <a:rPr lang="en-US" altLang="ko-Kore-KR" sz="800" b="1" u="none" strike="noStrike" cap="none" dirty="0">
                          <a:solidFill>
                            <a:srgbClr val="0070C0"/>
                          </a:solidFill>
                        </a:rPr>
                        <a:t>MONLO </a:t>
                      </a:r>
                      <a:r>
                        <a:rPr lang="en-US" altLang="ko-Kore-KR" sz="800" b="1" u="none" strike="noStrike" cap="none" dirty="0" err="1">
                          <a:solidFill>
                            <a:srgbClr val="0070C0"/>
                          </a:solidFill>
                        </a:rPr>
                        <a:t>xS</a:t>
                      </a:r>
                      <a:endParaRPr lang="ko-Kore-KR" dirty="0"/>
                    </a:p>
                  </a:txBody>
                  <a:tcPr marL="36000" marR="36000" marT="36000" marB="36000" anchor="ctr"/>
                </a:tc>
                <a:tc gridSpan="3">
                  <a:txBody>
                    <a:bodyPr/>
                    <a:lstStyle/>
                    <a:p>
                      <a:pPr algn="ctr"/>
                      <a:r>
                        <a:rPr lang="en-US" sz="800" b="1" u="none" strike="noStrike" cap="none" dirty="0"/>
                        <a:t>HD 181 </a:t>
                      </a:r>
                      <a:r>
                        <a:rPr lang="en-US" sz="800" b="1" u="none" strike="noStrike" cap="none" dirty="0">
                          <a:solidFill>
                            <a:srgbClr val="0070C0"/>
                          </a:solidFill>
                        </a:rPr>
                        <a:t>ALT 6000(Init CL)  </a:t>
                      </a:r>
                      <a:r>
                        <a:rPr lang="en-US" altLang="ko-Kore-KR" sz="800" b="1" u="none" strike="noStrike" cap="none" dirty="0">
                          <a:solidFill>
                            <a:srgbClr val="AA47F5"/>
                          </a:solidFill>
                        </a:rPr>
                        <a:t>SPD 230 </a:t>
                      </a: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CMA 116.9</a:t>
                      </a:r>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36 ICMA 109.9</a:t>
                      </a:r>
                      <a:endParaRPr kumimoji="0" lang="ko-Kore-KR" altLang="en-US" sz="6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549402439"/>
                  </a:ext>
                </a:extLst>
              </a:tr>
              <a:tr h="1157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36 : CMA /4,/7, R180</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l" rtl="0">
                        <a:spcBef>
                          <a:spcPts val="0"/>
                        </a:spcBef>
                        <a:spcAft>
                          <a:spcPts val="0"/>
                        </a:spcAft>
                        <a:buNone/>
                      </a:pPr>
                      <a:r>
                        <a:rPr kumimoji="0" lang="en-US" altLang="ko-Kore-KR" sz="800" b="0" i="0" u="none" strike="noStrike" kern="1200" cap="none" spc="0" normalizeH="0" baseline="0" noProof="0" dirty="0">
                          <a:ln>
                            <a:noFill/>
                          </a:ln>
                          <a:solidFill>
                            <a:prstClr val="black"/>
                          </a:solidFill>
                          <a:effectLst/>
                          <a:uLnTx/>
                          <a:uFillTx/>
                          <a:latin typeface="Calibri"/>
                          <a:cs typeface="Calibri"/>
                        </a:rPr>
                        <a:t>18 : CMA /7, R180 </a:t>
                      </a:r>
                      <a:endParaRPr lang="en-US" altLang="ko-Kore-KR" sz="458" dirty="0"/>
                    </a:p>
                  </a:txBody>
                  <a:tcPr marL="36000" marR="36000" marT="36000" marB="36000" anchor="ctr"/>
                </a:tc>
                <a:extLst>
                  <a:ext uri="{0D108BD9-81ED-4DB2-BD59-A6C34878D82A}">
                    <a16:rowId xmlns:a16="http://schemas.microsoft.com/office/drawing/2014/main" val="1218381178"/>
                  </a:ext>
                </a:extLst>
              </a:tr>
              <a:tr h="115700">
                <a:tc gridSpan="5">
                  <a:txBody>
                    <a:bodyPr/>
                    <a:lstStyle/>
                    <a:p>
                      <a:pPr marL="0" marR="0" lvl="0" indent="0" algn="ctr" rtl="0">
                        <a:spcBef>
                          <a:spcPts val="0"/>
                        </a:spcBef>
                        <a:spcAft>
                          <a:spcPts val="0"/>
                        </a:spcAft>
                        <a:buNone/>
                      </a:pPr>
                      <a:r>
                        <a:rPr lang="en-US" sz="800" dirty="0">
                          <a:solidFill>
                            <a:srgbClr val="7030A0"/>
                          </a:solidFill>
                        </a:rPr>
                        <a:t>CHK CLB Gradient, RECMD FLEX Due EGT Limit</a:t>
                      </a:r>
                      <a:endParaRPr dirty="0">
                        <a:solidFill>
                          <a:srgbClr val="7030A0"/>
                        </a:solidFill>
                      </a:endParaRPr>
                    </a:p>
                  </a:txBody>
                  <a:tcPr marL="36000" marR="36000" marT="36000" marB="36000" anchor="ctr">
                    <a:solidFill>
                      <a:schemeClr val="tx2"/>
                    </a:solidFill>
                  </a:tcPr>
                </a:tc>
                <a:tc hMerge="1">
                  <a:txBody>
                    <a:bodyPr/>
                    <a:lstStyle/>
                    <a:p>
                      <a:pPr marL="0" marR="0" lvl="0" indent="0" algn="l" rtl="0">
                        <a:spcBef>
                          <a:spcPts val="0"/>
                        </a:spcBef>
                        <a:spcAft>
                          <a:spcPts val="0"/>
                        </a:spcAft>
                        <a:buNone/>
                      </a:pPr>
                      <a:endParaRPr lang="en-US" altLang="ko-Kore-KR" sz="458"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l" rtl="0">
                        <a:spcBef>
                          <a:spcPts val="0"/>
                        </a:spcBef>
                        <a:spcAft>
                          <a:spcPts val="0"/>
                        </a:spcAft>
                        <a:buNone/>
                      </a:pPr>
                      <a:endParaRPr lang="en-US" altLang="ko-Kore-KR" sz="458" dirty="0"/>
                    </a:p>
                  </a:txBody>
                  <a:tcPr marL="36000" marR="36000" marT="36000" marB="36000" anchor="ctr"/>
                </a:tc>
                <a:extLst>
                  <a:ext uri="{0D108BD9-81ED-4DB2-BD59-A6C34878D82A}">
                    <a16:rowId xmlns:a16="http://schemas.microsoft.com/office/drawing/2014/main" val="2502882098"/>
                  </a:ext>
                </a:extLst>
              </a:tr>
            </a:tbl>
          </a:graphicData>
        </a:graphic>
      </p:graphicFrame>
      <p:graphicFrame>
        <p:nvGraphicFramePr>
          <p:cNvPr id="6" name="Google Shape;119;p3">
            <a:extLst>
              <a:ext uri="{FF2B5EF4-FFF2-40B4-BE49-F238E27FC236}">
                <a16:creationId xmlns:a16="http://schemas.microsoft.com/office/drawing/2014/main" id="{3B1748E5-662D-E915-F1FE-C009167D9EB3}"/>
              </a:ext>
            </a:extLst>
          </p:cNvPr>
          <p:cNvGraphicFramePr/>
          <p:nvPr>
            <p:extLst>
              <p:ext uri="{D42A27DB-BD31-4B8C-83A1-F6EECF244321}">
                <p14:modId xmlns:p14="http://schemas.microsoft.com/office/powerpoint/2010/main" val="4165156567"/>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VTCC(CNX)</a:t>
                      </a:r>
                      <a:r>
                        <a:rPr lang="en-US" altLang="ko-Kore-KR" sz="1200" dirty="0">
                          <a:solidFill>
                            <a:srgbClr val="C00000"/>
                          </a:solidFill>
                          <a:hlinkClick r:id="rId3">
                            <a:extLst>
                              <a:ext uri="{A12FA001-AC4F-418D-AE19-62706E023703}">
                                <ahyp:hlinkClr xmlns:ahyp="http://schemas.microsoft.com/office/drawing/2018/hyperlinkcolor" val="tx"/>
                              </a:ext>
                            </a:extLst>
                          </a:hlinkClick>
                        </a:rPr>
                        <a:t>1036ft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a:t>CNX Traffic 131.5</a:t>
                      </a:r>
                      <a:endParaRPr sz="1200" dirty="0"/>
                    </a:p>
                    <a:p>
                      <a:pPr marL="0" marR="0" lvl="0" indent="0" algn="ctr" rtl="0">
                        <a:spcBef>
                          <a:spcPts val="0"/>
                        </a:spcBef>
                        <a:spcAft>
                          <a:spcPts val="0"/>
                        </a:spcAft>
                        <a:buNone/>
                      </a:pPr>
                      <a:r>
                        <a:rPr lang="en-US" altLang="ko-KR" sz="700" dirty="0">
                          <a:solidFill>
                            <a:srgbClr val="FF0000"/>
                          </a:solidFill>
                        </a:rPr>
                        <a:t>-5min, By Voice GND</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026A9CBC-7A8A-9D2C-2B3C-CD01C8FB95F9}"/>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DD5A8483-9827-529E-5652-157A296D15B9}"/>
              </a:ext>
            </a:extLst>
          </p:cNvPr>
          <p:cNvSpPr txBox="1"/>
          <p:nvPr/>
        </p:nvSpPr>
        <p:spPr>
          <a:xfrm>
            <a:off x="857104" y="2195101"/>
            <a:ext cx="1437894" cy="944361"/>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129.6 – BKK 133.1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VIE 128.3 - HNI 123.3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a:t>
            </a:r>
          </a:p>
        </p:txBody>
      </p:sp>
      <p:graphicFrame>
        <p:nvGraphicFramePr>
          <p:cNvPr id="8" name="Google Shape;283;p17">
            <a:extLst>
              <a:ext uri="{FF2B5EF4-FFF2-40B4-BE49-F238E27FC236}">
                <a16:creationId xmlns:a16="http://schemas.microsoft.com/office/drawing/2014/main" id="{574166AA-9239-71AA-0230-04BF67A4C46F}"/>
              </a:ext>
            </a:extLst>
          </p:cNvPr>
          <p:cNvGraphicFramePr/>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9" name="그림 8" descr="텍스트, 도표, 클립아트, 지도이(가) 표시된 사진&#10;&#10;자동 생성된 설명">
            <a:extLst>
              <a:ext uri="{FF2B5EF4-FFF2-40B4-BE49-F238E27FC236}">
                <a16:creationId xmlns:a16="http://schemas.microsoft.com/office/drawing/2014/main" id="{9A9998A5-330B-0E91-394E-0C9903B0AC1D}"/>
              </a:ext>
            </a:extLst>
          </p:cNvPr>
          <p:cNvPicPr>
            <a:picLocks noChangeAspect="1"/>
          </p:cNvPicPr>
          <p:nvPr/>
        </p:nvPicPr>
        <p:blipFill>
          <a:blip r:embed="rId6"/>
          <a:stretch>
            <a:fillRect/>
          </a:stretch>
        </p:blipFill>
        <p:spPr>
          <a:xfrm>
            <a:off x="0" y="2210530"/>
            <a:ext cx="786984" cy="873769"/>
          </a:xfrm>
          <a:prstGeom prst="rect">
            <a:avLst/>
          </a:prstGeom>
        </p:spPr>
      </p:pic>
      <p:pic>
        <p:nvPicPr>
          <p:cNvPr id="12" name="그래픽 11" descr="집 Wi-Fi에서 작업 단색으로 채워진">
            <a:hlinkClick r:id="" action="ppaction://hlinkshowjump?jump=firstslide"/>
            <a:extLst>
              <a:ext uri="{FF2B5EF4-FFF2-40B4-BE49-F238E27FC236}">
                <a16:creationId xmlns:a16="http://schemas.microsoft.com/office/drawing/2014/main" id="{4DC646C0-B47F-C0A1-C7BA-7ED6BF4EB1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2328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0151800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16">
          <a:extLst>
            <a:ext uri="{FF2B5EF4-FFF2-40B4-BE49-F238E27FC236}">
              <a16:creationId xmlns:a16="http://schemas.microsoft.com/office/drawing/2014/main" id="{F87906B9-8922-4D31-DD1F-BB69A1055DFB}"/>
            </a:ext>
          </a:extLst>
        </p:cNvPr>
        <p:cNvGrpSpPr/>
        <p:nvPr/>
      </p:nvGrpSpPr>
      <p:grpSpPr>
        <a:xfrm>
          <a:off x="0" y="0"/>
          <a:ext cx="0" cy="0"/>
          <a:chOff x="0" y="0"/>
          <a:chExt cx="0" cy="0"/>
        </a:xfrm>
      </p:grpSpPr>
      <p:graphicFrame>
        <p:nvGraphicFramePr>
          <p:cNvPr id="318" name="Google Shape;318;p21">
            <a:extLst>
              <a:ext uri="{FF2B5EF4-FFF2-40B4-BE49-F238E27FC236}">
                <a16:creationId xmlns:a16="http://schemas.microsoft.com/office/drawing/2014/main" id="{004CCF8A-01B6-889B-D8A8-66F598B344D2}"/>
              </a:ext>
            </a:extLst>
          </p:cNvPr>
          <p:cNvGraphicFramePr/>
          <p:nvPr>
            <p:extLst>
              <p:ext uri="{D42A27DB-BD31-4B8C-83A1-F6EECF244321}">
                <p14:modId xmlns:p14="http://schemas.microsoft.com/office/powerpoint/2010/main" val="3880585088"/>
              </p:ext>
            </p:extLst>
          </p:nvPr>
        </p:nvGraphicFramePr>
        <p:xfrm>
          <a:off x="0" y="611908"/>
          <a:ext cx="2332950" cy="11528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410400">
                  <a:extLst>
                    <a:ext uri="{9D8B030D-6E8A-4147-A177-3AD203B41FA5}">
                      <a16:colId xmlns:a16="http://schemas.microsoft.com/office/drawing/2014/main" val="20004"/>
                    </a:ext>
                  </a:extLst>
                </a:gridCol>
                <a:gridCol w="427575">
                  <a:extLst>
                    <a:ext uri="{9D8B030D-6E8A-4147-A177-3AD203B41FA5}">
                      <a16:colId xmlns:a16="http://schemas.microsoft.com/office/drawing/2014/main" val="20006"/>
                    </a:ext>
                  </a:extLst>
                </a:gridCol>
                <a:gridCol w="427575">
                  <a:extLst>
                    <a:ext uri="{9D8B030D-6E8A-4147-A177-3AD203B41FA5}">
                      <a16:colId xmlns:a16="http://schemas.microsoft.com/office/drawing/2014/main" val="20007"/>
                    </a:ext>
                  </a:extLst>
                </a:gridCol>
              </a:tblGrid>
              <a:tr h="159300">
                <a:tc gridSpan="7">
                  <a:txBody>
                    <a:bodyPr/>
                    <a:lstStyle/>
                    <a:p>
                      <a:pPr marL="0" marR="0" lvl="0" indent="0" algn="ctr" rtl="0">
                        <a:spcBef>
                          <a:spcPts val="0"/>
                        </a:spcBef>
                        <a:spcAft>
                          <a:spcPts val="0"/>
                        </a:spcAft>
                        <a:buNone/>
                      </a:pPr>
                      <a:r>
                        <a:rPr lang="en-US" sz="800" dirty="0"/>
                        <a:t>NRT : SID –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GULBO x</a:t>
                      </a:r>
                      <a:endParaRPr dirty="0"/>
                    </a:p>
                  </a:txBody>
                  <a:tcPr marL="36000" marR="36000" marT="36000" marB="36000" anchor="ctr"/>
                </a:tc>
                <a:tc rowSpan="2" hMerge="1">
                  <a:txBody>
                    <a:bodyPr/>
                    <a:lstStyle/>
                    <a:p>
                      <a:endParaRPr lang="ko-Kore-KR"/>
                    </a:p>
                  </a:txBody>
                  <a:tcPr/>
                </a:tc>
                <a:tc gridSpan="4">
                  <a:txBody>
                    <a:bodyPr/>
                    <a:lstStyle/>
                    <a:p>
                      <a:pPr marL="0" marR="0" lvl="0" indent="0" algn="ctr" rtl="0">
                        <a:spcBef>
                          <a:spcPts val="0"/>
                        </a:spcBef>
                        <a:spcAft>
                          <a:spcPts val="0"/>
                        </a:spcAft>
                        <a:buNone/>
                      </a:pPr>
                      <a:r>
                        <a:rPr lang="en-US" sz="800" b="1" dirty="0"/>
                        <a:t>HD 158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4">
                  <a:txBody>
                    <a:bodyPr/>
                    <a:lstStyle/>
                    <a:p>
                      <a:pPr marL="0" marR="0" lvl="0" indent="0" algn="ctr" rtl="0">
                        <a:spcBef>
                          <a:spcPts val="0"/>
                        </a:spcBef>
                        <a:spcAft>
                          <a:spcPts val="0"/>
                        </a:spcAft>
                        <a:buNone/>
                      </a:pPr>
                      <a:r>
                        <a:rPr lang="en-US" sz="800" b="1" dirty="0"/>
                        <a:t>HD 338 </a:t>
                      </a:r>
                      <a:r>
                        <a:rPr lang="en-US" sz="800" b="1" dirty="0">
                          <a:solidFill>
                            <a:srgbClr val="0070C0"/>
                          </a:solidFill>
                        </a:rPr>
                        <a:t>ALT 7000/ATC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NRE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117.9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16L ITM </a:t>
                      </a:r>
                      <a:endParaRPr dirty="0"/>
                    </a:p>
                    <a:p>
                      <a:pPr marL="0" marR="0" lvl="0" indent="0" algn="ctr" rtl="0">
                        <a:spcBef>
                          <a:spcPts val="0"/>
                        </a:spcBef>
                        <a:spcAft>
                          <a:spcPts val="0"/>
                        </a:spcAft>
                        <a:buNone/>
                      </a:pPr>
                      <a:r>
                        <a:rPr lang="en-US" sz="800" b="1" dirty="0">
                          <a:solidFill>
                            <a:srgbClr val="C00000"/>
                          </a:solidFill>
                        </a:rPr>
                        <a:t>110.7</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16R IKF</a:t>
                      </a:r>
                      <a:endParaRPr dirty="0"/>
                    </a:p>
                    <a:p>
                      <a:pPr marL="0" marR="0" lvl="0" indent="0" algn="ctr" rtl="0">
                        <a:spcBef>
                          <a:spcPts val="0"/>
                        </a:spcBef>
                        <a:spcAft>
                          <a:spcPts val="0"/>
                        </a:spcAft>
                        <a:buNone/>
                      </a:pPr>
                      <a:r>
                        <a:rPr lang="en-US" sz="800" b="1" dirty="0">
                          <a:solidFill>
                            <a:srgbClr val="C00000"/>
                          </a:solidFill>
                        </a:rPr>
                        <a:t>111.5</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IYQ 111.9</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34R ITJ 110.9</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APU Start, TAXI RTE 1, 2, 3, 4 RWY </a:t>
                      </a:r>
                      <a:r>
                        <a:rPr lang="en-US" sz="800" dirty="0" err="1">
                          <a:solidFill>
                            <a:schemeClr val="dk1"/>
                          </a:solidFill>
                        </a:rPr>
                        <a:t>별</a:t>
                      </a:r>
                      <a:r>
                        <a:rPr lang="en-US" sz="800" dirty="0">
                          <a:solidFill>
                            <a:schemeClr val="dk1"/>
                          </a:solidFill>
                        </a:rPr>
                        <a:t> DEP RTE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19" name="Google Shape;319;p21">
            <a:extLst>
              <a:ext uri="{FF2B5EF4-FFF2-40B4-BE49-F238E27FC236}">
                <a16:creationId xmlns:a16="http://schemas.microsoft.com/office/drawing/2014/main" id="{DCA3EFF7-2AC5-41FB-1683-A86A62DFA1D9}"/>
              </a:ext>
            </a:extLst>
          </p:cNvPr>
          <p:cNvGraphicFramePr/>
          <p:nvPr>
            <p:extLst>
              <p:ext uri="{D42A27DB-BD31-4B8C-83A1-F6EECF244321}">
                <p14:modId xmlns:p14="http://schemas.microsoft.com/office/powerpoint/2010/main" val="3556207662"/>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PHNL(HNL) 13ft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Tokyo 131.70</a:t>
                      </a:r>
                      <a:endParaRPr dirty="0"/>
                    </a:p>
                    <a:p>
                      <a:pPr marL="0" marR="0" lvl="0" indent="0" algn="ctr" rtl="0">
                        <a:spcBef>
                          <a:spcPts val="0"/>
                        </a:spcBef>
                        <a:spcAft>
                          <a:spcPts val="0"/>
                        </a:spcAft>
                        <a:buNone/>
                      </a:pPr>
                      <a:r>
                        <a:rPr lang="en-US" sz="800" dirty="0">
                          <a:solidFill>
                            <a:srgbClr val="FF0000"/>
                          </a:solidFill>
                        </a:rPr>
                        <a:t>DCL -15분</a:t>
                      </a:r>
                      <a:endParaRPr sz="8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AOS </a:t>
                      </a:r>
                      <a:r>
                        <a:rPr lang="en-US" sz="900" dirty="0" err="1"/>
                        <a:t>Oper</a:t>
                      </a:r>
                      <a:r>
                        <a:rPr lang="en-US" sz="900" dirty="0"/>
                        <a:t> 132.0</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srgbClr val="FF0000"/>
                          </a:solidFill>
                          <a:effectLst/>
                          <a:uLnTx/>
                          <a:uFillTx/>
                          <a:latin typeface="Calibri"/>
                          <a:cs typeface="Calibri"/>
                        </a:rPr>
                        <a:t>No D-ATIS</a:t>
                      </a:r>
                      <a:endParaRPr kumimoji="0" lang="ko-KR" altLang="en-US" sz="800" b="0" i="0" u="none" strike="noStrike" kern="1200" cap="none" spc="0" normalizeH="0" baseline="0" noProof="0" dirty="0">
                        <a:ln>
                          <a:noFill/>
                        </a:ln>
                        <a:solidFill>
                          <a:srgbClr val="FF0000"/>
                        </a:solidFill>
                        <a:effectLst/>
                        <a:uLnTx/>
                        <a:uFillTx/>
                        <a:latin typeface="Calibri"/>
                        <a:cs typeface="Calibri"/>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EE9595D1-5121-1905-35D4-595D5B17754E}"/>
              </a:ext>
            </a:extLst>
          </p:cNvPr>
          <p:cNvSpPr txBox="1"/>
          <p:nvPr/>
        </p:nvSpPr>
        <p:spPr>
          <a:xfrm>
            <a:off x="-20938" y="1992335"/>
            <a:ext cx="1205779" cy="413309"/>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124.2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120.5 – 133.45 </a:t>
            </a:r>
            <a:endParaRPr kumimoji="1" lang="en-US" altLang="ko-Kore-KR"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F7B3BC7-1196-4453-2B8A-7E7D9C90A2E4}"/>
              </a:ext>
            </a:extLst>
          </p:cNvPr>
          <p:cNvSpPr/>
          <p:nvPr/>
        </p:nvSpPr>
        <p:spPr>
          <a:xfrm>
            <a:off x="836204" y="287594"/>
            <a:ext cx="644531" cy="276999"/>
          </a:xfrm>
          <a:prstGeom prst="rect">
            <a:avLst/>
          </a:prstGeom>
          <a:noFill/>
        </p:spPr>
        <p:txBody>
          <a:bodyPr wrap="square" lIns="0" tIns="0" rIns="0" bIns="0">
            <a:spAutoFit/>
          </a:bodyPr>
          <a:lstStyle/>
          <a:p>
            <a:pPr algn="ctr"/>
            <a:r>
              <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83;p17">
            <a:extLst>
              <a:ext uri="{FF2B5EF4-FFF2-40B4-BE49-F238E27FC236}">
                <a16:creationId xmlns:a16="http://schemas.microsoft.com/office/drawing/2014/main" id="{73CE2D43-69BC-48DD-7B5B-597CEBC66B57}"/>
              </a:ext>
            </a:extLst>
          </p:cNvPr>
          <p:cNvGraphicFramePr/>
          <p:nvPr>
            <p:extLst>
              <p:ext uri="{D42A27DB-BD31-4B8C-83A1-F6EECF244321}">
                <p14:modId xmlns:p14="http://schemas.microsoft.com/office/powerpoint/2010/main" val="2083197152"/>
              </p:ext>
            </p:extLst>
          </p:nvPr>
        </p:nvGraphicFramePr>
        <p:xfrm>
          <a:off x="11589" y="3618695"/>
          <a:ext cx="2314761" cy="1936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1110594">
                  <a:extLst>
                    <a:ext uri="{9D8B030D-6E8A-4147-A177-3AD203B41FA5}">
                      <a16:colId xmlns:a16="http://schemas.microsoft.com/office/drawing/2014/main" val="20001"/>
                    </a:ext>
                  </a:extLst>
                </a:gridCol>
                <a:gridCol w="868611">
                  <a:extLst>
                    <a:ext uri="{9D8B030D-6E8A-4147-A177-3AD203B41FA5}">
                      <a16:colId xmlns:a16="http://schemas.microsoft.com/office/drawing/2014/main" val="20003"/>
                    </a:ext>
                  </a:extLst>
                </a:gridCol>
              </a:tblGrid>
              <a:tr h="0">
                <a:tc gridSpan="3">
                  <a:txBody>
                    <a:bodyPr/>
                    <a:lstStyle/>
                    <a:p>
                      <a:pPr marL="0" marR="0" lvl="0" indent="0" algn="ctr" rtl="0">
                        <a:spcBef>
                          <a:spcPts val="0"/>
                        </a:spcBef>
                        <a:spcAft>
                          <a:spcPts val="0"/>
                        </a:spcAft>
                        <a:buNone/>
                      </a:pPr>
                      <a:r>
                        <a:rPr lang="en-US" sz="800" dirty="0"/>
                        <a:t>HNL </a:t>
                      </a:r>
                      <a:r>
                        <a:rPr lang="en-US" sz="800" dirty="0">
                          <a:solidFill>
                            <a:srgbClr val="00B0F0"/>
                          </a:solidFill>
                        </a:rPr>
                        <a:t>[042/079/259]</a:t>
                      </a:r>
                      <a:r>
                        <a:rPr lang="en-US" sz="800" dirty="0"/>
                        <a:t> UTC-10 TL180 </a:t>
                      </a:r>
                      <a:r>
                        <a:rPr lang="en-US" sz="800" dirty="0">
                          <a:solidFill>
                            <a:srgbClr val="00B050"/>
                          </a:solidFill>
                        </a:rPr>
                        <a:t>CPDLC RJJJ-KZAK</a:t>
                      </a:r>
                    </a:p>
                    <a:p>
                      <a:pPr marL="0" marR="0" lvl="0" indent="0" algn="ctr" rtl="0">
                        <a:spcBef>
                          <a:spcPts val="0"/>
                        </a:spcBef>
                        <a:spcAft>
                          <a:spcPts val="0"/>
                        </a:spcAft>
                        <a:buNone/>
                      </a:pPr>
                      <a:r>
                        <a:rPr lang="en-US" sz="800" b="0" dirty="0">
                          <a:solidFill>
                            <a:srgbClr val="FFC000"/>
                          </a:solidFill>
                        </a:rPr>
                        <a:t>Before SYVAD/DANNO/CANON/THOMA CTC HNL</a:t>
                      </a:r>
                      <a:r>
                        <a:rPr lang="en-US" sz="800" b="0" dirty="0"/>
                        <a:t> </a:t>
                      </a:r>
                      <a:endParaRPr sz="800" b="0" dirty="0"/>
                    </a:p>
                  </a:txBody>
                  <a:tcPr marL="91450" marR="9145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08L</a:t>
                      </a:r>
                      <a:endParaRPr sz="800" b="1" dirty="0"/>
                    </a:p>
                  </a:txBody>
                  <a:tcPr marL="36000" marR="36000" marT="36000" marB="36000" anchor="ctr"/>
                </a:tc>
                <a:tc rowSpan="3">
                  <a:txBody>
                    <a:bodyPr/>
                    <a:lstStyle/>
                    <a:p>
                      <a:pPr marL="0" marR="0" lvl="0" indent="0" algn="ctr" rtl="0">
                        <a:spcBef>
                          <a:spcPts val="0"/>
                        </a:spcBef>
                        <a:spcAft>
                          <a:spcPts val="0"/>
                        </a:spcAft>
                        <a:buNone/>
                      </a:pPr>
                      <a:r>
                        <a:rPr lang="en-US" sz="800" b="1" dirty="0"/>
                        <a:t>KLANI/BOOKE/OPACA</a:t>
                      </a:r>
                    </a:p>
                    <a:p>
                      <a:pPr marL="0" marR="0" lvl="0" indent="0" algn="ctr" rtl="0">
                        <a:spcBef>
                          <a:spcPts val="0"/>
                        </a:spcBef>
                        <a:spcAft>
                          <a:spcPts val="0"/>
                        </a:spcAft>
                        <a:buNone/>
                      </a:pPr>
                      <a:r>
                        <a:rPr lang="en-US" sz="800" b="0" dirty="0">
                          <a:solidFill>
                            <a:srgbClr val="0070C0"/>
                          </a:solidFill>
                        </a:rPr>
                        <a:t>Tx Modify/RDR Vector</a:t>
                      </a:r>
                      <a:endParaRPr sz="800" b="0"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t>ILS 08L</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04R</a:t>
                      </a:r>
                      <a:endParaRPr sz="800" b="1" dirty="0"/>
                    </a:p>
                  </a:txBody>
                  <a:tcPr marL="36000" marR="36000" marT="36000" marB="36000" anchor="ctr"/>
                </a:tc>
                <a:tc vMerge="1">
                  <a:txBody>
                    <a:bodyPr/>
                    <a:lstStyle/>
                    <a:p>
                      <a:endParaRPr dirty="0"/>
                    </a:p>
                  </a:txBody>
                  <a:tcPr marL="36000" marR="36000" marT="36000" marB="36000" anchor="ctr"/>
                </a:tc>
                <a:tc>
                  <a:txBody>
                    <a:bodyPr/>
                    <a:lstStyle/>
                    <a:p>
                      <a:pPr marL="0" marR="0" lvl="0" indent="0" algn="ctr" rtl="0">
                        <a:spcBef>
                          <a:spcPts val="0"/>
                        </a:spcBef>
                        <a:spcAft>
                          <a:spcPts val="0"/>
                        </a:spcAft>
                        <a:buNone/>
                      </a:pPr>
                      <a:r>
                        <a:rPr lang="en-US" sz="800" b="1" dirty="0"/>
                        <a:t>ILS Y 04R</a:t>
                      </a:r>
                      <a:endParaRPr sz="458" b="1" dirty="0"/>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dirty="0"/>
                        <a:t>26L</a:t>
                      </a:r>
                      <a:endParaRPr sz="800" b="1" dirty="0"/>
                    </a:p>
                  </a:txBody>
                  <a:tcPr marL="36000" marR="36000" marT="36000" marB="36000" anchor="ctr"/>
                </a:tc>
                <a:tc vMerge="1">
                  <a:txBody>
                    <a:bodyPr/>
                    <a:lstStyle/>
                    <a:p>
                      <a:pPr marL="0" marR="0" lvl="0" indent="0" algn="ctr" rtl="0">
                        <a:spcBef>
                          <a:spcPts val="0"/>
                        </a:spcBef>
                        <a:spcAft>
                          <a:spcPts val="0"/>
                        </a:spcAft>
                        <a:buNone/>
                      </a:pPr>
                      <a:endParaRPr sz="800" b="1"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 RNP AR/LDA 26L</a:t>
                      </a:r>
                      <a:endParaRPr sz="458" b="1" dirty="0"/>
                    </a:p>
                  </a:txBody>
                  <a:tcPr marL="36000" marR="36000" marT="36000" marB="36000" anchor="ctr"/>
                </a:tc>
                <a:extLst>
                  <a:ext uri="{0D108BD9-81ED-4DB2-BD59-A6C34878D82A}">
                    <a16:rowId xmlns:a16="http://schemas.microsoft.com/office/drawing/2014/main" val="318075372"/>
                  </a:ext>
                </a:extLst>
              </a:tr>
              <a:tr h="156400">
                <a:tc>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2">
                  <a:txBody>
                    <a:bodyPr/>
                    <a:lstStyle/>
                    <a:p>
                      <a:pPr marL="0" marR="0" lvl="0" indent="0" algn="l" rtl="0">
                        <a:spcBef>
                          <a:spcPts val="0"/>
                        </a:spcBef>
                        <a:spcAft>
                          <a:spcPts val="0"/>
                        </a:spcAft>
                        <a:buNone/>
                      </a:pPr>
                      <a:r>
                        <a:rPr lang="en-US" altLang="ko-Kore-KR" sz="800" b="1" dirty="0">
                          <a:solidFill>
                            <a:srgbClr val="0070C0"/>
                          </a:solidFill>
                        </a:rPr>
                        <a:t>HNL, </a:t>
                      </a:r>
                      <a:r>
                        <a:rPr lang="en-US" altLang="ko-Kore-KR" sz="800" b="1" dirty="0">
                          <a:solidFill>
                            <a:srgbClr val="C00000"/>
                          </a:solidFill>
                        </a:rPr>
                        <a:t>08L IHNL, 04R IIUM, (26L IEPC offset)</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615974087"/>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2">
                  <a:txBody>
                    <a:bodyPr/>
                    <a:lstStyle/>
                    <a:p>
                      <a:pPr marL="0" marR="0" lvl="0" indent="0" algn="l" rtl="0">
                        <a:spcBef>
                          <a:spcPts val="0"/>
                        </a:spcBef>
                        <a:spcAft>
                          <a:spcPts val="0"/>
                        </a:spcAft>
                        <a:buNone/>
                      </a:pPr>
                      <a:r>
                        <a:rPr lang="en-US" altLang="ko-Kore-KR" sz="800" dirty="0"/>
                        <a:t>RWY /8</a:t>
                      </a:r>
                      <a:endParaRPr lang="en-US" altLang="ko-Kore-KR" sz="458"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7"/>
                  </a:ext>
                </a:extLst>
              </a:tr>
              <a:tr h="218875">
                <a:tc gridSpan="3">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08L : Y(6837’), H(7887’), 26L : R</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(7759‘)</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04R : </a:t>
                      </a:r>
                      <a:r>
                        <a:rPr lang="en-US" sz="800" b="1" dirty="0">
                          <a:solidFill>
                            <a:srgbClr val="0070C0"/>
                          </a:solidFill>
                          <a:latin typeface="Calibri"/>
                          <a:ea typeface="Calibri"/>
                          <a:cs typeface="Calibri"/>
                          <a:sym typeface="Calibri"/>
                        </a:rPr>
                        <a:t>END of RWY Except ATC</a:t>
                      </a:r>
                      <a:r>
                        <a:rPr lang="en-US" sz="800" b="1" dirty="0">
                          <a:solidFill>
                            <a:schemeClr val="dk1"/>
                          </a:solidFill>
                          <a:latin typeface="Calibri"/>
                          <a:ea typeface="Calibri"/>
                          <a:cs typeface="Calibri"/>
                          <a:sym typeface="Calibri"/>
                        </a:rPr>
                        <a:t>, </a:t>
                      </a:r>
                      <a:r>
                        <a:rPr lang="en-US" sz="800" b="1" dirty="0">
                          <a:solidFill>
                            <a:srgbClr val="C00000"/>
                          </a:solidFill>
                          <a:latin typeface="Calibri"/>
                          <a:ea typeface="Calibri"/>
                          <a:cs typeface="Calibri"/>
                          <a:sym typeface="Calibri"/>
                        </a:rPr>
                        <a:t>NO LAHSO to ATC</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01600">
                <a:tc gridSpan="3">
                  <a:txBody>
                    <a:bodyPr/>
                    <a:lstStyle/>
                    <a:p>
                      <a:pPr marL="0" marR="0" lvl="0" indent="0" algn="ctr" rtl="0">
                        <a:spcBef>
                          <a:spcPts val="0"/>
                        </a:spcBef>
                        <a:spcAft>
                          <a:spcPts val="0"/>
                        </a:spcAft>
                        <a:buNone/>
                      </a:pPr>
                      <a:r>
                        <a:rPr lang="en-US" sz="800" dirty="0">
                          <a:solidFill>
                            <a:srgbClr val="0070C0"/>
                          </a:solidFill>
                          <a:latin typeface="Calibri"/>
                          <a:ea typeface="Calibri"/>
                          <a:cs typeface="Calibri"/>
                          <a:sym typeface="Calibri"/>
                        </a:rPr>
                        <a:t>AFT RWY 08L L/D : TWY H to A Caution</a:t>
                      </a:r>
                    </a:p>
                    <a:p>
                      <a:pPr marL="0" marR="0" lvl="0" indent="0" algn="ctr" rtl="0">
                        <a:spcBef>
                          <a:spcPts val="0"/>
                        </a:spcBef>
                        <a:spcAft>
                          <a:spcPts val="0"/>
                        </a:spcAft>
                        <a:buNone/>
                      </a:pPr>
                      <a:r>
                        <a:rPr lang="en-US" sz="800" dirty="0">
                          <a:solidFill>
                            <a:srgbClr val="0070C0"/>
                          </a:solidFill>
                          <a:latin typeface="Calibri"/>
                          <a:ea typeface="Calibri"/>
                          <a:cs typeface="Calibri"/>
                          <a:sym typeface="Calibri"/>
                        </a:rPr>
                        <a:t>RAMP IN West/East Guide Line by ATC</a:t>
                      </a:r>
                      <a:endParaRPr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B2122D84-F1F0-7924-D5B2-E7AD4B8CC4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947464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1321870725"/>
              </p:ext>
            </p:extLst>
          </p:nvPr>
        </p:nvGraphicFramePr>
        <p:xfrm>
          <a:off x="0" y="1"/>
          <a:ext cx="2328875" cy="523670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2915">
                <a:tc>
                  <a:txBody>
                    <a:bodyPr/>
                    <a:lstStyle/>
                    <a:p>
                      <a:pPr marL="0" marR="0" lvl="0" indent="0" algn="l" rtl="0">
                        <a:spcBef>
                          <a:spcPts val="0"/>
                        </a:spcBef>
                        <a:spcAft>
                          <a:spcPts val="0"/>
                        </a:spcAft>
                        <a:buNone/>
                      </a:pPr>
                      <a:r>
                        <a:rPr lang="en-US" sz="1000" dirty="0">
                          <a:latin typeface="+mn-lt"/>
                        </a:rPr>
                        <a:t>EDTO Procedure</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957683">
                <a:tc>
                  <a:txBody>
                    <a:bodyPr/>
                    <a:lstStyle/>
                    <a:p>
                      <a:pPr marL="0" marR="0" lvl="0" indent="0" algn="l" rtl="0">
                        <a:lnSpc>
                          <a:spcPct val="100000"/>
                        </a:lnSpc>
                        <a:spcBef>
                          <a:spcPts val="0"/>
                        </a:spcBef>
                        <a:spcAft>
                          <a:spcPts val="0"/>
                        </a:spcAft>
                        <a:buNone/>
                      </a:pPr>
                      <a:r>
                        <a:rPr lang="en-US" sz="10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dirty="0">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bg1"/>
                          </a:solidFill>
                          <a:latin typeface="+mn-lt"/>
                        </a:rPr>
                        <a:t>RVSM CHK : </a:t>
                      </a:r>
                      <a:r>
                        <a:rPr lang="en-US" altLang="ko-KR" sz="800" b="1" dirty="0">
                          <a:solidFill>
                            <a:srgbClr val="0070C0"/>
                          </a:solidFill>
                          <a:latin typeface="+mn-lt"/>
                        </a:rPr>
                        <a:t>CAPT/FO 20ft, PILOT/FE 75ft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Century Gothic" panose="020B0502020202020204"/>
                          <a:cs typeface="Calibri"/>
                        </a:rPr>
                        <a:t>(PFD/ISIS 60ft, ST-BY 300ft)</a:t>
                      </a:r>
                      <a:endParaRPr lang="en-US" altLang="ko-KR" sz="800" b="1" dirty="0">
                        <a:solidFill>
                          <a:srgbClr val="0070C0"/>
                        </a:solidFill>
                        <a:latin typeface="+mn-lt"/>
                      </a:endParaRPr>
                    </a:p>
                    <a:p>
                      <a:pPr marL="0" marR="0" lvl="0" indent="0" algn="l" rtl="0">
                        <a:spcBef>
                          <a:spcPts val="0"/>
                        </a:spcBef>
                        <a:spcAft>
                          <a:spcPts val="0"/>
                        </a:spcAft>
                        <a:buNone/>
                      </a:pPr>
                      <a:r>
                        <a:rPr lang="en-US" altLang="ko-KR" sz="800" dirty="0">
                          <a:solidFill>
                            <a:schemeClr val="bg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bg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354379">
                <a:tc>
                  <a:txBody>
                    <a:bodyPr/>
                    <a:lstStyle/>
                    <a:p>
                      <a:pPr marL="0" marR="0" lvl="0" indent="0" algn="l" rtl="0">
                        <a:lnSpc>
                          <a:spcPct val="100000"/>
                        </a:lnSpc>
                        <a:spcBef>
                          <a:spcPts val="0"/>
                        </a:spcBef>
                        <a:spcAft>
                          <a:spcPts val="0"/>
                        </a:spcAft>
                        <a:buNone/>
                      </a:pPr>
                      <a:r>
                        <a:rPr lang="en-US" sz="10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107110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BEFORE EEP (Entry Point, </a:t>
                      </a:r>
                      <a:r>
                        <a:rPr kumimoji="0" lang="en-US" altLang="ko-Kore-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ERA </a:t>
                      </a:r>
                      <a:r>
                        <a:rPr kumimoji="0" lang="ko-Kore-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60min(</a:t>
                      </a:r>
                      <a:r>
                        <a:rPr kumimoji="0" lang="en-US" altLang="ko-Kore-KR" sz="800" b="0" i="0" u="none" strike="noStrike" kern="0" cap="none" spc="0" normalizeH="0" baseline="0" noProof="0" dirty="0" err="1">
                          <a:ln>
                            <a:noFill/>
                          </a:ln>
                          <a:solidFill>
                            <a:schemeClr val="bg1"/>
                          </a:solidFill>
                          <a:effectLst/>
                          <a:uLnTx/>
                          <a:uFillTx/>
                          <a:latin typeface="Arial"/>
                          <a:ea typeface="Helvetica Neue"/>
                          <a:cs typeface="Helvetica Neue"/>
                          <a:sym typeface="Helvetica Neue"/>
                        </a:rPr>
                        <a:t>Theshold</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A330</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420NM</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endPar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One Eng : CRZ SPD 310kts, 180min 1235NM</a:t>
                      </a:r>
                      <a:endParaRPr kumimoji="0" lang="en-US" altLang="ko-Kore-KR" sz="800" b="0" i="0" u="none" strike="noStrike" kern="0" cap="none" spc="0" normalizeH="0" baseline="0" noProof="0" dirty="0">
                        <a:ln>
                          <a:noFill/>
                        </a:ln>
                        <a:solidFill>
                          <a:srgbClr val="0070C0"/>
                        </a:solidFill>
                        <a:effectLst/>
                        <a:uLnTx/>
                        <a:uFillTx/>
                        <a:latin typeface="+mn-lt"/>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DATA – ETP Page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41863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endParaRPr kumimoji="0" lang="en-US" altLang="ko-Kore-KR" sz="8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txBody>
                  <a:tcPr marL="36000" marR="36000" marT="36000" marB="36000"/>
                </a:tc>
                <a:extLst>
                  <a:ext uri="{0D108BD9-81ED-4DB2-BD59-A6C34878D82A}">
                    <a16:rowId xmlns:a16="http://schemas.microsoft.com/office/drawing/2014/main" val="1799958746"/>
                  </a:ext>
                </a:extLst>
              </a:tr>
              <a:tr h="5887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Diversion</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Enroute RNP downgrade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Weather min ERA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LAND ASAP by ECAM, QRH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GEN(IDG, APU, EMER) + Multi Fail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Main GEN(IDG, APU) + G HYD(low LVL, PRESS, Overheat)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Increased Fuel Consumption </a:t>
                      </a:r>
                    </a:p>
                  </a:txBody>
                  <a:tcPr marL="36000" marR="36000" marT="36000" marB="36000"/>
                </a:tc>
                <a:extLst>
                  <a:ext uri="{0D108BD9-81ED-4DB2-BD59-A6C34878D82A}">
                    <a16:rowId xmlns:a16="http://schemas.microsoft.com/office/drawing/2014/main" val="758072219"/>
                  </a:ext>
                </a:extLst>
              </a:tr>
              <a:tr h="6439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EDTO ERA</a:t>
                      </a:r>
                      <a:r>
                        <a:rPr kumimoji="0" lang="ko-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Change, ETP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3091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txBody>
                  <a:tcPr marL="36000" marR="36000" marT="36000" marB="36000"/>
                </a:tc>
                <a:extLst>
                  <a:ext uri="{0D108BD9-81ED-4DB2-BD59-A6C34878D82A}">
                    <a16:rowId xmlns:a16="http://schemas.microsoft.com/office/drawing/2014/main" val="3122030425"/>
                  </a:ext>
                </a:extLst>
              </a:tr>
            </a:tbl>
          </a:graphicData>
        </a:graphic>
      </p:graphicFrame>
    </p:spTree>
    <p:extLst>
      <p:ext uri="{BB962C8B-B14F-4D97-AF65-F5344CB8AC3E}">
        <p14:creationId xmlns:p14="http://schemas.microsoft.com/office/powerpoint/2010/main" val="8484240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7CCA33CD-72E4-1EA2-50AC-86CEC5083099}"/>
            </a:ext>
          </a:extLst>
        </p:cNvPr>
        <p:cNvGrpSpPr/>
        <p:nvPr/>
      </p:nvGrpSpPr>
      <p:grpSpPr>
        <a:xfrm>
          <a:off x="0" y="0"/>
          <a:ext cx="0" cy="0"/>
          <a:chOff x="0" y="0"/>
          <a:chExt cx="0" cy="0"/>
        </a:xfrm>
      </p:grpSpPr>
      <p:graphicFrame>
        <p:nvGraphicFramePr>
          <p:cNvPr id="310" name="Google Shape;310;p20">
            <a:extLst>
              <a:ext uri="{FF2B5EF4-FFF2-40B4-BE49-F238E27FC236}">
                <a16:creationId xmlns:a16="http://schemas.microsoft.com/office/drawing/2014/main" id="{779AE2DE-91EF-E4E8-7F10-75FF83492A04}"/>
              </a:ext>
            </a:extLst>
          </p:cNvPr>
          <p:cNvGraphicFramePr/>
          <p:nvPr>
            <p:extLst>
              <p:ext uri="{D42A27DB-BD31-4B8C-83A1-F6EECF244321}">
                <p14:modId xmlns:p14="http://schemas.microsoft.com/office/powerpoint/2010/main" val="102399440"/>
              </p:ext>
            </p:extLst>
          </p:nvPr>
        </p:nvGraphicFramePr>
        <p:xfrm>
          <a:off x="1596" y="3578512"/>
          <a:ext cx="2331400" cy="198649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NRT </a:t>
                      </a:r>
                      <a:r>
                        <a:rPr lang="en-US" sz="800" dirty="0">
                          <a:solidFill>
                            <a:srgbClr val="00B0F0"/>
                          </a:solidFill>
                        </a:rPr>
                        <a:t>[337/157]</a:t>
                      </a:r>
                      <a:r>
                        <a:rPr lang="en-US" sz="800" dirty="0"/>
                        <a:t>  : LESPO 150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SUPOK E</a:t>
                      </a:r>
                      <a:endParaRPr dirty="0"/>
                    </a:p>
                    <a:p>
                      <a:pPr marL="0" marR="0" lvl="0" indent="0" algn="ctr" rtl="0">
                        <a:spcBef>
                          <a:spcPts val="0"/>
                        </a:spcBef>
                        <a:spcAft>
                          <a:spcPts val="0"/>
                        </a:spcAft>
                        <a:buNone/>
                      </a:pPr>
                      <a:r>
                        <a:rPr lang="en-US" sz="800" b="1" dirty="0"/>
                        <a:t>(SUPOK 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ELGAR</a:t>
                      </a:r>
                      <a:endParaRPr/>
                    </a:p>
                    <a:p>
                      <a:pPr marL="0" marR="0" lvl="0" indent="0" algn="ctr" rtl="0">
                        <a:spcBef>
                          <a:spcPts val="0"/>
                        </a:spcBef>
                        <a:spcAft>
                          <a:spcPts val="0"/>
                        </a:spcAft>
                        <a:buNone/>
                      </a:pPr>
                      <a:r>
                        <a:rPr lang="en-US" sz="800" b="1"/>
                        <a:t>(TYLER)</a:t>
                      </a:r>
                      <a:endParaRPr sz="800" b="1"/>
                    </a:p>
                  </a:txBody>
                  <a:tcPr marL="36000" marR="36000" marT="36000" marB="36000" anchor="ctr"/>
                </a:tc>
                <a:tc>
                  <a:txBody>
                    <a:bodyPr/>
                    <a:lstStyle/>
                    <a:p>
                      <a:pPr marL="0" marR="0" lvl="0" indent="0" algn="ctr" rtl="0">
                        <a:spcBef>
                          <a:spcPts val="0"/>
                        </a:spcBef>
                        <a:spcAft>
                          <a:spcPts val="0"/>
                        </a:spcAft>
                        <a:buNone/>
                      </a:pPr>
                      <a:r>
                        <a:rPr lang="en-US" sz="800" b="1"/>
                        <a:t>ILS 34L/R(Z)</a:t>
                      </a:r>
                      <a:endParaRPr sz="800" b="1"/>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SUPOK G</a:t>
                      </a:r>
                      <a:endParaRPr dirty="0"/>
                    </a:p>
                    <a:p>
                      <a:pPr marL="0" marR="0" lvl="0" indent="0" algn="ctr" rtl="0">
                        <a:spcBef>
                          <a:spcPts val="0"/>
                        </a:spcBef>
                        <a:spcAft>
                          <a:spcPts val="0"/>
                        </a:spcAft>
                        <a:buNone/>
                      </a:pPr>
                      <a:r>
                        <a:rPr lang="en-US" sz="800" b="1" dirty="0"/>
                        <a:t>(SUPOK N)</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GEMIN</a:t>
                      </a:r>
                      <a:endParaRPr/>
                    </a:p>
                    <a:p>
                      <a:pPr marL="0" marR="0" lvl="0" indent="0" algn="ctr" rtl="0">
                        <a:spcBef>
                          <a:spcPts val="0"/>
                        </a:spcBef>
                        <a:spcAft>
                          <a:spcPts val="0"/>
                        </a:spcAft>
                        <a:buNone/>
                      </a:pPr>
                      <a:r>
                        <a:rPr lang="en-US" sz="800" b="1"/>
                        <a:t>(NORMA)</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16L/R</a:t>
                      </a:r>
                      <a:endParaRPr sz="800" b="1"/>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accent1"/>
                        </a:buClr>
                        <a:buSzPts val="800"/>
                        <a:buFont typeface="Calibri"/>
                        <a:buNone/>
                      </a:pPr>
                      <a:r>
                        <a:rPr lang="en-US" sz="800" b="1" dirty="0">
                          <a:solidFill>
                            <a:srgbClr val="0070C0"/>
                          </a:solidFill>
                        </a:rPr>
                        <a:t>NRE, </a:t>
                      </a:r>
                      <a:r>
                        <a:rPr lang="en-US" sz="800" b="1" dirty="0">
                          <a:solidFill>
                            <a:srgbClr val="C00000"/>
                          </a:solidFill>
                        </a:rPr>
                        <a:t>16L ITM, 16R IKF, 34L IYQ, 34R ITJ</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355527618"/>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16L : ITM 4 / 34R : ITJ 14, 4 (DME)</a:t>
                      </a:r>
                      <a:endParaRPr dirty="0">
                        <a:solidFill>
                          <a:schemeClr val="bg1"/>
                        </a:solidFill>
                      </a:endParaRPr>
                    </a:p>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16R : IKF 4 / 34L : IYQ 12, 4 (DME)</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 B6(6433’), B7(7017’), 34R : B4(5849’), B2(6778’)</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16R : A6(6076’), A7(7624’), 34L : A5(6167’), A4(7641’)</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L/D DOWN before 14/12 DME, L/D FLAP 4 DME</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Arrival Taxi RTE in Jeppesen (No Numbering)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11" name="Google Shape;311;p20">
            <a:extLst>
              <a:ext uri="{FF2B5EF4-FFF2-40B4-BE49-F238E27FC236}">
                <a16:creationId xmlns:a16="http://schemas.microsoft.com/office/drawing/2014/main" id="{C50C0D5A-13BC-145D-403C-E5067FC74BAE}"/>
              </a:ext>
            </a:extLst>
          </p:cNvPr>
          <p:cNvGraphicFramePr/>
          <p:nvPr>
            <p:extLst>
              <p:ext uri="{D42A27DB-BD31-4B8C-83A1-F6EECF244321}">
                <p14:modId xmlns:p14="http://schemas.microsoft.com/office/powerpoint/2010/main" val="220828288"/>
              </p:ext>
            </p:extLst>
          </p:nvPr>
        </p:nvGraphicFramePr>
        <p:xfrm>
          <a:off x="-2501" y="16504"/>
          <a:ext cx="2328850" cy="5979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98811">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PHNL(HNL) 13ft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99164">
                <a:tc>
                  <a:txBody>
                    <a:bodyPr/>
                    <a:lstStyle/>
                    <a:p>
                      <a:pPr marL="0" marR="0" lvl="0" indent="0" algn="ctr" rtl="0">
                        <a:spcBef>
                          <a:spcPts val="0"/>
                        </a:spcBef>
                        <a:spcAft>
                          <a:spcPts val="0"/>
                        </a:spcAft>
                        <a:buNone/>
                      </a:pPr>
                      <a:r>
                        <a:rPr lang="en-US" sz="900" dirty="0"/>
                        <a:t>AOS </a:t>
                      </a:r>
                      <a:r>
                        <a:rPr lang="en-US" sz="900" dirty="0" err="1"/>
                        <a:t>Oper</a:t>
                      </a:r>
                      <a:r>
                        <a:rPr lang="en-US" sz="900" dirty="0"/>
                        <a:t> 132.0</a:t>
                      </a:r>
                      <a:endParaRPr dirty="0"/>
                    </a:p>
                    <a:p>
                      <a:pPr marL="0" marR="0" lvl="0" indent="0" algn="ctr" rtl="0">
                        <a:spcBef>
                          <a:spcPts val="0"/>
                        </a:spcBef>
                        <a:spcAft>
                          <a:spcPts val="0"/>
                        </a:spcAft>
                        <a:buNone/>
                      </a:pPr>
                      <a:r>
                        <a:rPr lang="en-US" sz="800" dirty="0">
                          <a:solidFill>
                            <a:srgbClr val="FF0000"/>
                          </a:solidFill>
                          <a:latin typeface="Calibri"/>
                          <a:ea typeface="Calibri"/>
                          <a:cs typeface="Calibri"/>
                          <a:sym typeface="Calibri"/>
                        </a:rPr>
                        <a:t>By Voice, No D-ATIS</a:t>
                      </a:r>
                      <a:endParaRPr sz="1050" dirty="0"/>
                    </a:p>
                  </a:txBody>
                  <a:tcPr marL="91450" marR="91450" marT="0" marB="0" anchor="ctr"/>
                </a:tc>
                <a:tc>
                  <a:txBody>
                    <a:bodyPr/>
                    <a:lstStyle/>
                    <a:p>
                      <a:pPr marL="0" marR="0" lvl="0" indent="0" algn="ctr" rtl="0">
                        <a:spcBef>
                          <a:spcPts val="0"/>
                        </a:spcBef>
                        <a:spcAft>
                          <a:spcPts val="0"/>
                        </a:spcAft>
                        <a:buNone/>
                      </a:pPr>
                      <a:r>
                        <a:rPr lang="en-US" sz="900" dirty="0"/>
                        <a:t>KE Tokyo 131.70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450776FE-5E1A-6F13-D147-610A9D0A227C}"/>
              </a:ext>
            </a:extLst>
          </p:cNvPr>
          <p:cNvSpPr txBox="1"/>
          <p:nvPr/>
        </p:nvSpPr>
        <p:spPr>
          <a:xfrm>
            <a:off x="-2501" y="2823262"/>
            <a:ext cx="747320" cy="228643"/>
          </a:xfrm>
          <a:prstGeom prst="rect">
            <a:avLst/>
          </a:prstGeom>
          <a:noFill/>
        </p:spPr>
        <p:txBody>
          <a:bodyPr wrap="none" tIns="36000" bIns="36000" rtlCol="0" anchor="ctr">
            <a:spAutoFit/>
          </a:bodyPr>
          <a:lstStyle/>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HCF 118.3 </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0B1816D6-225A-9F84-1B8C-9AF07D8E2C3E}"/>
              </a:ext>
            </a:extLst>
          </p:cNvPr>
          <p:cNvSpPr/>
          <p:nvPr/>
        </p:nvSpPr>
        <p:spPr>
          <a:xfrm>
            <a:off x="838331" y="293592"/>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A85B1CF1-4A0F-D14D-79EA-BDB67D15BD7A}"/>
              </a:ext>
            </a:extLst>
          </p:cNvPr>
          <p:cNvGraphicFramePr/>
          <p:nvPr>
            <p:extLst>
              <p:ext uri="{D42A27DB-BD31-4B8C-83A1-F6EECF244321}">
                <p14:modId xmlns:p14="http://schemas.microsoft.com/office/powerpoint/2010/main" val="333575172"/>
              </p:ext>
            </p:extLst>
          </p:nvPr>
        </p:nvGraphicFramePr>
        <p:xfrm>
          <a:off x="1" y="624909"/>
          <a:ext cx="2332995" cy="1510570"/>
        </p:xfrm>
        <a:graphic>
          <a:graphicData uri="http://schemas.openxmlformats.org/drawingml/2006/table">
            <a:tbl>
              <a:tblPr firstRow="1" bandRow="1">
                <a:noFill/>
                <a:tableStyleId>{A521BE36-7E6F-4EC9-8D66-1CF97A6895EC}</a:tableStyleId>
              </a:tblPr>
              <a:tblGrid>
                <a:gridCol w="322264">
                  <a:extLst>
                    <a:ext uri="{9D8B030D-6E8A-4147-A177-3AD203B41FA5}">
                      <a16:colId xmlns:a16="http://schemas.microsoft.com/office/drawing/2014/main" val="20000"/>
                    </a:ext>
                  </a:extLst>
                </a:gridCol>
                <a:gridCol w="437417">
                  <a:extLst>
                    <a:ext uri="{9D8B030D-6E8A-4147-A177-3AD203B41FA5}">
                      <a16:colId xmlns:a16="http://schemas.microsoft.com/office/drawing/2014/main" val="20001"/>
                    </a:ext>
                  </a:extLst>
                </a:gridCol>
                <a:gridCol w="216630">
                  <a:extLst>
                    <a:ext uri="{9D8B030D-6E8A-4147-A177-3AD203B41FA5}">
                      <a16:colId xmlns:a16="http://schemas.microsoft.com/office/drawing/2014/main" val="3108217663"/>
                    </a:ext>
                  </a:extLst>
                </a:gridCol>
                <a:gridCol w="597004">
                  <a:extLst>
                    <a:ext uri="{9D8B030D-6E8A-4147-A177-3AD203B41FA5}">
                      <a16:colId xmlns:a16="http://schemas.microsoft.com/office/drawing/2014/main" val="20003"/>
                    </a:ext>
                  </a:extLst>
                </a:gridCol>
                <a:gridCol w="759680">
                  <a:extLst>
                    <a:ext uri="{9D8B030D-6E8A-4147-A177-3AD203B41FA5}">
                      <a16:colId xmlns:a16="http://schemas.microsoft.com/office/drawing/2014/main" val="78134517"/>
                    </a:ext>
                  </a:extLst>
                </a:gridCol>
              </a:tblGrid>
              <a:tr h="159300">
                <a:tc gridSpan="5">
                  <a:txBody>
                    <a:bodyPr/>
                    <a:lstStyle/>
                    <a:p>
                      <a:pPr marL="0" marR="0" lvl="0" indent="0" algn="ctr" rtl="0">
                        <a:spcBef>
                          <a:spcPts val="0"/>
                        </a:spcBef>
                        <a:spcAft>
                          <a:spcPts val="0"/>
                        </a:spcAft>
                        <a:buNone/>
                      </a:pPr>
                      <a:r>
                        <a:rPr lang="en-US" sz="800" dirty="0"/>
                        <a:t>HNL : UTC-10, TA 18000, </a:t>
                      </a:r>
                      <a:r>
                        <a:rPr lang="en-US" sz="800" dirty="0">
                          <a:solidFill>
                            <a:srgbClr val="00B050"/>
                          </a:solidFill>
                        </a:rPr>
                        <a:t>CPDLC KZAK</a:t>
                      </a:r>
                      <a:endParaRPr sz="800" dirty="0">
                        <a:solidFill>
                          <a:srgbClr val="00B05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dirty="0"/>
                        <a:t>08R/L</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KEOLA x</a:t>
                      </a:r>
                    </a:p>
                    <a:p>
                      <a:pPr marL="0" marR="0" lvl="0" indent="0" algn="ctr" rtl="0">
                        <a:spcBef>
                          <a:spcPts val="0"/>
                        </a:spcBef>
                        <a:spcAft>
                          <a:spcPts val="0"/>
                        </a:spcAft>
                        <a:buNone/>
                      </a:pPr>
                      <a:r>
                        <a:rPr lang="en-US" sz="800" b="1" dirty="0">
                          <a:solidFill>
                            <a:srgbClr val="0070C0"/>
                          </a:solidFill>
                        </a:rPr>
                        <a:t>Tx By Plan</a:t>
                      </a:r>
                      <a:endParaRPr sz="800" b="1" dirty="0">
                        <a:solidFill>
                          <a:srgbClr val="0070C0"/>
                        </a:solidFill>
                      </a:endParaRPr>
                    </a:p>
                  </a:txBody>
                  <a:tcPr marL="36000" marR="36000" marT="36000" marB="36000" anchor="ctr"/>
                </a:tc>
                <a:tc rowSpan="2" hMerge="1">
                  <a:txBody>
                    <a:bodyPr/>
                    <a:lstStyle/>
                    <a:p>
                      <a:endParaRPr lang="ko-Kore-KR" altLang="en-US"/>
                    </a:p>
                  </a:txBody>
                  <a:tcPr/>
                </a:tc>
                <a:tc gridSpan="2">
                  <a:txBody>
                    <a:bodyPr/>
                    <a:lstStyle/>
                    <a:p>
                      <a:pPr marL="0" marR="0" lvl="0" indent="0" algn="ctr" rtl="0">
                        <a:spcBef>
                          <a:spcPts val="0"/>
                        </a:spcBef>
                        <a:spcAft>
                          <a:spcPts val="0"/>
                        </a:spcAft>
                        <a:buNone/>
                      </a:pPr>
                      <a:r>
                        <a:rPr lang="en-US" sz="800" b="1" dirty="0"/>
                        <a:t>HD 079 </a:t>
                      </a:r>
                      <a:r>
                        <a:rPr lang="en-US" sz="800" b="1" dirty="0">
                          <a:solidFill>
                            <a:srgbClr val="0070C0"/>
                          </a:solidFill>
                        </a:rPr>
                        <a:t>ALT 5000 </a:t>
                      </a:r>
                      <a:r>
                        <a:rPr lang="en-US" sz="800" b="1" dirty="0">
                          <a:solidFill>
                            <a:srgbClr val="F28943"/>
                          </a:solidFill>
                        </a:rPr>
                        <a:t>TA18000</a:t>
                      </a:r>
                      <a:endParaRPr lang="ko-Kore-KR" altLang="en-US" dirty="0">
                        <a:solidFill>
                          <a:srgbClr val="F28943"/>
                        </a:solidFill>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dirty="0"/>
                        <a:t>26L/R</a:t>
                      </a:r>
                      <a:endParaRPr sz="800" b="1" dirty="0"/>
                    </a:p>
                  </a:txBody>
                  <a:tcPr marL="36000" marR="36000" marT="36000" marB="36000" anchor="ctr"/>
                </a:tc>
                <a:tc gridSpan="2" vMerge="1">
                  <a:txBody>
                    <a:bodyPr/>
                    <a:lstStyle/>
                    <a:p>
                      <a:pPr marL="0" marR="0" lvl="0" indent="0" algn="ctr" rtl="0">
                        <a:spcBef>
                          <a:spcPts val="0"/>
                        </a:spcBef>
                        <a:spcAft>
                          <a:spcPts val="0"/>
                        </a:spcAft>
                        <a:buNone/>
                      </a:pPr>
                      <a:endParaRPr sz="800" dirty="0"/>
                    </a:p>
                  </a:txBody>
                  <a:tcPr marL="36000" marR="36000" marT="36000" marB="36000" anchor="ctr"/>
                </a:tc>
                <a:tc hMerge="1" vMerge="1">
                  <a:txBody>
                    <a:bodyPr/>
                    <a:lstStyle/>
                    <a:p>
                      <a:endParaRPr lang="ko-Kore-KR" altLang="en-US"/>
                    </a:p>
                  </a:txBody>
                  <a:tcPr/>
                </a:tc>
                <a:tc gridSpan="2">
                  <a:txBody>
                    <a:bodyPr/>
                    <a:lstStyle/>
                    <a:p>
                      <a:pPr marL="0" marR="0" lvl="0" indent="0" algn="ctr" rtl="0">
                        <a:spcBef>
                          <a:spcPts val="0"/>
                        </a:spcBef>
                        <a:spcAft>
                          <a:spcPts val="0"/>
                        </a:spcAft>
                        <a:buNone/>
                      </a:pPr>
                      <a:r>
                        <a:rPr lang="en-US" sz="800" dirty="0"/>
                        <a:t>HD 259 </a:t>
                      </a:r>
                      <a:r>
                        <a:rPr lang="en-US" sz="800" dirty="0">
                          <a:solidFill>
                            <a:srgbClr val="0070C0"/>
                          </a:solidFill>
                        </a:rPr>
                        <a:t>ALT 5000 </a:t>
                      </a:r>
                      <a:r>
                        <a:rPr lang="en-US" sz="800" dirty="0">
                          <a:solidFill>
                            <a:srgbClr val="F28943"/>
                          </a:solidFill>
                        </a:rPr>
                        <a:t>TA18000</a:t>
                      </a:r>
                      <a:endParaRPr lang="ko-Kore-KR" altLang="en-US"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800" b="1" dirty="0">
                          <a:solidFill>
                            <a:srgbClr val="0070C0"/>
                          </a:solidFill>
                        </a:rPr>
                        <a:t>HNL</a:t>
                      </a:r>
                      <a:r>
                        <a:rPr lang="en-US" altLang="ko-Kore-KR" sz="600" b="0" dirty="0">
                          <a:solidFill>
                            <a:schemeClr val="dk1"/>
                          </a:solidFill>
                        </a:rPr>
                        <a:t> </a:t>
                      </a:r>
                      <a:r>
                        <a:rPr lang="en-US" altLang="ko-Kore-KR" sz="800" b="1" dirty="0">
                          <a:solidFill>
                            <a:srgbClr val="0070C0"/>
                          </a:solidFill>
                        </a:rPr>
                        <a:t>114.8</a:t>
                      </a:r>
                      <a:endParaRPr lang="en-US" altLang="ko-Kore-KR" sz="600" dirty="0"/>
                    </a:p>
                  </a:txBody>
                  <a:tcPr marL="36000" marR="36000" marT="36000" marB="36000" anchor="ctr"/>
                </a:tc>
                <a:tc hMerge="1">
                  <a:txBody>
                    <a:bodyPr/>
                    <a:lstStyle/>
                    <a:p>
                      <a:pPr marL="0" marR="0" lvl="0" indent="0" algn="ctr" rtl="0">
                        <a:spcBef>
                          <a:spcPts val="0"/>
                        </a:spcBef>
                        <a:spcAft>
                          <a:spcPts val="0"/>
                        </a:spcAft>
                        <a:buNone/>
                      </a:pPr>
                      <a:endParaRPr lang="ko-Kore-KR" dirty="0"/>
                    </a:p>
                  </a:txBody>
                  <a:tcPr marL="36000" marR="36000" marT="36000" marB="36000" anchor="ctr"/>
                </a:tc>
                <a:tc gridSpan="2">
                  <a:txBody>
                    <a:bodyPr/>
                    <a:lstStyle/>
                    <a:p>
                      <a:pPr marL="0" marR="0" lvl="0" indent="0" algn="ctr" rtl="0">
                        <a:spcBef>
                          <a:spcPts val="0"/>
                        </a:spcBef>
                        <a:spcAft>
                          <a:spcPts val="0"/>
                        </a:spcAft>
                        <a:buNone/>
                      </a:pPr>
                      <a:r>
                        <a:rPr lang="en-US" altLang="ko-Kore-KR" sz="800" b="1" dirty="0">
                          <a:solidFill>
                            <a:srgbClr val="C00000"/>
                          </a:solidFill>
                        </a:rPr>
                        <a:t>08L IHNL</a:t>
                      </a:r>
                      <a:r>
                        <a:rPr lang="en-US" altLang="ko-Kore-KR" sz="600" b="0" dirty="0">
                          <a:solidFill>
                            <a:schemeClr val="dk1"/>
                          </a:solidFill>
                        </a:rPr>
                        <a:t> </a:t>
                      </a:r>
                      <a:r>
                        <a:rPr lang="en-US" altLang="ko-Kore-KR" sz="800" b="1" dirty="0">
                          <a:solidFill>
                            <a:srgbClr val="C00000"/>
                          </a:solidFill>
                        </a:rPr>
                        <a:t>111.7</a:t>
                      </a:r>
                      <a:endParaRPr lang="ko-Kore-KR" altLang="ko-Kore-KR" sz="600"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altLang="ko-Kore-KR" sz="800" b="1" dirty="0">
                          <a:solidFill>
                            <a:srgbClr val="C00000"/>
                          </a:solidFill>
                        </a:rPr>
                        <a:t>04R IIUM</a:t>
                      </a:r>
                      <a:r>
                        <a:rPr lang="en-US" altLang="ko-Kore-KR" sz="600" b="0" dirty="0">
                          <a:solidFill>
                            <a:schemeClr val="dk1"/>
                          </a:solidFill>
                        </a:rPr>
                        <a:t> </a:t>
                      </a:r>
                      <a:r>
                        <a:rPr lang="en-US" altLang="ko-Kore-KR" sz="800" b="1" dirty="0">
                          <a:solidFill>
                            <a:srgbClr val="C00000"/>
                          </a:solidFill>
                        </a:rPr>
                        <a:t>110.5</a:t>
                      </a:r>
                      <a:endParaRPr lang="ko-Kore-KR" altLang="en-US" sz="600" dirty="0"/>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08R : HNL 079/1.3, 08L : HNL R045</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04L/R : HNL /2 then CRS 160</a:t>
                      </a: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8"/>
                  </a:ext>
                </a:extLst>
              </a:tr>
              <a:tr h="14477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Gate Hold Proc JEPP</a:t>
                      </a:r>
                    </a:p>
                    <a:p>
                      <a:pPr marL="0" marR="0" lvl="0" indent="0" algn="ctr" rtl="0">
                        <a:lnSpc>
                          <a:spcPct val="100000"/>
                        </a:lnSpc>
                        <a:spcBef>
                          <a:spcPts val="0"/>
                        </a:spcBef>
                        <a:spcAft>
                          <a:spcPts val="0"/>
                        </a:spcAft>
                        <a:buClr>
                          <a:schemeClr val="dk1"/>
                        </a:buClr>
                        <a:buSzPts val="800"/>
                        <a:buFont typeface="Calibri"/>
                        <a:buNone/>
                      </a:pPr>
                      <a:r>
                        <a:rPr lang="en-US" sz="800" dirty="0" err="1"/>
                        <a:t>PushBack</a:t>
                      </a:r>
                      <a:r>
                        <a:rPr lang="en-US" sz="800" dirty="0"/>
                        <a:t> &amp; Start to GND, Gate Start to RAMP</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10"/>
                  </a:ext>
                </a:extLst>
              </a:tr>
            </a:tbl>
          </a:graphicData>
        </a:graphic>
      </p:graphicFrame>
      <p:pic>
        <p:nvPicPr>
          <p:cNvPr id="7" name="그림 6" descr="텍스트, 지도, 폰트이(가) 표시된 사진&#10;&#10;자동 생성된 설명">
            <a:extLst>
              <a:ext uri="{FF2B5EF4-FFF2-40B4-BE49-F238E27FC236}">
                <a16:creationId xmlns:a16="http://schemas.microsoft.com/office/drawing/2014/main" id="{3E47CE53-4BFE-4BE3-6288-6433649AAFC3}"/>
              </a:ext>
            </a:extLst>
          </p:cNvPr>
          <p:cNvPicPr>
            <a:picLocks noChangeAspect="1"/>
          </p:cNvPicPr>
          <p:nvPr/>
        </p:nvPicPr>
        <p:blipFill>
          <a:blip r:embed="rId6"/>
          <a:stretch>
            <a:fillRect/>
          </a:stretch>
        </p:blipFill>
        <p:spPr>
          <a:xfrm>
            <a:off x="-2501" y="2155966"/>
            <a:ext cx="841413" cy="597975"/>
          </a:xfrm>
          <a:prstGeom prst="rect">
            <a:avLst/>
          </a:prstGeom>
        </p:spPr>
      </p:pic>
      <p:pic>
        <p:nvPicPr>
          <p:cNvPr id="4" name="그래픽 3" descr="집 Wi-Fi에서 작업 단색으로 채워진">
            <a:hlinkClick r:id="" action="ppaction://hlinkshowjump?jump=firstslide"/>
            <a:extLst>
              <a:ext uri="{FF2B5EF4-FFF2-40B4-BE49-F238E27FC236}">
                <a16:creationId xmlns:a16="http://schemas.microsoft.com/office/drawing/2014/main" id="{640B8F90-F592-DDAB-EFF4-9602FEA2D1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1665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342102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2F1D7D5E-6221-E103-B7D5-91EF33BDE36F}"/>
            </a:ext>
          </a:extLst>
        </p:cNvPr>
        <p:cNvGrpSpPr/>
        <p:nvPr/>
      </p:nvGrpSpPr>
      <p:grpSpPr>
        <a:xfrm>
          <a:off x="0" y="0"/>
          <a:ext cx="0" cy="0"/>
          <a:chOff x="0" y="0"/>
          <a:chExt cx="0" cy="0"/>
        </a:xfrm>
      </p:grpSpPr>
      <p:graphicFrame>
        <p:nvGraphicFramePr>
          <p:cNvPr id="273" name="Google Shape;273;p16">
            <a:extLst>
              <a:ext uri="{FF2B5EF4-FFF2-40B4-BE49-F238E27FC236}">
                <a16:creationId xmlns:a16="http://schemas.microsoft.com/office/drawing/2014/main" id="{D470155E-A2DD-E239-7334-ED0723C54C96}"/>
              </a:ext>
            </a:extLst>
          </p:cNvPr>
          <p:cNvGraphicFramePr/>
          <p:nvPr>
            <p:extLst>
              <p:ext uri="{D42A27DB-BD31-4B8C-83A1-F6EECF244321}">
                <p14:modId xmlns:p14="http://schemas.microsoft.com/office/powerpoint/2010/main" val="1998580047"/>
              </p:ext>
            </p:extLst>
          </p:nvPr>
        </p:nvGraphicFramePr>
        <p:xfrm>
          <a:off x="4410" y="3514148"/>
          <a:ext cx="2305886" cy="2057103"/>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362226">
                  <a:extLst>
                    <a:ext uri="{9D8B030D-6E8A-4147-A177-3AD203B41FA5}">
                      <a16:colId xmlns:a16="http://schemas.microsoft.com/office/drawing/2014/main" val="1384067485"/>
                    </a:ext>
                  </a:extLst>
                </a:gridCol>
                <a:gridCol w="905566">
                  <a:extLst>
                    <a:ext uri="{9D8B030D-6E8A-4147-A177-3AD203B41FA5}">
                      <a16:colId xmlns:a16="http://schemas.microsoft.com/office/drawing/2014/main" val="20005"/>
                    </a:ext>
                  </a:extLst>
                </a:gridCol>
              </a:tblGrid>
              <a:tr h="346592">
                <a:tc gridSpan="4">
                  <a:txBody>
                    <a:bodyPr/>
                    <a:lstStyle/>
                    <a:p>
                      <a:pPr marL="0" marR="0" lvl="0" indent="0" algn="ctr" rtl="0">
                        <a:spcBef>
                          <a:spcPts val="0"/>
                        </a:spcBef>
                        <a:spcAft>
                          <a:spcPts val="0"/>
                        </a:spcAft>
                        <a:buNone/>
                      </a:pPr>
                      <a:r>
                        <a:rPr lang="en-US" sz="800" dirty="0"/>
                        <a:t>SYD </a:t>
                      </a:r>
                      <a:r>
                        <a:rPr lang="en-US" sz="800" dirty="0">
                          <a:solidFill>
                            <a:srgbClr val="00B0F0"/>
                          </a:solidFill>
                        </a:rPr>
                        <a:t>[335/155]</a:t>
                      </a:r>
                      <a:r>
                        <a:rPr lang="en-US" sz="800" dirty="0"/>
                        <a:t> UTC+10/11 TL110 </a:t>
                      </a:r>
                      <a:r>
                        <a:rPr lang="en-US" sz="700" b="0" dirty="0"/>
                        <a:t>RW34L/16R on Req</a:t>
                      </a:r>
                      <a:endParaRPr lang="en-US" sz="800" b="0" dirty="0"/>
                    </a:p>
                    <a:p>
                      <a:pPr marL="0" marR="0" lvl="0" indent="0" algn="ctr" rtl="0">
                        <a:spcBef>
                          <a:spcPts val="0"/>
                        </a:spcBef>
                        <a:spcAft>
                          <a:spcPts val="0"/>
                        </a:spcAft>
                        <a:buNone/>
                      </a:pPr>
                      <a:r>
                        <a:rPr lang="en-US" sz="800" dirty="0">
                          <a:solidFill>
                            <a:srgbClr val="FFC000"/>
                          </a:solidFill>
                        </a:rPr>
                        <a:t>CHK SEMAP, Curfew 2300-0600LT, CPDLC PSN rep</a:t>
                      </a:r>
                    </a:p>
                    <a:p>
                      <a:pPr marL="0" marR="0" lvl="0" indent="0" algn="ctr" rtl="0">
                        <a:spcBef>
                          <a:spcPts val="0"/>
                        </a:spcBef>
                        <a:spcAft>
                          <a:spcPts val="0"/>
                        </a:spcAft>
                        <a:buNone/>
                      </a:pPr>
                      <a:r>
                        <a:rPr lang="en-US" sz="800" dirty="0">
                          <a:solidFill>
                            <a:srgbClr val="FFC000"/>
                          </a:solidFill>
                        </a:rPr>
                        <a:t>ILS PRM, Noise Abate Proc Review</a:t>
                      </a: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47003">
                <a:tc>
                  <a:txBody>
                    <a:bodyPr/>
                    <a:lstStyle/>
                    <a:p>
                      <a:pPr marL="0" marR="0" lvl="0" indent="0" algn="ctr" rtl="0">
                        <a:spcBef>
                          <a:spcPts val="0"/>
                        </a:spcBef>
                        <a:spcAft>
                          <a:spcPts val="0"/>
                        </a:spcAft>
                        <a:buNone/>
                      </a:pPr>
                      <a:r>
                        <a:rPr lang="en-US" sz="800" b="1" dirty="0"/>
                        <a:t>16L</a:t>
                      </a:r>
                      <a:r>
                        <a:rPr lang="en-US" sz="800" b="0" dirty="0"/>
                        <a:t>/R</a:t>
                      </a:r>
                      <a:endParaRPr sz="800" b="0" dirty="0"/>
                    </a:p>
                  </a:txBody>
                  <a:tcPr marL="0" marR="0" marT="36000" marB="36000" anchor="ctr"/>
                </a:tc>
                <a:tc rowSpan="2">
                  <a:txBody>
                    <a:bodyPr/>
                    <a:lstStyle/>
                    <a:p>
                      <a:pPr marL="0" marR="0" lvl="0" indent="0" algn="ctr" rtl="0">
                        <a:spcBef>
                          <a:spcPts val="0"/>
                        </a:spcBef>
                        <a:spcAft>
                          <a:spcPts val="0"/>
                        </a:spcAft>
                        <a:buNone/>
                      </a:pPr>
                      <a:r>
                        <a:rPr lang="en-US" sz="800" b="1" dirty="0"/>
                        <a:t>BOREE x A</a:t>
                      </a:r>
                    </a:p>
                    <a:p>
                      <a:pPr marL="0" marR="0" lvl="0" indent="0" algn="ctr" rtl="0">
                        <a:spcBef>
                          <a:spcPts val="0"/>
                        </a:spcBef>
                        <a:spcAft>
                          <a:spcPts val="0"/>
                        </a:spcAft>
                        <a:buNone/>
                      </a:pPr>
                      <a:r>
                        <a:rPr lang="en-US" sz="800" b="1" dirty="0"/>
                        <a:t>(x P for 16R)</a:t>
                      </a:r>
                      <a:endParaRPr lang="en-US" sz="800" b="0" dirty="0"/>
                    </a:p>
                  </a:txBody>
                  <a:tcPr marL="0" marR="0" marT="36000" marB="36000" anchor="ctr"/>
                </a:tc>
                <a:tc>
                  <a:txBody>
                    <a:bodyPr/>
                    <a:lstStyle/>
                    <a:p>
                      <a:pPr marL="0" marR="0" lvl="0" indent="0" algn="ctr" rtl="0">
                        <a:spcBef>
                          <a:spcPts val="0"/>
                        </a:spcBef>
                        <a:spcAft>
                          <a:spcPts val="0"/>
                        </a:spcAft>
                        <a:buNone/>
                      </a:pPr>
                      <a:r>
                        <a:rPr lang="en-US" altLang="ko-Kore-KR" sz="800" b="0" dirty="0"/>
                        <a:t>URDEN </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16L/R</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147003">
                <a:tc>
                  <a:txBody>
                    <a:bodyPr/>
                    <a:lstStyle/>
                    <a:p>
                      <a:pPr marL="0" marR="0" lvl="0" indent="0" algn="ctr" rtl="0">
                        <a:spcBef>
                          <a:spcPts val="0"/>
                        </a:spcBef>
                        <a:spcAft>
                          <a:spcPts val="0"/>
                        </a:spcAft>
                        <a:buNone/>
                      </a:pPr>
                      <a:r>
                        <a:rPr lang="en-US" sz="800" b="1" dirty="0"/>
                        <a:t>34R/L</a:t>
                      </a:r>
                      <a:endParaRPr sz="800" b="1" dirty="0"/>
                    </a:p>
                  </a:txBody>
                  <a:tcPr marL="0" marR="0" marT="36000" marB="36000" anchor="ctr"/>
                </a:tc>
                <a:tc vMerge="1">
                  <a:txBody>
                    <a:bodyPr/>
                    <a:lstStyle/>
                    <a:p>
                      <a:endParaRPr dirty="0"/>
                    </a:p>
                  </a:txBody>
                  <a:tcPr marL="0" marR="0" marT="36000" marB="36000" anchor="ctr"/>
                </a:tc>
                <a:tc>
                  <a:txBody>
                    <a:bodyPr/>
                    <a:lstStyle/>
                    <a:p>
                      <a:pPr marL="0" marR="0" lvl="0" indent="0" algn="ctr" rtl="0">
                        <a:spcBef>
                          <a:spcPts val="0"/>
                        </a:spcBef>
                        <a:spcAft>
                          <a:spcPts val="0"/>
                        </a:spcAft>
                        <a:buNone/>
                      </a:pPr>
                      <a:r>
                        <a:rPr lang="en-US" altLang="ko-Kore-KR" sz="800" b="0" dirty="0"/>
                        <a:t>SOSIJ</a:t>
                      </a: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ILS 34L/R</a:t>
                      </a:r>
                    </a:p>
                  </a:txBody>
                  <a:tcPr marL="0" marR="0" marT="36000" marB="36000" anchor="ctr"/>
                </a:tc>
                <a:extLst>
                  <a:ext uri="{0D108BD9-81ED-4DB2-BD59-A6C34878D82A}">
                    <a16:rowId xmlns:a16="http://schemas.microsoft.com/office/drawing/2014/main" val="10002"/>
                  </a:ext>
                </a:extLst>
              </a:tr>
              <a:tr h="151942">
                <a:tc>
                  <a:txBody>
                    <a:bodyPr/>
                    <a:lstStyle/>
                    <a:p>
                      <a:pPr marL="0" marR="0" lvl="0" indent="0" algn="ctr" rtl="0">
                        <a:spcBef>
                          <a:spcPts val="0"/>
                        </a:spcBef>
                        <a:spcAft>
                          <a:spcPts val="0"/>
                        </a:spcAft>
                        <a:buNone/>
                      </a:pPr>
                      <a:r>
                        <a:rPr lang="en-US" sz="800" b="1" dirty="0">
                          <a:solidFill>
                            <a:schemeClr val="tx1"/>
                          </a:solidFill>
                        </a:rPr>
                        <a:t>NAV</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800" b="0" dirty="0">
                          <a:solidFill>
                            <a:srgbClr val="0070C0"/>
                          </a:solidFill>
                        </a:rPr>
                        <a:t> SY, </a:t>
                      </a:r>
                      <a:r>
                        <a:rPr lang="en-US" sz="800" b="1" dirty="0">
                          <a:solidFill>
                            <a:srgbClr val="C00000"/>
                          </a:solidFill>
                        </a:rPr>
                        <a:t>34L ISN, 34R IKN, 16L ISS, 16R IKS</a:t>
                      </a:r>
                      <a:endParaRPr lang="en-US" altLang="ko-Kore-KR" sz="800" b="0" dirty="0">
                        <a:solidFill>
                          <a:srgbClr val="7030A0"/>
                        </a:solidFill>
                      </a:endParaRPr>
                    </a:p>
                  </a:txBody>
                  <a:tcPr marL="0" marR="0" marT="36000" marB="36000" anchor="ctr"/>
                </a:tc>
                <a:tc hMerge="1">
                  <a:txBody>
                    <a:bodyPr/>
                    <a:lstStyle/>
                    <a:p>
                      <a:pPr marL="0" marR="0" lvl="0" indent="0" algn="ctr" rtl="0">
                        <a:spcBef>
                          <a:spcPts val="0"/>
                        </a:spcBef>
                        <a:spcAft>
                          <a:spcPts val="0"/>
                        </a:spcAft>
                        <a:buNone/>
                      </a:pPr>
                      <a:endParaRPr lang="en-US" sz="800" b="0" dirty="0"/>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3028911343"/>
                  </a:ext>
                </a:extLst>
              </a:tr>
              <a:tr h="151942">
                <a:tc>
                  <a:txBody>
                    <a:bodyPr/>
                    <a:lstStyle/>
                    <a:p>
                      <a:pPr marL="0" marR="0" lvl="0" indent="0" algn="ctr" rtl="0">
                        <a:spcBef>
                          <a:spcPts val="0"/>
                        </a:spcBef>
                        <a:spcAft>
                          <a:spcPts val="0"/>
                        </a:spcAft>
                        <a:buNone/>
                      </a:pPr>
                      <a:r>
                        <a:rPr lang="en-US" sz="800" b="1" dirty="0">
                          <a:solidFill>
                            <a:schemeClr val="tx1"/>
                          </a:solidFill>
                        </a:rPr>
                        <a:t>FIX</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ore-KR" sz="800" b="0" dirty="0">
                          <a:solidFill>
                            <a:schemeClr val="bg1"/>
                          </a:solidFill>
                        </a:rPr>
                        <a:t>RW /10(185-160kt), /5(160-150kts)</a:t>
                      </a: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22701649"/>
                  </a:ext>
                </a:extLst>
              </a:tr>
              <a:tr h="33184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34R : </a:t>
                      </a:r>
                      <a:r>
                        <a:rPr lang="en-US" altLang="ko-KR" sz="800" b="1" dirty="0">
                          <a:solidFill>
                            <a:srgbClr val="0070C0"/>
                          </a:solidFill>
                        </a:rPr>
                        <a:t>U1</a:t>
                      </a:r>
                      <a:r>
                        <a:rPr lang="en-US" sz="800" b="1" dirty="0">
                          <a:solidFill>
                            <a:srgbClr val="0070C0"/>
                          </a:solidFill>
                        </a:rPr>
                        <a:t>(5515’), </a:t>
                      </a:r>
                      <a:r>
                        <a:rPr lang="en-US" sz="800" b="1" dirty="0">
                          <a:solidFill>
                            <a:schemeClr val="dk1"/>
                          </a:solidFill>
                        </a:rPr>
                        <a:t>L(7378’),  34L : </a:t>
                      </a:r>
                      <a:r>
                        <a:rPr lang="en-US" sz="800" b="1" dirty="0">
                          <a:solidFill>
                            <a:srgbClr val="C00000"/>
                          </a:solidFill>
                        </a:rPr>
                        <a:t>A3(6207’)</a:t>
                      </a:r>
                      <a:r>
                        <a:rPr lang="en-US" sz="800" b="1" dirty="0">
                          <a:solidFill>
                            <a:schemeClr val="dk1"/>
                          </a:solidFill>
                        </a:rPr>
                        <a:t>, </a:t>
                      </a:r>
                      <a:r>
                        <a:rPr lang="en-US" sz="800" b="1" dirty="0">
                          <a:solidFill>
                            <a:srgbClr val="0070C0"/>
                          </a:solidFill>
                        </a:rPr>
                        <a:t>A2(6620’)</a:t>
                      </a: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16L</a:t>
                      </a:r>
                      <a:r>
                        <a:rPr lang="en-US" sz="700" b="1" dirty="0">
                          <a:solidFill>
                            <a:srgbClr val="C00000"/>
                          </a:solidFill>
                        </a:rPr>
                        <a:t>DIS</a:t>
                      </a:r>
                      <a:r>
                        <a:rPr lang="en-US" sz="800" b="1" dirty="0">
                          <a:solidFill>
                            <a:schemeClr val="bg1"/>
                          </a:solidFill>
                        </a:rPr>
                        <a:t>:</a:t>
                      </a:r>
                      <a:r>
                        <a:rPr lang="en-US" sz="800" b="1" dirty="0">
                          <a:solidFill>
                            <a:srgbClr val="0070C0"/>
                          </a:solidFill>
                        </a:rPr>
                        <a:t>T4(5718’),</a:t>
                      </a:r>
                      <a:r>
                        <a:rPr lang="en-US" sz="800" b="1" dirty="0">
                          <a:solidFill>
                            <a:schemeClr val="bg1"/>
                          </a:solidFill>
                        </a:rPr>
                        <a:t>T6(6971’), 16R : </a:t>
                      </a:r>
                      <a:r>
                        <a:rPr lang="en-US" sz="800" b="1" dirty="0">
                          <a:solidFill>
                            <a:srgbClr val="C00000"/>
                          </a:solidFill>
                        </a:rPr>
                        <a:t>A3(6210’)</a:t>
                      </a:r>
                      <a:r>
                        <a:rPr lang="en-US" sz="800" b="1" dirty="0">
                          <a:solidFill>
                            <a:schemeClr val="bg1"/>
                          </a:solidFill>
                        </a:rPr>
                        <a:t>,</a:t>
                      </a:r>
                      <a:r>
                        <a:rPr lang="en-US" sz="800" b="1" dirty="0">
                          <a:solidFill>
                            <a:srgbClr val="0070C0"/>
                          </a:solidFill>
                        </a:rPr>
                        <a:t>A4(6561’)</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Prefer Exit </a:t>
                      </a:r>
                      <a:r>
                        <a:rPr lang="en-US" sz="800" b="1" dirty="0" err="1">
                          <a:solidFill>
                            <a:srgbClr val="0070C0"/>
                          </a:solidFill>
                        </a:rPr>
                        <a:t>Unble</a:t>
                      </a:r>
                      <a:r>
                        <a:rPr lang="en-US" sz="800" b="1" dirty="0">
                          <a:solidFill>
                            <a:srgbClr val="0070C0"/>
                          </a:solidFill>
                        </a:rPr>
                        <a:t> ATC, </a:t>
                      </a:r>
                      <a:r>
                        <a:rPr lang="en-US" sz="800" b="1" dirty="0">
                          <a:solidFill>
                            <a:srgbClr val="00B050"/>
                          </a:solidFill>
                        </a:rPr>
                        <a:t>min REV TH, </a:t>
                      </a:r>
                      <a:r>
                        <a:rPr lang="en-US" sz="800" b="1" dirty="0">
                          <a:solidFill>
                            <a:srgbClr val="C00000"/>
                          </a:solidFill>
                        </a:rPr>
                        <a:t>NO LASHO</a:t>
                      </a:r>
                      <a:endParaRPr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38645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bg1"/>
                          </a:solidFill>
                        </a:rPr>
                        <a:t>SY 20NM Below 9000ft, Intl x, Dom x - TWY</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Same Spot no. International/Domestic</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a:extLst>
              <a:ext uri="{FF2B5EF4-FFF2-40B4-BE49-F238E27FC236}">
                <a16:creationId xmlns:a16="http://schemas.microsoft.com/office/drawing/2014/main" id="{D63D20E5-1294-C9A5-D4A5-769AF90E770C}"/>
              </a:ext>
            </a:extLst>
          </p:cNvPr>
          <p:cNvGraphicFramePr/>
          <p:nvPr>
            <p:extLst>
              <p:ext uri="{D42A27DB-BD31-4B8C-83A1-F6EECF244321}">
                <p14:modId xmlns:p14="http://schemas.microsoft.com/office/powerpoint/2010/main" val="3885191016"/>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400" dirty="0">
                          <a:solidFill>
                            <a:schemeClr val="tx1"/>
                          </a:solidFill>
                          <a:hlinkClick r:id="rId3">
                            <a:extLst>
                              <a:ext uri="{A12FA001-AC4F-418D-AE19-62706E023703}">
                                <ahyp:hlinkClr xmlns:ahyp="http://schemas.microsoft.com/office/drawing/2018/hyperlinkcolor" val="tx"/>
                              </a:ext>
                            </a:extLst>
                          </a:hlinkClick>
                        </a:rPr>
                        <a:t>RKSI(ICN) 23ft</a:t>
                      </a:r>
                      <a:endParaRP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YSSY(SYD) 21ft</a:t>
                      </a:r>
                      <a:endParaRPr lang="en-US" altLang="ko-Kore-KR" sz="14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Menzies SYD 129.6</a:t>
                      </a:r>
                    </a:p>
                    <a:p>
                      <a:pPr marL="0" marR="0" lvl="0" indent="0" algn="ctr" rtl="0">
                        <a:spcBef>
                          <a:spcPts val="0"/>
                        </a:spcBef>
                        <a:spcAft>
                          <a:spcPts val="0"/>
                        </a:spcAft>
                        <a:buNone/>
                      </a:pPr>
                      <a:r>
                        <a:rPr lang="en-US" sz="700" dirty="0">
                          <a:solidFill>
                            <a:srgbClr val="C00000"/>
                          </a:solidFill>
                        </a:rPr>
                        <a:t>No D-ATIS</a:t>
                      </a:r>
                      <a:endParaRPr sz="700" dirty="0">
                        <a:solidFill>
                          <a:srgbClr val="C0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11DCF193-22BF-78D8-F963-AFCFFEFDE78C}"/>
              </a:ext>
            </a:extLst>
          </p:cNvPr>
          <p:cNvSpPr txBox="1"/>
          <p:nvPr/>
        </p:nvSpPr>
        <p:spPr>
          <a:xfrm>
            <a:off x="-69798" y="2806228"/>
            <a:ext cx="15167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Kobe 118.9 - FUK APP 119.65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RDR – 121.125</a:t>
            </a:r>
          </a:p>
        </p:txBody>
      </p:sp>
      <p:sp>
        <p:nvSpPr>
          <p:cNvPr id="2" name="직사각형 1">
            <a:hlinkClick r:id="" action="ppaction://hlinkshowjump?jump=firstslide"/>
            <a:extLst>
              <a:ext uri="{FF2B5EF4-FFF2-40B4-BE49-F238E27FC236}">
                <a16:creationId xmlns:a16="http://schemas.microsoft.com/office/drawing/2014/main" id="{E08AB1EE-7ED8-152A-7E53-D53903BE0011}"/>
              </a:ext>
            </a:extLst>
          </p:cNvPr>
          <p:cNvSpPr/>
          <p:nvPr/>
        </p:nvSpPr>
        <p:spPr>
          <a:xfrm>
            <a:off x="833912" y="231754"/>
            <a:ext cx="644531" cy="276999"/>
          </a:xfrm>
          <a:prstGeom prst="rect">
            <a:avLst/>
          </a:prstGeom>
          <a:noFill/>
        </p:spPr>
        <p:txBody>
          <a:bodyPr wrap="square" lIns="0" tIns="0" rIns="0" bIns="0">
            <a:spAutoFit/>
          </a:bodyPr>
          <a:lstStyle/>
          <a:p>
            <a:pPr algn="ctr"/>
            <a:r>
              <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F5C01C5-10C1-0542-9498-09979F835AF4}"/>
              </a:ext>
            </a:extLst>
          </p:cNvPr>
          <p:cNvGraphicFramePr/>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B5FA85F4-F279-9339-2887-30099F425A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5702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7585321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ACAB036-A860-7F06-9027-467DE1149EF0}"/>
            </a:ext>
          </a:extLst>
        </p:cNvPr>
        <p:cNvGrpSpPr/>
        <p:nvPr/>
      </p:nvGrpSpPr>
      <p:grpSpPr>
        <a:xfrm>
          <a:off x="0" y="0"/>
          <a:ext cx="0" cy="0"/>
          <a:chOff x="0" y="0"/>
          <a:chExt cx="0" cy="0"/>
        </a:xfrm>
      </p:grpSpPr>
      <p:graphicFrame>
        <p:nvGraphicFramePr>
          <p:cNvPr id="402" name="Google Shape;402;p31">
            <a:extLst>
              <a:ext uri="{FF2B5EF4-FFF2-40B4-BE49-F238E27FC236}">
                <a16:creationId xmlns:a16="http://schemas.microsoft.com/office/drawing/2014/main" id="{2E48452D-16D9-7FF8-10AC-818B0A46AC04}"/>
              </a:ext>
            </a:extLst>
          </p:cNvPr>
          <p:cNvGraphicFramePr/>
          <p:nvPr>
            <p:extLst>
              <p:ext uri="{D42A27DB-BD31-4B8C-83A1-F6EECF244321}">
                <p14:modId xmlns:p14="http://schemas.microsoft.com/office/powerpoint/2010/main" val="3767034991"/>
              </p:ext>
            </p:extLst>
          </p:nvPr>
        </p:nvGraphicFramePr>
        <p:xfrm>
          <a:off x="0" y="1"/>
          <a:ext cx="2328875" cy="5286306"/>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2915">
                <a:tc>
                  <a:txBody>
                    <a:bodyPr/>
                    <a:lstStyle/>
                    <a:p>
                      <a:pPr marL="0" marR="0" lvl="0" indent="0" algn="l" rtl="0">
                        <a:spcBef>
                          <a:spcPts val="0"/>
                        </a:spcBef>
                        <a:spcAft>
                          <a:spcPts val="0"/>
                        </a:spcAft>
                        <a:buNone/>
                      </a:pPr>
                      <a:r>
                        <a:rPr lang="en-US" sz="1000" dirty="0">
                          <a:latin typeface="+mn-lt"/>
                        </a:rPr>
                        <a:t>EDTO Procedure</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957683">
                <a:tc>
                  <a:txBody>
                    <a:bodyPr/>
                    <a:lstStyle/>
                    <a:p>
                      <a:pPr marL="0" marR="0" lvl="0" indent="0" algn="l" rtl="0">
                        <a:lnSpc>
                          <a:spcPct val="100000"/>
                        </a:lnSpc>
                        <a:spcBef>
                          <a:spcPts val="0"/>
                        </a:spcBef>
                        <a:spcAft>
                          <a:spcPts val="0"/>
                        </a:spcAft>
                        <a:buNone/>
                      </a:pPr>
                      <a:r>
                        <a:rPr lang="en-US" sz="10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dirty="0">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bg1"/>
                          </a:solidFill>
                          <a:latin typeface="+mn-lt"/>
                        </a:rPr>
                        <a:t>RVSM CHK : </a:t>
                      </a:r>
                      <a:r>
                        <a:rPr lang="en-US" altLang="ko-KR" sz="800" b="1" dirty="0">
                          <a:solidFill>
                            <a:srgbClr val="0070C0"/>
                          </a:solidFill>
                          <a:latin typeface="+mn-lt"/>
                        </a:rPr>
                        <a:t>CAPT/FO 20ft, PILOT/FE 75ft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Century Gothic" panose="020B0502020202020204"/>
                          <a:cs typeface="Calibri"/>
                        </a:rPr>
                        <a:t>(PFD/ISIS 60ft, ST-BY 300ft)</a:t>
                      </a:r>
                      <a:endParaRPr lang="en-US" altLang="ko-KR" sz="800" b="1" dirty="0">
                        <a:solidFill>
                          <a:srgbClr val="0070C0"/>
                        </a:solidFill>
                        <a:latin typeface="+mn-lt"/>
                      </a:endParaRPr>
                    </a:p>
                    <a:p>
                      <a:pPr marL="0" marR="0" lvl="0" indent="0" algn="l" rtl="0">
                        <a:spcBef>
                          <a:spcPts val="0"/>
                        </a:spcBef>
                        <a:spcAft>
                          <a:spcPts val="0"/>
                        </a:spcAft>
                        <a:buNone/>
                      </a:pPr>
                      <a:r>
                        <a:rPr lang="en-US" altLang="ko-KR" sz="800" dirty="0">
                          <a:solidFill>
                            <a:schemeClr val="bg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bg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354379">
                <a:tc>
                  <a:txBody>
                    <a:bodyPr/>
                    <a:lstStyle/>
                    <a:p>
                      <a:pPr marL="0" marR="0" lvl="0" indent="0" algn="l" rtl="0">
                        <a:lnSpc>
                          <a:spcPct val="100000"/>
                        </a:lnSpc>
                        <a:spcBef>
                          <a:spcPts val="0"/>
                        </a:spcBef>
                        <a:spcAft>
                          <a:spcPts val="0"/>
                        </a:spcAft>
                        <a:buNone/>
                      </a:pPr>
                      <a:r>
                        <a:rPr lang="en-US" sz="10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107110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BEFORE EEP (Entry Point, </a:t>
                      </a:r>
                      <a:r>
                        <a:rPr kumimoji="0" lang="en-US" altLang="ko-Kore-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ERA </a:t>
                      </a:r>
                      <a:r>
                        <a:rPr kumimoji="0" lang="ko-Kore-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60min(</a:t>
                      </a:r>
                      <a:r>
                        <a:rPr kumimoji="0" lang="en-US" altLang="ko-Kore-KR" sz="800" b="0" i="0" u="none" strike="noStrike" kern="0" cap="none" spc="0" normalizeH="0" baseline="0" noProof="0" dirty="0" err="1">
                          <a:ln>
                            <a:noFill/>
                          </a:ln>
                          <a:solidFill>
                            <a:schemeClr val="bg1"/>
                          </a:solidFill>
                          <a:effectLst/>
                          <a:uLnTx/>
                          <a:uFillTx/>
                          <a:latin typeface="Arial"/>
                          <a:ea typeface="Helvetica Neue"/>
                          <a:cs typeface="Helvetica Neue"/>
                          <a:sym typeface="Helvetica Neue"/>
                        </a:rPr>
                        <a:t>Theshold</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A330</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420NM</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endPar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One Eng : CRZ SPD 310kts, 180min 1235NM</a:t>
                      </a:r>
                      <a:endParaRPr kumimoji="0" lang="en-US" altLang="ko-Kore-KR" sz="800" b="0" i="0" u="none" strike="noStrike" kern="0" cap="none" spc="0" normalizeH="0" baseline="0" noProof="0" dirty="0">
                        <a:ln>
                          <a:noFill/>
                        </a:ln>
                        <a:solidFill>
                          <a:srgbClr val="0070C0"/>
                        </a:solidFill>
                        <a:effectLst/>
                        <a:uLnTx/>
                        <a:uFillTx/>
                        <a:latin typeface="+mn-lt"/>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DATA – ETP Page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41863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endParaRPr kumimoji="0" lang="en-US" altLang="ko-Kore-KR" sz="8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a:cs typeface="Calibri"/>
                          <a:sym typeface="Arial"/>
                        </a:rPr>
                        <a:t>TERR Escape RTE Papua New Guinea</a:t>
                      </a:r>
                    </a:p>
                  </a:txBody>
                  <a:tcPr marL="36000" marR="36000" marT="36000" marB="36000"/>
                </a:tc>
                <a:extLst>
                  <a:ext uri="{0D108BD9-81ED-4DB2-BD59-A6C34878D82A}">
                    <a16:rowId xmlns:a16="http://schemas.microsoft.com/office/drawing/2014/main" val="1799958746"/>
                  </a:ext>
                </a:extLst>
              </a:tr>
              <a:tr h="5887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Diversion</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Enroute RNP downgrade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Weather min ERA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LAND ASAP by ECAM, QRH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GEN(IDG, APU, EMER) + Multi Fail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Main GEN(IDG, APU) + G HYD(low LVL, PRESS, Overheat)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Increased Fuel Consumption </a:t>
                      </a:r>
                    </a:p>
                  </a:txBody>
                  <a:tcPr marL="36000" marR="36000" marT="36000" marB="36000"/>
                </a:tc>
                <a:extLst>
                  <a:ext uri="{0D108BD9-81ED-4DB2-BD59-A6C34878D82A}">
                    <a16:rowId xmlns:a16="http://schemas.microsoft.com/office/drawing/2014/main" val="758072219"/>
                  </a:ext>
                </a:extLst>
              </a:tr>
              <a:tr h="6439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EDTO ERA</a:t>
                      </a:r>
                      <a:r>
                        <a:rPr kumimoji="0" lang="ko-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Change, ETP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3091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txBody>
                  <a:tcPr marL="36000" marR="36000" marT="36000" marB="36000"/>
                </a:tc>
                <a:extLst>
                  <a:ext uri="{0D108BD9-81ED-4DB2-BD59-A6C34878D82A}">
                    <a16:rowId xmlns:a16="http://schemas.microsoft.com/office/drawing/2014/main" val="3122030425"/>
                  </a:ext>
                </a:extLst>
              </a:tr>
            </a:tbl>
          </a:graphicData>
        </a:graphic>
      </p:graphicFrame>
    </p:spTree>
    <p:extLst>
      <p:ext uri="{BB962C8B-B14F-4D97-AF65-F5344CB8AC3E}">
        <p14:creationId xmlns:p14="http://schemas.microsoft.com/office/powerpoint/2010/main" val="27277887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E349AFE4-C898-4DE6-24BD-47FF9A103449}"/>
            </a:ext>
          </a:extLst>
        </p:cNvPr>
        <p:cNvGrpSpPr/>
        <p:nvPr/>
      </p:nvGrpSpPr>
      <p:grpSpPr>
        <a:xfrm>
          <a:off x="0" y="0"/>
          <a:ext cx="0" cy="0"/>
          <a:chOff x="0" y="0"/>
          <a:chExt cx="0" cy="0"/>
        </a:xfrm>
      </p:grpSpPr>
      <p:graphicFrame>
        <p:nvGraphicFramePr>
          <p:cNvPr id="282" name="Google Shape;282;p17">
            <a:extLst>
              <a:ext uri="{FF2B5EF4-FFF2-40B4-BE49-F238E27FC236}">
                <a16:creationId xmlns:a16="http://schemas.microsoft.com/office/drawing/2014/main" id="{742C0323-9722-4605-ADA2-A0F7A74A8DF6}"/>
              </a:ext>
            </a:extLst>
          </p:cNvPr>
          <p:cNvGraphicFramePr/>
          <p:nvPr>
            <p:extLst>
              <p:ext uri="{D42A27DB-BD31-4B8C-83A1-F6EECF244321}">
                <p14:modId xmlns:p14="http://schemas.microsoft.com/office/powerpoint/2010/main" val="2206193314"/>
              </p:ext>
            </p:extLst>
          </p:nvPr>
        </p:nvGraphicFramePr>
        <p:xfrm>
          <a:off x="6596" y="725409"/>
          <a:ext cx="2328850" cy="1598650"/>
        </p:xfrm>
        <a:graphic>
          <a:graphicData uri="http://schemas.openxmlformats.org/drawingml/2006/table">
            <a:tbl>
              <a:tblPr firstRow="1" bandRow="1">
                <a:noFill/>
                <a:tableStyleId>{A521BE36-7E6F-4EC9-8D66-1CF97A6895EC}</a:tableStyleId>
              </a:tblPr>
              <a:tblGrid>
                <a:gridCol w="351162">
                  <a:extLst>
                    <a:ext uri="{9D8B030D-6E8A-4147-A177-3AD203B41FA5}">
                      <a16:colId xmlns:a16="http://schemas.microsoft.com/office/drawing/2014/main" val="20000"/>
                    </a:ext>
                  </a:extLst>
                </a:gridCol>
                <a:gridCol w="100816">
                  <a:extLst>
                    <a:ext uri="{9D8B030D-6E8A-4147-A177-3AD203B41FA5}">
                      <a16:colId xmlns:a16="http://schemas.microsoft.com/office/drawing/2014/main" val="20001"/>
                    </a:ext>
                  </a:extLst>
                </a:gridCol>
                <a:gridCol w="493266">
                  <a:extLst>
                    <a:ext uri="{9D8B030D-6E8A-4147-A177-3AD203B41FA5}">
                      <a16:colId xmlns:a16="http://schemas.microsoft.com/office/drawing/2014/main" val="4194794502"/>
                    </a:ext>
                  </a:extLst>
                </a:gridCol>
                <a:gridCol w="268953">
                  <a:extLst>
                    <a:ext uri="{9D8B030D-6E8A-4147-A177-3AD203B41FA5}">
                      <a16:colId xmlns:a16="http://schemas.microsoft.com/office/drawing/2014/main" val="4196093327"/>
                    </a:ext>
                  </a:extLst>
                </a:gridCol>
                <a:gridCol w="210695">
                  <a:extLst>
                    <a:ext uri="{9D8B030D-6E8A-4147-A177-3AD203B41FA5}">
                      <a16:colId xmlns:a16="http://schemas.microsoft.com/office/drawing/2014/main" val="20004"/>
                    </a:ext>
                  </a:extLst>
                </a:gridCol>
                <a:gridCol w="451979">
                  <a:extLst>
                    <a:ext uri="{9D8B030D-6E8A-4147-A177-3AD203B41FA5}">
                      <a16:colId xmlns:a16="http://schemas.microsoft.com/office/drawing/2014/main" val="557470243"/>
                    </a:ext>
                  </a:extLst>
                </a:gridCol>
                <a:gridCol w="451979">
                  <a:extLst>
                    <a:ext uri="{9D8B030D-6E8A-4147-A177-3AD203B41FA5}">
                      <a16:colId xmlns:a16="http://schemas.microsoft.com/office/drawing/2014/main" val="55619248"/>
                    </a:ext>
                  </a:extLst>
                </a:gridCol>
              </a:tblGrid>
              <a:tr h="0">
                <a:tc gridSpan="7">
                  <a:txBody>
                    <a:bodyPr/>
                    <a:lstStyle/>
                    <a:p>
                      <a:pPr marL="0" marR="0" lvl="0" indent="0" algn="ctr" rtl="0">
                        <a:spcBef>
                          <a:spcPts val="0"/>
                        </a:spcBef>
                        <a:spcAft>
                          <a:spcPts val="0"/>
                        </a:spcAft>
                        <a:buNone/>
                      </a:pPr>
                      <a:r>
                        <a:rPr lang="en-US" sz="800" dirty="0"/>
                        <a:t>SYD : UTC+10/11, TA 10000, </a:t>
                      </a:r>
                    </a:p>
                    <a:p>
                      <a:pPr marL="0" marR="0" lvl="0" indent="0" algn="ctr" rtl="0">
                        <a:spcBef>
                          <a:spcPts val="0"/>
                        </a:spcBef>
                        <a:spcAft>
                          <a:spcPts val="0"/>
                        </a:spcAft>
                        <a:buNone/>
                      </a:pPr>
                      <a:r>
                        <a:rPr lang="en-US" sz="800" dirty="0">
                          <a:solidFill>
                            <a:srgbClr val="FFC000"/>
                          </a:solidFill>
                        </a:rPr>
                        <a:t>CPDLC YMMM on GND 45min/Passing 10M’</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16R</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GROOK x RIC </a:t>
                      </a:r>
                      <a:r>
                        <a:rPr lang="en-US" sz="800" b="1" dirty="0" err="1">
                          <a:solidFill>
                            <a:srgbClr val="0070C0"/>
                          </a:solidFill>
                        </a:rPr>
                        <a:t>tx</a:t>
                      </a:r>
                      <a:endParaRPr lang="en-US" sz="800" b="1" dirty="0">
                        <a:solidFill>
                          <a:srgbClr val="0070C0"/>
                        </a:solidFill>
                      </a:endParaRPr>
                    </a:p>
                    <a:p>
                      <a:pPr marL="0" marR="0" lvl="0" indent="0" algn="ctr" rtl="0">
                        <a:spcBef>
                          <a:spcPts val="0"/>
                        </a:spcBef>
                        <a:spcAft>
                          <a:spcPts val="0"/>
                        </a:spcAft>
                        <a:buNone/>
                      </a:pPr>
                      <a:r>
                        <a:rPr lang="en-US" sz="800" b="1" dirty="0">
                          <a:solidFill>
                            <a:srgbClr val="0070C0"/>
                          </a:solidFill>
                        </a:rPr>
                        <a:t>(SYD x RDR)</a:t>
                      </a:r>
                      <a:endParaRPr sz="800"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155 </a:t>
                      </a:r>
                      <a:r>
                        <a:rPr lang="en-US" sz="800" b="1" dirty="0">
                          <a:solidFill>
                            <a:srgbClr val="0070C0"/>
                          </a:solidFill>
                        </a:rPr>
                        <a:t>ALT ATC </a:t>
                      </a:r>
                      <a:r>
                        <a:rPr lang="en-US" sz="800" b="1" dirty="0">
                          <a:solidFill>
                            <a:srgbClr val="AA47F5"/>
                          </a:solidFill>
                        </a:rPr>
                        <a:t>SPD 270</a:t>
                      </a:r>
                    </a:p>
                    <a:p>
                      <a:pPr marL="0" marR="0" lvl="0" indent="0" algn="ctr" rtl="0">
                        <a:spcBef>
                          <a:spcPts val="0"/>
                        </a:spcBef>
                        <a:spcAft>
                          <a:spcPts val="0"/>
                        </a:spcAft>
                        <a:buNone/>
                      </a:pPr>
                      <a:r>
                        <a:rPr lang="en-US" sz="800" b="1" dirty="0">
                          <a:solidFill>
                            <a:srgbClr val="F28943"/>
                          </a:solidFill>
                        </a:rPr>
                        <a:t>TA 10000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34L</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RIC x</a:t>
                      </a:r>
                    </a:p>
                    <a:p>
                      <a:pPr marL="0" marR="0" lvl="0" indent="0" algn="ctr" rtl="0">
                        <a:spcBef>
                          <a:spcPts val="0"/>
                        </a:spcBef>
                        <a:spcAft>
                          <a:spcPts val="0"/>
                        </a:spcAft>
                        <a:buNone/>
                      </a:pPr>
                      <a:r>
                        <a:rPr lang="en-US" sz="800" b="1" dirty="0">
                          <a:solidFill>
                            <a:srgbClr val="0070C0"/>
                          </a:solidFill>
                        </a:rPr>
                        <a:t>(SYD x RDR) </a:t>
                      </a:r>
                      <a:endParaRPr sz="800"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335 </a:t>
                      </a:r>
                      <a:r>
                        <a:rPr lang="en-US" sz="800" b="1" dirty="0">
                          <a:solidFill>
                            <a:srgbClr val="0070C0"/>
                          </a:solidFill>
                        </a:rPr>
                        <a:t>ALT ATC</a:t>
                      </a:r>
                    </a:p>
                    <a:p>
                      <a:pPr marL="0" marR="0" lvl="0" indent="0" algn="ctr" rtl="0">
                        <a:spcBef>
                          <a:spcPts val="0"/>
                        </a:spcBef>
                        <a:spcAft>
                          <a:spcPts val="0"/>
                        </a:spcAft>
                        <a:buNone/>
                      </a:pPr>
                      <a:r>
                        <a:rPr lang="en-US" sz="800" b="1" dirty="0">
                          <a:solidFill>
                            <a:srgbClr val="F28943"/>
                          </a:solidFill>
                        </a:rPr>
                        <a:t>TA 10000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SY 112.1</a:t>
                      </a:r>
                      <a:endParaRPr sz="800" b="1" dirty="0">
                        <a:solidFill>
                          <a:srgbClr val="0070C0"/>
                        </a:solidFill>
                      </a:endParaRP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34L ISN 110.1</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16R IKS</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109.5</a:t>
                      </a:r>
                      <a:endParaRPr sz="800" b="1" dirty="0">
                        <a:solidFill>
                          <a:srgbClr val="C00000"/>
                        </a:solidFill>
                      </a:endParaRPr>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34R IKN</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109.3</a:t>
                      </a:r>
                      <a:endParaRPr sz="800" b="1" dirty="0">
                        <a:solidFill>
                          <a:srgbClr val="C0000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16L ISS</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110.9</a:t>
                      </a:r>
                      <a:endParaRPr sz="800" b="1" dirty="0">
                        <a:solidFill>
                          <a:srgbClr val="C00000"/>
                        </a:solidFill>
                      </a:endParaRPr>
                    </a:p>
                  </a:txBody>
                  <a:tcPr marL="36000" marR="36000" marT="36000" marB="36000" anchor="ctr"/>
                </a:tc>
                <a:extLst>
                  <a:ext uri="{0D108BD9-81ED-4DB2-BD59-A6C34878D82A}">
                    <a16:rowId xmlns:a16="http://schemas.microsoft.com/office/drawing/2014/main" val="3374941266"/>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CASA no approval KAL (for T/O min) </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CHK Special Requirement SID Chart</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284" name="Google Shape;284;p17">
            <a:extLst>
              <a:ext uri="{FF2B5EF4-FFF2-40B4-BE49-F238E27FC236}">
                <a16:creationId xmlns:a16="http://schemas.microsoft.com/office/drawing/2014/main" id="{5FADBEB2-0A9C-E57E-7861-05AA62ECDF4D}"/>
              </a:ext>
            </a:extLst>
          </p:cNvPr>
          <p:cNvGraphicFramePr/>
          <p:nvPr>
            <p:extLst>
              <p:ext uri="{D42A27DB-BD31-4B8C-83A1-F6EECF244321}">
                <p14:modId xmlns:p14="http://schemas.microsoft.com/office/powerpoint/2010/main" val="1795334261"/>
              </p:ext>
            </p:extLst>
          </p:nvPr>
        </p:nvGraphicFramePr>
        <p:xfrm>
          <a:off x="-2501" y="16504"/>
          <a:ext cx="2328850" cy="7007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400" dirty="0">
                          <a:solidFill>
                            <a:schemeClr val="tx1"/>
                          </a:solidFill>
                          <a:hlinkClick r:id="rId3">
                            <a:extLst>
                              <a:ext uri="{A12FA001-AC4F-418D-AE19-62706E023703}">
                                <ahyp:hlinkClr xmlns:ahyp="http://schemas.microsoft.com/office/drawing/2018/hyperlinkcolor" val="tx"/>
                              </a:ext>
                            </a:extLst>
                          </a:hlinkClick>
                        </a:rPr>
                        <a:t>YSSY(SYD) 21ft</a:t>
                      </a:r>
                      <a:endParaRPr lang="en-US" altLang="ko-Kore-K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900" dirty="0"/>
                        <a:t>Menzies SYD 129.6</a:t>
                      </a:r>
                    </a:p>
                    <a:p>
                      <a:pPr marL="0" marR="0" lvl="0" indent="0" algn="ctr" rtl="0">
                        <a:spcBef>
                          <a:spcPts val="0"/>
                        </a:spcBef>
                        <a:spcAft>
                          <a:spcPts val="0"/>
                        </a:spcAft>
                        <a:buNone/>
                      </a:pPr>
                      <a:r>
                        <a:rPr lang="en-US" sz="700" dirty="0">
                          <a:solidFill>
                            <a:srgbClr val="FF0000"/>
                          </a:solidFill>
                        </a:rPr>
                        <a:t>No ATIS, Voice by CLR133.8/GND121.7</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4C973F17-0C26-6859-0BE4-E5784B7C0CAA}"/>
              </a:ext>
            </a:extLst>
          </p:cNvPr>
          <p:cNvSpPr txBox="1"/>
          <p:nvPr/>
        </p:nvSpPr>
        <p:spPr>
          <a:xfrm>
            <a:off x="6596" y="2420438"/>
            <a:ext cx="1764127" cy="209151"/>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123.0</a:t>
            </a: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5B200F4D-B1FF-4F0A-39BF-22BDA1A1CE6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4" name="Google Shape;283;p17">
            <a:extLst>
              <a:ext uri="{FF2B5EF4-FFF2-40B4-BE49-F238E27FC236}">
                <a16:creationId xmlns:a16="http://schemas.microsoft.com/office/drawing/2014/main" id="{F0D34831-C90A-69F5-F7E9-3AA4B678C024}"/>
              </a:ext>
            </a:extLst>
          </p:cNvPr>
          <p:cNvGraphicFramePr/>
          <p:nvPr>
            <p:extLst>
              <p:ext uri="{D42A27DB-BD31-4B8C-83A1-F6EECF244321}">
                <p14:modId xmlns:p14="http://schemas.microsoft.com/office/powerpoint/2010/main" val="18124716"/>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EA7A4F61-E791-AE7A-2251-38C033672D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690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918528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7DFC2490-6BDE-7BCC-9F74-980E2C791849}"/>
            </a:ext>
          </a:extLst>
        </p:cNvPr>
        <p:cNvGrpSpPr/>
        <p:nvPr/>
      </p:nvGrpSpPr>
      <p:grpSpPr>
        <a:xfrm>
          <a:off x="0" y="0"/>
          <a:ext cx="0" cy="0"/>
          <a:chOff x="0" y="0"/>
          <a:chExt cx="0" cy="0"/>
        </a:xfrm>
      </p:grpSpPr>
      <p:graphicFrame>
        <p:nvGraphicFramePr>
          <p:cNvPr id="273" name="Google Shape;273;p16">
            <a:extLst>
              <a:ext uri="{FF2B5EF4-FFF2-40B4-BE49-F238E27FC236}">
                <a16:creationId xmlns:a16="http://schemas.microsoft.com/office/drawing/2014/main" id="{20050819-98C3-72D8-0141-1B62F5BE81D6}"/>
              </a:ext>
            </a:extLst>
          </p:cNvPr>
          <p:cNvGraphicFramePr/>
          <p:nvPr>
            <p:extLst>
              <p:ext uri="{D42A27DB-BD31-4B8C-83A1-F6EECF244321}">
                <p14:modId xmlns:p14="http://schemas.microsoft.com/office/powerpoint/2010/main" val="3664685500"/>
              </p:ext>
            </p:extLst>
          </p:nvPr>
        </p:nvGraphicFramePr>
        <p:xfrm>
          <a:off x="4410" y="3600286"/>
          <a:ext cx="2305886" cy="1946485"/>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733287">
                  <a:extLst>
                    <a:ext uri="{9D8B030D-6E8A-4147-A177-3AD203B41FA5}">
                      <a16:colId xmlns:a16="http://schemas.microsoft.com/office/drawing/2014/main" val="1384067485"/>
                    </a:ext>
                  </a:extLst>
                </a:gridCol>
                <a:gridCol w="534505">
                  <a:extLst>
                    <a:ext uri="{9D8B030D-6E8A-4147-A177-3AD203B41FA5}">
                      <a16:colId xmlns:a16="http://schemas.microsoft.com/office/drawing/2014/main" val="20005"/>
                    </a:ext>
                  </a:extLst>
                </a:gridCol>
              </a:tblGrid>
              <a:tr h="346592">
                <a:tc gridSpan="4">
                  <a:txBody>
                    <a:bodyPr/>
                    <a:lstStyle/>
                    <a:p>
                      <a:pPr marL="0" marR="0" lvl="0" indent="0" algn="ctr" rtl="0">
                        <a:spcBef>
                          <a:spcPts val="0"/>
                        </a:spcBef>
                        <a:spcAft>
                          <a:spcPts val="0"/>
                        </a:spcAft>
                        <a:buNone/>
                      </a:pPr>
                      <a:r>
                        <a:rPr lang="en-US" sz="800" dirty="0"/>
                        <a:t>BNE </a:t>
                      </a:r>
                      <a:r>
                        <a:rPr lang="en-US" sz="800" dirty="0">
                          <a:solidFill>
                            <a:srgbClr val="00B0F0"/>
                          </a:solidFill>
                        </a:rPr>
                        <a:t>[016/196]</a:t>
                      </a:r>
                      <a:r>
                        <a:rPr lang="en-US" sz="800" dirty="0"/>
                        <a:t> UTC+10 TL110 </a:t>
                      </a:r>
                      <a:r>
                        <a:rPr lang="en-US" sz="600" b="1" dirty="0">
                          <a:solidFill>
                            <a:srgbClr val="92D050"/>
                          </a:solidFill>
                        </a:rPr>
                        <a:t>Ref ALT A/P VBCG LD WT</a:t>
                      </a:r>
                      <a:endParaRPr lang="en-US" sz="800" b="1" dirty="0">
                        <a:solidFill>
                          <a:srgbClr val="92D050"/>
                        </a:solidFill>
                      </a:endParaRPr>
                    </a:p>
                    <a:p>
                      <a:pPr marL="0" marR="0" lvl="0" indent="0" algn="ctr" rtl="0">
                        <a:spcBef>
                          <a:spcPts val="0"/>
                        </a:spcBef>
                        <a:spcAft>
                          <a:spcPts val="0"/>
                        </a:spcAft>
                        <a:buNone/>
                      </a:pPr>
                      <a:r>
                        <a:rPr lang="en-US" sz="800" dirty="0">
                          <a:solidFill>
                            <a:srgbClr val="FFC000"/>
                          </a:solidFill>
                        </a:rPr>
                        <a:t>REF SPD REST in CHART, CHK PRM Procedure</a:t>
                      </a: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47003">
                <a:tc>
                  <a:txBody>
                    <a:bodyPr/>
                    <a:lstStyle/>
                    <a:p>
                      <a:pPr marL="0" marR="0" lvl="0" indent="0" algn="ctr" rtl="0">
                        <a:spcBef>
                          <a:spcPts val="0"/>
                        </a:spcBef>
                        <a:spcAft>
                          <a:spcPts val="0"/>
                        </a:spcAft>
                        <a:buNone/>
                      </a:pPr>
                      <a:r>
                        <a:rPr lang="en-US" sz="800" b="1" dirty="0"/>
                        <a:t>01L</a:t>
                      </a:r>
                      <a:r>
                        <a:rPr lang="en-US" sz="800" b="0" dirty="0"/>
                        <a:t>/R</a:t>
                      </a:r>
                      <a:endParaRPr sz="800" b="0" dirty="0"/>
                    </a:p>
                  </a:txBody>
                  <a:tcPr marL="0" marR="0" marT="36000" marB="36000" anchor="ctr"/>
                </a:tc>
                <a:tc rowSpan="2">
                  <a:txBody>
                    <a:bodyPr/>
                    <a:lstStyle/>
                    <a:p>
                      <a:pPr marL="0" marR="0" lvl="0" indent="0" algn="ctr" rtl="0">
                        <a:spcBef>
                          <a:spcPts val="0"/>
                        </a:spcBef>
                        <a:spcAft>
                          <a:spcPts val="0"/>
                        </a:spcAft>
                        <a:buNone/>
                      </a:pPr>
                      <a:r>
                        <a:rPr lang="en-US" sz="800" b="1" dirty="0"/>
                        <a:t>SMOKA x A</a:t>
                      </a:r>
                      <a:endParaRPr lang="en-US" sz="800" b="0" dirty="0"/>
                    </a:p>
                  </a:txBody>
                  <a:tcPr marL="0" marR="0" marT="36000" marB="36000" anchor="ctr"/>
                </a:tc>
                <a:tc>
                  <a:txBody>
                    <a:bodyPr/>
                    <a:lstStyle/>
                    <a:p>
                      <a:pPr marL="0" marR="0" lvl="0" indent="0" algn="ctr" rtl="0">
                        <a:spcBef>
                          <a:spcPts val="0"/>
                        </a:spcBef>
                        <a:spcAft>
                          <a:spcPts val="0"/>
                        </a:spcAft>
                        <a:buNone/>
                      </a:pPr>
                      <a:r>
                        <a:rPr lang="en-US" altLang="ko-Kore-KR" sz="800" b="1" dirty="0"/>
                        <a:t>TANIK</a:t>
                      </a:r>
                      <a:r>
                        <a:rPr lang="en-US" altLang="ko-Kore-KR" sz="800" b="0" dirty="0"/>
                        <a:t>/GLENN</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a:t>
                      </a:r>
                      <a:r>
                        <a:rPr lang="en-US" sz="800" b="1" dirty="0">
                          <a:solidFill>
                            <a:schemeClr val="dk1"/>
                          </a:solidFill>
                        </a:rPr>
                        <a:t>01L</a:t>
                      </a:r>
                      <a:r>
                        <a:rPr lang="en-US" sz="800" b="0" dirty="0">
                          <a:solidFill>
                            <a:schemeClr val="dk1"/>
                          </a:solidFill>
                        </a:rPr>
                        <a:t>/R</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147003">
                <a:tc>
                  <a:txBody>
                    <a:bodyPr/>
                    <a:lstStyle/>
                    <a:p>
                      <a:pPr marL="0" marR="0" lvl="0" indent="0" algn="ctr" rtl="0">
                        <a:spcBef>
                          <a:spcPts val="0"/>
                        </a:spcBef>
                        <a:spcAft>
                          <a:spcPts val="0"/>
                        </a:spcAft>
                        <a:buNone/>
                      </a:pPr>
                      <a:r>
                        <a:rPr lang="en-US" sz="800" b="1" dirty="0"/>
                        <a:t>19R</a:t>
                      </a:r>
                      <a:r>
                        <a:rPr lang="en-US" sz="800" b="0" dirty="0">
                          <a:solidFill>
                            <a:srgbClr val="0070C0"/>
                          </a:solidFill>
                        </a:rPr>
                        <a:t>/L</a:t>
                      </a:r>
                      <a:endParaRPr sz="800" b="0" dirty="0">
                        <a:solidFill>
                          <a:srgbClr val="0070C0"/>
                        </a:solidFill>
                      </a:endParaRPr>
                    </a:p>
                  </a:txBody>
                  <a:tcPr marL="0" marR="0" marT="36000" marB="36000" anchor="ctr"/>
                </a:tc>
                <a:tc vMerge="1">
                  <a:txBody>
                    <a:bodyPr/>
                    <a:lstStyle/>
                    <a:p>
                      <a:endParaRPr dirty="0"/>
                    </a:p>
                  </a:txBody>
                  <a:tcPr marL="0" marR="0" marT="36000" marB="36000" anchor="ctr"/>
                </a:tc>
                <a:tc>
                  <a:txBody>
                    <a:bodyPr/>
                    <a:lstStyle/>
                    <a:p>
                      <a:pPr marL="0" marR="0" lvl="0" indent="0" algn="ctr" rtl="0">
                        <a:spcBef>
                          <a:spcPts val="0"/>
                        </a:spcBef>
                        <a:spcAft>
                          <a:spcPts val="0"/>
                        </a:spcAft>
                        <a:buNone/>
                      </a:pPr>
                      <a:r>
                        <a:rPr lang="en-US" altLang="ko-Kore-KR" sz="800" b="1" dirty="0"/>
                        <a:t>OSOKO</a:t>
                      </a:r>
                      <a:r>
                        <a:rPr lang="en-US" altLang="ko-Kore-KR" sz="800" b="0" dirty="0"/>
                        <a:t>/BETSO</a:t>
                      </a: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ILS </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19R</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/L</a:t>
                      </a:r>
                    </a:p>
                  </a:txBody>
                  <a:tcPr marL="0" marR="0" marT="36000" marB="36000" anchor="ctr"/>
                </a:tc>
                <a:extLst>
                  <a:ext uri="{0D108BD9-81ED-4DB2-BD59-A6C34878D82A}">
                    <a16:rowId xmlns:a16="http://schemas.microsoft.com/office/drawing/2014/main" val="10002"/>
                  </a:ext>
                </a:extLst>
              </a:tr>
              <a:tr h="151942">
                <a:tc>
                  <a:txBody>
                    <a:bodyPr/>
                    <a:lstStyle/>
                    <a:p>
                      <a:pPr marL="0" marR="0" lvl="0" indent="0" algn="ctr" rtl="0">
                        <a:spcBef>
                          <a:spcPts val="0"/>
                        </a:spcBef>
                        <a:spcAft>
                          <a:spcPts val="0"/>
                        </a:spcAft>
                        <a:buNone/>
                      </a:pPr>
                      <a:r>
                        <a:rPr lang="en-US" sz="800" b="1" dirty="0">
                          <a:solidFill>
                            <a:schemeClr val="tx1"/>
                          </a:solidFill>
                        </a:rPr>
                        <a:t>NAV</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800" b="0" dirty="0">
                          <a:solidFill>
                            <a:srgbClr val="0070C0"/>
                          </a:solidFill>
                        </a:rPr>
                        <a:t> BN, </a:t>
                      </a:r>
                      <a:r>
                        <a:rPr lang="en-US" sz="800" b="1" dirty="0">
                          <a:solidFill>
                            <a:srgbClr val="C00000"/>
                          </a:solidFill>
                        </a:rPr>
                        <a:t>01L IBN, 19R IBE, 01R IBA, 19L IBS</a:t>
                      </a:r>
                      <a:endParaRPr lang="en-US" altLang="ko-Kore-KR" sz="800" b="0" dirty="0">
                        <a:solidFill>
                          <a:srgbClr val="7030A0"/>
                        </a:solidFill>
                      </a:endParaRPr>
                    </a:p>
                  </a:txBody>
                  <a:tcPr marL="0" marR="0" marT="36000" marB="36000" anchor="ctr"/>
                </a:tc>
                <a:tc hMerge="1">
                  <a:txBody>
                    <a:bodyPr/>
                    <a:lstStyle/>
                    <a:p>
                      <a:pPr marL="0" marR="0" lvl="0" indent="0" algn="ctr" rtl="0">
                        <a:spcBef>
                          <a:spcPts val="0"/>
                        </a:spcBef>
                        <a:spcAft>
                          <a:spcPts val="0"/>
                        </a:spcAft>
                        <a:buNone/>
                      </a:pPr>
                      <a:endParaRPr lang="en-US" sz="800" b="0" dirty="0"/>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3028911343"/>
                  </a:ext>
                </a:extLst>
              </a:tr>
              <a:tr h="151942">
                <a:tc>
                  <a:txBody>
                    <a:bodyPr/>
                    <a:lstStyle/>
                    <a:p>
                      <a:pPr marL="0" marR="0" lvl="0" indent="0" algn="ctr" rtl="0">
                        <a:spcBef>
                          <a:spcPts val="0"/>
                        </a:spcBef>
                        <a:spcAft>
                          <a:spcPts val="0"/>
                        </a:spcAft>
                        <a:buNone/>
                      </a:pPr>
                      <a:r>
                        <a:rPr lang="en-US" sz="800" b="1" dirty="0">
                          <a:solidFill>
                            <a:schemeClr val="tx1"/>
                          </a:solidFill>
                        </a:rPr>
                        <a:t>FIX</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ore-KR" sz="800" b="0" dirty="0">
                          <a:solidFill>
                            <a:schemeClr val="bg1"/>
                          </a:solidFill>
                        </a:rPr>
                        <a:t> RW xx : /5(160-150kts) </a:t>
                      </a:r>
                      <a:r>
                        <a:rPr lang="en-US" altLang="ko-Kore-KR" sz="800" b="0" dirty="0">
                          <a:solidFill>
                            <a:srgbClr val="0070C0"/>
                          </a:solidFill>
                        </a:rPr>
                        <a:t>into FIX Avail</a:t>
                      </a: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22701649"/>
                  </a:ext>
                </a:extLst>
              </a:tr>
              <a:tr h="33184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01L : </a:t>
                      </a:r>
                      <a:r>
                        <a:rPr lang="en-US" altLang="ko-Kore-KR" sz="800" b="1" dirty="0">
                          <a:solidFill>
                            <a:schemeClr val="dk1"/>
                          </a:solidFill>
                        </a:rPr>
                        <a:t>T6(6243’), </a:t>
                      </a:r>
                      <a:r>
                        <a:rPr lang="en-US" altLang="ko-KR" sz="800" b="1" dirty="0">
                          <a:solidFill>
                            <a:srgbClr val="0070C0"/>
                          </a:solidFill>
                        </a:rPr>
                        <a:t>T4</a:t>
                      </a:r>
                      <a:r>
                        <a:rPr lang="en-US" sz="800" b="1" dirty="0">
                          <a:solidFill>
                            <a:srgbClr val="0070C0"/>
                          </a:solidFill>
                        </a:rPr>
                        <a:t>(7598’)</a:t>
                      </a:r>
                      <a:r>
                        <a:rPr lang="en-US" sz="800" b="1" dirty="0">
                          <a:solidFill>
                            <a:schemeClr val="dk1"/>
                          </a:solidFill>
                        </a:rPr>
                        <a:t>, 19R : T9(6246’), </a:t>
                      </a:r>
                      <a:r>
                        <a:rPr lang="en-US" sz="800" b="1" dirty="0">
                          <a:solidFill>
                            <a:srgbClr val="0070C0"/>
                          </a:solidFill>
                        </a:rPr>
                        <a:t>T11(7595’)</a:t>
                      </a: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b="1" dirty="0">
                          <a:solidFill>
                            <a:schemeClr val="dk1"/>
                          </a:solidFill>
                        </a:rPr>
                        <a:t>01R : </a:t>
                      </a:r>
                      <a:r>
                        <a:rPr lang="en-US" altLang="ko-KR" sz="800" b="1" dirty="0">
                          <a:solidFill>
                            <a:srgbClr val="0070C0"/>
                          </a:solidFill>
                        </a:rPr>
                        <a:t>A4(7043’), A3(8579’)</a:t>
                      </a:r>
                      <a:r>
                        <a:rPr lang="en-US" altLang="ko-KR" sz="800" b="1" dirty="0">
                          <a:solidFill>
                            <a:schemeClr val="dk1"/>
                          </a:solidFill>
                        </a:rPr>
                        <a:t>,</a:t>
                      </a:r>
                      <a:r>
                        <a:rPr lang="en-US" altLang="ko-Kore-KR" sz="800" b="1" dirty="0">
                          <a:solidFill>
                            <a:schemeClr val="dk1"/>
                          </a:solidFill>
                        </a:rPr>
                        <a:t> 19L : A6(5620’), </a:t>
                      </a:r>
                      <a:r>
                        <a:rPr lang="en-US" altLang="ko-Kore-KR" sz="800" b="1" dirty="0">
                          <a:solidFill>
                            <a:srgbClr val="0070C0"/>
                          </a:solidFill>
                        </a:rPr>
                        <a:t>A7(8477’) </a:t>
                      </a:r>
                      <a:endParaRPr lang="en-US" altLang="ko-Kore-KR" sz="800" b="1" dirty="0">
                        <a:solidFill>
                          <a:srgbClr val="7030A0"/>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Prefer Exit Unable ATC, </a:t>
                      </a:r>
                      <a:r>
                        <a:rPr lang="en-US" sz="800" b="1" dirty="0">
                          <a:solidFill>
                            <a:srgbClr val="00B050"/>
                          </a:solidFill>
                        </a:rPr>
                        <a:t>min REV TH, </a:t>
                      </a:r>
                      <a:r>
                        <a:rPr lang="en-US" sz="800" b="1" dirty="0">
                          <a:solidFill>
                            <a:srgbClr val="C00000"/>
                          </a:solidFill>
                        </a:rPr>
                        <a:t>T5, T10 No Exit</a:t>
                      </a:r>
                      <a:endParaRPr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38645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0070C0"/>
                          </a:solidFill>
                        </a:rPr>
                        <a:t>TWY B for L/D, TAXI with IDLE(Min PWR)</a:t>
                      </a:r>
                      <a:endParaRPr lang="en-US" sz="800" b="1" dirty="0">
                        <a:solidFill>
                          <a:schemeClr val="bg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bg1"/>
                          </a:solidFill>
                        </a:rPr>
                        <a:t>Short Ramp-In Lead Line, Slow Down before Turning</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a:extLst>
              <a:ext uri="{FF2B5EF4-FFF2-40B4-BE49-F238E27FC236}">
                <a16:creationId xmlns:a16="http://schemas.microsoft.com/office/drawing/2014/main" id="{9C385F34-1593-B545-C9F1-C685A06BFB89}"/>
              </a:ext>
            </a:extLst>
          </p:cNvPr>
          <p:cNvGraphicFramePr/>
          <p:nvPr>
            <p:extLst>
              <p:ext uri="{D42A27DB-BD31-4B8C-83A1-F6EECF244321}">
                <p14:modId xmlns:p14="http://schemas.microsoft.com/office/powerpoint/2010/main" val="259066319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400" dirty="0">
                          <a:solidFill>
                            <a:schemeClr val="tx1"/>
                          </a:solidFill>
                          <a:hlinkClick r:id="rId3">
                            <a:extLst>
                              <a:ext uri="{A12FA001-AC4F-418D-AE19-62706E023703}">
                                <ahyp:hlinkClr xmlns:ahyp="http://schemas.microsoft.com/office/drawing/2018/hyperlinkcolor" val="tx"/>
                              </a:ext>
                            </a:extLst>
                          </a:hlinkClick>
                        </a:rPr>
                        <a:t>RKSI(ICN) 23ft</a:t>
                      </a:r>
                      <a:endParaRP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YBBN(BNE) 15ft</a:t>
                      </a:r>
                      <a:endParaRPr lang="en-US" altLang="ko-Kore-KR" sz="14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Menzies BNE 132.55</a:t>
                      </a:r>
                    </a:p>
                    <a:p>
                      <a:pPr marL="0" marR="0" lvl="0" indent="0" algn="ctr" rtl="0">
                        <a:spcBef>
                          <a:spcPts val="0"/>
                        </a:spcBef>
                        <a:spcAft>
                          <a:spcPts val="0"/>
                        </a:spcAft>
                        <a:buNone/>
                      </a:pPr>
                      <a:endParaRPr sz="700" dirty="0">
                        <a:solidFill>
                          <a:srgbClr val="C0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E00CDA83-42B9-165E-A7D4-76C395587F79}"/>
              </a:ext>
            </a:extLst>
          </p:cNvPr>
          <p:cNvSpPr txBox="1"/>
          <p:nvPr/>
        </p:nvSpPr>
        <p:spPr>
          <a:xfrm>
            <a:off x="-68271" y="2747513"/>
            <a:ext cx="2161169" cy="855482"/>
          </a:xfrm>
          <a:prstGeom prst="rect">
            <a:avLst/>
          </a:prstGeom>
          <a:noFill/>
        </p:spPr>
        <p:txBody>
          <a:bodyPr wrap="none" tIns="36000" bIns="36000" rtlCol="0" anchor="ctr">
            <a:spAutoFit/>
          </a:bodyPr>
          <a:lstStyle/>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CPDLC &amp; PSN Report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RJJJ – KZAK(FIR) – AYPM(FIR) – YBBB(FIR)</a:t>
            </a:r>
          </a:p>
          <a:p>
            <a:pPr lvl="0">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(Cross GUM airspace 250NM 118.7, SQ2100)</a:t>
            </a:r>
          </a:p>
          <a:p>
            <a:pPr lvl="0">
              <a:lnSpc>
                <a:spcPct val="150000"/>
              </a:lnSpc>
            </a:pPr>
            <a:r>
              <a:rPr kumimoji="1" lang="en-US" altLang="ko-KR" sz="700" b="1" u="sng" dirty="0">
                <a:latin typeface="Gulim" panose="020B0600000101010101" pitchFamily="34" charset="-127"/>
                <a:ea typeface="Gulim" panose="020B0600000101010101" pitchFamily="34" charset="-127"/>
              </a:rPr>
              <a:t>FIR PSN Report Caution </a:t>
            </a:r>
            <a:r>
              <a:rPr kumimoji="1" lang="en-US" altLang="ko-KR" sz="700" b="1" u="sng" dirty="0" err="1">
                <a:latin typeface="Gulim" panose="020B0600000101010101" pitchFamily="34" charset="-127"/>
                <a:ea typeface="Gulim" panose="020B0600000101010101" pitchFamily="34" charset="-127"/>
              </a:rPr>
              <a:t>Wx</a:t>
            </a:r>
            <a:r>
              <a:rPr kumimoji="1" lang="en-US" altLang="ko-KR" sz="700" b="1" u="sng" dirty="0">
                <a:latin typeface="Gulim" panose="020B0600000101010101" pitchFamily="34" charset="-127"/>
                <a:ea typeface="Gulim" panose="020B0600000101010101" pitchFamily="34" charset="-127"/>
              </a:rPr>
              <a:t> DEV Sequence</a:t>
            </a:r>
          </a:p>
          <a:p>
            <a:pPr lvl="0">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EC4CB507-B522-8A02-EAE3-1089BCCA8648}"/>
              </a:ext>
            </a:extLst>
          </p:cNvPr>
          <p:cNvSpPr/>
          <p:nvPr/>
        </p:nvSpPr>
        <p:spPr>
          <a:xfrm>
            <a:off x="827286" y="264884"/>
            <a:ext cx="644531" cy="276999"/>
          </a:xfrm>
          <a:prstGeom prst="rect">
            <a:avLst/>
          </a:prstGeom>
          <a:noFill/>
        </p:spPr>
        <p:txBody>
          <a:bodyPr wrap="square" lIns="0" tIns="0" rIns="0" bIns="0">
            <a:spAutoFit/>
          </a:bodyPr>
          <a:lstStyle/>
          <a:p>
            <a:pPr algn="ctr"/>
            <a:r>
              <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00E2F9D4-DB61-192A-25B1-F550F4993067}"/>
              </a:ext>
            </a:extLst>
          </p:cNvPr>
          <p:cNvGraphicFramePr/>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6EDB8CF7-4F7D-9EA3-71B0-31F64BCD33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035881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B89C848-5E49-47F1-1E84-75A3E9238A4C}"/>
            </a:ext>
          </a:extLst>
        </p:cNvPr>
        <p:cNvGrpSpPr/>
        <p:nvPr/>
      </p:nvGrpSpPr>
      <p:grpSpPr>
        <a:xfrm>
          <a:off x="0" y="0"/>
          <a:ext cx="0" cy="0"/>
          <a:chOff x="0" y="0"/>
          <a:chExt cx="0" cy="0"/>
        </a:xfrm>
      </p:grpSpPr>
      <p:graphicFrame>
        <p:nvGraphicFramePr>
          <p:cNvPr id="402" name="Google Shape;402;p31">
            <a:extLst>
              <a:ext uri="{FF2B5EF4-FFF2-40B4-BE49-F238E27FC236}">
                <a16:creationId xmlns:a16="http://schemas.microsoft.com/office/drawing/2014/main" id="{26EE1A28-C89F-1A78-E663-E19650C6F6AD}"/>
              </a:ext>
            </a:extLst>
          </p:cNvPr>
          <p:cNvGraphicFramePr/>
          <p:nvPr>
            <p:extLst>
              <p:ext uri="{D42A27DB-BD31-4B8C-83A1-F6EECF244321}">
                <p14:modId xmlns:p14="http://schemas.microsoft.com/office/powerpoint/2010/main" val="3259944243"/>
              </p:ext>
            </p:extLst>
          </p:nvPr>
        </p:nvGraphicFramePr>
        <p:xfrm>
          <a:off x="0" y="3"/>
          <a:ext cx="2328875" cy="552480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1614">
                <a:tc>
                  <a:txBody>
                    <a:bodyPr/>
                    <a:lstStyle/>
                    <a:p>
                      <a:pPr marL="0" marR="0" lvl="0" indent="0" algn="l" rtl="0">
                        <a:spcBef>
                          <a:spcPts val="0"/>
                        </a:spcBef>
                        <a:spcAft>
                          <a:spcPts val="0"/>
                        </a:spcAft>
                        <a:buNone/>
                      </a:pPr>
                      <a:r>
                        <a:rPr lang="en-US" sz="1000" dirty="0">
                          <a:latin typeface="+mn-lt"/>
                        </a:rPr>
                        <a:t>EDTO Procedure</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881322">
                <a:tc>
                  <a:txBody>
                    <a:bodyPr/>
                    <a:lstStyle/>
                    <a:p>
                      <a:pPr marL="0" marR="0" lvl="0" indent="0" algn="l" rtl="0">
                        <a:lnSpc>
                          <a:spcPct val="100000"/>
                        </a:lnSpc>
                        <a:spcBef>
                          <a:spcPts val="0"/>
                        </a:spcBef>
                        <a:spcAft>
                          <a:spcPts val="0"/>
                        </a:spcAft>
                        <a:buNone/>
                      </a:pPr>
                      <a:r>
                        <a:rPr lang="en-US" sz="9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dirty="0">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bg1"/>
                          </a:solidFill>
                          <a:latin typeface="+mn-lt"/>
                        </a:rPr>
                        <a:t>RVSM CHK : </a:t>
                      </a:r>
                      <a:r>
                        <a:rPr lang="en-US" altLang="ko-KR" sz="800" b="1" dirty="0">
                          <a:solidFill>
                            <a:srgbClr val="0070C0"/>
                          </a:solidFill>
                          <a:latin typeface="+mn-lt"/>
                        </a:rPr>
                        <a:t>CAPT/FO 20ft, PILOT/FE 75ft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Century Gothic" panose="020B0502020202020204"/>
                          <a:cs typeface="Calibri"/>
                        </a:rPr>
                        <a:t>(PFD/ISIS 60ft, ST-BY 300ft)</a:t>
                      </a:r>
                      <a:endParaRPr lang="en-US" altLang="ko-KR" sz="800" b="1" dirty="0">
                        <a:solidFill>
                          <a:srgbClr val="0070C0"/>
                        </a:solidFill>
                        <a:latin typeface="+mn-lt"/>
                      </a:endParaRPr>
                    </a:p>
                    <a:p>
                      <a:pPr marL="0" marR="0" lvl="0" indent="0" algn="l" rtl="0">
                        <a:spcBef>
                          <a:spcPts val="0"/>
                        </a:spcBef>
                        <a:spcAft>
                          <a:spcPts val="0"/>
                        </a:spcAft>
                        <a:buNone/>
                      </a:pPr>
                      <a:r>
                        <a:rPr lang="en-US" altLang="ko-KR" sz="800" dirty="0">
                          <a:solidFill>
                            <a:schemeClr val="bg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bg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285185">
                <a:tc>
                  <a:txBody>
                    <a:bodyPr/>
                    <a:lstStyle/>
                    <a:p>
                      <a:pPr marL="0" marR="0" lvl="0" indent="0" algn="l" rtl="0">
                        <a:lnSpc>
                          <a:spcPct val="100000"/>
                        </a:lnSpc>
                        <a:spcBef>
                          <a:spcPts val="0"/>
                        </a:spcBef>
                        <a:spcAft>
                          <a:spcPts val="0"/>
                        </a:spcAft>
                        <a:buNone/>
                      </a:pPr>
                      <a:r>
                        <a:rPr lang="en-US" sz="9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99844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BEFORE EEP (Entry Point, </a:t>
                      </a:r>
                      <a:r>
                        <a:rPr kumimoji="0" lang="en-US" altLang="ko-Kore-KR"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ERA </a:t>
                      </a:r>
                      <a:r>
                        <a:rPr kumimoji="0" lang="ko-Kore-KR" altLang="en-US"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60min(</a:t>
                      </a:r>
                      <a:r>
                        <a:rPr kumimoji="0" lang="en-US" altLang="ko-Kore-KR" sz="800" b="0" i="0" u="none" strike="noStrike" kern="0" cap="none" spc="0" normalizeH="0" baseline="0" noProof="0" dirty="0" err="1">
                          <a:ln>
                            <a:noFill/>
                          </a:ln>
                          <a:solidFill>
                            <a:schemeClr val="bg1"/>
                          </a:solidFill>
                          <a:effectLst/>
                          <a:uLnTx/>
                          <a:uFillTx/>
                          <a:latin typeface="Arial"/>
                          <a:ea typeface="Helvetica Neue"/>
                          <a:cs typeface="Helvetica Neue"/>
                          <a:sym typeface="Helvetica Neue"/>
                        </a:rPr>
                        <a:t>Theshold</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A330</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420NM</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endPar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One Eng : CRZ SPD 310kts, 180min 1235NM</a:t>
                      </a:r>
                      <a:endParaRPr kumimoji="0" lang="en-US" altLang="ko-Kore-KR" sz="800" b="0" i="0" u="none" strike="noStrike" kern="0" cap="none" spc="0" normalizeH="0" baseline="0" noProof="0" dirty="0">
                        <a:ln>
                          <a:noFill/>
                        </a:ln>
                        <a:solidFill>
                          <a:srgbClr val="0070C0"/>
                        </a:solidFill>
                        <a:effectLst/>
                        <a:uLnTx/>
                        <a:uFillTx/>
                        <a:latin typeface="+mn-lt"/>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DATA – ETP Page(Nearest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38681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a:cs typeface="Calibri"/>
                          <a:sym typeface="Arial"/>
                        </a:rPr>
                        <a:t>TERR Escape RTE Papua New Guinea</a:t>
                      </a:r>
                    </a:p>
                  </a:txBody>
                  <a:tcPr marL="36000" marR="36000" marT="36000" marB="36000"/>
                </a:tc>
                <a:extLst>
                  <a:ext uri="{0D108BD9-81ED-4DB2-BD59-A6C34878D82A}">
                    <a16:rowId xmlns:a16="http://schemas.microsoft.com/office/drawing/2014/main" val="1799958746"/>
                  </a:ext>
                </a:extLst>
              </a:tr>
              <a:tr h="386814">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Century Gothic" panose="020B0502020202020204"/>
                          <a:ea typeface="Helvetica Neue"/>
                          <a:cs typeface="Helvetica Neue"/>
                          <a:sym typeface="Helvetica Neue"/>
                        </a:rPr>
                        <a:t>COMM (CPDLC)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B050"/>
                          </a:solidFill>
                          <a:effectLst/>
                          <a:uLnTx/>
                          <a:uFillTx/>
                          <a:latin typeface="Arial"/>
                          <a:cs typeface="Calibri"/>
                          <a:sym typeface="Arial"/>
                        </a:rPr>
                        <a:t>RJJJ – KZAK(FIR) – AYPM(FIR) – YBBB(FIR)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(Cross GUM airspace 250NM 118.7, SQ2100)</a:t>
                      </a:r>
                    </a:p>
                  </a:txBody>
                  <a:tcPr marL="36000" marR="36000" marT="36000" marB="36000"/>
                </a:tc>
                <a:extLst>
                  <a:ext uri="{0D108BD9-81ED-4DB2-BD59-A6C34878D82A}">
                    <a16:rowId xmlns:a16="http://schemas.microsoft.com/office/drawing/2014/main" val="2301160211"/>
                  </a:ext>
                </a:extLst>
              </a:tr>
              <a:tr h="81625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Diversion</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Enroute RNP downgrade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Weather min ERA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LAND ASAP by ECAM, QRH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GEN(IDG, APU, EMER) + Multi Fail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Main GEN(IDG, APU) + G HYD(low LVL, PRESS, Overheat)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Increased Fuel Consumption </a:t>
                      </a:r>
                    </a:p>
                  </a:txBody>
                  <a:tcPr marL="36000" marR="36000" marT="36000" marB="36000"/>
                </a:tc>
                <a:extLst>
                  <a:ext uri="{0D108BD9-81ED-4DB2-BD59-A6C34878D82A}">
                    <a16:rowId xmlns:a16="http://schemas.microsoft.com/office/drawing/2014/main" val="758072219"/>
                  </a:ext>
                </a:extLst>
              </a:tr>
              <a:tr h="59502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EDTO ERA</a:t>
                      </a:r>
                      <a:r>
                        <a:rPr kumimoji="0" lang="ko-KR" altLang="en-US"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Change, ETP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19464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txBody>
                  <a:tcPr marL="36000" marR="36000" marT="36000" marB="36000"/>
                </a:tc>
                <a:extLst>
                  <a:ext uri="{0D108BD9-81ED-4DB2-BD59-A6C34878D82A}">
                    <a16:rowId xmlns:a16="http://schemas.microsoft.com/office/drawing/2014/main" val="3122030425"/>
                  </a:ext>
                </a:extLst>
              </a:tr>
            </a:tbl>
          </a:graphicData>
        </a:graphic>
      </p:graphicFrame>
    </p:spTree>
    <p:extLst>
      <p:ext uri="{BB962C8B-B14F-4D97-AF65-F5344CB8AC3E}">
        <p14:creationId xmlns:p14="http://schemas.microsoft.com/office/powerpoint/2010/main" val="29632261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EEC98CDB-1BE4-9FE9-3D37-8BAF4FDD6C5B}"/>
            </a:ext>
          </a:extLst>
        </p:cNvPr>
        <p:cNvGrpSpPr/>
        <p:nvPr/>
      </p:nvGrpSpPr>
      <p:grpSpPr>
        <a:xfrm>
          <a:off x="0" y="0"/>
          <a:ext cx="0" cy="0"/>
          <a:chOff x="0" y="0"/>
          <a:chExt cx="0" cy="0"/>
        </a:xfrm>
      </p:grpSpPr>
      <p:graphicFrame>
        <p:nvGraphicFramePr>
          <p:cNvPr id="282" name="Google Shape;282;p17">
            <a:extLst>
              <a:ext uri="{FF2B5EF4-FFF2-40B4-BE49-F238E27FC236}">
                <a16:creationId xmlns:a16="http://schemas.microsoft.com/office/drawing/2014/main" id="{3EE6065A-6904-82D9-9A7F-D270EBD37530}"/>
              </a:ext>
            </a:extLst>
          </p:cNvPr>
          <p:cNvGraphicFramePr/>
          <p:nvPr>
            <p:extLst>
              <p:ext uri="{D42A27DB-BD31-4B8C-83A1-F6EECF244321}">
                <p14:modId xmlns:p14="http://schemas.microsoft.com/office/powerpoint/2010/main" val="3351564994"/>
              </p:ext>
            </p:extLst>
          </p:nvPr>
        </p:nvGraphicFramePr>
        <p:xfrm>
          <a:off x="6596" y="725409"/>
          <a:ext cx="2328850" cy="1720570"/>
        </p:xfrm>
        <a:graphic>
          <a:graphicData uri="http://schemas.openxmlformats.org/drawingml/2006/table">
            <a:tbl>
              <a:tblPr firstRow="1" bandRow="1">
                <a:noFill/>
                <a:tableStyleId>{A521BE36-7E6F-4EC9-8D66-1CF97A6895EC}</a:tableStyleId>
              </a:tblPr>
              <a:tblGrid>
                <a:gridCol w="351162">
                  <a:extLst>
                    <a:ext uri="{9D8B030D-6E8A-4147-A177-3AD203B41FA5}">
                      <a16:colId xmlns:a16="http://schemas.microsoft.com/office/drawing/2014/main" val="20000"/>
                    </a:ext>
                  </a:extLst>
                </a:gridCol>
                <a:gridCol w="100816">
                  <a:extLst>
                    <a:ext uri="{9D8B030D-6E8A-4147-A177-3AD203B41FA5}">
                      <a16:colId xmlns:a16="http://schemas.microsoft.com/office/drawing/2014/main" val="20001"/>
                    </a:ext>
                  </a:extLst>
                </a:gridCol>
                <a:gridCol w="493266">
                  <a:extLst>
                    <a:ext uri="{9D8B030D-6E8A-4147-A177-3AD203B41FA5}">
                      <a16:colId xmlns:a16="http://schemas.microsoft.com/office/drawing/2014/main" val="4194794502"/>
                    </a:ext>
                  </a:extLst>
                </a:gridCol>
                <a:gridCol w="154717">
                  <a:extLst>
                    <a:ext uri="{9D8B030D-6E8A-4147-A177-3AD203B41FA5}">
                      <a16:colId xmlns:a16="http://schemas.microsoft.com/office/drawing/2014/main" val="4196093327"/>
                    </a:ext>
                  </a:extLst>
                </a:gridCol>
                <a:gridCol w="324931">
                  <a:extLst>
                    <a:ext uri="{9D8B030D-6E8A-4147-A177-3AD203B41FA5}">
                      <a16:colId xmlns:a16="http://schemas.microsoft.com/office/drawing/2014/main" val="20004"/>
                    </a:ext>
                  </a:extLst>
                </a:gridCol>
                <a:gridCol w="451979">
                  <a:extLst>
                    <a:ext uri="{9D8B030D-6E8A-4147-A177-3AD203B41FA5}">
                      <a16:colId xmlns:a16="http://schemas.microsoft.com/office/drawing/2014/main" val="557470243"/>
                    </a:ext>
                  </a:extLst>
                </a:gridCol>
                <a:gridCol w="451979">
                  <a:extLst>
                    <a:ext uri="{9D8B030D-6E8A-4147-A177-3AD203B41FA5}">
                      <a16:colId xmlns:a16="http://schemas.microsoft.com/office/drawing/2014/main" val="55619248"/>
                    </a:ext>
                  </a:extLst>
                </a:gridCol>
              </a:tblGrid>
              <a:tr h="266518">
                <a:tc gridSpan="7">
                  <a:txBody>
                    <a:bodyPr/>
                    <a:lstStyle/>
                    <a:p>
                      <a:pPr marL="0" marR="0" lvl="0" indent="0" algn="ctr" rtl="0">
                        <a:spcBef>
                          <a:spcPts val="0"/>
                        </a:spcBef>
                        <a:spcAft>
                          <a:spcPts val="0"/>
                        </a:spcAft>
                        <a:buNone/>
                      </a:pPr>
                      <a:r>
                        <a:rPr lang="en-US" sz="800" dirty="0"/>
                        <a:t>BNE : UTC+10, TA 10000, </a:t>
                      </a:r>
                    </a:p>
                    <a:p>
                      <a:pPr marL="0" marR="0" lvl="0" indent="0" algn="ctr" rtl="0">
                        <a:spcBef>
                          <a:spcPts val="0"/>
                        </a:spcBef>
                        <a:spcAft>
                          <a:spcPts val="0"/>
                        </a:spcAft>
                        <a:buNone/>
                      </a:pPr>
                      <a:r>
                        <a:rPr lang="en-US" sz="800" dirty="0">
                          <a:solidFill>
                            <a:srgbClr val="FFC000"/>
                          </a:solidFill>
                        </a:rPr>
                        <a:t>CPDLC YBBB on GND 45min/Passing 10M’</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51058">
                <a:tc>
                  <a:txBody>
                    <a:bodyPr/>
                    <a:lstStyle/>
                    <a:p>
                      <a:pPr marL="0" marR="0" lvl="0" indent="0" algn="ctr" rtl="0">
                        <a:spcBef>
                          <a:spcPts val="0"/>
                        </a:spcBef>
                        <a:spcAft>
                          <a:spcPts val="0"/>
                        </a:spcAft>
                        <a:buNone/>
                      </a:pPr>
                      <a:r>
                        <a:rPr lang="en-US" sz="800" b="1" dirty="0"/>
                        <a:t>01L</a:t>
                      </a:r>
                      <a:r>
                        <a:rPr lang="en-US" sz="800" b="0" dirty="0"/>
                        <a:t>/R</a:t>
                      </a:r>
                      <a:endParaRPr sz="800" b="0" dirty="0"/>
                    </a:p>
                  </a:txBody>
                  <a:tcPr marL="36000" marR="36000" marT="36000" marB="36000" anchor="ctr"/>
                </a:tc>
                <a:tc rowSpan="2" gridSpan="3">
                  <a:txBody>
                    <a:bodyPr/>
                    <a:lstStyle/>
                    <a:p>
                      <a:pPr marL="0" marR="0" lvl="0" indent="0" algn="ctr" rtl="0">
                        <a:spcBef>
                          <a:spcPts val="0"/>
                        </a:spcBef>
                        <a:spcAft>
                          <a:spcPts val="0"/>
                        </a:spcAft>
                        <a:buNone/>
                      </a:pPr>
                      <a:r>
                        <a:rPr lang="en-US" sz="800" b="1" dirty="0">
                          <a:solidFill>
                            <a:srgbClr val="0070C0"/>
                          </a:solidFill>
                        </a:rPr>
                        <a:t>BIXAD x</a:t>
                      </a:r>
                    </a:p>
                    <a:p>
                      <a:pPr marL="0" marR="0" lvl="0" indent="0" algn="ctr" rtl="0">
                        <a:spcBef>
                          <a:spcPts val="0"/>
                        </a:spcBef>
                        <a:spcAft>
                          <a:spcPts val="0"/>
                        </a:spcAft>
                        <a:buNone/>
                      </a:pPr>
                      <a:r>
                        <a:rPr lang="en-US" sz="700" b="1" dirty="0">
                          <a:solidFill>
                            <a:schemeClr val="bg1"/>
                          </a:solidFill>
                        </a:rPr>
                        <a:t>(01R Diff Chart)</a:t>
                      </a:r>
                      <a:endParaRPr lang="en-US" sz="800" b="1" dirty="0">
                        <a:solidFill>
                          <a:schemeClr val="bg1"/>
                        </a:solidFill>
                      </a:endParaRPr>
                    </a:p>
                    <a:p>
                      <a:pPr marL="0" marR="0" lvl="0" indent="0" algn="ctr" rtl="0">
                        <a:spcBef>
                          <a:spcPts val="0"/>
                        </a:spcBef>
                        <a:spcAft>
                          <a:spcPts val="0"/>
                        </a:spcAft>
                        <a:buNone/>
                      </a:pPr>
                      <a:r>
                        <a:rPr lang="en-US" sz="800" b="1" dirty="0">
                          <a:solidFill>
                            <a:srgbClr val="0070C0"/>
                          </a:solidFill>
                        </a:rPr>
                        <a:t>BNE x </a:t>
                      </a:r>
                    </a:p>
                    <a:p>
                      <a:pPr marL="0" marR="0" lvl="0" indent="0" algn="ctr" rtl="0">
                        <a:spcBef>
                          <a:spcPts val="0"/>
                        </a:spcBef>
                        <a:spcAft>
                          <a:spcPts val="0"/>
                        </a:spcAft>
                        <a:buNone/>
                      </a:pPr>
                      <a:r>
                        <a:rPr lang="en-US" sz="700" b="1" dirty="0">
                          <a:solidFill>
                            <a:srgbClr val="AA47F5"/>
                          </a:solidFill>
                        </a:rPr>
                        <a:t>RDR SID with H/D</a:t>
                      </a:r>
                    </a:p>
                  </a:txBody>
                  <a:tcPr marL="36000" marR="36000" marT="36000" marB="36000" anchor="ctr"/>
                </a:tc>
                <a:tc rowSpan="2" hMerge="1">
                  <a:txBody>
                    <a:bodyPr/>
                    <a:lstStyle/>
                    <a:p>
                      <a:endParaRPr lang="ko-Kore-KR" altLang="en-US"/>
                    </a:p>
                  </a:txBody>
                  <a:tcPr/>
                </a:tc>
                <a:tc rowSpan="2"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016 </a:t>
                      </a:r>
                      <a:r>
                        <a:rPr lang="en-US" sz="800" b="1" dirty="0">
                          <a:solidFill>
                            <a:srgbClr val="0070C0"/>
                          </a:solidFill>
                        </a:rPr>
                        <a:t>ALT ATC(6000) </a:t>
                      </a:r>
                    </a:p>
                    <a:p>
                      <a:pPr marL="0" marR="0" lvl="0" indent="0" algn="ctr" rtl="0">
                        <a:spcBef>
                          <a:spcPts val="0"/>
                        </a:spcBef>
                        <a:spcAft>
                          <a:spcPts val="0"/>
                        </a:spcAft>
                        <a:buNone/>
                      </a:pPr>
                      <a:r>
                        <a:rPr lang="en-US" sz="800" b="1" dirty="0">
                          <a:solidFill>
                            <a:srgbClr val="0070C0"/>
                          </a:solidFill>
                        </a:rPr>
                        <a:t> </a:t>
                      </a:r>
                      <a:r>
                        <a:rPr lang="en-US" sz="800" b="1" dirty="0">
                          <a:solidFill>
                            <a:srgbClr val="AA47F5"/>
                          </a:solidFill>
                        </a:rPr>
                        <a:t>SPD x/240 </a:t>
                      </a:r>
                      <a:r>
                        <a:rPr lang="en-US" sz="800" b="1" dirty="0">
                          <a:solidFill>
                            <a:srgbClr val="F28943"/>
                          </a:solidFill>
                        </a:rPr>
                        <a:t>TA 10000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51058">
                <a:tc>
                  <a:txBody>
                    <a:bodyPr/>
                    <a:lstStyle/>
                    <a:p>
                      <a:pPr marL="0" marR="0" lvl="0" indent="0" algn="ctr" rtl="0">
                        <a:spcBef>
                          <a:spcPts val="0"/>
                        </a:spcBef>
                        <a:spcAft>
                          <a:spcPts val="0"/>
                        </a:spcAft>
                        <a:buNone/>
                      </a:pPr>
                      <a:r>
                        <a:rPr lang="en-US" sz="800" b="1" dirty="0"/>
                        <a:t>19R</a:t>
                      </a:r>
                      <a:r>
                        <a:rPr lang="en-US" sz="800" b="0" dirty="0"/>
                        <a:t>/L</a:t>
                      </a:r>
                      <a:endParaRPr sz="800" b="0" dirty="0"/>
                    </a:p>
                  </a:txBody>
                  <a:tcPr marL="36000" marR="36000" marT="36000" marB="36000" anchor="ctr"/>
                </a:tc>
                <a:tc gridSpan="3" vMerge="1">
                  <a:txBody>
                    <a:bodyPr/>
                    <a:lstStyle/>
                    <a:p>
                      <a:endParaRPr dirty="0"/>
                    </a:p>
                  </a:txBody>
                  <a:tcPr marL="36000" marR="36000" marT="36000" marB="36000" anchor="ctr"/>
                </a:tc>
                <a:tc hMerge="1" vMerge="1">
                  <a:txBody>
                    <a:bodyPr/>
                    <a:lstStyle/>
                    <a:p>
                      <a:endParaRPr lang="ko-Kore-KR" altLang="en-US"/>
                    </a:p>
                  </a:txBody>
                  <a:tcPr/>
                </a:tc>
                <a:tc hMerge="1" v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196 </a:t>
                      </a:r>
                      <a:r>
                        <a:rPr lang="en-US" sz="800" b="1" dirty="0">
                          <a:solidFill>
                            <a:srgbClr val="0070C0"/>
                          </a:solidFill>
                        </a:rPr>
                        <a:t>ALT ATC(6000)</a:t>
                      </a:r>
                    </a:p>
                    <a:p>
                      <a:pPr marL="0" marR="0" lvl="0" indent="0" algn="ctr" rtl="0">
                        <a:spcBef>
                          <a:spcPts val="0"/>
                        </a:spcBef>
                        <a:spcAft>
                          <a:spcPts val="0"/>
                        </a:spcAft>
                        <a:buNone/>
                      </a:pPr>
                      <a:r>
                        <a:rPr lang="en-US" sz="800" b="1" dirty="0">
                          <a:solidFill>
                            <a:srgbClr val="0070C0"/>
                          </a:solidFill>
                        </a:rPr>
                        <a:t> </a:t>
                      </a:r>
                      <a:r>
                        <a:rPr lang="en-US" altLang="ko-Kore-KR" sz="800" b="1" dirty="0">
                          <a:solidFill>
                            <a:srgbClr val="AA47F5"/>
                          </a:solidFill>
                        </a:rPr>
                        <a:t>SPD 240 </a:t>
                      </a:r>
                      <a:r>
                        <a:rPr lang="en-US" altLang="ko-Kore-KR" sz="800" b="1" dirty="0">
                          <a:solidFill>
                            <a:srgbClr val="F28943"/>
                          </a:solidFill>
                        </a:rPr>
                        <a:t>TA 10000</a:t>
                      </a:r>
                      <a:endParaRPr lang="en-US" sz="800" b="1"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51058">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BN 113.2</a:t>
                      </a:r>
                      <a:endParaRPr sz="800" b="1" dirty="0">
                        <a:solidFill>
                          <a:srgbClr val="0070C0"/>
                        </a:solidFill>
                      </a:endParaRP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01L IBN 111.5</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19R IBE</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109.3</a:t>
                      </a:r>
                      <a:endParaRPr sz="800" b="1" dirty="0">
                        <a:solidFill>
                          <a:srgbClr val="C00000"/>
                        </a:solidFill>
                      </a:endParaRPr>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01R IBA</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109.5</a:t>
                      </a:r>
                      <a:endParaRPr sz="800" b="1" dirty="0">
                        <a:solidFill>
                          <a:srgbClr val="C0000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19L IBS</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110.1</a:t>
                      </a:r>
                      <a:endParaRPr sz="800" b="1" dirty="0">
                        <a:solidFill>
                          <a:srgbClr val="C00000"/>
                        </a:solidFill>
                      </a:endParaRPr>
                    </a:p>
                  </a:txBody>
                  <a:tcPr marL="36000" marR="36000" marT="36000" marB="36000" anchor="ctr"/>
                </a:tc>
                <a:extLst>
                  <a:ext uri="{0D108BD9-81ED-4DB2-BD59-A6C34878D82A}">
                    <a16:rowId xmlns:a16="http://schemas.microsoft.com/office/drawing/2014/main" val="3374941266"/>
                  </a:ext>
                </a:extLst>
              </a:tr>
              <a:tr h="39901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err="1">
                          <a:solidFill>
                            <a:schemeClr val="bg1"/>
                          </a:solidFill>
                        </a:rPr>
                        <a:t>PushBack</a:t>
                      </a:r>
                      <a:r>
                        <a:rPr lang="en-US" sz="800" dirty="0">
                          <a:solidFill>
                            <a:schemeClr val="bg1"/>
                          </a:solidFill>
                        </a:rPr>
                        <a:t> Point C,D,E , TWY A for T/O</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Do Not PASS B1 for 19L</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“CNL SID, TRK EXT CL, xx Degree” -&gt; Main RWY TRK </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284" name="Google Shape;284;p17">
            <a:extLst>
              <a:ext uri="{FF2B5EF4-FFF2-40B4-BE49-F238E27FC236}">
                <a16:creationId xmlns:a16="http://schemas.microsoft.com/office/drawing/2014/main" id="{5557BD40-BD88-EC90-E7FB-0158F165869C}"/>
              </a:ext>
            </a:extLst>
          </p:cNvPr>
          <p:cNvGraphicFramePr/>
          <p:nvPr>
            <p:extLst>
              <p:ext uri="{D42A27DB-BD31-4B8C-83A1-F6EECF244321}">
                <p14:modId xmlns:p14="http://schemas.microsoft.com/office/powerpoint/2010/main" val="1517613127"/>
              </p:ext>
            </p:extLst>
          </p:nvPr>
        </p:nvGraphicFramePr>
        <p:xfrm>
          <a:off x="-2501" y="16504"/>
          <a:ext cx="2328850" cy="68608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98857">
                <a:tc>
                  <a:txBody>
                    <a:bodyPr/>
                    <a:lstStyle/>
                    <a:p>
                      <a:pPr marL="0" marR="0" lvl="0" indent="0" algn="ctr" rtl="0">
                        <a:spcBef>
                          <a:spcPts val="0"/>
                        </a:spcBef>
                        <a:spcAft>
                          <a:spcPts val="0"/>
                        </a:spcAft>
                        <a:buNone/>
                      </a:pPr>
                      <a:r>
                        <a:rPr lang="en-US" altLang="ko-Kore-KR" sz="1400" dirty="0">
                          <a:solidFill>
                            <a:schemeClr val="tx1"/>
                          </a:solidFill>
                          <a:hlinkClick r:id="rId3">
                            <a:extLst>
                              <a:ext uri="{A12FA001-AC4F-418D-AE19-62706E023703}">
                                <ahyp:hlinkClr xmlns:ahyp="http://schemas.microsoft.com/office/drawing/2018/hyperlinkcolor" val="tx"/>
                              </a:ext>
                            </a:extLst>
                          </a:hlinkClick>
                        </a:rPr>
                        <a:t>YBBN(BNE)15ft</a:t>
                      </a:r>
                      <a:endParaRPr lang="en-US" altLang="ko-Kore-K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87223">
                <a:tc>
                  <a:txBody>
                    <a:bodyPr/>
                    <a:lstStyle/>
                    <a:p>
                      <a:pPr marL="0" marR="0" lvl="0" indent="0" algn="ctr" rtl="0">
                        <a:spcBef>
                          <a:spcPts val="0"/>
                        </a:spcBef>
                        <a:spcAft>
                          <a:spcPts val="0"/>
                        </a:spcAft>
                        <a:buNone/>
                      </a:pPr>
                      <a:r>
                        <a:rPr lang="en-US" altLang="ko-Kore-KR" sz="900" dirty="0"/>
                        <a:t>Menzies BNE 132.55</a:t>
                      </a:r>
                    </a:p>
                    <a:p>
                      <a:pPr marL="0" marR="0" lvl="0" indent="0" algn="ctr" rtl="0">
                        <a:spcBef>
                          <a:spcPts val="0"/>
                        </a:spcBef>
                        <a:spcAft>
                          <a:spcPts val="0"/>
                        </a:spcAft>
                        <a:buNone/>
                      </a:pPr>
                      <a:r>
                        <a:rPr lang="en-US" sz="700" dirty="0">
                          <a:solidFill>
                            <a:srgbClr val="FF0000"/>
                          </a:solidFill>
                        </a:rPr>
                        <a:t>Voice by -5min</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8ACFBFAD-654E-DC15-26FC-FFDA399A493C}"/>
              </a:ext>
            </a:extLst>
          </p:cNvPr>
          <p:cNvSpPr txBox="1"/>
          <p:nvPr/>
        </p:nvSpPr>
        <p:spPr>
          <a:xfrm>
            <a:off x="6596" y="2453568"/>
            <a:ext cx="1764127" cy="209151"/>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133.45 - </a:t>
            </a: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BB3EE5C2-ED39-3C88-BE49-90D10BEEBD4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4" name="Google Shape;283;p17">
            <a:extLst>
              <a:ext uri="{FF2B5EF4-FFF2-40B4-BE49-F238E27FC236}">
                <a16:creationId xmlns:a16="http://schemas.microsoft.com/office/drawing/2014/main" id="{4B7A1F6D-8522-2255-94B8-0D92336EB39C}"/>
              </a:ext>
            </a:extLst>
          </p:cNvPr>
          <p:cNvGraphicFramePr/>
          <p:nvPr>
            <p:extLst>
              <p:ext uri="{D42A27DB-BD31-4B8C-83A1-F6EECF244321}">
                <p14:modId xmlns:p14="http://schemas.microsoft.com/office/powerpoint/2010/main" val="236126599"/>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079DEC8B-8F7C-717B-62B8-9329A921994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8352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7195518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4B7C0E99-F4ED-0D96-0D56-3E79B45D0E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7FF0D5-064A-09CB-C6F2-F143ACAD2A1F}"/>
              </a:ext>
            </a:extLst>
          </p:cNvPr>
          <p:cNvSpPr txBox="1"/>
          <p:nvPr/>
        </p:nvSpPr>
        <p:spPr>
          <a:xfrm>
            <a:off x="-22708" y="2969488"/>
            <a:ext cx="1887055" cy="209151"/>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8C5E93A8-6B6E-2C1C-8472-3D0B62508795}"/>
              </a:ext>
            </a:extLst>
          </p:cNvPr>
          <p:cNvGraphicFramePr/>
          <p:nvPr>
            <p:extLst>
              <p:ext uri="{D42A27DB-BD31-4B8C-83A1-F6EECF244321}">
                <p14:modId xmlns:p14="http://schemas.microsoft.com/office/powerpoint/2010/main" val="1854802853"/>
              </p:ext>
            </p:extLst>
          </p:nvPr>
        </p:nvGraphicFramePr>
        <p:xfrm>
          <a:off x="-6571" y="4008267"/>
          <a:ext cx="2333879" cy="1538482"/>
        </p:xfrm>
        <a:graphic>
          <a:graphicData uri="http://schemas.openxmlformats.org/drawingml/2006/table">
            <a:tbl>
              <a:tblPr firstRow="1" bandRow="1">
                <a:noFill/>
                <a:tableStyleId>{A521BE36-7E6F-4EC9-8D66-1CF97A6895EC}</a:tableStyleId>
              </a:tblPr>
              <a:tblGrid>
                <a:gridCol w="371006">
                  <a:extLst>
                    <a:ext uri="{9D8B030D-6E8A-4147-A177-3AD203B41FA5}">
                      <a16:colId xmlns:a16="http://schemas.microsoft.com/office/drawing/2014/main" val="20000"/>
                    </a:ext>
                  </a:extLst>
                </a:gridCol>
                <a:gridCol w="735496">
                  <a:extLst>
                    <a:ext uri="{9D8B030D-6E8A-4147-A177-3AD203B41FA5}">
                      <a16:colId xmlns:a16="http://schemas.microsoft.com/office/drawing/2014/main" val="20001"/>
                    </a:ext>
                  </a:extLst>
                </a:gridCol>
                <a:gridCol w="530536">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UBN </a:t>
                      </a:r>
                      <a:r>
                        <a:rPr lang="en-US" sz="800" dirty="0">
                          <a:solidFill>
                            <a:srgbClr val="00B0F0"/>
                          </a:solidFill>
                        </a:rPr>
                        <a:t>[110/290]</a:t>
                      </a:r>
                      <a:r>
                        <a:rPr lang="en-US" sz="800" dirty="0"/>
                        <a:t> TL 148 :</a:t>
                      </a:r>
                      <a:r>
                        <a:rPr lang="en-US" sz="800" dirty="0">
                          <a:solidFill>
                            <a:srgbClr val="FFC000"/>
                          </a:solidFill>
                        </a:rPr>
                        <a:t> Hi FE,TERR/Restrict Area</a:t>
                      </a:r>
                    </a:p>
                    <a:p>
                      <a:pPr marL="0" marR="0" lvl="0" indent="0" algn="ctr" rtl="0">
                        <a:spcBef>
                          <a:spcPts val="0"/>
                        </a:spcBef>
                        <a:spcAft>
                          <a:spcPts val="0"/>
                        </a:spcAft>
                        <a:buNone/>
                      </a:pPr>
                      <a:r>
                        <a:rPr lang="en-US" sz="800" b="0" dirty="0">
                          <a:solidFill>
                            <a:srgbClr val="FCFCFC"/>
                          </a:solidFill>
                        </a:rPr>
                        <a:t>CTC UBT CTL 5min Before FIR(POLHO, INTIK)</a:t>
                      </a:r>
                    </a:p>
                    <a:p>
                      <a:pPr marL="0" marR="0" lvl="0" indent="0" algn="ctr" rtl="0">
                        <a:spcBef>
                          <a:spcPts val="0"/>
                        </a:spcBef>
                        <a:spcAft>
                          <a:spcPts val="0"/>
                        </a:spcAft>
                        <a:buNone/>
                      </a:pPr>
                      <a:r>
                        <a:rPr lang="en-US" sz="800" b="0" dirty="0">
                          <a:solidFill>
                            <a:srgbClr val="FCFCFC"/>
                          </a:solidFill>
                        </a:rPr>
                        <a:t>UBT CTL ask L/D Time, </a:t>
                      </a:r>
                      <a:r>
                        <a:rPr lang="en-US" sz="800" b="1" dirty="0">
                          <a:solidFill>
                            <a:srgbClr val="C00000"/>
                          </a:solidFill>
                        </a:rPr>
                        <a:t>Hi FE &amp; Sink Rate due TAS</a:t>
                      </a:r>
                      <a:endParaRPr sz="800" b="1" dirty="0">
                        <a:solidFill>
                          <a:srgbClr val="C0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solidFill>
                            <a:srgbClr val="0070C0"/>
                          </a:solidFill>
                        </a:rPr>
                        <a:t>29</a:t>
                      </a:r>
                      <a:endParaRPr sz="800" b="0"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MENUG xx W</a:t>
                      </a:r>
                      <a:endParaRPr lang="en-US" sz="800" b="1" dirty="0"/>
                    </a:p>
                  </a:txBody>
                  <a:tcPr marL="36000" marR="36000" marT="36000" marB="36000" anchor="ctr"/>
                </a:tc>
                <a:tc>
                  <a:txBody>
                    <a:bodyPr/>
                    <a:lstStyle/>
                    <a:p>
                      <a:pPr marL="0" marR="0" lvl="0" indent="0" algn="ctr" rtl="0">
                        <a:spcBef>
                          <a:spcPts val="0"/>
                        </a:spcBef>
                        <a:spcAft>
                          <a:spcPts val="0"/>
                        </a:spcAft>
                        <a:buNone/>
                      </a:pPr>
                      <a:r>
                        <a:rPr lang="en-US" sz="800" b="1" dirty="0"/>
                        <a:t>ZONAM</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X 29</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sz="800" b="1" dirty="0"/>
                        <a:t>11</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0070C0"/>
                          </a:solidFill>
                        </a:rPr>
                        <a:t>MENUG xx V</a:t>
                      </a:r>
                      <a:endParaRPr lang="en-US" altLang="ko-Kore-KR" sz="800" b="0" dirty="0"/>
                    </a:p>
                  </a:txBody>
                  <a:tcPr marL="36000" marR="36000" marT="36000" marB="36000" anchor="ctr"/>
                </a:tc>
                <a:tc>
                  <a:txBody>
                    <a:bodyPr/>
                    <a:lstStyle/>
                    <a:p>
                      <a:pPr marL="0" marR="0" lvl="0" indent="0" algn="ctr" rtl="0">
                        <a:spcBef>
                          <a:spcPts val="0"/>
                        </a:spcBef>
                        <a:spcAft>
                          <a:spcPts val="0"/>
                        </a:spcAft>
                        <a:buNone/>
                      </a:pPr>
                      <a:r>
                        <a:rPr lang="en-US" sz="800" b="1" dirty="0"/>
                        <a:t>CK113</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RNP 11 </a:t>
                      </a:r>
                      <a:r>
                        <a:rPr lang="en-US" altLang="ko-Kore-KR" sz="800" b="1" dirty="0">
                          <a:solidFill>
                            <a:srgbClr val="0070C0"/>
                          </a:solidFill>
                        </a:rPr>
                        <a:t>(Req)</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SER, </a:t>
                      </a:r>
                      <a:r>
                        <a:rPr lang="en-US" sz="800" b="1" dirty="0">
                          <a:solidFill>
                            <a:srgbClr val="C00000"/>
                          </a:solidFill>
                        </a:rPr>
                        <a:t>29 CDA</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964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29 : C(5761’), B(8241’), 11 : C(5761’), D(8231’)</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Gate 2 A330 Must Follow Dashed Line</a:t>
                      </a:r>
                      <a:endParaRPr lang="en-US" altLang="ko-K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24A1E274-C74B-8377-4D89-C9950BBBA6DF}"/>
              </a:ext>
            </a:extLst>
          </p:cNvPr>
          <p:cNvGraphicFramePr/>
          <p:nvPr>
            <p:extLst>
              <p:ext uri="{D42A27DB-BD31-4B8C-83A1-F6EECF244321}">
                <p14:modId xmlns:p14="http://schemas.microsoft.com/office/powerpoint/2010/main" val="781678387"/>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tx1"/>
                          </a:solidFill>
                          <a:hlinkClick r:id="rId4">
                            <a:extLst>
                              <a:ext uri="{A12FA001-AC4F-418D-AE19-62706E023703}">
                                <ahyp:hlinkClr xmlns:ahyp="http://schemas.microsoft.com/office/drawing/2018/hyperlinkcolor" val="tx"/>
                              </a:ext>
                            </a:extLst>
                          </a:hlinkClick>
                        </a:rPr>
                        <a:t>ZMCK(UBN)</a:t>
                      </a:r>
                      <a:r>
                        <a:rPr lang="en-US" sz="1100" dirty="0">
                          <a:solidFill>
                            <a:srgbClr val="C00000"/>
                          </a:solidFill>
                          <a:hlinkClick r:id="rId4">
                            <a:extLst>
                              <a:ext uri="{A12FA001-AC4F-418D-AE19-62706E023703}">
                                <ahyp:hlinkClr xmlns:ahyp="http://schemas.microsoft.com/office/drawing/2018/hyperlinkcolor" val="tx"/>
                              </a:ext>
                            </a:extLst>
                          </a:hlinkClick>
                        </a:rPr>
                        <a:t>4485ft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900" dirty="0">
                          <a:solidFill>
                            <a:srgbClr val="C00000"/>
                          </a:solidFill>
                        </a:rPr>
                        <a:t>No D-ATIS</a:t>
                      </a:r>
                      <a:endParaRPr sz="900" dirty="0">
                        <a:solidFill>
                          <a:srgbClr val="C0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C3817D0-25C7-46CF-B3FF-984C5520644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56D6F5FF-E7B4-AD02-4852-10514DAA0400}"/>
              </a:ext>
            </a:extLst>
          </p:cNvPr>
          <p:cNvGraphicFramePr/>
          <p:nvPr>
            <p:extLst>
              <p:ext uri="{D42A27DB-BD31-4B8C-83A1-F6EECF244321}">
                <p14:modId xmlns:p14="http://schemas.microsoft.com/office/powerpoint/2010/main" val="2238132683"/>
              </p:ext>
            </p:extLst>
          </p:nvPr>
        </p:nvGraphicFramePr>
        <p:xfrm>
          <a:off x="1" y="643197"/>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8E50BE71-2FC0-F0B3-E7D2-729DA77C0BD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893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2405114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22B1-085A-75F9-1CF1-572381D6DDB3}"/>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F12F796F-1AAA-4ED2-0ECA-9A89CE11B500}"/>
              </a:ext>
            </a:extLst>
          </p:cNvPr>
          <p:cNvGraphicFramePr>
            <a:graphicFrameLocks noGrp="1"/>
          </p:cNvGraphicFramePr>
          <p:nvPr>
            <p:ph idx="1"/>
            <p:extLst>
              <p:ext uri="{D42A27DB-BD31-4B8C-83A1-F6EECF244321}">
                <p14:modId xmlns:p14="http://schemas.microsoft.com/office/powerpoint/2010/main" val="2397723122"/>
              </p:ext>
            </p:extLst>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4,500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14,800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3,900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12,800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3,600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11,800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chemeClr val="bg1"/>
                          </a:solidFill>
                          <a:effectLst/>
                          <a:latin typeface="Arial" panose="020B0604020202020204" pitchFamily="34" charset="0"/>
                          <a:cs typeface="Arial" panose="020B0604020202020204" pitchFamily="34" charset="0"/>
                        </a:rPr>
                        <a:t>3,000</a:t>
                      </a:r>
                      <a:r>
                        <a:rPr lang="en-US" sz="800" b="0" i="0">
                          <a:solidFill>
                            <a:schemeClr val="bg1"/>
                          </a:solidFill>
                          <a:effectLst/>
                          <a:latin typeface="Arial" panose="020B0604020202020204" pitchFamily="34" charset="0"/>
                          <a:cs typeface="Arial" panose="020B0604020202020204" pitchFamily="34" charset="0"/>
                        </a:rPr>
                        <a:t> </a:t>
                      </a:r>
                      <a:r>
                        <a:rPr lang="en-US" sz="800" b="1" i="0">
                          <a:solidFill>
                            <a:schemeClr val="bg1"/>
                          </a:solidFill>
                          <a:effectLst/>
                          <a:latin typeface="Arial" panose="020B0604020202020204" pitchFamily="34" charset="0"/>
                          <a:cs typeface="Arial" panose="020B0604020202020204" pitchFamily="34" charset="0"/>
                        </a:rPr>
                        <a:t>m</a:t>
                      </a:r>
                      <a:endParaRPr lang="en-US" sz="80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9,800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C352CADC-4005-A80E-FF0C-566D0533D6DB}"/>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FC493C74-7CBF-197B-27DF-D12D34FFDAFC}"/>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7953B317-20B9-A185-E378-C8CCB8D2925D}"/>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720599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6C94FA3D-C21B-28DC-ADF8-800E7F3FE6CF}"/>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BE83C2B6-7783-7E58-83A6-2415DA236912}"/>
              </a:ext>
            </a:extLst>
          </p:cNvPr>
          <p:cNvGraphicFramePr/>
          <p:nvPr>
            <p:extLst>
              <p:ext uri="{D42A27DB-BD31-4B8C-83A1-F6EECF244321}">
                <p14:modId xmlns:p14="http://schemas.microsoft.com/office/powerpoint/2010/main" val="587772147"/>
              </p:ext>
            </p:extLst>
          </p:nvPr>
        </p:nvGraphicFramePr>
        <p:xfrm>
          <a:off x="-4046" y="704196"/>
          <a:ext cx="2332909" cy="1304890"/>
        </p:xfrm>
        <a:graphic>
          <a:graphicData uri="http://schemas.openxmlformats.org/drawingml/2006/table">
            <a:tbl>
              <a:tblPr firstRow="1" bandRow="1">
                <a:noFill/>
                <a:tableStyleId>{A521BE36-7E6F-4EC9-8D66-1CF97A6895EC}</a:tableStyleId>
              </a:tblPr>
              <a:tblGrid>
                <a:gridCol w="227615">
                  <a:extLst>
                    <a:ext uri="{9D8B030D-6E8A-4147-A177-3AD203B41FA5}">
                      <a16:colId xmlns:a16="http://schemas.microsoft.com/office/drawing/2014/main" val="20000"/>
                    </a:ext>
                  </a:extLst>
                </a:gridCol>
                <a:gridCol w="896908">
                  <a:extLst>
                    <a:ext uri="{9D8B030D-6E8A-4147-A177-3AD203B41FA5}">
                      <a16:colId xmlns:a16="http://schemas.microsoft.com/office/drawing/2014/main" val="20001"/>
                    </a:ext>
                  </a:extLst>
                </a:gridCol>
                <a:gridCol w="1208386">
                  <a:extLst>
                    <a:ext uri="{9D8B030D-6E8A-4147-A177-3AD203B41FA5}">
                      <a16:colId xmlns:a16="http://schemas.microsoft.com/office/drawing/2014/main" val="20005"/>
                    </a:ext>
                  </a:extLst>
                </a:gridCol>
              </a:tblGrid>
              <a:tr h="0">
                <a:tc gridSpan="3">
                  <a:txBody>
                    <a:bodyPr/>
                    <a:lstStyle/>
                    <a:p>
                      <a:pPr marL="0" marR="0" lvl="0" indent="0" algn="ctr" rtl="0">
                        <a:spcBef>
                          <a:spcPts val="0"/>
                        </a:spcBef>
                        <a:spcAft>
                          <a:spcPts val="0"/>
                        </a:spcAft>
                        <a:buNone/>
                      </a:pPr>
                      <a:r>
                        <a:rPr lang="en-US" sz="800" u="none" strike="noStrike" cap="none" dirty="0"/>
                        <a:t>UBN : SID (NADP 1) TA 128 </a:t>
                      </a:r>
                    </a:p>
                  </a:txBody>
                  <a:tcPr marL="36000" marR="7200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29</a:t>
                      </a:r>
                      <a:endParaRPr lang="en-US"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MENUG x C</a:t>
                      </a:r>
                      <a:r>
                        <a:rPr lang="en-US" sz="800" b="0" u="none" strike="noStrike" cap="none" dirty="0">
                          <a:solidFill>
                            <a:schemeClr val="bg1"/>
                          </a:solidFill>
                        </a:rPr>
                        <a:t>/A</a:t>
                      </a:r>
                    </a:p>
                  </a:txBody>
                  <a:tcPr marL="36000" marR="36000" marT="36000" marB="36000" anchor="ctr"/>
                </a:tc>
                <a:tc>
                  <a:txBody>
                    <a:bodyPr/>
                    <a:lstStyle/>
                    <a:p>
                      <a:pPr algn="ctr"/>
                      <a:r>
                        <a:rPr lang="en-US" sz="800" b="1" u="none" strike="noStrike" cap="none" dirty="0"/>
                        <a:t>HD 290 </a:t>
                      </a:r>
                      <a:r>
                        <a:rPr lang="en-US" sz="800" b="1" u="none" strike="noStrike" cap="none" dirty="0">
                          <a:solidFill>
                            <a:srgbClr val="0070C0"/>
                          </a:solidFill>
                        </a:rPr>
                        <a:t>ALT ATC </a:t>
                      </a:r>
                      <a:r>
                        <a:rPr lang="en-US" altLang="ko-Kore-KR" sz="800" b="1" u="none" strike="noStrike" cap="none" dirty="0">
                          <a:solidFill>
                            <a:srgbClr val="F28943"/>
                          </a:solidFill>
                        </a:rPr>
                        <a:t>TA 12800</a:t>
                      </a:r>
                      <a:endParaRPr lang="ko-Kore-KR" dirty="0">
                        <a:solidFill>
                          <a:srgbClr val="F28943"/>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u="none" strike="noStrike" cap="none" dirty="0"/>
                        <a:t>11</a:t>
                      </a:r>
                      <a:endParaRPr sz="800" b="0" u="none" strike="noStrike" cap="none" dirty="0"/>
                    </a:p>
                  </a:txBody>
                  <a:tcPr marL="36000" marR="36000" marT="36000" marB="36000" anchor="ctr"/>
                </a:tc>
                <a:tc>
                  <a:txBody>
                    <a:bodyPr/>
                    <a:lstStyle/>
                    <a:p>
                      <a:pPr marL="0" marR="0" lvl="0" indent="0" algn="ctr" rtl="0">
                        <a:spcBef>
                          <a:spcPts val="0"/>
                        </a:spcBef>
                        <a:spcAft>
                          <a:spcPts val="0"/>
                        </a:spcAft>
                        <a:buNone/>
                      </a:pPr>
                      <a:r>
                        <a:rPr lang="en-US" altLang="ko-Kore-KR" sz="800" b="1" u="none" strike="noStrike" cap="none" dirty="0">
                          <a:solidFill>
                            <a:srgbClr val="0070C0"/>
                          </a:solidFill>
                        </a:rPr>
                        <a:t>MENUG x D</a:t>
                      </a:r>
                      <a:r>
                        <a:rPr lang="en-US" altLang="ko-Kore-KR" sz="800" b="0" u="none" strike="noStrike" cap="none" dirty="0">
                          <a:solidFill>
                            <a:schemeClr val="bg1"/>
                          </a:solidFill>
                        </a:rPr>
                        <a:t>/B</a:t>
                      </a:r>
                    </a:p>
                  </a:txBody>
                  <a:tcPr marL="36000" marR="36000" marT="36000" marB="36000" anchor="ctr"/>
                </a:tc>
                <a:tc>
                  <a:txBody>
                    <a:bodyPr/>
                    <a:lstStyle/>
                    <a:p>
                      <a:pPr algn="ctr"/>
                      <a:r>
                        <a:rPr lang="en-US" sz="800" b="1" u="none" strike="noStrike" cap="none" dirty="0"/>
                        <a:t>HD 110 </a:t>
                      </a:r>
                      <a:r>
                        <a:rPr lang="en-US" sz="800" b="1" u="none" strike="noStrike" cap="none" dirty="0">
                          <a:solidFill>
                            <a:srgbClr val="0070C0"/>
                          </a:solidFill>
                        </a:rPr>
                        <a:t>ALT ATC </a:t>
                      </a:r>
                      <a:r>
                        <a:rPr lang="en-US" altLang="ko-Kore-KR" sz="800" b="1" u="none" strike="noStrike" cap="none" dirty="0">
                          <a:solidFill>
                            <a:srgbClr val="F28943"/>
                          </a:solidFill>
                        </a:rPr>
                        <a:t>TA 12800</a:t>
                      </a:r>
                      <a:endParaRPr lang="ko-Kore-KR" dirty="0">
                        <a:solidFill>
                          <a:srgbClr val="F28943"/>
                        </a:solidFill>
                      </a:endParaRPr>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SER 116.9</a:t>
                      </a: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29 CDA109.9</a:t>
                      </a:r>
                      <a:endParaRPr lang="ko-Kore-KR" dirty="0"/>
                    </a:p>
                  </a:txBody>
                  <a:tcPr marL="36000" marR="36000" marT="36000" marB="36000" anchor="ctr"/>
                </a:tc>
                <a:extLst>
                  <a:ext uri="{0D108BD9-81ED-4DB2-BD59-A6C34878D82A}">
                    <a16:rowId xmlns:a16="http://schemas.microsoft.com/office/drawing/2014/main" val="1446403819"/>
                  </a:ext>
                </a:extLst>
              </a:tr>
              <a:tr h="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gridSpan="2">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0" u="none" strike="noStrike" cap="none" dirty="0">
                          <a:solidFill>
                            <a:schemeClr val="bg1"/>
                          </a:solidFill>
                        </a:rPr>
                        <a:t>29 : SER 290/4, R343, SER R313, SER 290/10, R260 </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0" u="none" strike="noStrike" cap="none" dirty="0">
                          <a:solidFill>
                            <a:schemeClr val="bg1"/>
                          </a:solidFill>
                        </a:rPr>
                        <a:t>11: SER 110/1.5, SER R313, SER 290/10, R260</a:t>
                      </a:r>
                    </a:p>
                  </a:txBody>
                  <a:tcPr marL="0" marR="0" marT="36000" marB="36000" anchor="ctr"/>
                </a:tc>
                <a:tc hMerge="1">
                  <a:txBody>
                    <a:bodyPr/>
                    <a:lstStyle/>
                    <a:p>
                      <a:endParaRPr/>
                    </a:p>
                  </a:txBody>
                  <a:tcPr marL="36000" marR="36000" marT="36000" marB="36000" anchor="ctr"/>
                </a:tc>
                <a:extLst>
                  <a:ext uri="{0D108BD9-81ED-4DB2-BD59-A6C34878D82A}">
                    <a16:rowId xmlns:a16="http://schemas.microsoft.com/office/drawing/2014/main" val="10005"/>
                  </a:ext>
                </a:extLst>
              </a:tr>
              <a:tr h="115700">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C00000"/>
                          </a:solidFill>
                        </a:rPr>
                        <a:t>TWY F very Narrow, TWY B,D Opposite Turn Prohibit</a:t>
                      </a:r>
                      <a:endParaRPr b="1" dirty="0">
                        <a:solidFill>
                          <a:srgbClr val="C00000"/>
                        </a:solidFill>
                      </a:endParaRPr>
                    </a:p>
                  </a:txBody>
                  <a:tcPr marL="0" marR="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DC0F480D-A1F5-810E-A17B-58EF566CA446}"/>
              </a:ext>
            </a:extLst>
          </p:cNvPr>
          <p:cNvGraphicFramePr/>
          <p:nvPr>
            <p:extLst>
              <p:ext uri="{D42A27DB-BD31-4B8C-83A1-F6EECF244321}">
                <p14:modId xmlns:p14="http://schemas.microsoft.com/office/powerpoint/2010/main" val="891064831"/>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200" b="1" i="0" u="none" strike="noStrike" kern="1200" cap="none" spc="0" normalizeH="0" baseline="0" noProof="0" dirty="0">
                          <a:ln>
                            <a:noFill/>
                          </a:ln>
                          <a:solidFill>
                            <a:prstClr val="white"/>
                          </a:solidFill>
                          <a:effectLst/>
                          <a:uLnTx/>
                          <a:uFillTx/>
                          <a:latin typeface="Calibri"/>
                          <a:cs typeface="Calibri"/>
                          <a:hlinkClick r:id="rId3">
                            <a:extLst>
                              <a:ext uri="{A12FA001-AC4F-418D-AE19-62706E023703}">
                                <ahyp:hlinkClr xmlns:ahyp="http://schemas.microsoft.com/office/drawing/2018/hyperlinkcolor" val="tx"/>
                              </a:ext>
                            </a:extLst>
                          </a:hlinkClick>
                        </a:rPr>
                        <a:t>ZMCK(UBN)</a:t>
                      </a:r>
                      <a:r>
                        <a:rPr kumimoji="0" lang="en-US" altLang="ko-Kore-KR" sz="1100" b="1" i="0" u="none" strike="noStrike" kern="1200" cap="none" spc="0" normalizeH="0" baseline="0" noProof="0" dirty="0">
                          <a:ln>
                            <a:noFill/>
                          </a:ln>
                          <a:solidFill>
                            <a:srgbClr val="C00000"/>
                          </a:solidFill>
                          <a:effectLst/>
                          <a:uLnTx/>
                          <a:uFillTx/>
                          <a:latin typeface="Calibri"/>
                          <a:cs typeface="Calibri"/>
                          <a:hlinkClick r:id="rId3">
                            <a:extLst>
                              <a:ext uri="{A12FA001-AC4F-418D-AE19-62706E023703}">
                                <ahyp:hlinkClr xmlns:ahyp="http://schemas.microsoft.com/office/drawing/2018/hyperlinkcolor" val="tx"/>
                              </a:ext>
                            </a:extLst>
                          </a:hlinkClick>
                        </a:rPr>
                        <a:t>4485ft</a:t>
                      </a:r>
                      <a:endParaRPr kumimoji="0" lang="en-US" altLang="ko-Kore-KR" sz="1300" b="1"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b="1" dirty="0"/>
                        <a:t>None</a:t>
                      </a:r>
                    </a:p>
                    <a:p>
                      <a:pPr marL="0" marR="0" lvl="0" indent="0" algn="ctr" rtl="0">
                        <a:spcBef>
                          <a:spcPts val="0"/>
                        </a:spcBef>
                        <a:spcAft>
                          <a:spcPts val="0"/>
                        </a:spcAft>
                        <a:buNone/>
                      </a:pPr>
                      <a:r>
                        <a:rPr lang="en-US" sz="800" b="1" dirty="0">
                          <a:solidFill>
                            <a:srgbClr val="C00000"/>
                          </a:solidFill>
                        </a:rPr>
                        <a:t>No D-ATIS</a:t>
                      </a:r>
                      <a:endParaRPr sz="1200" b="1" dirty="0">
                        <a:solidFill>
                          <a:srgbClr val="C00000"/>
                        </a:solidFill>
                      </a:endParaRPr>
                    </a:p>
                    <a:p>
                      <a:pPr marL="0" marR="0" lvl="0" indent="0" algn="ctr" rtl="0">
                        <a:spcBef>
                          <a:spcPts val="0"/>
                        </a:spcBef>
                        <a:spcAft>
                          <a:spcPts val="0"/>
                        </a:spcAft>
                        <a:buNone/>
                      </a:pPr>
                      <a:r>
                        <a:rPr lang="en-US" altLang="ko-KR" sz="700" b="1" dirty="0">
                          <a:solidFill>
                            <a:srgbClr val="C00000"/>
                          </a:solidFill>
                        </a:rPr>
                        <a:t>CLR by Voice to TWR 129.0</a:t>
                      </a:r>
                      <a:endParaRPr sz="700" b="1" dirty="0">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8149120B-E31F-C8E3-0B29-F8DE8574C8E2}"/>
              </a:ext>
            </a:extLst>
          </p:cNvPr>
          <p:cNvSpPr txBox="1"/>
          <p:nvPr/>
        </p:nvSpPr>
        <p:spPr>
          <a:xfrm>
            <a:off x="916297" y="2054340"/>
            <a:ext cx="1226618"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120.0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BCF5DCBE-2BDB-51F5-103C-1ACCB9F75F4F}"/>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7" name="Google Shape;283;p17">
            <a:extLst>
              <a:ext uri="{FF2B5EF4-FFF2-40B4-BE49-F238E27FC236}">
                <a16:creationId xmlns:a16="http://schemas.microsoft.com/office/drawing/2014/main" id="{D25D9759-4C3F-0E83-E987-8DA648BB90C4}"/>
              </a:ext>
            </a:extLst>
          </p:cNvPr>
          <p:cNvGraphicFramePr/>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E1238F32-6407-DAD8-3BBA-E327C40F6B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pic>
        <p:nvPicPr>
          <p:cNvPr id="6" name="그림 5">
            <a:extLst>
              <a:ext uri="{FF2B5EF4-FFF2-40B4-BE49-F238E27FC236}">
                <a16:creationId xmlns:a16="http://schemas.microsoft.com/office/drawing/2014/main" id="{14464472-8F1F-6A3B-5705-7C3F95BE3EEB}"/>
              </a:ext>
            </a:extLst>
          </p:cNvPr>
          <p:cNvPicPr>
            <a:picLocks noChangeAspect="1"/>
          </p:cNvPicPr>
          <p:nvPr/>
        </p:nvPicPr>
        <p:blipFill>
          <a:blip r:embed="rId8"/>
          <a:stretch>
            <a:fillRect/>
          </a:stretch>
        </p:blipFill>
        <p:spPr>
          <a:xfrm>
            <a:off x="0" y="2015483"/>
            <a:ext cx="900732" cy="644331"/>
          </a:xfrm>
          <a:prstGeom prst="rect">
            <a:avLst/>
          </a:prstGeom>
        </p:spPr>
      </p:pic>
    </p:spTree>
    <p:extLst>
      <p:ext uri="{BB962C8B-B14F-4D97-AF65-F5344CB8AC3E}">
        <p14:creationId xmlns:p14="http://schemas.microsoft.com/office/powerpoint/2010/main" val="4939770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40098898-BE91-ED49-1468-6F9ED76DC8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9E5BB5-46C7-629C-B832-ED85CEF745AA}"/>
              </a:ext>
            </a:extLst>
          </p:cNvPr>
          <p:cNvSpPr txBox="1"/>
          <p:nvPr/>
        </p:nvSpPr>
        <p:spPr>
          <a:xfrm>
            <a:off x="-35464" y="2805919"/>
            <a:ext cx="2464136" cy="1178647"/>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 RTE : CHILA Report YANGON, DAKHA, KOLKATA</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Boundary Report</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 PURPA(W112) : </a:t>
            </a:r>
            <a:r>
              <a:rPr kumimoji="1" lang="en-US" altLang="ko-Kore-KR" sz="700" b="1" u="sng" dirty="0" err="1">
                <a:solidFill>
                  <a:srgbClr val="0070C0"/>
                </a:solidFill>
                <a:latin typeface="Gulim" panose="020B0600000101010101" pitchFamily="34" charset="-127"/>
                <a:ea typeface="Gulim" panose="020B0600000101010101" pitchFamily="34" charset="-127"/>
              </a:rPr>
              <a:t>islamabad</a:t>
            </a:r>
            <a:r>
              <a:rPr kumimoji="1" lang="en-US" altLang="ko-Kore-KR" sz="700" b="1" u="sng" dirty="0">
                <a:solidFill>
                  <a:srgbClr val="0070C0"/>
                </a:solidFill>
                <a:latin typeface="Gulim" panose="020B0600000101010101" pitchFamily="34" charset="-127"/>
                <a:ea typeface="Gulim" panose="020B0600000101010101" pitchFamily="34" charset="-127"/>
              </a:rPr>
              <a:t> Before 15min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 APELO(B505) : Karachi Before 15min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 DERBO(G452) : Air Defense RDR Before10min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over IRAN : Air Defense RDR (127.8/135.1)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PSN+FL+DEP+DEST </a:t>
            </a:r>
            <a:r>
              <a:rPr kumimoji="1" lang="en-US" altLang="ko-Kore-KR" sz="700" b="1" u="sng" dirty="0">
                <a:solidFill>
                  <a:srgbClr val="FFC000"/>
                </a:solidFill>
                <a:latin typeface="Gulim" panose="020B0600000101010101" pitchFamily="34" charset="-127"/>
                <a:ea typeface="Gulim" panose="020B0600000101010101" pitchFamily="34" charset="-127"/>
              </a:rPr>
              <a:t>(Separate Tehran CTL)</a:t>
            </a:r>
          </a:p>
        </p:txBody>
      </p:sp>
      <p:graphicFrame>
        <p:nvGraphicFramePr>
          <p:cNvPr id="292" name="Google Shape;292;p18">
            <a:extLst>
              <a:ext uri="{FF2B5EF4-FFF2-40B4-BE49-F238E27FC236}">
                <a16:creationId xmlns:a16="http://schemas.microsoft.com/office/drawing/2014/main" id="{E730A344-8610-3AC5-A226-22111FF8B010}"/>
              </a:ext>
            </a:extLst>
          </p:cNvPr>
          <p:cNvGraphicFramePr/>
          <p:nvPr>
            <p:extLst>
              <p:ext uri="{D42A27DB-BD31-4B8C-83A1-F6EECF244321}">
                <p14:modId xmlns:p14="http://schemas.microsoft.com/office/powerpoint/2010/main" val="462465108"/>
              </p:ext>
            </p:extLst>
          </p:nvPr>
        </p:nvGraphicFramePr>
        <p:xfrm>
          <a:off x="-6571" y="4008267"/>
          <a:ext cx="2333879" cy="1548730"/>
        </p:xfrm>
        <a:graphic>
          <a:graphicData uri="http://schemas.openxmlformats.org/drawingml/2006/table">
            <a:tbl>
              <a:tblPr firstRow="1" bandRow="1">
                <a:noFill/>
                <a:tableStyleId>{A521BE36-7E6F-4EC9-8D66-1CF97A6895EC}</a:tableStyleId>
              </a:tblPr>
              <a:tblGrid>
                <a:gridCol w="371006">
                  <a:extLst>
                    <a:ext uri="{9D8B030D-6E8A-4147-A177-3AD203B41FA5}">
                      <a16:colId xmlns:a16="http://schemas.microsoft.com/office/drawing/2014/main" val="20000"/>
                    </a:ext>
                  </a:extLst>
                </a:gridCol>
                <a:gridCol w="1004460">
                  <a:extLst>
                    <a:ext uri="{9D8B030D-6E8A-4147-A177-3AD203B41FA5}">
                      <a16:colId xmlns:a16="http://schemas.microsoft.com/office/drawing/2014/main" val="20001"/>
                    </a:ext>
                  </a:extLst>
                </a:gridCol>
                <a:gridCol w="427441">
                  <a:extLst>
                    <a:ext uri="{9D8B030D-6E8A-4147-A177-3AD203B41FA5}">
                      <a16:colId xmlns:a16="http://schemas.microsoft.com/office/drawing/2014/main" val="20002"/>
                    </a:ext>
                  </a:extLst>
                </a:gridCol>
                <a:gridCol w="530972">
                  <a:extLst>
                    <a:ext uri="{9D8B030D-6E8A-4147-A177-3AD203B41FA5}">
                      <a16:colId xmlns:a16="http://schemas.microsoft.com/office/drawing/2014/main" val="20003"/>
                    </a:ext>
                  </a:extLst>
                </a:gridCol>
              </a:tblGrid>
              <a:tr h="251323">
                <a:tc gridSpan="4">
                  <a:txBody>
                    <a:bodyPr/>
                    <a:lstStyle/>
                    <a:p>
                      <a:pPr marL="0" marR="0" lvl="0" indent="0" algn="ctr" rtl="0">
                        <a:spcBef>
                          <a:spcPts val="0"/>
                        </a:spcBef>
                        <a:spcAft>
                          <a:spcPts val="0"/>
                        </a:spcAft>
                        <a:buNone/>
                      </a:pPr>
                      <a:r>
                        <a:rPr lang="en-US" sz="800" dirty="0"/>
                        <a:t>DXB </a:t>
                      </a:r>
                      <a:r>
                        <a:rPr lang="en-US" sz="800" dirty="0">
                          <a:solidFill>
                            <a:srgbClr val="00B0F0"/>
                          </a:solidFill>
                        </a:rPr>
                        <a:t>[119/299]</a:t>
                      </a:r>
                      <a:r>
                        <a:rPr lang="en-US" sz="800" dirty="0"/>
                        <a:t> TL 150 : </a:t>
                      </a:r>
                      <a:r>
                        <a:rPr lang="en-US" sz="800" dirty="0">
                          <a:solidFill>
                            <a:srgbClr val="0070C0"/>
                          </a:solidFill>
                        </a:rPr>
                        <a:t>SPD Rest in JEPP</a:t>
                      </a:r>
                    </a:p>
                    <a:p>
                      <a:pPr marL="0" marR="0" lvl="0" indent="0" algn="ctr" rtl="0">
                        <a:spcBef>
                          <a:spcPts val="0"/>
                        </a:spcBef>
                        <a:spcAft>
                          <a:spcPts val="0"/>
                        </a:spcAft>
                        <a:buNone/>
                      </a:pPr>
                      <a:r>
                        <a:rPr lang="en-US" sz="800" dirty="0" err="1">
                          <a:solidFill>
                            <a:srgbClr val="FFC000"/>
                          </a:solidFill>
                        </a:rPr>
                        <a:t>Arr</a:t>
                      </a:r>
                      <a:r>
                        <a:rPr lang="en-US" sz="800" dirty="0">
                          <a:solidFill>
                            <a:srgbClr val="FFC000"/>
                          </a:solidFill>
                        </a:rPr>
                        <a:t> C/S, A333, passing FL,</a:t>
                      </a:r>
                      <a:r>
                        <a:rPr lang="en-US" sz="800" dirty="0"/>
                        <a:t> </a:t>
                      </a:r>
                      <a:r>
                        <a:rPr lang="en-US" sz="800" b="1" dirty="0">
                          <a:solidFill>
                            <a:srgbClr val="FFC000"/>
                          </a:solidFill>
                        </a:rPr>
                        <a:t>Director C/S Only</a:t>
                      </a:r>
                      <a:endParaRPr sz="800" b="1"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3123">
                <a:tc>
                  <a:txBody>
                    <a:bodyPr/>
                    <a:lstStyle/>
                    <a:p>
                      <a:pPr marL="0" marR="0" lvl="0" indent="0" algn="ctr" rtl="0">
                        <a:spcBef>
                          <a:spcPts val="0"/>
                        </a:spcBef>
                        <a:spcAft>
                          <a:spcPts val="0"/>
                        </a:spcAft>
                        <a:buNone/>
                      </a:pPr>
                      <a:r>
                        <a:rPr lang="en-US" sz="800" b="1" dirty="0">
                          <a:solidFill>
                            <a:srgbClr val="0070C0"/>
                          </a:solidFill>
                        </a:rPr>
                        <a:t>12L</a:t>
                      </a:r>
                      <a:r>
                        <a:rPr lang="en-US" sz="800" b="1" dirty="0">
                          <a:solidFill>
                            <a:schemeClr val="bg1"/>
                          </a:solidFill>
                        </a:rPr>
                        <a:t>/R</a:t>
                      </a:r>
                      <a:endParaRPr sz="800" b="0" dirty="0">
                        <a:solidFill>
                          <a:schemeClr val="bg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PUVAL, IMPED x B</a:t>
                      </a:r>
                    </a:p>
                  </a:txBody>
                  <a:tcPr marL="36000" marR="36000" marT="36000" marB="36000" anchor="ctr"/>
                </a:tc>
                <a:tc>
                  <a:txBody>
                    <a:bodyPr/>
                    <a:lstStyle/>
                    <a:p>
                      <a:pPr marL="0" marR="0" lvl="0" indent="0" algn="ctr" rtl="0">
                        <a:spcBef>
                          <a:spcPts val="0"/>
                        </a:spcBef>
                        <a:spcAft>
                          <a:spcPts val="0"/>
                        </a:spcAft>
                        <a:buNone/>
                      </a:pPr>
                      <a:r>
                        <a:rPr lang="en-US" sz="800" b="1" dirty="0"/>
                        <a:t>REREK</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45357">
                <a:tc>
                  <a:txBody>
                    <a:bodyPr/>
                    <a:lstStyle/>
                    <a:p>
                      <a:pPr marL="0" marR="0" lvl="0" indent="0" algn="ctr" rtl="0">
                        <a:spcBef>
                          <a:spcPts val="0"/>
                        </a:spcBef>
                        <a:spcAft>
                          <a:spcPts val="0"/>
                        </a:spcAft>
                        <a:buNone/>
                      </a:pPr>
                      <a:r>
                        <a:rPr lang="en-US" sz="800" b="1" dirty="0">
                          <a:solidFill>
                            <a:srgbClr val="0070C0"/>
                          </a:solidFill>
                        </a:rPr>
                        <a:t>30L</a:t>
                      </a:r>
                      <a:r>
                        <a:rPr lang="en-US" sz="800" b="1" dirty="0"/>
                        <a:t>/R</a:t>
                      </a:r>
                      <a:endParaRPr sz="800" b="0" dirty="0"/>
                    </a:p>
                  </a:txBody>
                  <a:tcPr marL="36000" marR="36000" marT="36000" marB="36000" anchor="ctr"/>
                </a:tc>
                <a:tc>
                  <a:txBody>
                    <a:bodyPr/>
                    <a:lstStyle/>
                    <a:p>
                      <a:pPr marL="0" marR="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PUVAL, IMPED x C</a:t>
                      </a:r>
                      <a:endParaRPr dirty="0"/>
                    </a:p>
                  </a:txBody>
                  <a:tcPr marL="36000" marR="36000" marT="36000" marB="36000" anchor="ctr"/>
                </a:tc>
                <a:tc>
                  <a:txBody>
                    <a:bodyPr/>
                    <a:lstStyle/>
                    <a:p>
                      <a:pPr marL="0" marR="0" lvl="0" indent="0" algn="ctr" rtl="0">
                        <a:spcBef>
                          <a:spcPts val="0"/>
                        </a:spcBef>
                        <a:spcAft>
                          <a:spcPts val="0"/>
                        </a:spcAft>
                        <a:buNone/>
                      </a:pPr>
                      <a:r>
                        <a:rPr lang="en-US" sz="800" b="1" dirty="0"/>
                        <a:t>ULDOT</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453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 </a:t>
                      </a:r>
                      <a:r>
                        <a:rPr lang="en-US" sz="800" b="1" dirty="0">
                          <a:solidFill>
                            <a:srgbClr val="C00000"/>
                          </a:solidFill>
                        </a:rPr>
                        <a:t>12L IDBL, 30L IDBW, 12R IDBE, 30R IDBR</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236744">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12L:</a:t>
                      </a:r>
                      <a:r>
                        <a:rPr lang="en-US" sz="800" b="1" dirty="0">
                          <a:solidFill>
                            <a:srgbClr val="0070C0"/>
                          </a:solidFill>
                        </a:rPr>
                        <a:t>M7A(6135’)</a:t>
                      </a:r>
                      <a:r>
                        <a:rPr lang="en-US" sz="800" b="1" dirty="0">
                          <a:solidFill>
                            <a:schemeClr val="dk1"/>
                          </a:solidFill>
                        </a:rPr>
                        <a:t>, M9(7253’), 30L:</a:t>
                      </a:r>
                      <a:r>
                        <a:rPr lang="en-US" sz="800" b="1" dirty="0">
                          <a:solidFill>
                            <a:srgbClr val="0070C0"/>
                          </a:solidFill>
                        </a:rPr>
                        <a:t>K9(6811’)</a:t>
                      </a:r>
                      <a:r>
                        <a:rPr lang="en-US" sz="800" b="1" dirty="0">
                          <a:solidFill>
                            <a:schemeClr val="dk1"/>
                          </a:solidFill>
                        </a:rPr>
                        <a:t>, K8(8041’)</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Late L/D CLR</a:t>
                      </a:r>
                      <a:r>
                        <a:rPr lang="en-US" sz="800" b="1" dirty="0">
                          <a:solidFill>
                            <a:schemeClr val="dk1"/>
                          </a:solidFill>
                        </a:rPr>
                        <a:t>, </a:t>
                      </a:r>
                      <a:r>
                        <a:rPr lang="en-US" sz="800" b="1" dirty="0">
                          <a:solidFill>
                            <a:srgbClr val="0070C0"/>
                          </a:solidFill>
                        </a:rPr>
                        <a:t>Assigned Rapid Exit TWY</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36744">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TWY J,J1,J2,J3,U,W,Y,Z Max 15kts, </a:t>
                      </a:r>
                      <a:r>
                        <a:rPr lang="en-US" sz="800" b="1" dirty="0">
                          <a:solidFill>
                            <a:srgbClr val="00B050"/>
                          </a:solidFill>
                        </a:rPr>
                        <a:t>VDGS 2kts</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Caution TWY Holding Point</a:t>
                      </a:r>
                      <a:r>
                        <a:rPr lang="en-US" sz="800" b="1" dirty="0">
                          <a:solidFill>
                            <a:srgbClr val="0070C0"/>
                          </a:solidFill>
                        </a:rPr>
                        <a:t>, No Wing Walker</a:t>
                      </a:r>
                      <a:endParaRPr lang="en-US" altLang="ko-K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A2D4F49D-F1D2-B283-5CBE-DF08E682EB65}"/>
              </a:ext>
            </a:extLst>
          </p:cNvPr>
          <p:cNvGraphicFramePr/>
          <p:nvPr>
            <p:extLst>
              <p:ext uri="{D42A27DB-BD31-4B8C-83A1-F6EECF244321}">
                <p14:modId xmlns:p14="http://schemas.microsoft.com/office/powerpoint/2010/main" val="3863032767"/>
              </p:ext>
            </p:extLst>
          </p:nvPr>
        </p:nvGraphicFramePr>
        <p:xfrm>
          <a:off x="-2501" y="16504"/>
          <a:ext cx="2328850" cy="646571"/>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067">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R" sz="1300" dirty="0">
                          <a:solidFill>
                            <a:schemeClr val="tx1"/>
                          </a:solidFill>
                          <a:hlinkClick r:id="rId4">
                            <a:extLst>
                              <a:ext uri="{A12FA001-AC4F-418D-AE19-62706E023703}">
                                <ahyp:hlinkClr xmlns:ahyp="http://schemas.microsoft.com/office/drawing/2018/hyperlinkcolor" val="tx"/>
                              </a:ext>
                            </a:extLst>
                          </a:hlinkClick>
                        </a:rPr>
                        <a:t>OMDB</a:t>
                      </a:r>
                      <a:r>
                        <a:rPr lang="en-US" sz="1300" dirty="0">
                          <a:solidFill>
                            <a:schemeClr val="tx1"/>
                          </a:solidFill>
                          <a:hlinkClick r:id="rId4">
                            <a:extLst>
                              <a:ext uri="{A12FA001-AC4F-418D-AE19-62706E023703}">
                                <ahyp:hlinkClr xmlns:ahyp="http://schemas.microsoft.com/office/drawing/2018/hyperlinkcolor" val="tx"/>
                              </a:ext>
                            </a:extLst>
                          </a:hlinkClick>
                        </a:rPr>
                        <a:t>(</a:t>
                      </a:r>
                      <a:r>
                        <a:rPr lang="en-US" altLang="ko-KR" sz="1300" dirty="0">
                          <a:solidFill>
                            <a:schemeClr val="tx1"/>
                          </a:solidFill>
                          <a:hlinkClick r:id="rId4">
                            <a:extLst>
                              <a:ext uri="{A12FA001-AC4F-418D-AE19-62706E023703}">
                                <ahyp:hlinkClr xmlns:ahyp="http://schemas.microsoft.com/office/drawing/2018/hyperlinkcolor" val="tx"/>
                              </a:ext>
                            </a:extLst>
                          </a:hlinkClick>
                        </a:rPr>
                        <a:t>DXB)</a:t>
                      </a:r>
                      <a:r>
                        <a:rPr lang="ko-KR" altLang="en-US" sz="1300" dirty="0">
                          <a:solidFill>
                            <a:schemeClr val="tx1"/>
                          </a:solidFill>
                          <a:hlinkClick r:id="rId4">
                            <a:extLst>
                              <a:ext uri="{A12FA001-AC4F-418D-AE19-62706E023703}">
                                <ahyp:hlinkClr xmlns:ahyp="http://schemas.microsoft.com/office/drawing/2018/hyperlinkcolor" val="tx"/>
                              </a:ext>
                            </a:extLst>
                          </a:hlinkClick>
                        </a:rPr>
                        <a:t> </a:t>
                      </a:r>
                      <a:r>
                        <a:rPr lang="en-US" altLang="ko-KR" sz="1300" dirty="0">
                          <a:solidFill>
                            <a:schemeClr val="tx1"/>
                          </a:solidFill>
                          <a:hlinkClick r:id="rId4">
                            <a:extLst>
                              <a:ext uri="{A12FA001-AC4F-418D-AE19-62706E023703}">
                                <ahyp:hlinkClr xmlns:ahyp="http://schemas.microsoft.com/office/drawing/2018/hyperlinkcolor" val="tx"/>
                              </a:ext>
                            </a:extLst>
                          </a:hlinkClick>
                        </a:rPr>
                        <a:t>62ft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357504">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DNATA </a:t>
                      </a:r>
                      <a:r>
                        <a:rPr lang="en-US" sz="900" dirty="0" err="1"/>
                        <a:t>Oper</a:t>
                      </a:r>
                      <a:r>
                        <a:rPr lang="en-US" sz="900" dirty="0"/>
                        <a:t> 131.6</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3E98E07-8DF6-5B5A-5457-AF6E78BD1CDD}"/>
              </a:ext>
            </a:extLst>
          </p:cNvPr>
          <p:cNvSpPr/>
          <p:nvPr/>
        </p:nvSpPr>
        <p:spPr>
          <a:xfrm>
            <a:off x="837445" y="272392"/>
            <a:ext cx="644531" cy="276999"/>
          </a:xfrm>
          <a:prstGeom prst="rect">
            <a:avLst/>
          </a:prstGeom>
          <a:noFill/>
        </p:spPr>
        <p:txBody>
          <a:bodyPr wrap="square" lIns="0" tIns="0" rIns="0" bIns="0">
            <a:spAutoFit/>
          </a:bodyPr>
          <a:lstStyle/>
          <a:p>
            <a:pPr algn="ctr"/>
            <a:r>
              <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371FE366-4F73-80CD-80D4-909650C76A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06054"/>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76;p16">
            <a:extLst>
              <a:ext uri="{FF2B5EF4-FFF2-40B4-BE49-F238E27FC236}">
                <a16:creationId xmlns:a16="http://schemas.microsoft.com/office/drawing/2014/main" id="{FB7E00EE-7FED-45DF-2D68-818E00C82BC7}"/>
              </a:ext>
            </a:extLst>
          </p:cNvPr>
          <p:cNvGraphicFramePr/>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37057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24283-B57B-ACD9-5BAB-A475D00872D0}"/>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C9909619-B80A-65FD-F1BE-D15FE3D832FB}"/>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4,500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14,800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3,900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12,800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3,600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11,800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chemeClr val="bg1"/>
                          </a:solidFill>
                          <a:effectLst/>
                          <a:latin typeface="Arial" panose="020B0604020202020204" pitchFamily="34" charset="0"/>
                          <a:cs typeface="Arial" panose="020B0604020202020204" pitchFamily="34" charset="0"/>
                        </a:rPr>
                        <a:t>3,000</a:t>
                      </a:r>
                      <a:r>
                        <a:rPr lang="en-US" sz="800" b="0" i="0">
                          <a:solidFill>
                            <a:schemeClr val="bg1"/>
                          </a:solidFill>
                          <a:effectLst/>
                          <a:latin typeface="Arial" panose="020B0604020202020204" pitchFamily="34" charset="0"/>
                          <a:cs typeface="Arial" panose="020B0604020202020204" pitchFamily="34" charset="0"/>
                        </a:rPr>
                        <a:t> </a:t>
                      </a:r>
                      <a:r>
                        <a:rPr lang="en-US" sz="800" b="1" i="0">
                          <a:solidFill>
                            <a:schemeClr val="bg1"/>
                          </a:solidFill>
                          <a:effectLst/>
                          <a:latin typeface="Arial" panose="020B0604020202020204" pitchFamily="34" charset="0"/>
                          <a:cs typeface="Arial" panose="020B0604020202020204" pitchFamily="34" charset="0"/>
                        </a:rPr>
                        <a:t>m</a:t>
                      </a:r>
                      <a:endParaRPr lang="en-US" sz="80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9,800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EFEF8B47-C363-F8D6-E25B-BCA0A7D2949A}"/>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9113C11C-9CEA-3F50-D2CD-5A7670B52CCF}"/>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406C6D58-E590-6C7E-57A4-C4DF535F9FEE}"/>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40250245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C74FFC5A-8195-297C-8276-2423FBF5F89D}"/>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00D72E41-11D9-FABB-6F8C-BEA21EFB6ED9}"/>
              </a:ext>
            </a:extLst>
          </p:cNvPr>
          <p:cNvGraphicFramePr/>
          <p:nvPr>
            <p:extLst>
              <p:ext uri="{D42A27DB-BD31-4B8C-83A1-F6EECF244321}">
                <p14:modId xmlns:p14="http://schemas.microsoft.com/office/powerpoint/2010/main" val="3524220676"/>
              </p:ext>
            </p:extLst>
          </p:nvPr>
        </p:nvGraphicFramePr>
        <p:xfrm>
          <a:off x="-2500" y="613652"/>
          <a:ext cx="2331363" cy="1232890"/>
        </p:xfrm>
        <a:graphic>
          <a:graphicData uri="http://schemas.openxmlformats.org/drawingml/2006/table">
            <a:tbl>
              <a:tblPr firstRow="1" bandRow="1">
                <a:noFill/>
                <a:tableStyleId>{A521BE36-7E6F-4EC9-8D66-1CF97A6895EC}</a:tableStyleId>
              </a:tblPr>
              <a:tblGrid>
                <a:gridCol w="269634">
                  <a:extLst>
                    <a:ext uri="{9D8B030D-6E8A-4147-A177-3AD203B41FA5}">
                      <a16:colId xmlns:a16="http://schemas.microsoft.com/office/drawing/2014/main" val="20000"/>
                    </a:ext>
                  </a:extLst>
                </a:gridCol>
                <a:gridCol w="431910">
                  <a:extLst>
                    <a:ext uri="{9D8B030D-6E8A-4147-A177-3AD203B41FA5}">
                      <a16:colId xmlns:a16="http://schemas.microsoft.com/office/drawing/2014/main" val="20001"/>
                    </a:ext>
                  </a:extLst>
                </a:gridCol>
                <a:gridCol w="471793">
                  <a:extLst>
                    <a:ext uri="{9D8B030D-6E8A-4147-A177-3AD203B41FA5}">
                      <a16:colId xmlns:a16="http://schemas.microsoft.com/office/drawing/2014/main" val="803511504"/>
                    </a:ext>
                  </a:extLst>
                </a:gridCol>
                <a:gridCol w="162876">
                  <a:extLst>
                    <a:ext uri="{9D8B030D-6E8A-4147-A177-3AD203B41FA5}">
                      <a16:colId xmlns:a16="http://schemas.microsoft.com/office/drawing/2014/main" val="20005"/>
                    </a:ext>
                  </a:extLst>
                </a:gridCol>
                <a:gridCol w="497575">
                  <a:extLst>
                    <a:ext uri="{9D8B030D-6E8A-4147-A177-3AD203B41FA5}">
                      <a16:colId xmlns:a16="http://schemas.microsoft.com/office/drawing/2014/main" val="1933115834"/>
                    </a:ext>
                  </a:extLst>
                </a:gridCol>
                <a:gridCol w="497575">
                  <a:extLst>
                    <a:ext uri="{9D8B030D-6E8A-4147-A177-3AD203B41FA5}">
                      <a16:colId xmlns:a16="http://schemas.microsoft.com/office/drawing/2014/main" val="288610891"/>
                    </a:ext>
                  </a:extLst>
                </a:gridCol>
              </a:tblGrid>
              <a:tr h="0">
                <a:tc gridSpan="6">
                  <a:txBody>
                    <a:bodyPr/>
                    <a:lstStyle/>
                    <a:p>
                      <a:pPr marL="0" marR="0" lvl="0" indent="0" algn="ctr" rtl="0">
                        <a:spcBef>
                          <a:spcPts val="0"/>
                        </a:spcBef>
                        <a:spcAft>
                          <a:spcPts val="0"/>
                        </a:spcAft>
                        <a:buNone/>
                      </a:pPr>
                      <a:r>
                        <a:rPr lang="en-US" sz="800" u="none" strike="noStrike" cap="none" dirty="0"/>
                        <a:t>DXB : SID (NADP 1) TA 130  </a:t>
                      </a:r>
                      <a:r>
                        <a:rPr lang="en-US" sz="800" u="none" strike="noStrike" cap="none" dirty="0">
                          <a:solidFill>
                            <a:srgbClr val="FFC000"/>
                          </a:solidFill>
                        </a:rPr>
                        <a:t>Full Length to ATC</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30R</a:t>
                      </a:r>
                      <a:endParaRPr lang="en-US" sz="800" b="1" u="none" strike="noStrike" cap="none" dirty="0"/>
                    </a:p>
                  </a:txBody>
                  <a:tcPr marL="0" marR="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DAVMO,IVURO x F</a:t>
                      </a:r>
                      <a:endParaRPr lang="en-US" sz="800" b="0" u="none" strike="noStrike" cap="none" dirty="0">
                        <a:solidFill>
                          <a:schemeClr val="bg1"/>
                        </a:solidFill>
                      </a:endParaRPr>
                    </a:p>
                  </a:txBody>
                  <a:tcPr marL="0" marR="0" marT="36000" marB="36000" anchor="ctr"/>
                </a:tc>
                <a:tc hMerge="1">
                  <a:txBody>
                    <a:bodyPr/>
                    <a:lstStyle/>
                    <a:p>
                      <a:endParaRPr lang="ko-Kore-KR" altLang="en-US"/>
                    </a:p>
                  </a:txBody>
                  <a:tcPr/>
                </a:tc>
                <a:tc gridSpan="3">
                  <a:txBody>
                    <a:bodyPr/>
                    <a:lstStyle/>
                    <a:p>
                      <a:pPr algn="ctr"/>
                      <a:r>
                        <a:rPr lang="en-US" sz="800" b="1" u="none" strike="noStrike" cap="none" dirty="0"/>
                        <a:t>HD 299 </a:t>
                      </a:r>
                      <a:r>
                        <a:rPr lang="en-US" sz="800" b="1" u="none" strike="noStrike" cap="none" dirty="0">
                          <a:solidFill>
                            <a:srgbClr val="0070C0"/>
                          </a:solidFill>
                        </a:rPr>
                        <a:t>ALT 4000 </a:t>
                      </a:r>
                      <a:r>
                        <a:rPr lang="en-US" sz="800" b="1" u="none" strike="noStrike" cap="none" dirty="0">
                          <a:solidFill>
                            <a:srgbClr val="7030A0"/>
                          </a:solidFill>
                        </a:rPr>
                        <a:t>SPD 220</a:t>
                      </a:r>
                      <a:endParaRPr lang="ko-Kore-KR"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12R</a:t>
                      </a:r>
                      <a:endParaRPr sz="800" b="1" u="none" strike="noStrike" cap="none" dirty="0"/>
                    </a:p>
                  </a:txBody>
                  <a:tcPr marL="0" marR="0" marT="36000" marB="36000" anchor="ctr"/>
                </a:tc>
                <a:tc gridSpan="2">
                  <a:txBody>
                    <a:bodyPr/>
                    <a:lstStyle/>
                    <a:p>
                      <a:pPr marL="0" marR="0" lvl="0" indent="0" algn="ctr" rtl="0">
                        <a:spcBef>
                          <a:spcPts val="0"/>
                        </a:spcBef>
                        <a:spcAft>
                          <a:spcPts val="0"/>
                        </a:spcAft>
                        <a:buNone/>
                      </a:pPr>
                      <a:r>
                        <a:rPr lang="en-US" altLang="ko-Kore-KR" sz="800" b="1" u="none" strike="noStrike" cap="none" dirty="0">
                          <a:solidFill>
                            <a:srgbClr val="0070C0"/>
                          </a:solidFill>
                        </a:rPr>
                        <a:t>DAVMO,IVURO x G</a:t>
                      </a:r>
                      <a:endParaRPr lang="en-US" altLang="ko-Kore-KR" sz="800" b="0" u="none" strike="noStrike" cap="none" dirty="0">
                        <a:solidFill>
                          <a:schemeClr val="bg1"/>
                        </a:solidFill>
                      </a:endParaRPr>
                    </a:p>
                  </a:txBody>
                  <a:tcPr marL="0" marR="0" marT="36000" marB="36000" anchor="ctr"/>
                </a:tc>
                <a:tc hMerge="1">
                  <a:txBody>
                    <a:bodyPr/>
                    <a:lstStyle/>
                    <a:p>
                      <a:endParaRPr lang="ko-Kore-KR" altLang="en-US"/>
                    </a:p>
                  </a:txBody>
                  <a:tcPr/>
                </a:tc>
                <a:tc gridSpan="3">
                  <a:txBody>
                    <a:bodyPr/>
                    <a:lstStyle/>
                    <a:p>
                      <a:pPr algn="ctr"/>
                      <a:r>
                        <a:rPr lang="en-US" sz="800" b="1" u="none" strike="noStrike" cap="none" dirty="0"/>
                        <a:t>HD 119 </a:t>
                      </a:r>
                      <a:r>
                        <a:rPr lang="en-US" sz="800" b="1" u="none" strike="noStrike" cap="none" dirty="0">
                          <a:solidFill>
                            <a:srgbClr val="0070C0"/>
                          </a:solidFill>
                        </a:rPr>
                        <a:t>ALT 4000 </a:t>
                      </a:r>
                      <a:r>
                        <a:rPr lang="en-US" sz="800" b="1" u="none" strike="noStrike" cap="none" dirty="0">
                          <a:solidFill>
                            <a:srgbClr val="7030A0"/>
                          </a:solidFill>
                        </a:rPr>
                        <a:t>SPD 220 </a:t>
                      </a:r>
                      <a:endParaRPr lang="ko-Kore-KR"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C00000"/>
                          </a:solidFill>
                        </a:rPr>
                        <a:t>12R IDBE 109.5</a:t>
                      </a:r>
                      <a:endParaRPr lang="ko-Kore-KR" altLang="en-US" dirty="0"/>
                    </a:p>
                  </a:txBody>
                  <a:tcPr marL="36000" marR="36000" marT="36000" marB="36000" anchor="ctr"/>
                </a:tc>
                <a:tc h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30R IDBR 110.9</a:t>
                      </a:r>
                      <a:endParaRPr lang="ko-Kore-KR" altLang="en-US" dirty="0"/>
                    </a:p>
                  </a:txBody>
                  <a:tcPr marL="36000" marR="36000" marT="36000" marB="36000" anchor="ctr"/>
                </a:tc>
                <a:tc hMerge="1">
                  <a:txBody>
                    <a:bodyPr/>
                    <a:lstStyle/>
                    <a:p>
                      <a:endParaRPr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12L IDBL 110.1</a:t>
                      </a:r>
                      <a:endParaRPr lang="ko-Kore-KR" altLang="en-US"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30L IDBW 111.3</a:t>
                      </a:r>
                      <a:endParaRPr lang="ko-Kore-KR" altLang="en-US" dirty="0"/>
                    </a:p>
                  </a:txBody>
                  <a:tcPr marL="36000" marR="36000" marT="36000" marB="36000" anchor="ctr"/>
                </a:tc>
                <a:extLst>
                  <a:ext uri="{0D108BD9-81ED-4DB2-BD59-A6C34878D82A}">
                    <a16:rowId xmlns:a16="http://schemas.microsoft.com/office/drawing/2014/main" val="1446403819"/>
                  </a:ext>
                </a:extLst>
              </a:tr>
              <a:tr h="115700">
                <a:tc gridSpan="6">
                  <a:txBody>
                    <a:bodyPr/>
                    <a:lstStyle/>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TWY J,J1,J2,J3,U,W,Y,Z Max 15kts</a:t>
                      </a:r>
                      <a:endParaRPr lang="en-US" sz="800" b="1" u="none" strike="noStrike" cap="none"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F28943"/>
                          </a:solidFill>
                        </a:rPr>
                        <a:t>Caution TWY Holding Point</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23860676-B46E-43CE-F1C9-491B77F0F159}"/>
              </a:ext>
            </a:extLst>
          </p:cNvPr>
          <p:cNvGraphicFramePr/>
          <p:nvPr>
            <p:extLst>
              <p:ext uri="{D42A27DB-BD31-4B8C-83A1-F6EECF244321}">
                <p14:modId xmlns:p14="http://schemas.microsoft.com/office/powerpoint/2010/main" val="2204109780"/>
              </p:ext>
            </p:extLst>
          </p:nvPr>
        </p:nvGraphicFramePr>
        <p:xfrm>
          <a:off x="-2501" y="16504"/>
          <a:ext cx="2328850" cy="5898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300" b="1" i="0" u="none" strike="noStrike" kern="1200" cap="none" spc="0" normalizeH="0" baseline="0" noProof="0" dirty="0">
                          <a:ln>
                            <a:noFill/>
                          </a:ln>
                          <a:solidFill>
                            <a:prstClr val="white"/>
                          </a:solidFill>
                          <a:effectLst/>
                          <a:uLnTx/>
                          <a:uFillTx/>
                          <a:latin typeface="Calibri"/>
                          <a:cs typeface="Calibri"/>
                          <a:hlinkClick r:id="rId3">
                            <a:extLst>
                              <a:ext uri="{A12FA001-AC4F-418D-AE19-62706E023703}">
                                <ahyp:hlinkClr xmlns:ahyp="http://schemas.microsoft.com/office/drawing/2018/hyperlinkcolor" val="tx"/>
                              </a:ext>
                            </a:extLst>
                          </a:hlinkClick>
                        </a:rPr>
                        <a:t>OMDB(DXB) 62ft</a:t>
                      </a:r>
                      <a:endParaRPr kumimoji="0" lang="en-US" altLang="ko-Kore-KR" sz="1300" b="1"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b="0" dirty="0"/>
                        <a:t>DNATA </a:t>
                      </a:r>
                      <a:r>
                        <a:rPr lang="en-US" sz="900" b="0" dirty="0" err="1"/>
                        <a:t>Oper</a:t>
                      </a:r>
                      <a:r>
                        <a:rPr lang="en-US" sz="900" b="0" dirty="0"/>
                        <a:t> 131.6</a:t>
                      </a:r>
                      <a:endParaRPr sz="900" b="0" dirty="0">
                        <a:solidFill>
                          <a:srgbClr val="C00000"/>
                        </a:solidFill>
                      </a:endParaRPr>
                    </a:p>
                    <a:p>
                      <a:pPr marL="0" marR="0" lvl="0" indent="0" algn="ctr" rtl="0">
                        <a:spcBef>
                          <a:spcPts val="0"/>
                        </a:spcBef>
                        <a:spcAft>
                          <a:spcPts val="0"/>
                        </a:spcAft>
                        <a:buNone/>
                      </a:pPr>
                      <a:r>
                        <a:rPr lang="en-US" altLang="ko-KR" sz="800" b="1" dirty="0">
                          <a:solidFill>
                            <a:srgbClr val="C00000"/>
                          </a:solidFill>
                        </a:rPr>
                        <a:t>DCL Avail, -10min Voice</a:t>
                      </a:r>
                      <a:endParaRPr sz="800" b="1" dirty="0">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C977D57B-C92E-C488-35FF-652AC7B5091B}"/>
              </a:ext>
            </a:extLst>
          </p:cNvPr>
          <p:cNvSpPr txBox="1"/>
          <p:nvPr/>
        </p:nvSpPr>
        <p:spPr>
          <a:xfrm>
            <a:off x="-10224" y="1927333"/>
            <a:ext cx="2327881" cy="1178647"/>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CTC by TWR 118.75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124.675 C/S, Passing LVL, Unable SPD</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CTC Air Defense RDR 127.8/135.1 Before 10min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Tehran FIR(GABKO FL190)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D6EFEF65-6CED-D32B-2313-D3C51E922C3B}"/>
              </a:ext>
            </a:extLst>
          </p:cNvPr>
          <p:cNvSpPr/>
          <p:nvPr/>
        </p:nvSpPr>
        <p:spPr>
          <a:xfrm>
            <a:off x="891778" y="28068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7" name="Google Shape;283;p17">
            <a:extLst>
              <a:ext uri="{FF2B5EF4-FFF2-40B4-BE49-F238E27FC236}">
                <a16:creationId xmlns:a16="http://schemas.microsoft.com/office/drawing/2014/main" id="{7B3053B9-8089-BDAE-5CB9-8BE7146C9E3D}"/>
              </a:ext>
            </a:extLst>
          </p:cNvPr>
          <p:cNvGraphicFramePr/>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[333/153]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6DFDB6B5-C8D7-9192-2B32-C634488A91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7680371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371;p27">
            <a:extLst>
              <a:ext uri="{FF2B5EF4-FFF2-40B4-BE49-F238E27FC236}">
                <a16:creationId xmlns:a16="http://schemas.microsoft.com/office/drawing/2014/main" id="{4D02F53F-7837-826A-0E25-CAC7064CE638}"/>
              </a:ext>
            </a:extLst>
          </p:cNvPr>
          <p:cNvGraphicFramePr/>
          <p:nvPr>
            <p:extLst>
              <p:ext uri="{D42A27DB-BD31-4B8C-83A1-F6EECF244321}">
                <p14:modId xmlns:p14="http://schemas.microsoft.com/office/powerpoint/2010/main" val="2474597054"/>
              </p:ext>
            </p:extLst>
          </p:nvPr>
        </p:nvGraphicFramePr>
        <p:xfrm>
          <a:off x="3659" y="7511"/>
          <a:ext cx="2306998" cy="1951367"/>
        </p:xfrm>
        <a:graphic>
          <a:graphicData uri="http://schemas.openxmlformats.org/drawingml/2006/table">
            <a:tbl>
              <a:tblPr firstRow="1" bandRow="1">
                <a:tableStyleId>{A521BE36-7E6F-4EC9-8D66-1CF97A6895EC}</a:tableStyleId>
              </a:tblPr>
              <a:tblGrid>
                <a:gridCol w="566738">
                  <a:extLst>
                    <a:ext uri="{9D8B030D-6E8A-4147-A177-3AD203B41FA5}">
                      <a16:colId xmlns:a16="http://schemas.microsoft.com/office/drawing/2014/main" val="20000"/>
                    </a:ext>
                  </a:extLst>
                </a:gridCol>
                <a:gridCol w="298336">
                  <a:extLst>
                    <a:ext uri="{9D8B030D-6E8A-4147-A177-3AD203B41FA5}">
                      <a16:colId xmlns:a16="http://schemas.microsoft.com/office/drawing/2014/main" val="20001"/>
                    </a:ext>
                  </a:extLst>
                </a:gridCol>
                <a:gridCol w="738188">
                  <a:extLst>
                    <a:ext uri="{9D8B030D-6E8A-4147-A177-3AD203B41FA5}">
                      <a16:colId xmlns:a16="http://schemas.microsoft.com/office/drawing/2014/main" val="197832846"/>
                    </a:ext>
                  </a:extLst>
                </a:gridCol>
                <a:gridCol w="703736">
                  <a:extLst>
                    <a:ext uri="{9D8B030D-6E8A-4147-A177-3AD203B41FA5}">
                      <a16:colId xmlns:a16="http://schemas.microsoft.com/office/drawing/2014/main" val="2845834582"/>
                    </a:ext>
                  </a:extLst>
                </a:gridCol>
              </a:tblGrid>
              <a:tr h="238275">
                <a:tc gridSpan="4">
                  <a:txBody>
                    <a:bodyPr/>
                    <a:lstStyle/>
                    <a:p>
                      <a:pPr marL="0" marR="0" lvl="0" indent="0" algn="ctr" rtl="0">
                        <a:spcBef>
                          <a:spcPts val="0"/>
                        </a:spcBef>
                        <a:spcAft>
                          <a:spcPts val="0"/>
                        </a:spcAft>
                        <a:buNone/>
                      </a:pPr>
                      <a:r>
                        <a:rPr lang="en-US" sz="1400" b="1" dirty="0"/>
                        <a:t>Differences</a:t>
                      </a:r>
                      <a:r>
                        <a:rPr lang="ko-KR" altLang="en-US" sz="1400" b="1" dirty="0"/>
                        <a:t> </a:t>
                      </a:r>
                      <a:r>
                        <a:rPr lang="en-US" altLang="ko-KR" sz="1100" b="1" dirty="0">
                          <a:solidFill>
                            <a:srgbClr val="FFC000"/>
                          </a:solidFill>
                        </a:rPr>
                        <a:t>(ATS</a:t>
                      </a:r>
                      <a:r>
                        <a:rPr lang="ko-KR" altLang="en-US" sz="1100" b="1" dirty="0">
                          <a:solidFill>
                            <a:srgbClr val="FFC000"/>
                          </a:solidFill>
                        </a:rPr>
                        <a:t> </a:t>
                      </a:r>
                      <a:r>
                        <a:rPr lang="en-US" altLang="ko-KR" sz="1100" b="1" dirty="0">
                          <a:solidFill>
                            <a:srgbClr val="FFC000"/>
                          </a:solidFill>
                        </a:rPr>
                        <a:t>A333)</a:t>
                      </a:r>
                      <a:endParaRPr sz="1200" b="1" dirty="0">
                        <a:solidFill>
                          <a:srgbClr val="FFC000"/>
                        </a:solidFill>
                      </a:endParaRPr>
                    </a:p>
                  </a:txBody>
                  <a:tcPr marL="0" marR="0" marT="0" marB="0"/>
                </a:tc>
                <a:tc hMerge="1">
                  <a:txBody>
                    <a:bodyPr/>
                    <a:lstStyle/>
                    <a:p>
                      <a:pPr marL="0" marR="0" lvl="0" indent="0" algn="ctr" rtl="0">
                        <a:spcBef>
                          <a:spcPts val="0"/>
                        </a:spcBef>
                        <a:spcAft>
                          <a:spcPts val="0"/>
                        </a:spcAft>
                        <a:buNone/>
                      </a:pPr>
                      <a:endParaRPr b="0" dirty="0"/>
                    </a:p>
                  </a:txBody>
                  <a:tcPr marL="0" marR="0" marT="0" marB="0"/>
                </a:tc>
                <a:tc hMerge="1">
                  <a:txBody>
                    <a:bodyPr/>
                    <a:lstStyle/>
                    <a:p>
                      <a:pPr marL="0" marR="0" lvl="0" indent="0" algn="ctr" rtl="0">
                        <a:spcBef>
                          <a:spcPts val="0"/>
                        </a:spcBef>
                        <a:spcAft>
                          <a:spcPts val="0"/>
                        </a:spcAft>
                        <a:buNone/>
                      </a:pPr>
                      <a:endParaRPr sz="1400" b="0" dirty="0"/>
                    </a:p>
                  </a:txBody>
                  <a:tcPr marL="0" marR="0" marT="0" marB="0"/>
                </a:tc>
                <a:tc hMerge="1">
                  <a:txBody>
                    <a:bodyPr/>
                    <a:lstStyle/>
                    <a:p>
                      <a:pPr marL="0" marR="0" lvl="0" indent="0" algn="ctr" rtl="0">
                        <a:spcBef>
                          <a:spcPts val="0"/>
                        </a:spcBef>
                        <a:spcAft>
                          <a:spcPts val="0"/>
                        </a:spcAft>
                        <a:buNone/>
                      </a:pPr>
                      <a:endParaRPr sz="1400" b="0" dirty="0"/>
                    </a:p>
                  </a:txBody>
                  <a:tcPr marL="0" marR="0" marT="0" marB="0"/>
                </a:tc>
                <a:extLst>
                  <a:ext uri="{0D108BD9-81ED-4DB2-BD59-A6C34878D82A}">
                    <a16:rowId xmlns:a16="http://schemas.microsoft.com/office/drawing/2014/main" val="1412390786"/>
                  </a:ext>
                </a:extLst>
              </a:tr>
              <a:tr h="306353">
                <a:tc>
                  <a:txBody>
                    <a:bodyPr/>
                    <a:lstStyle/>
                    <a:p>
                      <a:pPr marL="0" marR="0" lvl="0" indent="0" algn="ctr" rtl="0">
                        <a:spcBef>
                          <a:spcPts val="0"/>
                        </a:spcBef>
                        <a:spcAft>
                          <a:spcPts val="0"/>
                        </a:spcAft>
                        <a:buNone/>
                      </a:pPr>
                      <a:r>
                        <a:rPr lang="en-US" sz="1000" b="1" dirty="0"/>
                        <a:t>A322(5)</a:t>
                      </a:r>
                      <a:endParaRPr lang="en-US" sz="800" b="0" dirty="0"/>
                    </a:p>
                    <a:p>
                      <a:pPr marL="0" marR="0" lvl="0" indent="0" algn="ctr" rtl="0">
                        <a:spcBef>
                          <a:spcPts val="0"/>
                        </a:spcBef>
                        <a:spcAft>
                          <a:spcPts val="0"/>
                        </a:spcAft>
                        <a:buNone/>
                      </a:pPr>
                      <a:r>
                        <a:rPr lang="en-US" sz="800" b="0" dirty="0"/>
                        <a:t>HL7524-7551</a:t>
                      </a:r>
                      <a:endParaRPr sz="800" b="0" dirty="0"/>
                    </a:p>
                  </a:txBody>
                  <a:tcPr marL="0" marR="0" marT="0" marB="0" anchor="ctr"/>
                </a:tc>
                <a:tc rowSpan="2">
                  <a:txBody>
                    <a:bodyPr/>
                    <a:lstStyle/>
                    <a:p>
                      <a:pPr marL="0" marR="0" lvl="0" indent="0" algn="ctr" rtl="0">
                        <a:spcBef>
                          <a:spcPts val="0"/>
                        </a:spcBef>
                        <a:spcAft>
                          <a:spcPts val="0"/>
                        </a:spcAft>
                        <a:buNone/>
                      </a:pPr>
                      <a:r>
                        <a:rPr lang="en-US" sz="800" b="1" dirty="0">
                          <a:solidFill>
                            <a:srgbClr val="0070C0"/>
                          </a:solidFill>
                        </a:rPr>
                        <a:t>APMS</a:t>
                      </a:r>
                      <a:endParaRPr sz="800" b="1" dirty="0">
                        <a:solidFill>
                          <a:srgbClr val="0070C0"/>
                        </a:solidFill>
                      </a:endParaRPr>
                    </a:p>
                  </a:txBody>
                  <a:tcPr marL="0" marR="0" marT="0" marB="0" anchor="ctr"/>
                </a:tc>
                <a:tc rowSpan="2">
                  <a:txBody>
                    <a:bodyPr/>
                    <a:lstStyle/>
                    <a:p>
                      <a:pPr marL="0" marR="0" lvl="0" indent="0" algn="ctr" rtl="0">
                        <a:spcBef>
                          <a:spcPts val="0"/>
                        </a:spcBef>
                        <a:spcAft>
                          <a:spcPts val="0"/>
                        </a:spcAft>
                        <a:buNone/>
                      </a:pPr>
                      <a:r>
                        <a:rPr lang="en-US" sz="900" b="1" dirty="0"/>
                        <a:t>EY 252 (</a:t>
                      </a:r>
                      <a:r>
                        <a:rPr lang="en-US" sz="900" b="1" dirty="0">
                          <a:solidFill>
                            <a:srgbClr val="00B050"/>
                          </a:solidFill>
                        </a:rPr>
                        <a:t>151</a:t>
                      </a:r>
                      <a:r>
                        <a:rPr lang="en-US" sz="900" b="1" dirty="0"/>
                        <a:t>)</a:t>
                      </a:r>
                    </a:p>
                    <a:p>
                      <a:pPr marL="0" marR="0" lvl="0" indent="0" algn="ctr" rtl="0">
                        <a:spcBef>
                          <a:spcPts val="0"/>
                        </a:spcBef>
                        <a:spcAft>
                          <a:spcPts val="0"/>
                        </a:spcAft>
                        <a:buNone/>
                      </a:pPr>
                      <a:r>
                        <a:rPr lang="en-US" sz="900" b="1" dirty="0"/>
                        <a:t>EY 260 (</a:t>
                      </a:r>
                      <a:r>
                        <a:rPr lang="en-US" sz="900" b="1" dirty="0">
                          <a:solidFill>
                            <a:srgbClr val="00B050"/>
                          </a:solidFill>
                        </a:rPr>
                        <a:t>156</a:t>
                      </a:r>
                      <a:r>
                        <a:rPr lang="en-US" sz="900" b="1" dirty="0"/>
                        <a:t>)</a:t>
                      </a:r>
                      <a:endParaRPr lang="en-US" sz="900" b="1" dirty="0">
                        <a:solidFill>
                          <a:srgbClr val="0070C0"/>
                        </a:solidFill>
                      </a:endParaRPr>
                    </a:p>
                  </a:txBody>
                  <a:tcPr marL="0" marR="0" marT="0" marB="0" anchor="ctr"/>
                </a:tc>
                <a:tc rowSpan="4">
                  <a:txBody>
                    <a:bodyPr/>
                    <a:lstStyle/>
                    <a:p>
                      <a:pPr marL="0" marR="0" lvl="0" indent="0" algn="ctr" rtl="0">
                        <a:spcBef>
                          <a:spcPts val="0"/>
                        </a:spcBef>
                        <a:spcAft>
                          <a:spcPts val="0"/>
                        </a:spcAft>
                        <a:buNone/>
                      </a:pPr>
                      <a:r>
                        <a:rPr lang="en-US" sz="800" b="1" dirty="0">
                          <a:solidFill>
                            <a:srgbClr val="0070C0"/>
                          </a:solidFill>
                        </a:rPr>
                        <a:t>Total </a:t>
                      </a:r>
                    </a:p>
                    <a:p>
                      <a:pPr marL="0" marR="0" lvl="0" indent="0" algn="ctr" rtl="0">
                        <a:spcBef>
                          <a:spcPts val="0"/>
                        </a:spcBef>
                        <a:spcAft>
                          <a:spcPts val="0"/>
                        </a:spcAft>
                        <a:buNone/>
                      </a:pPr>
                      <a:r>
                        <a:rPr lang="en-US" sz="800" b="1" dirty="0">
                          <a:solidFill>
                            <a:srgbClr val="0070C0"/>
                          </a:solidFill>
                        </a:rPr>
                        <a:t>PAX 200 NOR</a:t>
                      </a:r>
                    </a:p>
                    <a:p>
                      <a:pPr marL="0" marR="0" lvl="0" indent="0" algn="ctr" rtl="0">
                        <a:spcBef>
                          <a:spcPts val="0"/>
                        </a:spcBef>
                        <a:spcAft>
                          <a:spcPts val="0"/>
                        </a:spcAft>
                        <a:buNone/>
                      </a:pPr>
                      <a:endParaRPr lang="en-US" sz="800" b="1" dirty="0">
                        <a:solidFill>
                          <a:srgbClr val="0070C0"/>
                        </a:solidFill>
                      </a:endParaRPr>
                    </a:p>
                    <a:p>
                      <a:pPr marL="0" marR="0" lvl="0" indent="0" algn="ctr" rtl="0">
                        <a:spcBef>
                          <a:spcPts val="0"/>
                        </a:spcBef>
                        <a:spcAft>
                          <a:spcPts val="0"/>
                        </a:spcAft>
                        <a:buNone/>
                      </a:pPr>
                      <a:r>
                        <a:rPr lang="en-US" sz="700" b="1" dirty="0">
                          <a:solidFill>
                            <a:schemeClr val="bg1"/>
                          </a:solidFill>
                        </a:rPr>
                        <a:t>CHK OFP PAX No</a:t>
                      </a:r>
                    </a:p>
                    <a:p>
                      <a:pPr marL="0" marR="0" lvl="0" indent="0" algn="ctr" rtl="0">
                        <a:spcBef>
                          <a:spcPts val="0"/>
                        </a:spcBef>
                        <a:spcAft>
                          <a:spcPts val="0"/>
                        </a:spcAft>
                        <a:buNone/>
                      </a:pPr>
                      <a:endParaRPr lang="en-US" sz="700" b="1" dirty="0">
                        <a:solidFill>
                          <a:schemeClr val="bg1"/>
                        </a:solidFill>
                      </a:endParaRPr>
                    </a:p>
                    <a:p>
                      <a:pPr marL="0" marR="0" lvl="0" indent="0" algn="ctr" rtl="0">
                        <a:spcBef>
                          <a:spcPts val="0"/>
                        </a:spcBef>
                        <a:spcAft>
                          <a:spcPts val="0"/>
                        </a:spcAft>
                        <a:buNone/>
                      </a:pPr>
                      <a:r>
                        <a:rPr lang="en-US" sz="700" b="1" dirty="0">
                          <a:solidFill>
                            <a:srgbClr val="00B050"/>
                          </a:solidFill>
                        </a:rPr>
                        <a:t>HL 80xx </a:t>
                      </a:r>
                    </a:p>
                    <a:p>
                      <a:pPr marL="0" marR="0" lvl="0" indent="0" algn="ctr" rtl="0">
                        <a:spcBef>
                          <a:spcPts val="0"/>
                        </a:spcBef>
                        <a:spcAft>
                          <a:spcPts val="0"/>
                        </a:spcAft>
                        <a:buNone/>
                      </a:pPr>
                      <a:r>
                        <a:rPr lang="en-US" sz="700" b="1" dirty="0">
                          <a:solidFill>
                            <a:srgbClr val="00B050"/>
                          </a:solidFill>
                        </a:rPr>
                        <a:t>PAX AUTO</a:t>
                      </a:r>
                    </a:p>
                    <a:p>
                      <a:pPr marL="0" marR="0" lvl="0" indent="0" algn="ctr" rtl="0">
                        <a:spcBef>
                          <a:spcPts val="0"/>
                        </a:spcBef>
                        <a:spcAft>
                          <a:spcPts val="0"/>
                        </a:spcAft>
                        <a:buNone/>
                      </a:pPr>
                      <a:endParaRPr lang="en-US" sz="700" b="1" dirty="0">
                        <a:solidFill>
                          <a:srgbClr val="00B050"/>
                        </a:solidFill>
                      </a:endParaRPr>
                    </a:p>
                    <a:p>
                      <a:pPr marL="0" marR="0" lvl="0" indent="0" algn="ctr" rtl="0">
                        <a:spcBef>
                          <a:spcPts val="0"/>
                        </a:spcBef>
                        <a:spcAft>
                          <a:spcPts val="0"/>
                        </a:spcAft>
                        <a:buNone/>
                      </a:pPr>
                      <a:r>
                        <a:rPr lang="en-US" sz="700" b="1" dirty="0">
                          <a:solidFill>
                            <a:srgbClr val="AA47F5"/>
                          </a:solidFill>
                        </a:rPr>
                        <a:t>Enhanced</a:t>
                      </a:r>
                    </a:p>
                    <a:p>
                      <a:pPr marL="0" marR="0" lvl="0" indent="0" algn="ctr" rtl="0">
                        <a:spcBef>
                          <a:spcPts val="0"/>
                        </a:spcBef>
                        <a:spcAft>
                          <a:spcPts val="0"/>
                        </a:spcAft>
                        <a:buNone/>
                      </a:pPr>
                      <a:r>
                        <a:rPr lang="en-US" sz="700" b="1" dirty="0">
                          <a:solidFill>
                            <a:srgbClr val="AA47F5"/>
                          </a:solidFill>
                        </a:rPr>
                        <a:t>TRIM AUTO</a:t>
                      </a:r>
                      <a:endParaRPr sz="700" b="1" dirty="0">
                        <a:solidFill>
                          <a:srgbClr val="AA47F5"/>
                        </a:solidFill>
                      </a:endParaRPr>
                    </a:p>
                  </a:txBody>
                  <a:tcPr marL="0" marR="0" marT="0" marB="0" anchor="ctr"/>
                </a:tc>
                <a:extLst>
                  <a:ext uri="{0D108BD9-81ED-4DB2-BD59-A6C34878D82A}">
                    <a16:rowId xmlns:a16="http://schemas.microsoft.com/office/drawing/2014/main" val="10000"/>
                  </a:ext>
                </a:extLst>
              </a:tr>
              <a:tr h="306353">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000" b="1" i="0" u="none" strike="noStrike" kern="1200" cap="none" spc="0" normalizeH="0" baseline="0" noProof="0" dirty="0">
                          <a:ln>
                            <a:noFill/>
                          </a:ln>
                          <a:solidFill>
                            <a:prstClr val="black"/>
                          </a:solidFill>
                          <a:effectLst/>
                          <a:uLnTx/>
                          <a:uFillTx/>
                          <a:latin typeface="Calibri"/>
                          <a:cs typeface="Calibri"/>
                        </a:rPr>
                        <a:t>A323(11)</a:t>
                      </a:r>
                      <a:endParaRPr kumimoji="0" lang="en-US" altLang="ko-Kore-KR" sz="800"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HL7553-7720</a:t>
                      </a:r>
                    </a:p>
                  </a:txBody>
                  <a:tcPr marL="0" marR="0" marT="0" marB="0" anchor="ctr"/>
                </a:tc>
                <a:tc vMerge="1">
                  <a:txBody>
                    <a:bodyPr/>
                    <a:lstStyle/>
                    <a:p>
                      <a:pPr marL="0" marR="0" lvl="0" indent="0" algn="ctr" rtl="0">
                        <a:spcBef>
                          <a:spcPts val="0"/>
                        </a:spcBef>
                        <a:spcAft>
                          <a:spcPts val="0"/>
                        </a:spcAft>
                        <a:buNone/>
                      </a:pPr>
                      <a:endParaRPr sz="800" b="1" dirty="0">
                        <a:solidFill>
                          <a:srgbClr val="0070C0"/>
                        </a:solidFill>
                      </a:endParaRPr>
                    </a:p>
                  </a:txBody>
                  <a:tcPr marL="0" marR="0" marT="0" marB="0" anchor="ctr"/>
                </a:tc>
                <a:tc vMerge="1">
                  <a:txBody>
                    <a:bodyPr/>
                    <a:lstStyle/>
                    <a:p>
                      <a:pPr marL="0" marR="0" lvl="0" indent="0" algn="ctr" rtl="0">
                        <a:spcBef>
                          <a:spcPts val="0"/>
                        </a:spcBef>
                        <a:spcAft>
                          <a:spcPts val="0"/>
                        </a:spcAft>
                        <a:buNone/>
                      </a:pPr>
                      <a:endParaRPr lang="en-US" sz="800" b="0" dirty="0">
                        <a:solidFill>
                          <a:srgbClr val="0070C0"/>
                        </a:solidFill>
                      </a:endParaRPr>
                    </a:p>
                  </a:txBody>
                  <a:tcPr marL="0" marR="0" marT="0" marB="0" anchor="ctr"/>
                </a:tc>
                <a:tc vMerge="1">
                  <a:txBody>
                    <a:bodyPr/>
                    <a:lstStyle/>
                    <a:p>
                      <a:endParaRPr lang="ko-Kore-KR" altLang="en-US"/>
                    </a:p>
                  </a:txBody>
                  <a:tcPr/>
                </a:tc>
                <a:extLst>
                  <a:ext uri="{0D108BD9-81ED-4DB2-BD59-A6C34878D82A}">
                    <a16:rowId xmlns:a16="http://schemas.microsoft.com/office/drawing/2014/main" val="3285894375"/>
                  </a:ext>
                </a:extLst>
              </a:tr>
              <a:tr h="306353">
                <a:tc>
                  <a:txBody>
                    <a:bodyPr/>
                    <a:lstStyle/>
                    <a:p>
                      <a:pPr marL="0" marR="0" lvl="0" indent="0" algn="ctr" rtl="0">
                        <a:spcBef>
                          <a:spcPts val="0"/>
                        </a:spcBef>
                        <a:spcAft>
                          <a:spcPts val="0"/>
                        </a:spcAft>
                        <a:buNone/>
                      </a:pPr>
                      <a:r>
                        <a:rPr lang="en-US" sz="1000" b="1" dirty="0"/>
                        <a:t>A223E(3)</a:t>
                      </a:r>
                    </a:p>
                    <a:p>
                      <a:pPr marL="0" marR="0" lvl="0" indent="0" algn="ctr" rtl="0">
                        <a:spcBef>
                          <a:spcPts val="0"/>
                        </a:spcBef>
                        <a:spcAft>
                          <a:spcPts val="0"/>
                        </a:spcAft>
                        <a:buNone/>
                      </a:pPr>
                      <a:r>
                        <a:rPr lang="en-US" sz="800" dirty="0"/>
                        <a:t>HL82xx</a:t>
                      </a:r>
                      <a:endParaRPr sz="800" dirty="0"/>
                    </a:p>
                  </a:txBody>
                  <a:tcPr marL="0" marR="0" marT="0" marB="0" anchor="ctr"/>
                </a:tc>
                <a:tc>
                  <a:txBody>
                    <a:bodyPr/>
                    <a:lstStyle/>
                    <a:p>
                      <a:pPr marL="0" marR="0" lvl="0" indent="0" algn="ctr" rtl="0">
                        <a:spcBef>
                          <a:spcPts val="0"/>
                        </a:spcBef>
                        <a:spcAft>
                          <a:spcPts val="0"/>
                        </a:spcAft>
                        <a:buNone/>
                      </a:pPr>
                      <a:r>
                        <a:rPr lang="en-US" sz="800" b="1" dirty="0">
                          <a:solidFill>
                            <a:srgbClr val="0070C0"/>
                          </a:solidFill>
                        </a:rPr>
                        <a:t>APMS</a:t>
                      </a:r>
                    </a:p>
                    <a:p>
                      <a:pPr marL="0" marR="0" lvl="0" indent="0" algn="ctr" rtl="0">
                        <a:spcBef>
                          <a:spcPts val="0"/>
                        </a:spcBef>
                        <a:spcAft>
                          <a:spcPts val="0"/>
                        </a:spcAft>
                        <a:buNone/>
                      </a:pPr>
                      <a:r>
                        <a:rPr lang="en-US" sz="800" b="1" dirty="0">
                          <a:solidFill>
                            <a:srgbClr val="0070C0"/>
                          </a:solidFill>
                        </a:rPr>
                        <a:t>-2.5</a:t>
                      </a: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EY 188 (</a:t>
                      </a:r>
                      <a:r>
                        <a:rPr lang="en-US" sz="900" b="1" dirty="0">
                          <a:solidFill>
                            <a:srgbClr val="00B050"/>
                          </a:solidFill>
                        </a:rPr>
                        <a:t>112</a:t>
                      </a:r>
                      <a:r>
                        <a:rPr lang="en-US" sz="900" b="1" dirty="0"/>
                        <a:t>)</a:t>
                      </a:r>
                    </a:p>
                  </a:txBody>
                  <a:tcPr marL="0" marR="0" marT="0" marB="0" anchor="ctr"/>
                </a:tc>
                <a:tc vMerge="1">
                  <a:txBody>
                    <a:bodyPr/>
                    <a:lstStyle/>
                    <a:p>
                      <a:pPr marL="0" marR="0" lvl="0" indent="0" algn="ctr" rtl="0">
                        <a:spcBef>
                          <a:spcPts val="0"/>
                        </a:spcBef>
                        <a:spcAft>
                          <a:spcPts val="0"/>
                        </a:spcAft>
                        <a:buNone/>
                      </a:pPr>
                      <a:endParaRPr lang="en-US" sz="900" dirty="0"/>
                    </a:p>
                  </a:txBody>
                  <a:tcPr marL="0" marR="0" marT="0" marB="0" anchor="ctr"/>
                </a:tc>
                <a:extLst>
                  <a:ext uri="{0D108BD9-81ED-4DB2-BD59-A6C34878D82A}">
                    <a16:rowId xmlns:a16="http://schemas.microsoft.com/office/drawing/2014/main" val="10001"/>
                  </a:ext>
                </a:extLst>
              </a:tr>
              <a:tr h="306353">
                <a:tc>
                  <a:txBody>
                    <a:bodyPr/>
                    <a:lstStyle/>
                    <a:p>
                      <a:pPr marL="0" marR="0" lvl="0" indent="0" algn="ctr" rtl="0">
                        <a:spcBef>
                          <a:spcPts val="0"/>
                        </a:spcBef>
                        <a:spcAft>
                          <a:spcPts val="0"/>
                        </a:spcAft>
                        <a:buNone/>
                      </a:pPr>
                      <a:r>
                        <a:rPr lang="en-US" sz="1000" b="1" dirty="0"/>
                        <a:t>A323E(6)</a:t>
                      </a:r>
                    </a:p>
                    <a:p>
                      <a:pPr marL="0" marR="0" lvl="0" indent="0" algn="ctr" rtl="0">
                        <a:spcBef>
                          <a:spcPts val="0"/>
                        </a:spcBef>
                        <a:spcAft>
                          <a:spcPts val="0"/>
                        </a:spcAft>
                        <a:buNone/>
                      </a:pPr>
                      <a:r>
                        <a:rPr lang="en-US" sz="800" dirty="0"/>
                        <a:t>HL80xx</a:t>
                      </a:r>
                    </a:p>
                    <a:p>
                      <a:pPr marL="0" marR="0" lvl="0" indent="0" algn="ctr" rtl="0">
                        <a:spcBef>
                          <a:spcPts val="0"/>
                        </a:spcBef>
                        <a:spcAft>
                          <a:spcPts val="0"/>
                        </a:spcAft>
                        <a:buNone/>
                      </a:pPr>
                      <a:r>
                        <a:rPr lang="en-US" sz="700" dirty="0">
                          <a:solidFill>
                            <a:srgbClr val="AA47F5"/>
                          </a:solidFill>
                        </a:rPr>
                        <a:t>RNP AR, OANS</a:t>
                      </a:r>
                    </a:p>
                    <a:p>
                      <a:pPr marL="0" marR="0" lvl="0" indent="0" algn="ctr" rtl="0">
                        <a:spcBef>
                          <a:spcPts val="0"/>
                        </a:spcBef>
                        <a:spcAft>
                          <a:spcPts val="0"/>
                        </a:spcAft>
                        <a:buNone/>
                      </a:pPr>
                      <a:r>
                        <a:rPr lang="en-US" sz="700" dirty="0">
                          <a:solidFill>
                            <a:srgbClr val="AA47F5"/>
                          </a:solidFill>
                        </a:rPr>
                        <a:t>PAX AUTO</a:t>
                      </a:r>
                    </a:p>
                  </a:txBody>
                  <a:tcPr marL="0" marR="0" marT="0" marB="0" anchor="ctr"/>
                </a:tc>
                <a:tc>
                  <a:txBody>
                    <a:bodyPr/>
                    <a:lstStyle/>
                    <a:p>
                      <a:pPr marL="0" marR="0" lvl="0" indent="0" algn="ctr" rtl="0">
                        <a:spcBef>
                          <a:spcPts val="0"/>
                        </a:spcBef>
                        <a:spcAft>
                          <a:spcPts val="0"/>
                        </a:spcAft>
                        <a:buNone/>
                      </a:pPr>
                      <a:r>
                        <a:rPr lang="en-US" sz="800" b="1" dirty="0">
                          <a:solidFill>
                            <a:srgbClr val="0070C0"/>
                          </a:solidFill>
                        </a:rPr>
                        <a:t>APMS</a:t>
                      </a:r>
                    </a:p>
                    <a:p>
                      <a:pPr marL="0" marR="0" lvl="0" indent="0" algn="ctr" rtl="0">
                        <a:spcBef>
                          <a:spcPts val="0"/>
                        </a:spcBef>
                        <a:spcAft>
                          <a:spcPts val="0"/>
                        </a:spcAft>
                        <a:buNone/>
                      </a:pPr>
                      <a:r>
                        <a:rPr lang="en-US" sz="800" b="1" dirty="0">
                          <a:solidFill>
                            <a:srgbClr val="0070C0"/>
                          </a:solidFill>
                        </a:rPr>
                        <a:t>-1.5</a:t>
                      </a: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altLang="ko-Kore-KR" sz="900" b="1" dirty="0">
                          <a:solidFill>
                            <a:schemeClr val="bg1"/>
                          </a:solidFill>
                        </a:rPr>
                        <a:t>EY 248 (</a:t>
                      </a:r>
                      <a:r>
                        <a:rPr lang="en-US" altLang="ko-Kore-KR" sz="900" b="1" dirty="0">
                          <a:solidFill>
                            <a:srgbClr val="00B050"/>
                          </a:solidFill>
                        </a:rPr>
                        <a:t>148</a:t>
                      </a:r>
                      <a:r>
                        <a:rPr lang="en-US" altLang="ko-Kore-KR" sz="900" b="1" dirty="0">
                          <a:solidFill>
                            <a:schemeClr val="bg1"/>
                          </a:solidFill>
                        </a:rPr>
                        <a:t>)</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HL8001 RNP AR</a:t>
                      </a:r>
                      <a:r>
                        <a:rPr kumimoji="0" lang="ko-KR" altLang="en-US" sz="800" b="0" i="0" u="none" strike="noStrike" kern="1200" cap="none" spc="0" normalizeH="0" baseline="0" noProof="0" dirty="0">
                          <a:ln>
                            <a:noFill/>
                          </a:ln>
                          <a:solidFill>
                            <a:srgbClr val="C00000"/>
                          </a:solidFill>
                          <a:effectLst/>
                          <a:uLnTx/>
                          <a:uFillTx/>
                          <a:latin typeface="Calibri"/>
                          <a:cs typeface="Calibri"/>
                        </a:rPr>
                        <a:t> </a:t>
                      </a:r>
                      <a:r>
                        <a:rPr kumimoji="0" lang="en-US" altLang="ko-KR" sz="800" b="0" i="0" u="none" strike="noStrike" kern="1200" cap="none" spc="0" normalizeH="0" baseline="0" noProof="0" dirty="0">
                          <a:ln>
                            <a:noFill/>
                          </a:ln>
                          <a:solidFill>
                            <a:srgbClr val="C00000"/>
                          </a:solidFill>
                          <a:effectLst/>
                          <a:uLnTx/>
                          <a:uFillTx/>
                          <a:latin typeface="Calibri"/>
                          <a:cs typeface="Calibri"/>
                        </a:rPr>
                        <a:t>X</a:t>
                      </a:r>
                      <a:endParaRPr kumimoji="0" lang="en-US" altLang="ko-Kore-KR" sz="800" b="0"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vMerge="1">
                  <a:txBody>
                    <a:bodyPr/>
                    <a:lstStyle/>
                    <a:p>
                      <a:pPr marL="0" marR="0" lvl="0" indent="0" algn="ctr" rtl="0">
                        <a:spcBef>
                          <a:spcPts val="0"/>
                        </a:spcBef>
                        <a:spcAft>
                          <a:spcPts val="0"/>
                        </a:spcAft>
                        <a:buNone/>
                      </a:pPr>
                      <a:endParaRPr lang="en-US" altLang="ko-Kore-KR" sz="800" dirty="0">
                        <a:solidFill>
                          <a:srgbClr val="0070C0"/>
                        </a:solidFill>
                      </a:endParaRPr>
                    </a:p>
                  </a:txBody>
                  <a:tcPr marL="0" marR="0" marT="0" marB="0" anchor="ctr"/>
                </a:tc>
                <a:extLst>
                  <a:ext uri="{0D108BD9-81ED-4DB2-BD59-A6C34878D82A}">
                    <a16:rowId xmlns:a16="http://schemas.microsoft.com/office/drawing/2014/main" val="1495032429"/>
                  </a:ext>
                </a:extLst>
              </a:tr>
              <a:tr h="306353">
                <a:tc gridSpan="2">
                  <a:txBody>
                    <a:bodyPr/>
                    <a:lstStyle/>
                    <a:p>
                      <a:pPr marL="0" marR="0" lvl="0" indent="0" algn="ctr" rtl="0">
                        <a:spcBef>
                          <a:spcPts val="0"/>
                        </a:spcBef>
                        <a:spcAft>
                          <a:spcPts val="0"/>
                        </a:spcAft>
                        <a:buNone/>
                      </a:pPr>
                      <a:r>
                        <a:rPr lang="en-US" sz="800" b="1" dirty="0">
                          <a:solidFill>
                            <a:schemeClr val="tx1"/>
                          </a:solidFill>
                        </a:rPr>
                        <a:t>ENG START</a:t>
                      </a:r>
                      <a:endParaRPr sz="800" b="1" dirty="0">
                        <a:solidFill>
                          <a:schemeClr val="tx1"/>
                        </a:solidFill>
                      </a:endParaRPr>
                    </a:p>
                  </a:txBody>
                  <a:tcPr marL="0" marR="0" marT="0" marB="0" anchor="ctr">
                    <a:solidFill>
                      <a:schemeClr val="accent1"/>
                    </a:solidFill>
                  </a:tcPr>
                </a:tc>
                <a:tc hMerge="1">
                  <a:txBody>
                    <a:bodyPr/>
                    <a:lstStyle/>
                    <a:p>
                      <a:pPr marL="0" marR="0" lvl="0" indent="0" algn="ctr" rtl="0">
                        <a:spcBef>
                          <a:spcPts val="0"/>
                        </a:spcBef>
                        <a:spcAft>
                          <a:spcPts val="0"/>
                        </a:spcAft>
                        <a:buNone/>
                      </a:pP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altLang="ko-Kore-KR" sz="800" b="1" dirty="0">
                          <a:solidFill>
                            <a:schemeClr val="bg1"/>
                          </a:solidFill>
                        </a:rPr>
                        <a:t>HL7xxx 43-48%</a:t>
                      </a:r>
                    </a:p>
                  </a:txBody>
                  <a:tcPr marL="0" marR="0" marT="0" marB="0" anchor="ctr"/>
                </a:tc>
                <a:tc>
                  <a:txBody>
                    <a:bodyPr/>
                    <a:lstStyle/>
                    <a:p>
                      <a:pPr marL="0" marR="0" lvl="0" indent="0" algn="ctr" rtl="0">
                        <a:spcBef>
                          <a:spcPts val="0"/>
                        </a:spcBef>
                        <a:spcAft>
                          <a:spcPts val="0"/>
                        </a:spcAft>
                        <a:buNone/>
                      </a:pPr>
                      <a:r>
                        <a:rPr lang="en-US" sz="800" b="1" dirty="0">
                          <a:solidFill>
                            <a:schemeClr val="bg1"/>
                          </a:solidFill>
                        </a:rPr>
                        <a:t>HL8xxx 52-54%</a:t>
                      </a:r>
                      <a:endParaRPr sz="800" b="1" dirty="0">
                        <a:solidFill>
                          <a:schemeClr val="bg1"/>
                        </a:solidFill>
                      </a:endParaRPr>
                    </a:p>
                  </a:txBody>
                  <a:tcPr marL="0" marR="0" marT="0" marB="0" anchor="ctr"/>
                </a:tc>
                <a:extLst>
                  <a:ext uri="{0D108BD9-81ED-4DB2-BD59-A6C34878D82A}">
                    <a16:rowId xmlns:a16="http://schemas.microsoft.com/office/drawing/2014/main" val="1204448837"/>
                  </a:ext>
                </a:extLst>
              </a:tr>
            </a:tbl>
          </a:graphicData>
        </a:graphic>
      </p:graphicFrame>
      <p:grpSp>
        <p:nvGrpSpPr>
          <p:cNvPr id="9" name="그룹 8">
            <a:extLst>
              <a:ext uri="{FF2B5EF4-FFF2-40B4-BE49-F238E27FC236}">
                <a16:creationId xmlns:a16="http://schemas.microsoft.com/office/drawing/2014/main" id="{8E2D29D6-2193-A648-AE53-8E22D516BC89}"/>
              </a:ext>
            </a:extLst>
          </p:cNvPr>
          <p:cNvGrpSpPr/>
          <p:nvPr/>
        </p:nvGrpSpPr>
        <p:grpSpPr>
          <a:xfrm>
            <a:off x="0" y="2014795"/>
            <a:ext cx="2328863" cy="1190611"/>
            <a:chOff x="0" y="1862173"/>
            <a:chExt cx="2328863" cy="1190611"/>
          </a:xfrm>
        </p:grpSpPr>
        <p:grpSp>
          <p:nvGrpSpPr>
            <p:cNvPr id="6" name="그룹 5">
              <a:extLst>
                <a:ext uri="{FF2B5EF4-FFF2-40B4-BE49-F238E27FC236}">
                  <a16:creationId xmlns:a16="http://schemas.microsoft.com/office/drawing/2014/main" id="{E6E774DD-7707-C18D-7D47-F7C6304A48E6}"/>
                </a:ext>
              </a:extLst>
            </p:cNvPr>
            <p:cNvGrpSpPr/>
            <p:nvPr/>
          </p:nvGrpSpPr>
          <p:grpSpPr>
            <a:xfrm>
              <a:off x="0" y="1862173"/>
              <a:ext cx="2328863" cy="1190611"/>
              <a:chOff x="0" y="1862173"/>
              <a:chExt cx="2328863" cy="1190611"/>
            </a:xfrm>
          </p:grpSpPr>
          <p:grpSp>
            <p:nvGrpSpPr>
              <p:cNvPr id="3" name="그룹 2">
                <a:extLst>
                  <a:ext uri="{FF2B5EF4-FFF2-40B4-BE49-F238E27FC236}">
                    <a16:creationId xmlns:a16="http://schemas.microsoft.com/office/drawing/2014/main" id="{3BE6A6AA-987E-10E1-F9A8-89FCBA32AFA9}"/>
                  </a:ext>
                </a:extLst>
              </p:cNvPr>
              <p:cNvGrpSpPr/>
              <p:nvPr/>
            </p:nvGrpSpPr>
            <p:grpSpPr>
              <a:xfrm>
                <a:off x="0" y="1862173"/>
                <a:ext cx="2328863" cy="1190611"/>
                <a:chOff x="0" y="1772965"/>
                <a:chExt cx="2328863" cy="1190611"/>
              </a:xfrm>
            </p:grpSpPr>
            <p:pic>
              <p:nvPicPr>
                <p:cNvPr id="1026" name="Picture 2" descr="AIRCRAFT DIFFERENCES &#10;PRINCIPAL DIMENSION &#10;A330-3001300E &#10;63.69 m &#10;208.92 ft &#10;60.30 m &#10;197.83 ft &#10;16.83 m &#10;55.25 ft &#10;25.37 m &#10;83.25 ft &#10;10.68 m &#10;35.08 ft &#10;A330-200 1 200E &#10;LENGTH &#10;WING SPAN &#10;HEIGHT &#10;WHEEL BASE &#10;WHEEL TREAD &#10;58.37 m &#10;60.30 m &#10;17.80 m / &#10;17.30 m &#10;22.18 m &#10;10.68 m &#10;191.25 ft &#10;197.83 ft &#10;58.42 ft/ &#10;56.67 ft &#10;72.75 ft &#10;35.08 ft &#10;Refer to FCOM DSC-20-20 Principal Dimensions ">
                  <a:extLst>
                    <a:ext uri="{FF2B5EF4-FFF2-40B4-BE49-F238E27FC236}">
                      <a16:creationId xmlns:a16="http://schemas.microsoft.com/office/drawing/2014/main" id="{F259DAB8-9767-8A55-9C6D-43D00F9887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13"/>
                <a:stretch/>
              </p:blipFill>
              <p:spPr bwMode="auto">
                <a:xfrm>
                  <a:off x="0" y="1793903"/>
                  <a:ext cx="2328863" cy="11696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78F22F8-477B-8EEA-D382-745299F020BE}"/>
                    </a:ext>
                  </a:extLst>
                </p:cNvPr>
                <p:cNvSpPr txBox="1"/>
                <p:nvPr/>
              </p:nvSpPr>
              <p:spPr>
                <a:xfrm>
                  <a:off x="1123799" y="1772965"/>
                  <a:ext cx="1043876" cy="246221"/>
                </a:xfrm>
                <a:prstGeom prst="rect">
                  <a:avLst/>
                </a:prstGeom>
                <a:noFill/>
              </p:spPr>
              <p:txBody>
                <a:bodyPr wrap="none" rtlCol="0">
                  <a:spAutoFit/>
                </a:bodyPr>
                <a:lstStyle/>
                <a:p>
                  <a:r>
                    <a:rPr kumimoji="1" lang="en-US" altLang="ko-Kore-KR" sz="500" b="1" dirty="0">
                      <a:solidFill>
                        <a:srgbClr val="0070C0"/>
                      </a:solidFill>
                      <a:latin typeface="Arial" panose="020B0604020202020204" pitchFamily="34" charset="0"/>
                      <a:cs typeface="Arial" panose="020B0604020202020204" pitchFamily="34" charset="0"/>
                    </a:rPr>
                    <a:t>WINGSPAN : ICAO E, FAA V</a:t>
                  </a:r>
                </a:p>
                <a:p>
                  <a:r>
                    <a:rPr kumimoji="1" lang="en-US" altLang="ko-Kore-KR" sz="500" b="1" dirty="0">
                      <a:solidFill>
                        <a:srgbClr val="0070C0"/>
                      </a:solidFill>
                      <a:latin typeface="Arial" panose="020B0604020202020204" pitchFamily="34" charset="0"/>
                      <a:cs typeface="Arial" panose="020B0604020202020204" pitchFamily="34" charset="0"/>
                    </a:rPr>
                    <a:t>Weight CAT : Heavy</a:t>
                  </a:r>
                  <a:endParaRPr kumimoji="1" lang="ko-Kore-KR" altLang="en-US" sz="500" b="1" dirty="0">
                    <a:solidFill>
                      <a:srgbClr val="0070C0"/>
                    </a:solidFill>
                    <a:latin typeface="Arial" panose="020B0604020202020204" pitchFamily="34" charset="0"/>
                    <a:cs typeface="Arial" panose="020B0604020202020204" pitchFamily="34" charset="0"/>
                  </a:endParaRPr>
                </a:p>
              </p:txBody>
            </p:sp>
          </p:grpSp>
          <p:sp>
            <p:nvSpPr>
              <p:cNvPr id="5" name="TextBox 4">
                <a:extLst>
                  <a:ext uri="{FF2B5EF4-FFF2-40B4-BE49-F238E27FC236}">
                    <a16:creationId xmlns:a16="http://schemas.microsoft.com/office/drawing/2014/main" id="{D511136D-3120-4FDA-C601-570D4D0BA4A0}"/>
                  </a:ext>
                </a:extLst>
              </p:cNvPr>
              <p:cNvSpPr txBox="1"/>
              <p:nvPr/>
            </p:nvSpPr>
            <p:spPr>
              <a:xfrm>
                <a:off x="1433334" y="2939345"/>
                <a:ext cx="853366" cy="76944"/>
              </a:xfrm>
              <a:prstGeom prst="rect">
                <a:avLst/>
              </a:prstGeom>
              <a:solidFill>
                <a:srgbClr val="FCFCFC"/>
              </a:solidFill>
            </p:spPr>
            <p:txBody>
              <a:bodyPr wrap="none" lIns="36000" tIns="0" rIns="36000" bIns="0" rtlCol="0">
                <a:spAutoFit/>
              </a:bodyPr>
              <a:lstStyle/>
              <a:p>
                <a:r>
                  <a:rPr kumimoji="1" lang="en-US" altLang="ko-Kore-KR" sz="500" b="1" dirty="0">
                    <a:solidFill>
                      <a:srgbClr val="C00000"/>
                    </a:solidFill>
                    <a:latin typeface="Arial" panose="020B0604020202020204" pitchFamily="34" charset="0"/>
                    <a:cs typeface="Arial" panose="020B0604020202020204" pitchFamily="34" charset="0"/>
                  </a:rPr>
                  <a:t>180 Back 72</a:t>
                </a:r>
                <a:r>
                  <a:rPr kumimoji="1" lang="ko-KR" altLang="en-US" sz="500" b="1" dirty="0">
                    <a:solidFill>
                      <a:srgbClr val="C00000"/>
                    </a:solidFill>
                    <a:latin typeface="Arial" panose="020B0604020202020204" pitchFamily="34" charset="0"/>
                    <a:cs typeface="Arial" panose="020B0604020202020204" pitchFamily="34" charset="0"/>
                  </a:rPr>
                  <a:t>도 </a:t>
                </a:r>
                <a:r>
                  <a:rPr kumimoji="1" lang="en-US" altLang="ko-KR" sz="500" b="1" dirty="0">
                    <a:solidFill>
                      <a:srgbClr val="C00000"/>
                    </a:solidFill>
                    <a:latin typeface="Arial" panose="020B0604020202020204" pitchFamily="34" charset="0"/>
                    <a:cs typeface="Arial" panose="020B0604020202020204" pitchFamily="34" charset="0"/>
                  </a:rPr>
                  <a:t>48m/(157ft)</a:t>
                </a:r>
                <a:endParaRPr kumimoji="1" lang="en-US" altLang="ko-Kore-KR" sz="500" b="1" dirty="0">
                  <a:solidFill>
                    <a:srgbClr val="C00000"/>
                  </a:solidFill>
                  <a:latin typeface="Arial" panose="020B0604020202020204" pitchFamily="34" charset="0"/>
                  <a:cs typeface="Arial" panose="020B0604020202020204" pitchFamily="34" charset="0"/>
                </a:endParaRPr>
              </a:p>
            </p:txBody>
          </p:sp>
        </p:grpSp>
        <p:sp>
          <p:nvSpPr>
            <p:cNvPr id="7" name="액자 6">
              <a:extLst>
                <a:ext uri="{FF2B5EF4-FFF2-40B4-BE49-F238E27FC236}">
                  <a16:creationId xmlns:a16="http://schemas.microsoft.com/office/drawing/2014/main" id="{32867CEA-17FF-A75A-0FF2-280EF11D0E9E}"/>
                </a:ext>
              </a:extLst>
            </p:cNvPr>
            <p:cNvSpPr/>
            <p:nvPr/>
          </p:nvSpPr>
          <p:spPr>
            <a:xfrm>
              <a:off x="621612" y="2324288"/>
              <a:ext cx="1665088" cy="144142"/>
            </a:xfrm>
            <a:prstGeom prst="fram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chemeClr val="tx1"/>
                </a:solidFill>
              </a:endParaRPr>
            </a:p>
          </p:txBody>
        </p:sp>
      </p:grpSp>
      <p:grpSp>
        <p:nvGrpSpPr>
          <p:cNvPr id="11" name="그룹 10">
            <a:extLst>
              <a:ext uri="{FF2B5EF4-FFF2-40B4-BE49-F238E27FC236}">
                <a16:creationId xmlns:a16="http://schemas.microsoft.com/office/drawing/2014/main" id="{7E90835B-B12A-74ED-5643-D4A32D41B70D}"/>
              </a:ext>
            </a:extLst>
          </p:cNvPr>
          <p:cNvGrpSpPr/>
          <p:nvPr/>
        </p:nvGrpSpPr>
        <p:grpSpPr>
          <a:xfrm>
            <a:off x="5128" y="3293466"/>
            <a:ext cx="2317874" cy="715317"/>
            <a:chOff x="10990" y="3164515"/>
            <a:chExt cx="2317874" cy="715317"/>
          </a:xfrm>
        </p:grpSpPr>
        <p:graphicFrame>
          <p:nvGraphicFramePr>
            <p:cNvPr id="8" name="Google Shape;371;p27">
              <a:extLst>
                <a:ext uri="{FF2B5EF4-FFF2-40B4-BE49-F238E27FC236}">
                  <a16:creationId xmlns:a16="http://schemas.microsoft.com/office/drawing/2014/main" id="{968524BE-DACB-3A48-27BF-61446DA252B6}"/>
                </a:ext>
              </a:extLst>
            </p:cNvPr>
            <p:cNvGraphicFramePr/>
            <p:nvPr>
              <p:extLst>
                <p:ext uri="{D42A27DB-BD31-4B8C-83A1-F6EECF244321}">
                  <p14:modId xmlns:p14="http://schemas.microsoft.com/office/powerpoint/2010/main" val="136156237"/>
                </p:ext>
              </p:extLst>
            </p:nvPr>
          </p:nvGraphicFramePr>
          <p:xfrm>
            <a:off x="10990" y="3164515"/>
            <a:ext cx="2317874" cy="715317"/>
          </p:xfrm>
          <a:graphic>
            <a:graphicData uri="http://schemas.openxmlformats.org/drawingml/2006/table">
              <a:tbl>
                <a:tblPr firstRow="1" bandRow="1">
                  <a:tableStyleId>{A521BE36-7E6F-4EC9-8D66-1CF97A6895EC}</a:tableStyleId>
                </a:tblPr>
                <a:tblGrid>
                  <a:gridCol w="478536">
                    <a:extLst>
                      <a:ext uri="{9D8B030D-6E8A-4147-A177-3AD203B41FA5}">
                        <a16:colId xmlns:a16="http://schemas.microsoft.com/office/drawing/2014/main" val="20000"/>
                      </a:ext>
                    </a:extLst>
                  </a:gridCol>
                  <a:gridCol w="682964">
                    <a:extLst>
                      <a:ext uri="{9D8B030D-6E8A-4147-A177-3AD203B41FA5}">
                        <a16:colId xmlns:a16="http://schemas.microsoft.com/office/drawing/2014/main" val="1710634008"/>
                      </a:ext>
                    </a:extLst>
                  </a:gridCol>
                  <a:gridCol w="430009">
                    <a:extLst>
                      <a:ext uri="{9D8B030D-6E8A-4147-A177-3AD203B41FA5}">
                        <a16:colId xmlns:a16="http://schemas.microsoft.com/office/drawing/2014/main" val="237343090"/>
                      </a:ext>
                    </a:extLst>
                  </a:gridCol>
                  <a:gridCol w="726365">
                    <a:extLst>
                      <a:ext uri="{9D8B030D-6E8A-4147-A177-3AD203B41FA5}">
                        <a16:colId xmlns:a16="http://schemas.microsoft.com/office/drawing/2014/main" val="3123104972"/>
                      </a:ext>
                    </a:extLst>
                  </a:gridCol>
                </a:tblGrid>
                <a:tr h="235516">
                  <a:tc gridSpan="4">
                    <a:txBody>
                      <a:bodyPr/>
                      <a:lstStyle/>
                      <a:p>
                        <a:pPr marL="0" marR="0" lvl="0" indent="0" algn="ctr" rtl="0">
                          <a:spcBef>
                            <a:spcPts val="0"/>
                          </a:spcBef>
                          <a:spcAft>
                            <a:spcPts val="0"/>
                          </a:spcAft>
                          <a:buNone/>
                        </a:pPr>
                        <a:r>
                          <a:rPr lang="en-US" altLang="ko-KR" sz="1100" b="1" dirty="0"/>
                          <a:t>MTOW </a:t>
                        </a:r>
                        <a:r>
                          <a:rPr lang="en-US" altLang="ko-KR" sz="700" b="1" dirty="0">
                            <a:solidFill>
                              <a:srgbClr val="00B0F0"/>
                            </a:solidFill>
                          </a:rPr>
                          <a:t>CAT ST-IN : C, Circling C/D(FAA)</a:t>
                        </a:r>
                        <a:endParaRPr sz="1100" b="1" dirty="0">
                          <a:solidFill>
                            <a:srgbClr val="00B0F0"/>
                          </a:solidFill>
                        </a:endParaRP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412390786"/>
                    </a:ext>
                  </a:extLst>
                </a:tr>
                <a:tr h="176993">
                  <a:tc>
                    <a:txBody>
                      <a:bodyPr/>
                      <a:lstStyle/>
                      <a:p>
                        <a:pPr marL="0" marR="0" lvl="0" indent="0" algn="ctr" rtl="0">
                          <a:spcBef>
                            <a:spcPts val="0"/>
                          </a:spcBef>
                          <a:spcAft>
                            <a:spcPts val="0"/>
                          </a:spcAft>
                          <a:buNone/>
                        </a:pPr>
                        <a:r>
                          <a:rPr lang="en-US" altLang="ko-KR" sz="900" b="1" dirty="0">
                            <a:solidFill>
                              <a:srgbClr val="0070C0"/>
                            </a:solidFill>
                          </a:rPr>
                          <a:t>238T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524,700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r>
                          <a:rPr lang="en-US" sz="900" b="1" dirty="0">
                            <a:solidFill>
                              <a:srgbClr val="0070C0"/>
                            </a:solidFill>
                          </a:rPr>
                          <a:t>230T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507,063 </a:t>
                        </a:r>
                        <a:r>
                          <a:rPr lang="en-US" sz="900" b="1" dirty="0" err="1"/>
                          <a:t>lbs</a:t>
                        </a:r>
                        <a:endParaRPr sz="900" b="1" dirty="0"/>
                      </a:p>
                    </a:txBody>
                    <a:tcPr marL="0" marR="0" marT="0" marB="0" anchor="ctr"/>
                  </a:tc>
                  <a:extLst>
                    <a:ext uri="{0D108BD9-81ED-4DB2-BD59-A6C34878D82A}">
                      <a16:rowId xmlns:a16="http://schemas.microsoft.com/office/drawing/2014/main" val="707937932"/>
                    </a:ext>
                  </a:extLst>
                </a:tr>
                <a:tr h="151404">
                  <a:tc>
                    <a:txBody>
                      <a:bodyPr/>
                      <a:lstStyle/>
                      <a:p>
                        <a:pPr marL="0" marR="0" lvl="0" indent="0" algn="ctr" rtl="0">
                          <a:spcBef>
                            <a:spcPts val="0"/>
                          </a:spcBef>
                          <a:spcAft>
                            <a:spcPts val="0"/>
                          </a:spcAft>
                          <a:buNone/>
                        </a:pPr>
                        <a:r>
                          <a:rPr lang="en-US" sz="900" b="1" dirty="0">
                            <a:solidFill>
                              <a:srgbClr val="0070C0"/>
                            </a:solidFill>
                          </a:rPr>
                          <a:t>217T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478,402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r>
                          <a:rPr lang="en-US" sz="900" b="1" dirty="0">
                            <a:solidFill>
                              <a:srgbClr val="0070C0"/>
                            </a:solidFill>
                          </a:rPr>
                          <a:t>198T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436,515 </a:t>
                        </a:r>
                        <a:r>
                          <a:rPr lang="en-US" sz="900" b="1" dirty="0" err="1"/>
                          <a:t>lbs</a:t>
                        </a:r>
                        <a:endParaRPr sz="900" b="1" dirty="0"/>
                      </a:p>
                    </a:txBody>
                    <a:tcPr marL="0" marR="0" marT="0" marB="0" anchor="ctr"/>
                  </a:tc>
                  <a:extLst>
                    <a:ext uri="{0D108BD9-81ED-4DB2-BD59-A6C34878D82A}">
                      <a16:rowId xmlns:a16="http://schemas.microsoft.com/office/drawing/2014/main" val="896249924"/>
                    </a:ext>
                  </a:extLst>
                </a:tr>
                <a:tr h="151404">
                  <a:tc>
                    <a:txBody>
                      <a:bodyPr/>
                      <a:lstStyle/>
                      <a:p>
                        <a:pPr marL="0" marR="0" lvl="0" indent="0" algn="ctr" rtl="0">
                          <a:spcBef>
                            <a:spcPts val="0"/>
                          </a:spcBef>
                          <a:spcAft>
                            <a:spcPts val="0"/>
                          </a:spcAft>
                          <a:buNone/>
                        </a:pPr>
                        <a:r>
                          <a:rPr lang="en-US" sz="900" b="1" dirty="0">
                            <a:solidFill>
                              <a:srgbClr val="0070C0"/>
                            </a:solidFill>
                          </a:rPr>
                          <a:t>192T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423,287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endParaRPr sz="900" b="1" dirty="0"/>
                      </a:p>
                    </a:txBody>
                    <a:tcPr marL="0" marR="0" marT="0" marB="0" anchor="ctr"/>
                  </a:tc>
                  <a:extLst>
                    <a:ext uri="{0D108BD9-81ED-4DB2-BD59-A6C34878D82A}">
                      <a16:rowId xmlns:a16="http://schemas.microsoft.com/office/drawing/2014/main" val="902440045"/>
                    </a:ext>
                  </a:extLst>
                </a:tr>
              </a:tbl>
            </a:graphicData>
          </a:graphic>
        </p:graphicFrame>
        <p:sp>
          <p:nvSpPr>
            <p:cNvPr id="10" name="액자 9">
              <a:extLst>
                <a:ext uri="{FF2B5EF4-FFF2-40B4-BE49-F238E27FC236}">
                  <a16:creationId xmlns:a16="http://schemas.microsoft.com/office/drawing/2014/main" id="{D2D2AA0C-6C9A-6E78-A020-8B4E6A215341}"/>
                </a:ext>
              </a:extLst>
            </p:cNvPr>
            <p:cNvSpPr/>
            <p:nvPr/>
          </p:nvSpPr>
          <p:spPr>
            <a:xfrm>
              <a:off x="14809" y="3542217"/>
              <a:ext cx="2314054" cy="220005"/>
            </a:xfrm>
            <a:prstGeom prst="fram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chemeClr val="tx1"/>
                </a:solidFill>
              </a:endParaRPr>
            </a:p>
          </p:txBody>
        </p:sp>
      </p:grpSp>
      <p:pic>
        <p:nvPicPr>
          <p:cNvPr id="12" name="그림 11">
            <a:extLst>
              <a:ext uri="{FF2B5EF4-FFF2-40B4-BE49-F238E27FC236}">
                <a16:creationId xmlns:a16="http://schemas.microsoft.com/office/drawing/2014/main" id="{EB59D5A6-28DF-040A-483D-AC50659C99DB}"/>
              </a:ext>
            </a:extLst>
          </p:cNvPr>
          <p:cNvPicPr>
            <a:picLocks noChangeAspect="1"/>
          </p:cNvPicPr>
          <p:nvPr/>
        </p:nvPicPr>
        <p:blipFill>
          <a:blip r:embed="rId4"/>
          <a:stretch>
            <a:fillRect/>
          </a:stretch>
        </p:blipFill>
        <p:spPr>
          <a:xfrm>
            <a:off x="0" y="4312842"/>
            <a:ext cx="2328863" cy="538371"/>
          </a:xfrm>
          <a:prstGeom prst="rect">
            <a:avLst/>
          </a:prstGeom>
        </p:spPr>
      </p:pic>
      <p:sp>
        <p:nvSpPr>
          <p:cNvPr id="13" name="TextBox 12">
            <a:extLst>
              <a:ext uri="{FF2B5EF4-FFF2-40B4-BE49-F238E27FC236}">
                <a16:creationId xmlns:a16="http://schemas.microsoft.com/office/drawing/2014/main" id="{F60ABB3E-A207-F14F-DB34-0C9E617D6E05}"/>
              </a:ext>
            </a:extLst>
          </p:cNvPr>
          <p:cNvSpPr txBox="1"/>
          <p:nvPr/>
        </p:nvSpPr>
        <p:spPr>
          <a:xfrm>
            <a:off x="19880" y="4631635"/>
            <a:ext cx="1452642" cy="184666"/>
          </a:xfrm>
          <a:prstGeom prst="rect">
            <a:avLst/>
          </a:prstGeom>
          <a:noFill/>
        </p:spPr>
        <p:txBody>
          <a:bodyPr wrap="none" rtlCol="0">
            <a:spAutoFit/>
          </a:bodyPr>
          <a:lstStyle/>
          <a:p>
            <a:r>
              <a:rPr kumimoji="1" lang="en-US" altLang="ko-Kore-KR" sz="600" b="1" dirty="0">
                <a:solidFill>
                  <a:srgbClr val="0070C0"/>
                </a:solidFill>
                <a:latin typeface="Arial" panose="020B0604020202020204" pitchFamily="34" charset="0"/>
                <a:cs typeface="Arial" panose="020B0604020202020204" pitchFamily="34" charset="0"/>
              </a:rPr>
              <a:t>15</a:t>
            </a:r>
            <a:r>
              <a:rPr kumimoji="1" lang="ko-Kore-KR" altLang="en-US" sz="600" b="1" dirty="0">
                <a:solidFill>
                  <a:srgbClr val="0070C0"/>
                </a:solidFill>
                <a:latin typeface="Arial" panose="020B0604020202020204" pitchFamily="34" charset="0"/>
                <a:cs typeface="Arial" panose="020B0604020202020204" pitchFamily="34" charset="0"/>
              </a:rPr>
              <a:t>도</a:t>
            </a:r>
            <a:r>
              <a:rPr kumimoji="1" lang="ko-KR" altLang="en-US" sz="600" b="1" dirty="0">
                <a:solidFill>
                  <a:srgbClr val="0070C0"/>
                </a:solidFill>
                <a:latin typeface="Arial" panose="020B0604020202020204" pitchFamily="34" charset="0"/>
                <a:cs typeface="Arial" panose="020B0604020202020204" pitchFamily="34" charset="0"/>
              </a:rPr>
              <a:t> </a:t>
            </a:r>
            <a:r>
              <a:rPr kumimoji="1" lang="ko-KR" altLang="en-US" sz="600" b="1" dirty="0" err="1">
                <a:solidFill>
                  <a:srgbClr val="0070C0"/>
                </a:solidFill>
                <a:latin typeface="Arial" panose="020B0604020202020204" pitchFamily="34" charset="0"/>
                <a:cs typeface="Arial" panose="020B0604020202020204" pitchFamily="34" charset="0"/>
              </a:rPr>
              <a:t>이하시</a:t>
            </a:r>
            <a:r>
              <a:rPr kumimoji="1" lang="ko-KR" altLang="en-US" sz="600" b="1" dirty="0">
                <a:solidFill>
                  <a:srgbClr val="0070C0"/>
                </a:solidFill>
                <a:latin typeface="Arial" panose="020B0604020202020204" pitchFamily="34" charset="0"/>
                <a:cs typeface="Arial" panose="020B0604020202020204" pitchFamily="34" charset="0"/>
              </a:rPr>
              <a:t> </a:t>
            </a:r>
            <a:r>
              <a:rPr kumimoji="1" lang="en-US" altLang="ko-KR" sz="600" b="1" dirty="0">
                <a:solidFill>
                  <a:srgbClr val="0070C0"/>
                </a:solidFill>
                <a:latin typeface="Arial" panose="020B0604020202020204" pitchFamily="34" charset="0"/>
                <a:cs typeface="Arial" panose="020B0604020202020204" pitchFamily="34" charset="0"/>
              </a:rPr>
              <a:t>:</a:t>
            </a:r>
            <a:r>
              <a:rPr kumimoji="1" lang="ko-KR" altLang="en-US" sz="600" b="1" dirty="0">
                <a:solidFill>
                  <a:srgbClr val="0070C0"/>
                </a:solidFill>
                <a:latin typeface="Arial" panose="020B0604020202020204" pitchFamily="34" charset="0"/>
                <a:cs typeface="Arial" panose="020B0604020202020204" pitchFamily="34" charset="0"/>
              </a:rPr>
              <a:t> </a:t>
            </a:r>
            <a:r>
              <a:rPr kumimoji="1" lang="en-US" altLang="ko-Kore-KR" sz="600" b="1" dirty="0">
                <a:solidFill>
                  <a:srgbClr val="0070C0"/>
                </a:solidFill>
                <a:latin typeface="Arial" panose="020B0604020202020204" pitchFamily="34" charset="0"/>
                <a:cs typeface="Arial" panose="020B0604020202020204" pitchFamily="34" charset="0"/>
              </a:rPr>
              <a:t>TOD -10min 15</a:t>
            </a:r>
            <a:r>
              <a:rPr kumimoji="1" lang="ko-Kore-KR" altLang="en-US" sz="600" b="1" dirty="0">
                <a:solidFill>
                  <a:srgbClr val="0070C0"/>
                </a:solidFill>
                <a:latin typeface="Arial" panose="020B0604020202020204" pitchFamily="34" charset="0"/>
                <a:cs typeface="Arial" panose="020B0604020202020204" pitchFamily="34" charset="0"/>
              </a:rPr>
              <a:t>도</a:t>
            </a:r>
            <a:r>
              <a:rPr kumimoji="1" lang="en-US" altLang="ko-Kore-KR" sz="600" b="1" dirty="0">
                <a:solidFill>
                  <a:srgbClr val="0070C0"/>
                </a:solidFill>
                <a:latin typeface="Arial" panose="020B0604020202020204" pitchFamily="34" charset="0"/>
                <a:cs typeface="Arial" panose="020B0604020202020204" pitchFamily="34" charset="0"/>
              </a:rPr>
              <a:t> SET</a:t>
            </a:r>
            <a:endParaRPr kumimoji="1" lang="ko-Kore-KR" altLang="en-US" sz="1400" b="1"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300CD20-96F6-255A-6478-0A56E56908F7}"/>
              </a:ext>
            </a:extLst>
          </p:cNvPr>
          <p:cNvSpPr txBox="1"/>
          <p:nvPr/>
        </p:nvSpPr>
        <p:spPr>
          <a:xfrm>
            <a:off x="-21944" y="4103469"/>
            <a:ext cx="2282997" cy="200055"/>
          </a:xfrm>
          <a:prstGeom prst="rect">
            <a:avLst/>
          </a:prstGeom>
          <a:noFill/>
        </p:spPr>
        <p:txBody>
          <a:bodyPr wrap="none" rtlCol="0">
            <a:spAutoFit/>
          </a:bodyPr>
          <a:lstStyle/>
          <a:p>
            <a:r>
              <a:rPr kumimoji="1" lang="en-US" altLang="ko-Kore-KR" sz="700" b="1" dirty="0">
                <a:latin typeface="Arial" panose="020B0604020202020204" pitchFamily="34" charset="0"/>
                <a:cs typeface="Arial" panose="020B0604020202020204" pitchFamily="34" charset="0"/>
              </a:rPr>
              <a:t>LOADSHEET : CARGO No. FWD 11-21, AFT 31-41</a:t>
            </a:r>
            <a:endParaRPr kumimoji="1" lang="ko-Kore-KR" altLang="en-US" sz="1600" b="1" dirty="0">
              <a:latin typeface="Arial" panose="020B0604020202020204" pitchFamily="34" charset="0"/>
              <a:cs typeface="Arial" panose="020B0604020202020204" pitchFamily="34" charset="0"/>
            </a:endParaRPr>
          </a:p>
        </p:txBody>
      </p:sp>
      <p:pic>
        <p:nvPicPr>
          <p:cNvPr id="15" name="그래픽 14" descr="집 Wi-Fi에서 작업 단색으로 채워진">
            <a:hlinkClick r:id="" action="ppaction://hlinkshowjump?jump=firstslide"/>
            <a:extLst>
              <a:ext uri="{FF2B5EF4-FFF2-40B4-BE49-F238E27FC236}">
                <a16:creationId xmlns:a16="http://schemas.microsoft.com/office/drawing/2014/main" id="{8A716D6E-34BD-CF91-69C6-F7774B9C47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859072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2887725241"/>
              </p:ext>
            </p:extLst>
          </p:nvPr>
        </p:nvGraphicFramePr>
        <p:xfrm>
          <a:off x="0" y="0"/>
          <a:ext cx="2328875" cy="86028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rPr>
                        <a:t>CRZ FUEL Penalty </a:t>
                      </a:r>
                      <a:r>
                        <a:rPr lang="en-US" sz="1000" dirty="0">
                          <a:latin typeface="+mn-lt"/>
                        </a:rPr>
                        <a:t>(Approximation)</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spcBef>
                          <a:spcPts val="0"/>
                        </a:spcBef>
                        <a:spcAft>
                          <a:spcPts val="0"/>
                        </a:spcAft>
                        <a:buNone/>
                      </a:pPr>
                      <a:r>
                        <a:rPr lang="en-US" altLang="ko-Kore-KR" sz="1000" b="1" i="0" u="none" strike="noStrike" cap="none" dirty="0">
                          <a:solidFill>
                            <a:schemeClr val="bg1"/>
                          </a:solidFill>
                          <a:latin typeface="Calibri"/>
                          <a:ea typeface="Calibri"/>
                          <a:cs typeface="Calibri"/>
                          <a:sym typeface="Arial"/>
                        </a:rPr>
                        <a:t>A330</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400</a:t>
                      </a:r>
                      <a:r>
                        <a:rPr lang="en-US" altLang="ko-KR" sz="900" b="0" i="0" u="none" strike="noStrike" cap="none" dirty="0">
                          <a:solidFill>
                            <a:srgbClr val="0070C0"/>
                          </a:solidFill>
                          <a:latin typeface="Calibri"/>
                          <a:ea typeface="Calibri"/>
                          <a:cs typeface="Calibri"/>
                          <a:sym typeface="Arial"/>
                        </a:rPr>
                        <a:t>0ft below OPT ALT : 5% increase trip fuel</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8000</a:t>
                      </a:r>
                      <a:r>
                        <a:rPr lang="en-US" altLang="ko-KR" sz="900" b="0" i="0" u="none" strike="noStrike" cap="none" dirty="0">
                          <a:solidFill>
                            <a:srgbClr val="0070C0"/>
                          </a:solidFill>
                          <a:latin typeface="Calibri"/>
                          <a:ea typeface="Calibri"/>
                          <a:cs typeface="Calibri"/>
                          <a:sym typeface="Arial"/>
                        </a:rPr>
                        <a:t>ft below OPT ALT : 10% increase trip fuel</a:t>
                      </a:r>
                    </a:p>
                    <a:p>
                      <a:pPr marL="0" marR="0" lvl="0" indent="0" algn="l" rtl="0">
                        <a:spcBef>
                          <a:spcPts val="0"/>
                        </a:spcBef>
                        <a:spcAft>
                          <a:spcPts val="0"/>
                        </a:spcAft>
                        <a:buNone/>
                      </a:pPr>
                      <a:r>
                        <a:rPr lang="en-US" altLang="ko-KR" sz="900" b="0" i="0" u="none" strike="noStrike" cap="none" dirty="0">
                          <a:solidFill>
                            <a:srgbClr val="0070C0"/>
                          </a:solidFill>
                          <a:latin typeface="Calibri"/>
                          <a:ea typeface="Calibri"/>
                          <a:cs typeface="Calibri"/>
                          <a:sym typeface="Arial"/>
                        </a:rPr>
                        <a:t>Above OPT ALT : 3% increase trip fuel</a:t>
                      </a:r>
                    </a:p>
                  </a:txBody>
                  <a:tcPr marL="36000" marR="36000" marT="36000" marB="36000"/>
                </a:tc>
                <a:extLst>
                  <a:ext uri="{0D108BD9-81ED-4DB2-BD59-A6C34878D82A}">
                    <a16:rowId xmlns:a16="http://schemas.microsoft.com/office/drawing/2014/main" val="10001"/>
                  </a:ext>
                </a:extLst>
              </a:tr>
            </a:tbl>
          </a:graphicData>
        </a:graphic>
      </p:graphicFrame>
      <p:graphicFrame>
        <p:nvGraphicFramePr>
          <p:cNvPr id="2" name="Google Shape;402;p31">
            <a:extLst>
              <a:ext uri="{FF2B5EF4-FFF2-40B4-BE49-F238E27FC236}">
                <a16:creationId xmlns:a16="http://schemas.microsoft.com/office/drawing/2014/main" id="{8C1A594E-6DAE-98B3-E918-E5F0370C4B3C}"/>
              </a:ext>
            </a:extLst>
          </p:cNvPr>
          <p:cNvGraphicFramePr/>
          <p:nvPr>
            <p:extLst>
              <p:ext uri="{D42A27DB-BD31-4B8C-83A1-F6EECF244321}">
                <p14:modId xmlns:p14="http://schemas.microsoft.com/office/powerpoint/2010/main" val="2758961135"/>
              </p:ext>
            </p:extLst>
          </p:nvPr>
        </p:nvGraphicFramePr>
        <p:xfrm>
          <a:off x="1933" y="923306"/>
          <a:ext cx="2328875" cy="217356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rPr>
                        <a:t>FUEL Consumption</a:t>
                      </a:r>
                      <a:endParaRPr sz="1000" dirty="0">
                        <a:solidFill>
                          <a:srgbClr val="FFC000"/>
                        </a:solidFill>
                        <a:latin typeface="+mn-lt"/>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spcBef>
                          <a:spcPts val="0"/>
                        </a:spcBef>
                        <a:spcAft>
                          <a:spcPts val="0"/>
                        </a:spcAft>
                        <a:buNone/>
                      </a:pPr>
                      <a:r>
                        <a:rPr lang="en-US" sz="900" b="1" dirty="0">
                          <a:solidFill>
                            <a:schemeClr val="bg1"/>
                          </a:solidFill>
                          <a:latin typeface="Arial" panose="020B0604020202020204" pitchFamily="34" charset="0"/>
                          <a:cs typeface="Arial" panose="020B0604020202020204" pitchFamily="34" charset="0"/>
                        </a:rPr>
                        <a:t>APU</a:t>
                      </a:r>
                    </a:p>
                    <a:p>
                      <a:pPr marL="0" marR="0" lvl="0" indent="0" algn="l" rtl="0">
                        <a:spcBef>
                          <a:spcPts val="0"/>
                        </a:spcBef>
                        <a:spcAft>
                          <a:spcPts val="0"/>
                        </a:spcAft>
                        <a:buNone/>
                      </a:pPr>
                      <a:r>
                        <a:rPr lang="en-US" sz="800" b="0" dirty="0">
                          <a:solidFill>
                            <a:srgbClr val="0070C0"/>
                          </a:solidFill>
                          <a:latin typeface="Arial" panose="020B0604020202020204" pitchFamily="34" charset="0"/>
                          <a:cs typeface="Arial" panose="020B0604020202020204" pitchFamily="34" charset="0"/>
                        </a:rPr>
                        <a:t>GND : </a:t>
                      </a:r>
                      <a:r>
                        <a:rPr lang="en-US" sz="800" b="1" dirty="0">
                          <a:solidFill>
                            <a:srgbClr val="0070C0"/>
                          </a:solidFill>
                          <a:latin typeface="Arial" panose="020B0604020202020204" pitchFamily="34" charset="0"/>
                          <a:cs typeface="Arial" panose="020B0604020202020204" pitchFamily="34" charset="0"/>
                        </a:rPr>
                        <a:t>438 LBS/HR </a:t>
                      </a:r>
                      <a:r>
                        <a:rPr lang="en-US" sz="800" b="0" dirty="0">
                          <a:solidFill>
                            <a:srgbClr val="0070C0"/>
                          </a:solidFill>
                          <a:latin typeface="Arial" panose="020B0604020202020204" pitchFamily="34" charset="0"/>
                          <a:cs typeface="Arial" panose="020B0604020202020204" pitchFamily="34" charset="0"/>
                        </a:rPr>
                        <a:t>(BLOCK FUEL</a:t>
                      </a:r>
                      <a:r>
                        <a:rPr lang="ko-KR" altLang="en-US" sz="800" b="0" dirty="0">
                          <a:solidFill>
                            <a:srgbClr val="0070C0"/>
                          </a:solidFill>
                          <a:latin typeface="Arial" panose="020B0604020202020204" pitchFamily="34" charset="0"/>
                          <a:cs typeface="Arial" panose="020B0604020202020204" pitchFamily="34" charset="0"/>
                        </a:rPr>
                        <a:t>산정</a:t>
                      </a:r>
                      <a:r>
                        <a:rPr lang="en-US" altLang="ko-KR" sz="800" b="0" dirty="0">
                          <a:solidFill>
                            <a:srgbClr val="0070C0"/>
                          </a:solidFill>
                          <a:latin typeface="Arial" panose="020B0604020202020204" pitchFamily="34" charset="0"/>
                          <a:cs typeface="Arial" panose="020B0604020202020204" pitchFamily="34" charset="0"/>
                        </a:rPr>
                        <a:t>)</a:t>
                      </a:r>
                      <a:endParaRPr lang="en-US" sz="800" b="0" dirty="0">
                        <a:solidFill>
                          <a:srgbClr val="0070C0"/>
                        </a:solidFill>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b="0" dirty="0">
                          <a:solidFill>
                            <a:srgbClr val="0070C0"/>
                          </a:solidFill>
                          <a:latin typeface="Arial" panose="020B0604020202020204" pitchFamily="34" charset="0"/>
                          <a:cs typeface="Arial" panose="020B0604020202020204" pitchFamily="34" charset="0"/>
                        </a:rPr>
                        <a:t>IN FLT : </a:t>
                      </a:r>
                      <a:r>
                        <a:rPr lang="en-US" altLang="ko-KR" sz="800" b="1" dirty="0">
                          <a:solidFill>
                            <a:srgbClr val="0070C0"/>
                          </a:solidFill>
                          <a:latin typeface="Arial" panose="020B0604020202020204" pitchFamily="34" charset="0"/>
                          <a:cs typeface="Arial" panose="020B0604020202020204" pitchFamily="34" charset="0"/>
                        </a:rPr>
                        <a:t>286</a:t>
                      </a:r>
                      <a:r>
                        <a:rPr lang="ko-KR" altLang="en-US" sz="800" b="1" dirty="0">
                          <a:solidFill>
                            <a:srgbClr val="0070C0"/>
                          </a:solidFill>
                          <a:latin typeface="Arial" panose="020B0604020202020204" pitchFamily="34" charset="0"/>
                          <a:cs typeface="Arial" panose="020B0604020202020204" pitchFamily="34" charset="0"/>
                        </a:rPr>
                        <a:t> </a:t>
                      </a:r>
                      <a:r>
                        <a:rPr lang="en-US" sz="800" b="1" dirty="0">
                          <a:solidFill>
                            <a:srgbClr val="0070C0"/>
                          </a:solidFill>
                          <a:latin typeface="Arial" panose="020B0604020202020204" pitchFamily="34" charset="0"/>
                          <a:cs typeface="Arial" panose="020B0604020202020204" pitchFamily="34" charset="0"/>
                        </a:rPr>
                        <a:t>LBS/HR</a:t>
                      </a:r>
                    </a:p>
                  </a:txBody>
                  <a:tcPr marL="36000" marR="36000" marT="36000" marB="36000"/>
                </a:tc>
                <a:extLst>
                  <a:ext uri="{0D108BD9-81ED-4DB2-BD59-A6C34878D82A}">
                    <a16:rowId xmlns:a16="http://schemas.microsoft.com/office/drawing/2014/main" val="2985261219"/>
                  </a:ext>
                </a:extLst>
              </a:tr>
              <a:tr h="214363">
                <a:tc>
                  <a:txBody>
                    <a:bodyPr/>
                    <a:lstStyle/>
                    <a:p>
                      <a:pPr marL="0" marR="0" lvl="0" indent="0" algn="l" rtl="0">
                        <a:spcBef>
                          <a:spcPts val="0"/>
                        </a:spcBef>
                        <a:spcAft>
                          <a:spcPts val="0"/>
                        </a:spcAft>
                        <a:buNone/>
                      </a:pPr>
                      <a:r>
                        <a:rPr lang="en-US" altLang="ko-Kore-KR" sz="900" b="1" i="0" u="none" strike="noStrike" cap="none" dirty="0">
                          <a:solidFill>
                            <a:schemeClr val="bg1"/>
                          </a:solidFill>
                          <a:latin typeface="Arial" panose="020B0604020202020204" pitchFamily="34" charset="0"/>
                          <a:ea typeface="Calibri"/>
                          <a:cs typeface="Arial" panose="020B0604020202020204" pitchFamily="34" charset="0"/>
                          <a:sym typeface="Arial"/>
                        </a:rPr>
                        <a:t>TAXI</a:t>
                      </a:r>
                    </a:p>
                    <a:p>
                      <a:pPr marL="0" marR="0" lvl="0" indent="0" algn="l" rtl="0">
                        <a:spcBef>
                          <a:spcPts val="0"/>
                        </a:spcBef>
                        <a:spcAft>
                          <a:spcPts val="0"/>
                        </a:spcAft>
                        <a:buNone/>
                      </a:pPr>
                      <a:r>
                        <a:rPr lang="en-US" altLang="ko-Kore-KR" sz="800" b="0" i="0" u="none" strike="noStrike" cap="none" dirty="0">
                          <a:solidFill>
                            <a:srgbClr val="0070C0"/>
                          </a:solidFill>
                          <a:latin typeface="Arial" panose="020B0604020202020204" pitchFamily="34" charset="0"/>
                          <a:ea typeface="Calibri"/>
                          <a:cs typeface="Arial" panose="020B0604020202020204" pitchFamily="34" charset="0"/>
                          <a:sym typeface="Arial"/>
                        </a:rPr>
                        <a:t>2 ENG, no APU :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3300</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ore-KR" sz="800" b="0" i="0" u="none" strike="noStrike" cap="none" dirty="0">
                          <a:solidFill>
                            <a:srgbClr val="0070C0"/>
                          </a:solidFill>
                          <a:latin typeface="Arial" panose="020B0604020202020204" pitchFamily="34" charset="0"/>
                          <a:ea typeface="Calibri"/>
                          <a:cs typeface="Arial" panose="020B0604020202020204" pitchFamily="34" charset="0"/>
                          <a:sym typeface="Arial"/>
                        </a:rPr>
                        <a:t>LBS/HR </a:t>
                      </a:r>
                      <a:r>
                        <a:rPr lang="en-US" altLang="ko-Kore-KR" sz="800" b="1" i="0" u="none" strike="noStrike" cap="none" dirty="0">
                          <a:solidFill>
                            <a:srgbClr val="0070C0"/>
                          </a:solidFill>
                          <a:latin typeface="Arial" panose="020B0604020202020204" pitchFamily="34" charset="0"/>
                          <a:ea typeface="Calibri"/>
                          <a:cs typeface="Arial" panose="020B0604020202020204" pitchFamily="34" charset="0"/>
                          <a:sym typeface="Arial"/>
                        </a:rPr>
                        <a:t>(10</a:t>
                      </a: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분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550 LBS)</a:t>
                      </a:r>
                    </a:p>
                  </a:txBody>
                  <a:tcPr marL="36000" marR="36000" marT="36000" marB="36000"/>
                </a:tc>
                <a:extLst>
                  <a:ext uri="{0D108BD9-81ED-4DB2-BD59-A6C34878D82A}">
                    <a16:rowId xmlns:a16="http://schemas.microsoft.com/office/drawing/2014/main" val="10001"/>
                  </a:ext>
                </a:extLst>
              </a:tr>
              <a:tr h="214363">
                <a:tc>
                  <a:txBody>
                    <a:bodyPr/>
                    <a:lstStyle/>
                    <a:p>
                      <a:pPr marL="0" marR="0" lvl="0" indent="0" algn="l" rtl="0">
                        <a:spcBef>
                          <a:spcPts val="0"/>
                        </a:spcBef>
                        <a:spcAft>
                          <a:spcPts val="0"/>
                        </a:spcAft>
                        <a:buNone/>
                      </a:pPr>
                      <a:r>
                        <a:rPr lang="en-US" altLang="ko-Kore-KR" sz="900" b="1" i="0" u="none" strike="noStrike" cap="none" dirty="0">
                          <a:solidFill>
                            <a:schemeClr val="bg1"/>
                          </a:solidFill>
                          <a:latin typeface="Arial" panose="020B0604020202020204" pitchFamily="34" charset="0"/>
                          <a:ea typeface="Calibri"/>
                          <a:cs typeface="Arial" panose="020B0604020202020204" pitchFamily="34" charset="0"/>
                          <a:sym typeface="Arial"/>
                        </a:rPr>
                        <a:t>CRZ</a:t>
                      </a:r>
                    </a:p>
                    <a:p>
                      <a:pPr marL="0" marR="0" lvl="0" indent="0" algn="l" rtl="0">
                        <a:spcBef>
                          <a:spcPts val="0"/>
                        </a:spcBef>
                        <a:spcAft>
                          <a:spcPts val="0"/>
                        </a:spcAft>
                        <a:buNone/>
                      </a:pPr>
                      <a:r>
                        <a:rPr lang="en-US" altLang="ko-Kore-KR" sz="800" b="0" i="0" u="none" strike="noStrike" cap="none" dirty="0">
                          <a:solidFill>
                            <a:srgbClr val="0070C0"/>
                          </a:solidFill>
                          <a:latin typeface="Arial" panose="020B0604020202020204" pitchFamily="34" charset="0"/>
                          <a:ea typeface="Calibri"/>
                          <a:cs typeface="Arial" panose="020B0604020202020204" pitchFamily="34" charset="0"/>
                          <a:sym typeface="Arial"/>
                        </a:rPr>
                        <a:t>- 100FT </a:t>
                      </a:r>
                      <a:r>
                        <a:rPr lang="ko-Kore-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당</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8</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MIN </a:t>
                      </a:r>
                    </a:p>
                    <a:p>
                      <a:pPr marL="0" marR="0" lvl="0" indent="0" algn="l" rtl="0">
                        <a:spcBef>
                          <a:spcPts val="0"/>
                        </a:spcBef>
                        <a:spcAft>
                          <a:spcPts val="0"/>
                        </a:spcAft>
                        <a:buNone/>
                      </a:pP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 ex)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1000FT </a:t>
                      </a: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상승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80</a:t>
                      </a: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MIN, 1HR 20MIN</a:t>
                      </a:r>
                      <a:endParaRPr lang="en-US" altLang="ko-Kore-KR" sz="800" b="1" i="0" u="none" strike="noStrike" cap="none" dirty="0">
                        <a:solidFill>
                          <a:srgbClr val="0070C0"/>
                        </a:solidFill>
                        <a:latin typeface="Arial" panose="020B0604020202020204" pitchFamily="34" charset="0"/>
                        <a:ea typeface="Calibri"/>
                        <a:cs typeface="Arial" panose="020B0604020202020204" pitchFamily="34" charset="0"/>
                        <a:sym typeface="Arial"/>
                      </a:endParaRPr>
                    </a:p>
                  </a:txBody>
                  <a:tcPr marL="36000" marR="36000" marT="36000" marB="36000"/>
                </a:tc>
                <a:extLst>
                  <a:ext uri="{0D108BD9-81ED-4DB2-BD59-A6C34878D82A}">
                    <a16:rowId xmlns:a16="http://schemas.microsoft.com/office/drawing/2014/main" val="4015474656"/>
                  </a:ext>
                </a:extLst>
              </a:tr>
              <a:tr h="214363">
                <a:tc>
                  <a:txBody>
                    <a:bodyPr/>
                    <a:lstStyle/>
                    <a:p>
                      <a:pPr marL="0" marR="0" lvl="0" indent="0" algn="l" rtl="0">
                        <a:lnSpc>
                          <a:spcPct val="100000"/>
                        </a:lnSpc>
                        <a:spcBef>
                          <a:spcPts val="0"/>
                        </a:spcBef>
                        <a:spcAft>
                          <a:spcPts val="0"/>
                        </a:spcAft>
                        <a:buNone/>
                      </a:pPr>
                      <a:r>
                        <a:rPr lang="en-US" altLang="ko-Kore-KR" sz="900" b="1" i="0" u="none" strike="noStrike" cap="none" dirty="0">
                          <a:solidFill>
                            <a:schemeClr val="bg1"/>
                          </a:solidFill>
                          <a:latin typeface="Arial" panose="020B0604020202020204" pitchFamily="34" charset="0"/>
                          <a:ea typeface="Calibri"/>
                          <a:cs typeface="Arial" panose="020B0604020202020204" pitchFamily="34" charset="0"/>
                          <a:sym typeface="Arial"/>
                        </a:rPr>
                        <a:t>Holding</a:t>
                      </a:r>
                    </a:p>
                    <a:p>
                      <a:pPr marL="0" marR="0" lvl="0" indent="0" algn="l" rtl="0">
                        <a:lnSpc>
                          <a:spcPct val="100000"/>
                        </a:lnSpc>
                        <a:spcBef>
                          <a:spcPts val="0"/>
                        </a:spcBef>
                        <a:spcAft>
                          <a:spcPts val="0"/>
                        </a:spcAft>
                        <a:buNone/>
                      </a:pP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분당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200LBS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(Actual F/F </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참조</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시간당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12000LBS</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a:t>
                      </a:r>
                    </a:p>
                    <a:p>
                      <a:pPr marL="0" marR="0" lvl="0" indent="0" algn="l" rtl="0">
                        <a:lnSpc>
                          <a:spcPct val="100000"/>
                        </a:lnSpc>
                        <a:spcBef>
                          <a:spcPts val="0"/>
                        </a:spcBef>
                        <a:spcAft>
                          <a:spcPts val="0"/>
                        </a:spcAft>
                        <a:buNone/>
                      </a:pP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Missed App </a:t>
                      </a:r>
                      <a:r>
                        <a:rPr kumimoji="0" lang="en-US" altLang="ko-KR"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&amp;</a:t>
                      </a:r>
                      <a:r>
                        <a:rPr kumimoji="0" lang="ko-KR" altLang="en-US"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 </a:t>
                      </a:r>
                      <a:r>
                        <a:rPr kumimoji="0" lang="en-US" altLang="ko-KR"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Landing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1"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3000</a:t>
                      </a:r>
                      <a:r>
                        <a:rPr kumimoji="0" lang="ko-KR" altLang="en-US" sz="800" b="1"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 </a:t>
                      </a:r>
                      <a:r>
                        <a:rPr kumimoji="0" lang="en-US" altLang="ko-KR" sz="800" b="1"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LBS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과거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EDTO</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자료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1</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회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Missed </a:t>
                      </a:r>
                      <a:r>
                        <a:rPr kumimoji="0" lang="en-US" altLang="ko-KR" sz="800" b="0" i="0" u="none" strike="noStrike" kern="0" cap="none" spc="0" normalizeH="0" baseline="0" noProof="0" dirty="0" err="1">
                          <a:ln>
                            <a:noFill/>
                          </a:ln>
                          <a:solidFill>
                            <a:srgbClr val="0070C0"/>
                          </a:solidFill>
                          <a:effectLst/>
                          <a:uLnTx/>
                          <a:uFillTx/>
                          <a:latin typeface="Arial" panose="020B0604020202020204" pitchFamily="34" charset="0"/>
                          <a:ea typeface="Calibri"/>
                          <a:cs typeface="Arial" panose="020B0604020202020204" pitchFamily="34" charset="0"/>
                          <a:sym typeface="Arial"/>
                        </a:rPr>
                        <a:t>App+L</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/D)</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 </a:t>
                      </a:r>
                      <a:endPar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endParaRPr>
                    </a:p>
                  </a:txBody>
                  <a:tcPr marL="36000" marR="36000" marT="36000" marB="36000"/>
                </a:tc>
                <a:extLst>
                  <a:ext uri="{0D108BD9-81ED-4DB2-BD59-A6C34878D82A}">
                    <a16:rowId xmlns:a16="http://schemas.microsoft.com/office/drawing/2014/main" val="3077422953"/>
                  </a:ext>
                </a:extLst>
              </a:tr>
            </a:tbl>
          </a:graphicData>
        </a:graphic>
      </p:graphicFrame>
      <p:graphicFrame>
        <p:nvGraphicFramePr>
          <p:cNvPr id="5" name="Google Shape;402;p31">
            <a:extLst>
              <a:ext uri="{FF2B5EF4-FFF2-40B4-BE49-F238E27FC236}">
                <a16:creationId xmlns:a16="http://schemas.microsoft.com/office/drawing/2014/main" id="{CC58B19C-6D0D-9F37-979E-48EB84619961}"/>
              </a:ext>
            </a:extLst>
          </p:cNvPr>
          <p:cNvGraphicFramePr/>
          <p:nvPr>
            <p:extLst>
              <p:ext uri="{D42A27DB-BD31-4B8C-83A1-F6EECF244321}">
                <p14:modId xmlns:p14="http://schemas.microsoft.com/office/powerpoint/2010/main" val="3903043588"/>
              </p:ext>
            </p:extLst>
          </p:nvPr>
        </p:nvGraphicFramePr>
        <p:xfrm>
          <a:off x="3864" y="3117984"/>
          <a:ext cx="2328875" cy="130268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ea typeface="+mn-ea"/>
                          <a:cs typeface="Calibri" panose="020F0502020204030204" pitchFamily="34" charset="0"/>
                        </a:rPr>
                        <a:t>FUEL Loading</a:t>
                      </a:r>
                      <a:endParaRPr sz="1000" dirty="0">
                        <a:solidFill>
                          <a:srgbClr val="FFC000"/>
                        </a:solidFill>
                        <a:latin typeface="+mn-lt"/>
                        <a:ea typeface="+mn-ea"/>
                        <a:cs typeface="Calibri" panose="020F0502020204030204" pitchFamily="34" charset="0"/>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lnSpc>
                          <a:spcPct val="150000"/>
                        </a:lnSpc>
                        <a:spcBef>
                          <a:spcPts val="0"/>
                        </a:spcBef>
                        <a:spcAft>
                          <a:spcPts val="0"/>
                        </a:spcAft>
                        <a:buNone/>
                      </a:pPr>
                      <a:r>
                        <a:rPr lang="en-US" altLang="ko-KR" sz="900" b="1" dirty="0">
                          <a:solidFill>
                            <a:schemeClr val="bg1"/>
                          </a:solidFill>
                          <a:latin typeface="Calibri" panose="020F0502020204030204" pitchFamily="34" charset="0"/>
                          <a:ea typeface="+mn-ea"/>
                          <a:cs typeface="Calibri" panose="020F0502020204030204" pitchFamily="34" charset="0"/>
                        </a:rPr>
                        <a:t>Tail</a:t>
                      </a:r>
                      <a:r>
                        <a:rPr lang="ko-KR" altLang="en-US" sz="900" b="1" dirty="0">
                          <a:solidFill>
                            <a:schemeClr val="bg1"/>
                          </a:solidFill>
                          <a:latin typeface="Calibri" panose="020F0502020204030204" pitchFamily="34" charset="0"/>
                          <a:ea typeface="+mn-ea"/>
                          <a:cs typeface="Calibri" panose="020F0502020204030204" pitchFamily="34" charset="0"/>
                        </a:rPr>
                        <a:t> </a:t>
                      </a:r>
                      <a:r>
                        <a:rPr lang="en-US" altLang="ko-KR" sz="900" b="1" dirty="0">
                          <a:solidFill>
                            <a:schemeClr val="bg1"/>
                          </a:solidFill>
                          <a:latin typeface="Calibri" panose="020F0502020204030204" pitchFamily="34" charset="0"/>
                          <a:ea typeface="+mn-ea"/>
                          <a:cs typeface="Calibri" panose="020F0502020204030204" pitchFamily="34" charset="0"/>
                        </a:rPr>
                        <a:t>Tank</a:t>
                      </a:r>
                      <a:r>
                        <a:rPr lang="ko-KR" altLang="en-US" sz="900" b="1" dirty="0">
                          <a:solidFill>
                            <a:schemeClr val="bg1"/>
                          </a:solidFill>
                          <a:latin typeface="Calibri" panose="020F0502020204030204" pitchFamily="34" charset="0"/>
                          <a:ea typeface="+mn-ea"/>
                          <a:cs typeface="Calibri" panose="020F0502020204030204" pitchFamily="34" charset="0"/>
                        </a:rPr>
                        <a:t> </a:t>
                      </a:r>
                      <a:r>
                        <a:rPr lang="en-US" altLang="ko-KR" sz="900" b="1" dirty="0">
                          <a:solidFill>
                            <a:schemeClr val="bg1"/>
                          </a:solidFill>
                          <a:latin typeface="Calibri" panose="020F0502020204030204" pitchFamily="34" charset="0"/>
                          <a:ea typeface="+mn-ea"/>
                          <a:cs typeface="Calibri" panose="020F0502020204030204" pitchFamily="34" charset="0"/>
                        </a:rPr>
                        <a:t>:</a:t>
                      </a:r>
                      <a:r>
                        <a:rPr lang="ko-KR" altLang="en-US" sz="900" b="1" dirty="0">
                          <a:solidFill>
                            <a:schemeClr val="bg1"/>
                          </a:solidFill>
                          <a:latin typeface="Calibri" panose="020F0502020204030204" pitchFamily="34" charset="0"/>
                          <a:ea typeface="+mn-ea"/>
                          <a:cs typeface="Calibri" panose="020F0502020204030204" pitchFamily="34" charset="0"/>
                        </a:rPr>
                        <a:t> </a:t>
                      </a:r>
                      <a:endParaRPr lang="en-US" altLang="ko-KR" sz="900" b="1" dirty="0">
                        <a:solidFill>
                          <a:schemeClr val="bg1"/>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r>
                        <a:rPr lang="en-US" sz="900" b="0" dirty="0">
                          <a:solidFill>
                            <a:srgbClr val="0070C0"/>
                          </a:solidFill>
                          <a:latin typeface="Calibri" panose="020F0502020204030204" pitchFamily="34" charset="0"/>
                          <a:ea typeface="+mn-ea"/>
                          <a:cs typeface="Calibri" panose="020F0502020204030204" pitchFamily="34" charset="0"/>
                        </a:rPr>
                        <a:t>C</a:t>
                      </a:r>
                      <a:r>
                        <a:rPr lang="en-US" altLang="ko-KR" sz="900" b="0" dirty="0">
                          <a:solidFill>
                            <a:srgbClr val="0070C0"/>
                          </a:solidFill>
                          <a:latin typeface="Calibri" panose="020F0502020204030204" pitchFamily="34" charset="0"/>
                          <a:ea typeface="+mn-ea"/>
                          <a:cs typeface="Calibri" panose="020F0502020204030204" pitchFamily="34" charset="0"/>
                        </a:rPr>
                        <a:t>L</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TANK</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sz="900" b="0" dirty="0">
                          <a:solidFill>
                            <a:srgbClr val="0070C0"/>
                          </a:solidFill>
                          <a:latin typeface="Calibri" panose="020F0502020204030204" pitchFamily="34" charset="0"/>
                          <a:ea typeface="+mn-ea"/>
                          <a:cs typeface="Calibri" panose="020F0502020204030204" pitchFamily="34" charset="0"/>
                        </a:rPr>
                        <a:t> 80000LBS </a:t>
                      </a:r>
                      <a:r>
                        <a:rPr lang="ko-KR" altLang="en-US" sz="900" b="0" dirty="0">
                          <a:solidFill>
                            <a:srgbClr val="0070C0"/>
                          </a:solidFill>
                          <a:latin typeface="Calibri" panose="020F0502020204030204" pitchFamily="34" charset="0"/>
                          <a:ea typeface="+mn-ea"/>
                          <a:cs typeface="Calibri" panose="020F0502020204030204" pitchFamily="34" charset="0"/>
                        </a:rPr>
                        <a:t>이상</a:t>
                      </a:r>
                      <a:r>
                        <a:rPr lang="en-US" altLang="ko-KR" sz="900" b="0" dirty="0">
                          <a:solidFill>
                            <a:srgbClr val="0070C0"/>
                          </a:solidFill>
                          <a:latin typeface="Calibri" panose="020F0502020204030204" pitchFamily="34" charset="0"/>
                          <a:ea typeface="+mn-ea"/>
                          <a:cs typeface="Calibri" panose="020F0502020204030204" pitchFamily="34" charset="0"/>
                        </a:rPr>
                        <a:t> 5000LBS</a:t>
                      </a:r>
                      <a:r>
                        <a:rPr lang="ko-KR" altLang="en-US" sz="900" b="0" dirty="0">
                          <a:solidFill>
                            <a:srgbClr val="0070C0"/>
                          </a:solidFill>
                          <a:latin typeface="Calibri" panose="020F0502020204030204" pitchFamily="34" charset="0"/>
                          <a:ea typeface="+mn-ea"/>
                          <a:cs typeface="Calibri" panose="020F0502020204030204" pitchFamily="34" charset="0"/>
                        </a:rPr>
                        <a:t> 까지</a:t>
                      </a:r>
                      <a:endParaRPr lang="en-US" altLang="ko-KR" sz="900" b="0" dirty="0">
                        <a:solidFill>
                          <a:srgbClr val="0070C0"/>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r>
                        <a:rPr lang="en-US" altLang="ko-KR" sz="900" b="0" dirty="0">
                          <a:solidFill>
                            <a:srgbClr val="0070C0"/>
                          </a:solidFill>
                          <a:latin typeface="Calibri" panose="020F0502020204030204" pitchFamily="34" charset="0"/>
                          <a:ea typeface="+mn-ea"/>
                          <a:cs typeface="Calibri" panose="020F0502020204030204" pitchFamily="34" charset="0"/>
                        </a:rPr>
                        <a:t>CL</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TANK</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160000LBS </a:t>
                      </a:r>
                      <a:r>
                        <a:rPr lang="ko-KR" altLang="en-US" sz="900" b="0" dirty="0">
                          <a:solidFill>
                            <a:srgbClr val="0070C0"/>
                          </a:solidFill>
                          <a:latin typeface="Calibri" panose="020F0502020204030204" pitchFamily="34" charset="0"/>
                          <a:ea typeface="+mn-ea"/>
                          <a:cs typeface="Calibri" panose="020F0502020204030204" pitchFamily="34" charset="0"/>
                        </a:rPr>
                        <a:t>이상 </a:t>
                      </a:r>
                      <a:r>
                        <a:rPr lang="en-US" altLang="ko-KR" sz="900" b="0" dirty="0">
                          <a:solidFill>
                            <a:srgbClr val="0070C0"/>
                          </a:solidFill>
                          <a:latin typeface="Calibri" panose="020F0502020204030204" pitchFamily="34" charset="0"/>
                          <a:ea typeface="+mn-ea"/>
                          <a:cs typeface="Calibri" panose="020F0502020204030204" pitchFamily="34" charset="0"/>
                        </a:rPr>
                        <a:t>10000</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LBS</a:t>
                      </a:r>
                      <a:r>
                        <a:rPr lang="ko-KR" altLang="en-US" sz="900" b="0" dirty="0">
                          <a:solidFill>
                            <a:srgbClr val="0070C0"/>
                          </a:solidFill>
                          <a:latin typeface="Calibri" panose="020F0502020204030204" pitchFamily="34" charset="0"/>
                          <a:ea typeface="+mn-ea"/>
                          <a:cs typeface="Calibri" panose="020F0502020204030204" pitchFamily="34" charset="0"/>
                        </a:rPr>
                        <a:t> 까지</a:t>
                      </a:r>
                      <a:endParaRPr lang="en-US" altLang="ko-KR" sz="900" b="0" dirty="0">
                        <a:solidFill>
                          <a:srgbClr val="0070C0"/>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endParaRPr lang="en-US" altLang="ko-KR" sz="900" b="0" dirty="0">
                        <a:solidFill>
                          <a:srgbClr val="0070C0"/>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r>
                        <a:rPr lang="en-US" altLang="ko-KR" sz="900" b="1" dirty="0">
                          <a:solidFill>
                            <a:schemeClr val="bg1"/>
                          </a:solidFill>
                          <a:latin typeface="Calibri" panose="020F0502020204030204" pitchFamily="34" charset="0"/>
                          <a:ea typeface="+mn-ea"/>
                          <a:cs typeface="Calibri" panose="020F0502020204030204" pitchFamily="34" charset="0"/>
                        </a:rPr>
                        <a:t>FUEL Overfill </a:t>
                      </a:r>
                      <a:r>
                        <a:rPr lang="en-US" altLang="ko-KR" sz="900" b="0" dirty="0">
                          <a:solidFill>
                            <a:srgbClr val="0070C0"/>
                          </a:solidFill>
                          <a:latin typeface="Calibri" panose="020F0502020204030204" pitchFamily="34" charset="0"/>
                          <a:ea typeface="+mn-ea"/>
                          <a:cs typeface="Calibri" panose="020F0502020204030204" pitchFamily="34" charset="0"/>
                        </a:rPr>
                        <a:t>: 1000LBS</a:t>
                      </a:r>
                      <a:r>
                        <a:rPr lang="ko-KR" altLang="en-US" sz="900" b="0" dirty="0">
                          <a:solidFill>
                            <a:srgbClr val="0070C0"/>
                          </a:solidFill>
                          <a:latin typeface="Calibri" panose="020F0502020204030204" pitchFamily="34" charset="0"/>
                          <a:ea typeface="+mn-ea"/>
                          <a:cs typeface="Calibri" panose="020F0502020204030204" pitchFamily="34" charset="0"/>
                        </a:rPr>
                        <a:t> 기준</a:t>
                      </a:r>
                      <a:endParaRPr lang="en-US" altLang="ko-KR" sz="900" b="0" dirty="0">
                        <a:solidFill>
                          <a:srgbClr val="0070C0"/>
                        </a:solidFill>
                        <a:latin typeface="Calibri" panose="020F0502020204030204" pitchFamily="34" charset="0"/>
                        <a:ea typeface="+mn-ea"/>
                        <a:cs typeface="Calibri" panose="020F0502020204030204" pitchFamily="34" charset="0"/>
                      </a:endParaRPr>
                    </a:p>
                  </a:txBody>
                  <a:tcPr marL="36000" marR="36000" marT="36000" marB="36000"/>
                </a:tc>
                <a:extLst>
                  <a:ext uri="{0D108BD9-81ED-4DB2-BD59-A6C34878D82A}">
                    <a16:rowId xmlns:a16="http://schemas.microsoft.com/office/drawing/2014/main" val="2985261219"/>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57B6D3FA-CA08-0C61-8430-D0EEC186AD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4807615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3324418108"/>
              </p:ext>
            </p:extLst>
          </p:nvPr>
        </p:nvGraphicFramePr>
        <p:xfrm>
          <a:off x="0" y="2425153"/>
          <a:ext cx="2328875" cy="2705647"/>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377058">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APU BLEED USE WITH HP AIR START UNIT</a:t>
                      </a:r>
                      <a:r>
                        <a:rPr lang="ko-KR" altLang="en-US" sz="1000" dirty="0">
                          <a:latin typeface="Arial" panose="020B0604020202020204" pitchFamily="34" charset="0"/>
                          <a:cs typeface="Arial" panose="020B0604020202020204" pitchFamily="34" charset="0"/>
                        </a:rPr>
                        <a:t> </a:t>
                      </a:r>
                      <a:r>
                        <a:rPr lang="en-US" altLang="ko-KR" sz="1000" dirty="0">
                          <a:solidFill>
                            <a:srgbClr val="FFC000"/>
                          </a:solidFill>
                          <a:latin typeface="Arial" panose="020B0604020202020204" pitchFamily="34" charset="0"/>
                          <a:cs typeface="Arial" panose="020B0604020202020204" pitchFamily="34" charset="0"/>
                        </a:rPr>
                        <a:t>(SD</a:t>
                      </a:r>
                      <a:r>
                        <a:rPr lang="ko-KR" altLang="en-US" sz="1000" dirty="0">
                          <a:solidFill>
                            <a:srgbClr val="FFC000"/>
                          </a:solidFill>
                          <a:latin typeface="Arial" panose="020B0604020202020204" pitchFamily="34" charset="0"/>
                          <a:cs typeface="Arial" panose="020B0604020202020204" pitchFamily="34" charset="0"/>
                        </a:rPr>
                        <a:t> 연결 </a:t>
                      </a:r>
                      <a:r>
                        <a:rPr lang="ko-KR" altLang="en-US" sz="1000" dirty="0" err="1">
                          <a:solidFill>
                            <a:srgbClr val="FFC000"/>
                          </a:solidFill>
                          <a:latin typeface="Arial" panose="020B0604020202020204" pitchFamily="34" charset="0"/>
                          <a:cs typeface="Arial" panose="020B0604020202020204" pitchFamily="34" charset="0"/>
                        </a:rPr>
                        <a:t>표시없음</a:t>
                      </a:r>
                      <a:r>
                        <a:rPr lang="en-US" altLang="ko-KR" sz="1000" dirty="0">
                          <a:solidFill>
                            <a:srgbClr val="FFC000"/>
                          </a:solidFill>
                          <a:latin typeface="Arial" panose="020B0604020202020204" pitchFamily="34" charset="0"/>
                          <a:cs typeface="Arial" panose="020B0604020202020204" pitchFamily="34" charset="0"/>
                        </a:rPr>
                        <a:t>)</a:t>
                      </a:r>
                      <a:endParaRPr lang="en-US" sz="1000" dirty="0">
                        <a:solidFill>
                          <a:srgbClr val="FFC00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392308">
                <a:tc>
                  <a:txBody>
                    <a:bodyPr/>
                    <a:lstStyle/>
                    <a:p>
                      <a:pPr marL="0" marR="0" lvl="0" indent="0" algn="l" rtl="0">
                        <a:spcBef>
                          <a:spcPts val="0"/>
                        </a:spcBef>
                        <a:spcAft>
                          <a:spcPts val="0"/>
                        </a:spcAft>
                        <a:buNone/>
                      </a:pPr>
                      <a:r>
                        <a:rPr lang="en-US" sz="700" dirty="0">
                          <a:latin typeface="Arial" panose="020B0604020202020204" pitchFamily="34" charset="0"/>
                          <a:cs typeface="Arial" panose="020B0604020202020204" pitchFamily="34" charset="0"/>
                        </a:rPr>
                        <a:t>APU </a:t>
                      </a:r>
                      <a:r>
                        <a:rPr lang="ko-KR" altLang="en-US" sz="700" dirty="0">
                          <a:latin typeface="Arial" panose="020B0604020202020204" pitchFamily="34" charset="0"/>
                          <a:cs typeface="Arial" panose="020B0604020202020204" pitchFamily="34" charset="0"/>
                        </a:rPr>
                        <a:t>부작동시 </a:t>
                      </a:r>
                      <a:r>
                        <a:rPr lang="en-US" altLang="ko-KR" sz="700" dirty="0">
                          <a:latin typeface="Arial" panose="020B0604020202020204" pitchFamily="34" charset="0"/>
                          <a:cs typeface="Arial" panose="020B0604020202020204" pitchFamily="34" charset="0"/>
                        </a:rPr>
                        <a:t>AIR START UNIT</a:t>
                      </a:r>
                      <a:r>
                        <a:rPr lang="ko-KR" altLang="en-US" sz="700" dirty="0" err="1">
                          <a:latin typeface="Arial" panose="020B0604020202020204" pitchFamily="34" charset="0"/>
                          <a:cs typeface="Arial" panose="020B0604020202020204" pitchFamily="34" charset="0"/>
                        </a:rPr>
                        <a:t>으로</a:t>
                      </a:r>
                      <a:r>
                        <a:rPr lang="ko-KR" altLang="en-US" sz="700" dirty="0">
                          <a:latin typeface="Arial" panose="020B0604020202020204" pitchFamily="34" charset="0"/>
                          <a:cs typeface="Arial" panose="020B0604020202020204" pitchFamily="34" charset="0"/>
                        </a:rPr>
                        <a:t> 시동을 위해 사용</a:t>
                      </a:r>
                      <a:endParaRPr lang="en-US" altLang="ko-K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dirty="0">
                          <a:latin typeface="Arial" panose="020B0604020202020204" pitchFamily="34" charset="0"/>
                          <a:cs typeface="Arial" panose="020B0604020202020204" pitchFamily="34" charset="0"/>
                        </a:rPr>
                        <a:t>외부 </a:t>
                      </a:r>
                      <a:r>
                        <a:rPr lang="en-US" altLang="ko-KR" sz="700" dirty="0">
                          <a:latin typeface="Arial" panose="020B0604020202020204" pitchFamily="34" charset="0"/>
                          <a:cs typeface="Arial" panose="020B0604020202020204" pitchFamily="34" charset="0"/>
                        </a:rPr>
                        <a:t>BLEED</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AIR</a:t>
                      </a:r>
                      <a:r>
                        <a:rPr lang="ko-KR" altLang="en-US" sz="700" dirty="0">
                          <a:latin typeface="Arial" panose="020B0604020202020204" pitchFamily="34" charset="0"/>
                          <a:cs typeface="Arial" panose="020B0604020202020204" pitchFamily="34" charset="0"/>
                        </a:rPr>
                        <a:t>의 역할을 함</a:t>
                      </a:r>
                      <a:r>
                        <a:rPr lang="en-US" altLang="ko-KR" sz="700" dirty="0">
                          <a:latin typeface="Arial" panose="020B0604020202020204" pitchFamily="34" charset="0"/>
                          <a:cs typeface="Arial" panose="020B0604020202020204" pitchFamily="34" charset="0"/>
                        </a:rPr>
                        <a:t>.</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APU BLEED </a:t>
                      </a:r>
                      <a:r>
                        <a:rPr lang="ko-KR" altLang="en-US" sz="700" dirty="0">
                          <a:latin typeface="Arial" panose="020B0604020202020204" pitchFamily="34" charset="0"/>
                          <a:cs typeface="Arial" panose="020B0604020202020204" pitchFamily="34" charset="0"/>
                        </a:rPr>
                        <a:t>동시사용 금지</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781450">
                <a:tc>
                  <a:txBody>
                    <a:bodyPr/>
                    <a:lstStyle/>
                    <a:p>
                      <a:pPr marL="0" marR="0" lvl="0" indent="0" algn="l" rtl="0">
                        <a:lnSpc>
                          <a:spcPct val="15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The flight crew must not use bleed air from the APU BLEED and from the HP Air Start Unit at the same time, to prevent any adverse effect on the Bleed Air System.</a:t>
                      </a:r>
                      <a:endParaRPr kumimoji="0" lang="en-US" altLang="ko-Kore-KR" sz="700" b="0"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1154831">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Before connecting the air start unit: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PACK 1</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&amp;</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2</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as REQ</a:t>
                      </a:r>
                      <a:r>
                        <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F/O</a:t>
                      </a:r>
                      <a:endPar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HP AIR </a:t>
                      </a:r>
                      <a:r>
                        <a:rPr kumimoji="0" lang="ko-KR" altLang="en-US" sz="6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시동전</a:t>
                      </a:r>
                      <a:r>
                        <a:rPr kumimoji="0" lang="ko-KR" altLang="en-US"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Air Condition</a:t>
                      </a:r>
                      <a:r>
                        <a:rPr kumimoji="0" lang="ko-KR" altLang="en-US" sz="6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으로</a:t>
                      </a:r>
                      <a:r>
                        <a:rPr kumimoji="0" lang="ko-KR" altLang="en-US"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사용시</a:t>
                      </a: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6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시동시</a:t>
                      </a:r>
                      <a:r>
                        <a:rPr kumimoji="0" lang="ko-KR" altLang="en-US"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OFF)</a:t>
                      </a:r>
                      <a:endParaRPr kumimoji="0" lang="en-US" altLang="ko-Kore-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 F/O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 OFF F/O</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X BLEED .................................... OPEN F/O</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 CONNECT ... REQ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Two ground air start units may be used in parallel if the pressure/flow relation is expected to be marginal.</a:t>
                      </a:r>
                    </a:p>
                  </a:txBody>
                  <a:tcPr marL="36000" marR="36000" marT="36000" marB="36000"/>
                </a:tc>
                <a:extLst>
                  <a:ext uri="{0D108BD9-81ED-4DB2-BD59-A6C34878D82A}">
                    <a16:rowId xmlns:a16="http://schemas.microsoft.com/office/drawing/2014/main" val="1724847737"/>
                  </a:ext>
                </a:extLst>
              </a:tr>
            </a:tbl>
          </a:graphicData>
        </a:graphic>
      </p:graphicFrame>
      <p:graphicFrame>
        <p:nvGraphicFramePr>
          <p:cNvPr id="2" name="Google Shape;402;p31">
            <a:extLst>
              <a:ext uri="{FF2B5EF4-FFF2-40B4-BE49-F238E27FC236}">
                <a16:creationId xmlns:a16="http://schemas.microsoft.com/office/drawing/2014/main" id="{EB44648E-001A-8E9D-2B8C-BD5155466247}"/>
              </a:ext>
            </a:extLst>
          </p:cNvPr>
          <p:cNvGraphicFramePr/>
          <p:nvPr>
            <p:extLst>
              <p:ext uri="{D42A27DB-BD31-4B8C-83A1-F6EECF244321}">
                <p14:modId xmlns:p14="http://schemas.microsoft.com/office/powerpoint/2010/main" val="991725793"/>
              </p:ext>
            </p:extLst>
          </p:nvPr>
        </p:nvGraphicFramePr>
        <p:xfrm>
          <a:off x="-12" y="9492"/>
          <a:ext cx="2328875" cy="240686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7592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000" dirty="0">
                          <a:latin typeface="Arial" panose="020B0604020202020204" pitchFamily="34" charset="0"/>
                          <a:cs typeface="Arial" panose="020B0604020202020204" pitchFamily="34" charset="0"/>
                        </a:rPr>
                        <a:t>PACKS USE WITH LP AIR</a:t>
                      </a:r>
                      <a:r>
                        <a:rPr lang="ko-KR" altLang="en-US" sz="1000" dirty="0">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CONDITION UNIT </a:t>
                      </a:r>
                      <a:r>
                        <a:rPr lang="en-US" sz="1000" dirty="0">
                          <a:solidFill>
                            <a:srgbClr val="FFC000"/>
                          </a:solidFill>
                          <a:latin typeface="Arial" panose="020B0604020202020204" pitchFamily="34" charset="0"/>
                          <a:cs typeface="Arial" panose="020B0604020202020204" pitchFamily="34" charset="0"/>
                        </a:rPr>
                        <a:t>(SD </a:t>
                      </a:r>
                      <a:r>
                        <a:rPr lang="ko-KR" altLang="en-US" sz="1000" dirty="0">
                          <a:solidFill>
                            <a:srgbClr val="FFC000"/>
                          </a:solidFill>
                          <a:latin typeface="Arial" panose="020B0604020202020204" pitchFamily="34" charset="0"/>
                          <a:cs typeface="Arial" panose="020B0604020202020204" pitchFamily="34" charset="0"/>
                        </a:rPr>
                        <a:t>연결 </a:t>
                      </a:r>
                      <a:r>
                        <a:rPr lang="ko-KR" altLang="en-US" sz="1000" dirty="0" err="1">
                          <a:solidFill>
                            <a:srgbClr val="FFC000"/>
                          </a:solidFill>
                          <a:latin typeface="Arial" panose="020B0604020202020204" pitchFamily="34" charset="0"/>
                          <a:cs typeface="Arial" panose="020B0604020202020204" pitchFamily="34" charset="0"/>
                        </a:rPr>
                        <a:t>표시없음</a:t>
                      </a:r>
                      <a:r>
                        <a:rPr lang="en-US" altLang="ko-KR" sz="1000" dirty="0">
                          <a:solidFill>
                            <a:srgbClr val="FFC000"/>
                          </a:solidFill>
                          <a:latin typeface="Arial" panose="020B0604020202020204" pitchFamily="34" charset="0"/>
                          <a:cs typeface="Arial" panose="020B0604020202020204" pitchFamily="34" charset="0"/>
                        </a:rPr>
                        <a:t>)</a:t>
                      </a:r>
                      <a:endParaRPr lang="en-US" sz="1000" dirty="0">
                        <a:solidFill>
                          <a:srgbClr val="FFC00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208962">
                <a:tc>
                  <a:txBody>
                    <a:bodyPr/>
                    <a:lstStyle/>
                    <a:p>
                      <a:pPr marL="0" marR="0" lvl="0" indent="0" algn="l" rtl="0">
                        <a:spcBef>
                          <a:spcPts val="0"/>
                        </a:spcBef>
                        <a:spcAft>
                          <a:spcPts val="0"/>
                        </a:spcAft>
                        <a:buNone/>
                      </a:pPr>
                      <a:r>
                        <a:rPr lang="ko-KR" altLang="en-US" sz="700" dirty="0">
                          <a:latin typeface="Arial" panose="020B0604020202020204" pitchFamily="34" charset="0"/>
                          <a:cs typeface="Arial" panose="020B0604020202020204" pitchFamily="34" charset="0"/>
                        </a:rPr>
                        <a:t>공항 요구로 </a:t>
                      </a:r>
                      <a:r>
                        <a:rPr lang="en-US" altLang="ko-KR" sz="700" dirty="0">
                          <a:latin typeface="Arial" panose="020B0604020202020204" pitchFamily="34" charset="0"/>
                          <a:cs typeface="Arial" panose="020B0604020202020204" pitchFamily="34" charset="0"/>
                        </a:rPr>
                        <a:t>APU OFF</a:t>
                      </a:r>
                      <a:r>
                        <a:rPr lang="ko-KR" altLang="en-US" sz="700" dirty="0">
                          <a:latin typeface="Arial" panose="020B0604020202020204" pitchFamily="34" charset="0"/>
                          <a:cs typeface="Arial" panose="020B0604020202020204" pitchFamily="34" charset="0"/>
                        </a:rPr>
                        <a:t>후 기내 온도 조절을 위한 방법</a:t>
                      </a:r>
                      <a:endParaRPr lang="en-US" altLang="ko-K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dirty="0">
                          <a:latin typeface="Arial" panose="020B0604020202020204" pitchFamily="34" charset="0"/>
                          <a:cs typeface="Arial" panose="020B0604020202020204" pitchFamily="34" charset="0"/>
                        </a:rPr>
                        <a:t>Low Press Unit</a:t>
                      </a:r>
                      <a:r>
                        <a:rPr lang="ko-KR" altLang="en-US" sz="700" dirty="0">
                          <a:latin typeface="Arial" panose="020B0604020202020204" pitchFamily="34" charset="0"/>
                          <a:cs typeface="Arial" panose="020B0604020202020204" pitchFamily="34" charset="0"/>
                        </a:rPr>
                        <a:t>을 연결하며 </a:t>
                      </a:r>
                      <a:r>
                        <a:rPr lang="en-US" altLang="ko-KR" sz="700" dirty="0">
                          <a:latin typeface="Arial" panose="020B0604020202020204" pitchFamily="34" charset="0"/>
                          <a:cs typeface="Arial" panose="020B0604020202020204" pitchFamily="34" charset="0"/>
                        </a:rPr>
                        <a:t>APU</a:t>
                      </a:r>
                      <a:r>
                        <a:rPr lang="ko-KR" altLang="en-US" sz="700" dirty="0">
                          <a:latin typeface="Arial" panose="020B0604020202020204" pitchFamily="34" charset="0"/>
                          <a:cs typeface="Arial" panose="020B0604020202020204" pitchFamily="34" charset="0"/>
                        </a:rPr>
                        <a:t>와 동시사용 금지</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506328">
                <a:tc>
                  <a:txBody>
                    <a:bodyPr/>
                    <a:lstStyle/>
                    <a:p>
                      <a:pPr marL="0" marR="0" lvl="0" indent="0" algn="l" rtl="0">
                        <a:lnSpc>
                          <a:spcPct val="15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The flight crew must not use conditioned air from the packs and from the LP Air Conditioning Unit at the same time, to prevent any adverse effect on the Air Conditioning system.</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255724">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절차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POM, FCOM</a:t>
                      </a:r>
                      <a:r>
                        <a:rPr lang="ko-KR" altLang="en-US" sz="800" b="0" i="0" u="none" strike="noStrike" cap="none" dirty="0" err="1">
                          <a:solidFill>
                            <a:schemeClr val="bg1"/>
                          </a:solidFill>
                          <a:latin typeface="Arial" panose="020B0604020202020204" pitchFamily="34" charset="0"/>
                          <a:ea typeface="Helvetica Neue"/>
                          <a:cs typeface="Arial" panose="020B0604020202020204" pitchFamily="34" charset="0"/>
                          <a:sym typeface="Helvetica Neue"/>
                        </a:rPr>
                        <a:t>에</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없음</a:t>
                      </a:r>
                      <a:endPar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APU BLEED OFF </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후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LP AIR </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연결</a:t>
                      </a:r>
                      <a:endPar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EXT PWR </a:t>
                      </a:r>
                      <a:r>
                        <a:rPr lang="ko-KR" altLang="en-US" sz="800" b="0" i="0" u="none" strike="noStrike" cap="none" dirty="0" err="1">
                          <a:solidFill>
                            <a:schemeClr val="bg1"/>
                          </a:solidFill>
                          <a:latin typeface="Arial" panose="020B0604020202020204" pitchFamily="34" charset="0"/>
                          <a:ea typeface="Helvetica Neue"/>
                          <a:cs typeface="Arial" panose="020B0604020202020204" pitchFamily="34" charset="0"/>
                          <a:sym typeface="Helvetica Neue"/>
                        </a:rPr>
                        <a:t>연결후</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APU OFF</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APU Start - LP Disconnect</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APU BLEED ON </a:t>
                      </a:r>
                      <a:endPar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3004037912"/>
                  </a:ext>
                </a:extLst>
              </a:tr>
            </a:tbl>
          </a:graphicData>
        </a:graphic>
      </p:graphicFrame>
      <p:sp>
        <p:nvSpPr>
          <p:cNvPr id="4" name="TextBox 3">
            <a:extLst>
              <a:ext uri="{FF2B5EF4-FFF2-40B4-BE49-F238E27FC236}">
                <a16:creationId xmlns:a16="http://schemas.microsoft.com/office/drawing/2014/main" id="{28409F7C-9A34-07D3-B638-05B5A50E1A63}"/>
              </a:ext>
            </a:extLst>
          </p:cNvPr>
          <p:cNvSpPr txBox="1"/>
          <p:nvPr/>
        </p:nvSpPr>
        <p:spPr>
          <a:xfrm>
            <a:off x="1406773" y="5170979"/>
            <a:ext cx="994183" cy="430887"/>
          </a:xfrm>
          <a:prstGeom prst="rect">
            <a:avLst/>
          </a:prstGeom>
          <a:noFill/>
        </p:spPr>
        <p:txBody>
          <a:bodyPr wrap="none" rtlCol="0">
            <a:spAutoFit/>
          </a:bodyPr>
          <a:lstStyle/>
          <a:p>
            <a:r>
              <a:rPr kumimoji="1" lang="en-US" altLang="ko-Kore-KR" sz="1100" dirty="0">
                <a:solidFill>
                  <a:srgbClr val="C00000"/>
                </a:solidFill>
                <a:latin typeface="+mn-lt"/>
              </a:rPr>
              <a:t>ENG START</a:t>
            </a:r>
          </a:p>
          <a:p>
            <a:r>
              <a:rPr kumimoji="1" lang="en-US" altLang="ko-Kore-KR" sz="1100" dirty="0">
                <a:solidFill>
                  <a:srgbClr val="C00000"/>
                </a:solidFill>
                <a:latin typeface="+mn-lt"/>
              </a:rPr>
              <a:t>Next Page</a:t>
            </a:r>
            <a:endParaRPr kumimoji="1" lang="ko-Kore-KR" altLang="en-US" sz="1100" dirty="0">
              <a:solidFill>
                <a:srgbClr val="C00000"/>
              </a:solidFill>
              <a:latin typeface="+mn-lt"/>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63D5603B-EFED-76F2-BE27-3683BBBE5E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10593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2705711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3" name="직사각형 2">
            <a:hlinkClick r:id="" action="ppaction://hlinkshowjump?jump=firstslide"/>
            <a:extLst>
              <a:ext uri="{FF2B5EF4-FFF2-40B4-BE49-F238E27FC236}">
                <a16:creationId xmlns:a16="http://schemas.microsoft.com/office/drawing/2014/main" id="{3C10DF26-E717-6E81-27C6-F6B26E149BB6}"/>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2" name="Google Shape;402;p31">
            <a:extLst>
              <a:ext uri="{FF2B5EF4-FFF2-40B4-BE49-F238E27FC236}">
                <a16:creationId xmlns:a16="http://schemas.microsoft.com/office/drawing/2014/main" id="{EB44648E-001A-8E9D-2B8C-BD5155466247}"/>
              </a:ext>
            </a:extLst>
          </p:cNvPr>
          <p:cNvGraphicFramePr/>
          <p:nvPr>
            <p:extLst>
              <p:ext uri="{D42A27DB-BD31-4B8C-83A1-F6EECF244321}">
                <p14:modId xmlns:p14="http://schemas.microsoft.com/office/powerpoint/2010/main" val="4243989717"/>
              </p:ext>
            </p:extLst>
          </p:nvPr>
        </p:nvGraphicFramePr>
        <p:xfrm>
          <a:off x="0" y="3194"/>
          <a:ext cx="2328875" cy="5536984"/>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19483">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STARTING with AIR START UNIT</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308919">
                <a:tc>
                  <a:txBody>
                    <a:bodyPr/>
                    <a:lstStyle/>
                    <a:p>
                      <a:pPr marL="0" marR="0" lvl="0" indent="0" algn="l" rtl="0">
                        <a:spcBef>
                          <a:spcPts val="0"/>
                        </a:spcBef>
                        <a:spcAft>
                          <a:spcPts val="0"/>
                        </a:spcAft>
                        <a:buNone/>
                      </a:pPr>
                      <a:r>
                        <a:rPr lang="ko-KR" altLang="en-US" sz="800" dirty="0">
                          <a:latin typeface="Arial" panose="020B0604020202020204" pitchFamily="34" charset="0"/>
                          <a:ea typeface="+mn-ea"/>
                          <a:cs typeface="Arial" panose="020B0604020202020204" pitchFamily="34" charset="0"/>
                        </a:rPr>
                        <a:t>통상 </a:t>
                      </a:r>
                      <a:r>
                        <a:rPr lang="en-US" altLang="ko-KR" sz="800" dirty="0">
                          <a:latin typeface="Arial" panose="020B0604020202020204" pitchFamily="34" charset="0"/>
                          <a:ea typeface="+mn-ea"/>
                          <a:cs typeface="Arial" panose="020B0604020202020204" pitchFamily="34" charset="0"/>
                        </a:rPr>
                        <a:t>ENG 1</a:t>
                      </a:r>
                      <a:r>
                        <a:rPr lang="ko-KR" altLang="en-US" sz="800" dirty="0">
                          <a:latin typeface="Arial" panose="020B0604020202020204" pitchFamily="34" charset="0"/>
                          <a:ea typeface="+mn-ea"/>
                          <a:cs typeface="Arial" panose="020B0604020202020204" pitchFamily="34" charset="0"/>
                        </a:rPr>
                        <a:t> 먼저 </a:t>
                      </a:r>
                      <a:r>
                        <a:rPr lang="en-US" altLang="ko-KR" sz="800" b="1" dirty="0">
                          <a:solidFill>
                            <a:srgbClr val="0070C0"/>
                          </a:solidFill>
                          <a:latin typeface="Arial" panose="020B0604020202020204" pitchFamily="34" charset="0"/>
                          <a:ea typeface="+mn-ea"/>
                          <a:cs typeface="Arial" panose="020B0604020202020204" pitchFamily="34" charset="0"/>
                        </a:rPr>
                        <a:t>(EXT PWR Start 2 ENG)</a:t>
                      </a:r>
                    </a:p>
                    <a:p>
                      <a:pPr marL="0" marR="0" lvl="0" indent="0" algn="l" rtl="0">
                        <a:spcBef>
                          <a:spcPts val="0"/>
                        </a:spcBef>
                        <a:spcAft>
                          <a:spcPts val="0"/>
                        </a:spcAft>
                        <a:buNone/>
                      </a:pPr>
                      <a:r>
                        <a:rPr lang="en-US" altLang="ko-KR" sz="800" b="1" dirty="0">
                          <a:solidFill>
                            <a:srgbClr val="00B050"/>
                          </a:solidFill>
                          <a:latin typeface="Arial" panose="020B0604020202020204" pitchFamily="34" charset="0"/>
                          <a:cs typeface="Arial" panose="020B0604020202020204" pitchFamily="34" charset="0"/>
                        </a:rPr>
                        <a:t>“Req Engine Start up Present </a:t>
                      </a:r>
                      <a:r>
                        <a:rPr lang="en-US" altLang="ko-KR" sz="800" b="1" dirty="0" err="1">
                          <a:solidFill>
                            <a:srgbClr val="00B050"/>
                          </a:solidFill>
                          <a:latin typeface="Arial" panose="020B0604020202020204" pitchFamily="34" charset="0"/>
                          <a:cs typeface="Arial" panose="020B0604020202020204" pitchFamily="34" charset="0"/>
                        </a:rPr>
                        <a:t>Positon</a:t>
                      </a:r>
                      <a:r>
                        <a:rPr lang="en-US" altLang="ko-KR" sz="800" b="1" dirty="0">
                          <a:solidFill>
                            <a:srgbClr val="00B050"/>
                          </a:solidFill>
                          <a:latin typeface="Arial" panose="020B0604020202020204" pitchFamily="34" charset="0"/>
                          <a:cs typeface="Arial" panose="020B0604020202020204" pitchFamily="34" charset="0"/>
                        </a:rPr>
                        <a:t>~~~”</a:t>
                      </a:r>
                    </a:p>
                  </a:txBody>
                  <a:tcPr marL="36000" marR="36000" marT="36000" marB="36000"/>
                </a:tc>
                <a:extLst>
                  <a:ext uri="{0D108BD9-81ED-4DB2-BD59-A6C34878D82A}">
                    <a16:rowId xmlns:a16="http://schemas.microsoft.com/office/drawing/2014/main" val="10001"/>
                  </a:ext>
                </a:extLst>
              </a:tr>
              <a:tr h="1218188">
                <a:tc>
                  <a:txBody>
                    <a:bodyPr/>
                    <a:lstStyle/>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 Before connecting the air start unit:</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PACK 1</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&amp;</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2</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OFF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F/O</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600" b="1" dirty="0">
                          <a:solidFill>
                            <a:schemeClr val="bg1"/>
                          </a:solidFill>
                          <a:latin typeface="Arial" panose="020B0604020202020204" pitchFamily="34" charset="0"/>
                          <a:ea typeface="Helvetica Neue"/>
                          <a:cs typeface="Arial" panose="020B0604020202020204" pitchFamily="34" charset="0"/>
                          <a:sym typeface="Helvetica Neue"/>
                        </a:rPr>
                        <a:t>prevent any possible contamination of the packs by the air start unit.</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OFF F/O </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X BLEED .................................... OPEN F/O</a:t>
                      </a:r>
                    </a:p>
                    <a:p>
                      <a:pPr marL="0" marR="0" lvl="0" indent="0" algn="l" rtl="0">
                        <a:lnSpc>
                          <a:spcPct val="100000"/>
                        </a:lnSpc>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AIR START UNIT CONNECT ... REQ CAP</a:t>
                      </a:r>
                    </a:p>
                    <a:p>
                      <a:pPr marL="0" marR="0" lvl="0" indent="0" algn="l" rtl="0">
                        <a:lnSpc>
                          <a:spcPct val="100000"/>
                        </a:lnSpc>
                        <a:spcBef>
                          <a:spcPts val="0"/>
                        </a:spcBef>
                        <a:spcAft>
                          <a:spcPts val="0"/>
                        </a:spcAft>
                        <a:buNone/>
                      </a:pPr>
                      <a:r>
                        <a:rPr lang="en-US" sz="600" b="1" dirty="0">
                          <a:solidFill>
                            <a:schemeClr val="bg1"/>
                          </a:solidFill>
                          <a:latin typeface="Arial" panose="020B0604020202020204" pitchFamily="34" charset="0"/>
                          <a:ea typeface="Helvetica Neue"/>
                          <a:cs typeface="Arial" panose="020B0604020202020204" pitchFamily="34" charset="0"/>
                          <a:sym typeface="Helvetica Neue"/>
                        </a:rPr>
                        <a:t>Two ground air start units may be used in parallel if the pressure/flow relation is expected to be marginal.</a:t>
                      </a:r>
                    </a:p>
                  </a:txBody>
                  <a:tcPr marL="36000" marR="36000" marT="36000" marB="36000"/>
                </a:tc>
                <a:extLst>
                  <a:ext uri="{0D108BD9-81ED-4DB2-BD59-A6C34878D82A}">
                    <a16:rowId xmlns:a16="http://schemas.microsoft.com/office/drawing/2014/main" val="10003"/>
                  </a:ext>
                </a:extLst>
              </a:tr>
              <a:tr h="949879">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cleared to start: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The </a:t>
                      </a:r>
                      <a:r>
                        <a:rPr kumimoji="0" lang="en-US" altLang="ko-Kore-KR" sz="600" b="1" i="0" u="none" strike="noStrike" kern="120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AIR ABNORM BLEED CONFIG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alert is triggered after the first engine start. It can be disregarded.</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 START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As necessary, engine 2 can be started first.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In this case, check the brake ACCU pressure prior to engine start.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The minimum recommended starter air supply pressure is 25 PSI when the start valve is open.</a:t>
                      </a:r>
                    </a:p>
                  </a:txBody>
                  <a:tcPr marL="36000" marR="36000" marT="36000" marB="36000"/>
                </a:tc>
                <a:extLst>
                  <a:ext uri="{0D108BD9-81ED-4DB2-BD59-A6C34878D82A}">
                    <a16:rowId xmlns:a16="http://schemas.microsoft.com/office/drawing/2014/main" val="2955124980"/>
                  </a:ext>
                </a:extLst>
              </a:tr>
              <a:tr h="1069128">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After engine 1 is started:</a:t>
                      </a:r>
                    </a:p>
                    <a:p>
                      <a:pPr marL="116449" marR="0" lvl="1"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If the air start unit is used to start engine 2:</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 START CAP</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engine 2 is started:</a:t>
                      </a:r>
                      <a:endPar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 DISC . . . . REQ CAP</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X BLEED ............................ AUTO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PACK 1 &amp; 2 ............................. ON F/O</a:t>
                      </a:r>
                      <a:endParaRPr kumimoji="0" lang="en-US" altLang="ko-Kore-KR" sz="5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3396707165"/>
                  </a:ext>
                </a:extLst>
              </a:tr>
              <a:tr h="815725">
                <a:tc>
                  <a:txBody>
                    <a:bodyPr/>
                    <a:lstStyle/>
                    <a:p>
                      <a:pPr marL="116449" marR="0" lvl="1"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If the </a:t>
                      </a:r>
                      <a:r>
                        <a:rPr kumimoji="0" lang="en-US" altLang="ko-Kore-KR" sz="700" b="1" i="0" u="none" strike="noStrike" kern="1200" cap="none" spc="0" normalizeH="0" baseline="0" noProof="0" dirty="0" err="1">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crossbleed</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engine start procedure is used to start engine 2: </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a:t>
                      </a:r>
                      <a:r>
                        <a:rPr kumimoji="0" lang="en-US" altLang="ko-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(EXT PWR)</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DISC.RQ CAP</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ENG 1 BLEED </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PACK 1 &amp; 2 .............................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CRSBLD ENG START PROC.APPLY</a:t>
                      </a:r>
                    </a:p>
                  </a:txBody>
                  <a:tcPr marL="36000" marR="0" marT="36000" marB="36000"/>
                </a:tc>
                <a:extLst>
                  <a:ext uri="{0D108BD9-81ED-4DB2-BD59-A6C34878D82A}">
                    <a16:rowId xmlns:a16="http://schemas.microsoft.com/office/drawing/2014/main" val="1371695389"/>
                  </a:ext>
                </a:extLst>
              </a:tr>
              <a:tr h="853024">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EXT PWR ...................... CHK AVAIL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EXT PWR DISCONNECT ........ REQ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EXT PWR removed after 1 ENG start.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but FCOM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In order to ensure that the entire network remains electrically supplied, it is recommended to start both engines before the disconnection of the external electrical power.</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NOR PROC - AFTER START .......RESUME </a:t>
                      </a:r>
                    </a:p>
                  </a:txBody>
                  <a:tcPr marL="36000" marR="36000" marT="36000" marB="36000"/>
                </a:tc>
                <a:extLst>
                  <a:ext uri="{0D108BD9-81ED-4DB2-BD59-A6C34878D82A}">
                    <a16:rowId xmlns:a16="http://schemas.microsoft.com/office/drawing/2014/main" val="2133151072"/>
                  </a:ext>
                </a:extLst>
              </a:tr>
            </a:tbl>
          </a:graphicData>
        </a:graphic>
      </p:graphicFrame>
      <p:sp>
        <p:nvSpPr>
          <p:cNvPr id="5" name="오른쪽 화살표[R] 4">
            <a:extLst>
              <a:ext uri="{FF2B5EF4-FFF2-40B4-BE49-F238E27FC236}">
                <a16:creationId xmlns:a16="http://schemas.microsoft.com/office/drawing/2014/main" id="{AF57E50A-60B4-FA69-DE5E-89621E992E28}"/>
              </a:ext>
            </a:extLst>
          </p:cNvPr>
          <p:cNvSpPr/>
          <p:nvPr/>
        </p:nvSpPr>
        <p:spPr>
          <a:xfrm rot="7022060">
            <a:off x="50376" y="4554223"/>
            <a:ext cx="254847" cy="1133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4D0F56F8-ED4B-E9D9-1193-B74DD5FCDFF9}"/>
              </a:ext>
            </a:extLst>
          </p:cNvPr>
          <p:cNvSpPr/>
          <p:nvPr/>
        </p:nvSpPr>
        <p:spPr>
          <a:xfrm rot="16200000">
            <a:off x="627928" y="4716731"/>
            <a:ext cx="214819" cy="106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CB9A69EC-5074-67EA-BB93-96CA384FDF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77628" y="2630831"/>
            <a:ext cx="321623" cy="321623"/>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7161678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59BC2A-DE73-E830-B7D9-1BA53BB021E9}"/>
              </a:ext>
            </a:extLst>
          </p:cNvPr>
          <p:cNvSpPr>
            <a:spLocks noGrp="1"/>
          </p:cNvSpPr>
          <p:nvPr>
            <p:ph type="title"/>
          </p:nvPr>
        </p:nvSpPr>
        <p:spPr/>
        <p:txBody>
          <a:bodyPr/>
          <a:lstStyle/>
          <a:p>
            <a:endParaRPr kumimoji="1" lang="ko-Kore-KR" altLang="en-US"/>
          </a:p>
        </p:txBody>
      </p:sp>
      <p:graphicFrame>
        <p:nvGraphicFramePr>
          <p:cNvPr id="4" name="Google Shape;402;p31">
            <a:extLst>
              <a:ext uri="{FF2B5EF4-FFF2-40B4-BE49-F238E27FC236}">
                <a16:creationId xmlns:a16="http://schemas.microsoft.com/office/drawing/2014/main" id="{EB24B94C-B974-2D89-F60E-0B9B51FD523E}"/>
              </a:ext>
            </a:extLst>
          </p:cNvPr>
          <p:cNvGraphicFramePr/>
          <p:nvPr>
            <p:extLst>
              <p:ext uri="{D42A27DB-BD31-4B8C-83A1-F6EECF244321}">
                <p14:modId xmlns:p14="http://schemas.microsoft.com/office/powerpoint/2010/main" val="2271391481"/>
              </p:ext>
            </p:extLst>
          </p:nvPr>
        </p:nvGraphicFramePr>
        <p:xfrm>
          <a:off x="0" y="4"/>
          <a:ext cx="2328875" cy="4801374"/>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4043">
                <a:tc>
                  <a:txBody>
                    <a:bodyPr/>
                    <a:lstStyle/>
                    <a:p>
                      <a:pPr marL="0" marR="0" lvl="0" indent="0" algn="l" rtl="0">
                        <a:lnSpc>
                          <a:spcPct val="100000"/>
                        </a:lnSpc>
                        <a:spcBef>
                          <a:spcPts val="0"/>
                        </a:spcBef>
                        <a:spcAft>
                          <a:spcPts val="0"/>
                        </a:spcAft>
                        <a:buNone/>
                      </a:pPr>
                      <a:r>
                        <a:rPr lang="en-US" sz="1000" dirty="0">
                          <a:latin typeface="Arial" panose="020B0604020202020204" pitchFamily="34" charset="0"/>
                          <a:cs typeface="Arial" panose="020B0604020202020204" pitchFamily="34" charset="0"/>
                        </a:rPr>
                        <a:t>ENG CROSSBLEED START</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173880">
                <a:tc>
                  <a:txBody>
                    <a:bodyPr/>
                    <a:lstStyle/>
                    <a:p>
                      <a:pPr marL="0" marR="0" lvl="0" indent="0" algn="l" rtl="0">
                        <a:lnSpc>
                          <a:spcPct val="100000"/>
                        </a:lnSpc>
                        <a:spcBef>
                          <a:spcPts val="0"/>
                        </a:spcBef>
                        <a:spcAft>
                          <a:spcPts val="0"/>
                        </a:spcAft>
                        <a:buNone/>
                      </a:pPr>
                      <a:r>
                        <a:rPr lang="en-US" sz="800" dirty="0">
                          <a:latin typeface="Arial" panose="020B0604020202020204" pitchFamily="34" charset="0"/>
                          <a:cs typeface="Arial" panose="020B0604020202020204" pitchFamily="34" charset="0"/>
                        </a:rPr>
                        <a:t>#1 ENG BLEED </a:t>
                      </a:r>
                      <a:r>
                        <a:rPr lang="ko-KR" altLang="en-US" sz="800" dirty="0">
                          <a:latin typeface="Arial" panose="020B0604020202020204" pitchFamily="34" charset="0"/>
                          <a:cs typeface="Arial" panose="020B0604020202020204" pitchFamily="34" charset="0"/>
                        </a:rPr>
                        <a:t>로 </a:t>
                      </a:r>
                      <a:r>
                        <a:rPr lang="en-US" altLang="ko-KR" sz="800" dirty="0">
                          <a:latin typeface="Arial" panose="020B0604020202020204" pitchFamily="34" charset="0"/>
                          <a:cs typeface="Arial" panose="020B0604020202020204" pitchFamily="34" charset="0"/>
                        </a:rPr>
                        <a:t>#2</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ENG START</a:t>
                      </a:r>
                    </a:p>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Req </a:t>
                      </a:r>
                      <a:r>
                        <a:rPr lang="en-US" altLang="ko-Kore-KR" sz="800" b="1" dirty="0" err="1">
                          <a:solidFill>
                            <a:srgbClr val="00B050"/>
                          </a:solidFill>
                          <a:latin typeface="Arial" panose="020B0604020202020204" pitchFamily="34" charset="0"/>
                          <a:ea typeface="Helvetica Neue"/>
                          <a:cs typeface="Arial" panose="020B0604020202020204" pitchFamily="34" charset="0"/>
                          <a:sym typeface="Helvetica Neue"/>
                        </a:rPr>
                        <a:t>PushBack</a:t>
                      </a:r>
                      <a:endPar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1"/>
                  </a:ext>
                </a:extLst>
              </a:tr>
              <a:tr h="1679059">
                <a:tc>
                  <a:txBody>
                    <a:bodyPr/>
                    <a:lstStyle/>
                    <a:p>
                      <a:pPr marL="0" marR="0" lvl="0" indent="0" algn="l" rtl="0">
                        <a:lnSpc>
                          <a:spcPct val="100000"/>
                        </a:lnSpc>
                        <a:spcBef>
                          <a:spcPts val="0"/>
                        </a:spcBef>
                        <a:spcAft>
                          <a:spcPts val="0"/>
                        </a:spcAft>
                        <a:buNone/>
                      </a:pPr>
                      <a:r>
                        <a:rPr lang="en-US" sz="800" b="1" dirty="0" err="1">
                          <a:solidFill>
                            <a:srgbClr val="C00000"/>
                          </a:solidFill>
                          <a:latin typeface="Arial" panose="020B0604020202020204" pitchFamily="34" charset="0"/>
                          <a:ea typeface="Helvetica Neue"/>
                          <a:cs typeface="Arial" panose="020B0604020202020204" pitchFamily="34" charset="0"/>
                          <a:sym typeface="Helvetica Neue"/>
                        </a:rPr>
                        <a:t>PushBack</a:t>
                      </a:r>
                      <a:r>
                        <a:rPr 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완료</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(Parking Brake set)</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One engine must be running in order to supply air for other engine start.</a:t>
                      </a:r>
                    </a:p>
                    <a:p>
                      <a:pPr marL="0" marR="0" lvl="0" indent="0" algn="l" rtl="0">
                        <a:lnSpc>
                          <a:spcPct val="100000"/>
                        </a:lnSpc>
                        <a:spcBef>
                          <a:spcPts val="0"/>
                        </a:spcBef>
                        <a:spcAft>
                          <a:spcPts val="0"/>
                        </a:spcAft>
                        <a:buNone/>
                      </a:pP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 Before second engine start :</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OFF F/O</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The BLEED valve of the supplying engine reopens and the cross bleed</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700" b="1" dirty="0">
                          <a:solidFill>
                            <a:schemeClr val="bg1"/>
                          </a:solidFill>
                          <a:latin typeface="Arial" panose="020B0604020202020204" pitchFamily="34" charset="0"/>
                          <a:ea typeface="Helvetica Neue"/>
                          <a:cs typeface="Arial" panose="020B0604020202020204" pitchFamily="34" charset="0"/>
                          <a:sym typeface="Helvetica Neue"/>
                        </a:rPr>
                        <a:t>valve closes.</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B050"/>
                          </a:solidFill>
                          <a:latin typeface="Arial" panose="020B0604020202020204" pitchFamily="34" charset="0"/>
                          <a:ea typeface="Helvetica Neue"/>
                          <a:cs typeface="Arial" panose="020B0604020202020204" pitchFamily="34" charset="0"/>
                          <a:sym typeface="Helvetica Neue"/>
                        </a:rPr>
                        <a:t>ENG BLEED (supply engine) .</a:t>
                      </a:r>
                      <a:r>
                        <a:rPr lang="en-US" altLang="ko-Kore-KR" sz="900" b="1" i="0" kern="1200" dirty="0">
                          <a:solidFill>
                            <a:srgbClr val="00B050"/>
                          </a:solidFill>
                          <a:latin typeface="Arial" panose="020B0604020202020204" pitchFamily="34" charset="0"/>
                          <a:ea typeface="Helvetica Neue"/>
                          <a:cs typeface="Arial" panose="020B0604020202020204" pitchFamily="34" charset="0"/>
                          <a:sym typeface="Helvetica Neue"/>
                        </a:rPr>
                        <a:t>..</a:t>
                      </a:r>
                      <a:r>
                        <a:rPr lang="en-US" sz="900" b="1" dirty="0">
                          <a:solidFill>
                            <a:srgbClr val="00B050"/>
                          </a:solidFill>
                          <a:latin typeface="Arial" panose="020B0604020202020204" pitchFamily="34" charset="0"/>
                          <a:ea typeface="Helvetica Neue"/>
                          <a:cs typeface="Arial" panose="020B0604020202020204" pitchFamily="34" charset="0"/>
                          <a:sym typeface="Helvetica Neue"/>
                        </a:rPr>
                        <a:t>.... ON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BLEED (receive engine) ..... OFF F/O</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The bleed valves of receiving engines are closed to avoid reverse flow leakage.</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X BLEED..................................... OPEN F/O</a:t>
                      </a:r>
                    </a:p>
                  </a:txBody>
                  <a:tcPr marL="36000" marR="36000" marT="36000" marB="36000"/>
                </a:tc>
                <a:extLst>
                  <a:ext uri="{0D108BD9-81ED-4DB2-BD59-A6C34878D82A}">
                    <a16:rowId xmlns:a16="http://schemas.microsoft.com/office/drawing/2014/main" val="10003"/>
                  </a:ext>
                </a:extLst>
              </a:tr>
              <a:tr h="1717595">
                <a:tc>
                  <a:txBody>
                    <a:bodyPr/>
                    <a:lstStyle/>
                    <a:p>
                      <a:pPr marL="0" marR="0" lvl="0" indent="0" algn="l" rtl="0">
                        <a:lnSpc>
                          <a:spcPct val="100000"/>
                        </a:lnSpc>
                        <a:spcBef>
                          <a:spcPts val="0"/>
                        </a:spcBef>
                        <a:spcAft>
                          <a:spcPts val="0"/>
                        </a:spcAft>
                        <a:buNone/>
                      </a:pPr>
                      <a:endParaRPr lang="en-US" sz="8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cs typeface="Arial" panose="020B0604020202020204" pitchFamily="34" charset="0"/>
                        </a:rPr>
                        <a:t>● When cleared to start :</a:t>
                      </a:r>
                      <a:endParaRPr lang="en-US" sz="1050" b="1" dirty="0">
                        <a:solidFill>
                          <a:srgbClr val="00B050"/>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900" b="1" dirty="0">
                          <a:solidFill>
                            <a:srgbClr val="C00000"/>
                          </a:solidFill>
                          <a:latin typeface="Arial" panose="020B0604020202020204" pitchFamily="34" charset="0"/>
                          <a:cs typeface="Arial" panose="020B0604020202020204" pitchFamily="34" charset="0"/>
                        </a:rPr>
                        <a:t>AREA CLEAR OF OBS ........... CONF CAP</a:t>
                      </a:r>
                      <a:endParaRPr lang="en-US" sz="1000" b="1" dirty="0">
                        <a:solidFill>
                          <a:srgbClr val="C00000"/>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Ensure increased power jet wake does not constitute any hazard to people or installations behind the aircraft.</a:t>
                      </a:r>
                    </a:p>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solidFill>
                            <a:srgbClr val="0070C0"/>
                          </a:solidFill>
                          <a:latin typeface="Arial" panose="020B0604020202020204" pitchFamily="34" charset="0"/>
                          <a:cs typeface="Arial" panose="020B0604020202020204" pitchFamily="34" charset="0"/>
                        </a:rPr>
                        <a:t>THR LVR (sup </a:t>
                      </a:r>
                      <a:r>
                        <a:rPr lang="en-US" sz="900" b="1" dirty="0" err="1">
                          <a:solidFill>
                            <a:srgbClr val="0070C0"/>
                          </a:solidFill>
                          <a:latin typeface="Arial" panose="020B0604020202020204" pitchFamily="34" charset="0"/>
                          <a:cs typeface="Arial" panose="020B0604020202020204" pitchFamily="34" charset="0"/>
                        </a:rPr>
                        <a:t>eng</a:t>
                      </a:r>
                      <a:r>
                        <a:rPr lang="en-US" sz="900" b="1" dirty="0">
                          <a:solidFill>
                            <a:srgbClr val="0070C0"/>
                          </a:solidFill>
                          <a:latin typeface="Arial" panose="020B0604020202020204" pitchFamily="34" charset="0"/>
                          <a:cs typeface="Arial" panose="020B0604020202020204" pitchFamily="34" charset="0"/>
                        </a:rPr>
                        <a:t>) .</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cs typeface="Arial" panose="020B0604020202020204" pitchFamily="34" charset="0"/>
                        </a:rPr>
                        <a:t> </a:t>
                      </a:r>
                      <a:r>
                        <a:rPr lang="en-US" sz="900" b="1" dirty="0">
                          <a:solidFill>
                            <a:srgbClr val="0070C0"/>
                          </a:solidFill>
                          <a:latin typeface="Arial" panose="020B0604020202020204" pitchFamily="34" charset="0"/>
                          <a:cs typeface="Arial" panose="020B0604020202020204" pitchFamily="34" charset="0"/>
                        </a:rPr>
                        <a:t>ADJ BLD PRES CAP</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Adjust thrust of supplying engine to obtain an engine bleed pressure of </a:t>
                      </a:r>
                      <a:r>
                        <a:rPr lang="en-US" sz="700" b="1" dirty="0">
                          <a:solidFill>
                            <a:srgbClr val="00B050"/>
                          </a:solidFill>
                          <a:latin typeface="Arial" panose="020B0604020202020204" pitchFamily="34" charset="0"/>
                          <a:cs typeface="Arial" panose="020B0604020202020204" pitchFamily="34" charset="0"/>
                        </a:rPr>
                        <a:t>30 PSI. </a:t>
                      </a:r>
                      <a:r>
                        <a:rPr lang="en-US" sz="700" b="1" dirty="0">
                          <a:solidFill>
                            <a:schemeClr val="bg1"/>
                          </a:solidFill>
                          <a:latin typeface="Arial" panose="020B0604020202020204" pitchFamily="34" charset="0"/>
                          <a:cs typeface="Arial" panose="020B0604020202020204" pitchFamily="34" charset="0"/>
                        </a:rPr>
                        <a:t>If the thrust required to obtain the appropriate engine bleed pressure exceeds </a:t>
                      </a:r>
                      <a:r>
                        <a:rPr lang="en-US" sz="700" b="1" dirty="0">
                          <a:solidFill>
                            <a:srgbClr val="C00000"/>
                          </a:solidFill>
                          <a:latin typeface="Arial" panose="020B0604020202020204" pitchFamily="34" charset="0"/>
                          <a:cs typeface="Arial" panose="020B0604020202020204" pitchFamily="34" charset="0"/>
                        </a:rPr>
                        <a:t>40 % N1</a:t>
                      </a:r>
                      <a:r>
                        <a:rPr lang="en-US" sz="700" b="1" dirty="0">
                          <a:solidFill>
                            <a:schemeClr val="bg1"/>
                          </a:solidFill>
                          <a:latin typeface="Arial" panose="020B0604020202020204" pitchFamily="34" charset="0"/>
                          <a:cs typeface="Arial" panose="020B0604020202020204" pitchFamily="34" charset="0"/>
                        </a:rPr>
                        <a:t>, pay particular attention to the surrounding area.</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RECEIVING ENGINE .............. START ALL</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Apply the normal engine start procedure.</a:t>
                      </a:r>
                      <a:endParaRPr sz="7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141454693"/>
                  </a:ext>
                </a:extLst>
              </a:tr>
              <a:tr h="788455">
                <a:tc>
                  <a:txBody>
                    <a:bodyPr/>
                    <a:lstStyle/>
                    <a:p>
                      <a:pPr marL="0" marR="0" lvl="0" indent="0" algn="l" rtl="0">
                        <a:lnSpc>
                          <a:spcPct val="100000"/>
                        </a:lnSpc>
                        <a:spcBef>
                          <a:spcPts val="0"/>
                        </a:spcBef>
                        <a:spcAft>
                          <a:spcPts val="0"/>
                        </a:spcAft>
                        <a:buNone/>
                      </a:pPr>
                      <a:endParaRPr lang="en-US" sz="8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cs typeface="Arial" panose="020B0604020202020204" pitchFamily="34" charset="0"/>
                        </a:rPr>
                        <a:t>● After start :</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THR LVR (supply engine) ......... IDLE CAP</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X BLEED.................................... AUTO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ENG BLEED (receive engine) ...... ON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PACK 1 &amp;2 .................................... ON F/O</a:t>
                      </a:r>
                    </a:p>
                  </a:txBody>
                  <a:tcPr marL="36000" marR="36000" marT="36000" marB="36000"/>
                </a:tc>
                <a:extLst>
                  <a:ext uri="{0D108BD9-81ED-4DB2-BD59-A6C34878D82A}">
                    <a16:rowId xmlns:a16="http://schemas.microsoft.com/office/drawing/2014/main" val="87037673"/>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2FB399ED-C222-F6FA-4BE9-D2801A10B8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5826983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28"/>
          <p:cNvGraphicFramePr/>
          <p:nvPr>
            <p:extLst>
              <p:ext uri="{D42A27DB-BD31-4B8C-83A1-F6EECF244321}">
                <p14:modId xmlns:p14="http://schemas.microsoft.com/office/powerpoint/2010/main" val="2732521415"/>
              </p:ext>
            </p:extLst>
          </p:nvPr>
        </p:nvGraphicFramePr>
        <p:xfrm>
          <a:off x="7" y="1099855"/>
          <a:ext cx="2328775" cy="135744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34173">
                <a:tc gridSpan="8">
                  <a:txBody>
                    <a:bodyPr/>
                    <a:lstStyle/>
                    <a:p>
                      <a:pPr marL="0" marR="0" lvl="0" indent="0" algn="ctr" rtl="0">
                        <a:spcBef>
                          <a:spcPts val="0"/>
                        </a:spcBef>
                        <a:spcAft>
                          <a:spcPts val="0"/>
                        </a:spcAft>
                        <a:buNone/>
                      </a:pPr>
                      <a:r>
                        <a:rPr lang="en-US" sz="800" dirty="0"/>
                        <a:t>Height Above FE (Feet) </a:t>
                      </a:r>
                      <a:r>
                        <a:rPr lang="en-US" sz="800" dirty="0">
                          <a:solidFill>
                            <a:srgbClr val="FFC000"/>
                          </a:solidFill>
                        </a:rPr>
                        <a:t>200-800ft</a:t>
                      </a:r>
                      <a:endParaRPr sz="800" dirty="0">
                        <a:solidFill>
                          <a:srgbClr val="FFC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6613">
                <a:tc>
                  <a:txBody>
                    <a:bodyPr/>
                    <a:lstStyle/>
                    <a:p>
                      <a:pPr marL="0" marR="0" lvl="0" indent="0" algn="ctr" rtl="0">
                        <a:spcBef>
                          <a:spcPts val="0"/>
                        </a:spcBef>
                        <a:spcAft>
                          <a:spcPts val="0"/>
                        </a:spcAft>
                        <a:buNone/>
                      </a:pPr>
                      <a:r>
                        <a:rPr lang="en-US" sz="800" b="1" dirty="0">
                          <a:solidFill>
                            <a:schemeClr val="dk1"/>
                          </a:solidFill>
                        </a:rPr>
                        <a:t>TEMP</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200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300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600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700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800</a:t>
                      </a:r>
                      <a:endParaRPr sz="800" b="1" dirty="0">
                        <a:solidFill>
                          <a:schemeClr val="dk1"/>
                        </a:solidFill>
                      </a:endParaRPr>
                    </a:p>
                  </a:txBody>
                  <a:tcPr marL="36000" marR="36000" marT="36000" marB="36000" anchor="ctr"/>
                </a:tc>
                <a:extLst>
                  <a:ext uri="{0D108BD9-81ED-4DB2-BD59-A6C34878D82A}">
                    <a16:rowId xmlns:a16="http://schemas.microsoft.com/office/drawing/2014/main" val="10001"/>
                  </a:ext>
                </a:extLst>
              </a:tr>
              <a:tr h="136613">
                <a:tc>
                  <a:txBody>
                    <a:bodyPr/>
                    <a:lstStyle/>
                    <a:p>
                      <a:pPr marL="0" marR="0" lvl="0" indent="0" algn="ctr" rtl="0">
                        <a:spcBef>
                          <a:spcPts val="0"/>
                        </a:spcBef>
                        <a:spcAft>
                          <a:spcPts val="0"/>
                        </a:spcAft>
                        <a:buNone/>
                      </a:pPr>
                      <a:r>
                        <a:rPr lang="en-US" sz="800" b="1" dirty="0">
                          <a:solidFill>
                            <a:srgbClr val="0070C0"/>
                          </a:solidFill>
                        </a:rPr>
                        <a:t>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36613">
                <a:tc>
                  <a:txBody>
                    <a:bodyPr/>
                    <a:lstStyle/>
                    <a:p>
                      <a:pPr marL="0" marR="0" lvl="0" indent="0" algn="ctr" rtl="0">
                        <a:spcBef>
                          <a:spcPts val="0"/>
                        </a:spcBef>
                        <a:spcAft>
                          <a:spcPts val="0"/>
                        </a:spcAft>
                        <a:buNone/>
                      </a:pPr>
                      <a:r>
                        <a:rPr lang="en-US" sz="800" b="1" dirty="0">
                          <a:solidFill>
                            <a:srgbClr val="00B050"/>
                          </a:solidFill>
                        </a:rPr>
                        <a:t>-5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40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40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50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60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70</a:t>
                      </a:r>
                      <a:endParaRPr sz="800" b="1" dirty="0">
                        <a:solidFill>
                          <a:srgbClr val="00B050"/>
                        </a:solidFill>
                      </a:endParaRPr>
                    </a:p>
                  </a:txBody>
                  <a:tcPr marL="36000" marR="36000" marT="36000" marB="36000" anchor="ctr"/>
                </a:tc>
                <a:extLst>
                  <a:ext uri="{0D108BD9-81ED-4DB2-BD59-A6C34878D82A}">
                    <a16:rowId xmlns:a16="http://schemas.microsoft.com/office/drawing/2014/main" val="10003"/>
                  </a:ext>
                </a:extLst>
              </a:tr>
              <a:tr h="136613">
                <a:tc>
                  <a:txBody>
                    <a:bodyPr/>
                    <a:lstStyle/>
                    <a:p>
                      <a:pPr marL="0" marR="0" lvl="0" indent="0" algn="ctr" rtl="0">
                        <a:spcBef>
                          <a:spcPts val="0"/>
                        </a:spcBef>
                        <a:spcAft>
                          <a:spcPts val="0"/>
                        </a:spcAft>
                        <a:buNone/>
                      </a:pPr>
                      <a:r>
                        <a:rPr lang="en-US" sz="800" b="1" dirty="0">
                          <a:solidFill>
                            <a:srgbClr val="0070C0"/>
                          </a:solidFill>
                        </a:rPr>
                        <a:t>-10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80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36613">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30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40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50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60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90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100</a:t>
                      </a:r>
                      <a:endParaRPr sz="800" b="1" dirty="0"/>
                    </a:p>
                  </a:txBody>
                  <a:tcPr marL="36000" marR="36000" marT="36000" marB="36000" anchor="ctr"/>
                </a:tc>
                <a:extLst>
                  <a:ext uri="{0D108BD9-81ED-4DB2-BD59-A6C34878D82A}">
                    <a16:rowId xmlns:a16="http://schemas.microsoft.com/office/drawing/2014/main" val="10005"/>
                  </a:ext>
                </a:extLst>
              </a:tr>
              <a:tr h="1366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-20</a:t>
                      </a: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120</a:t>
                      </a:r>
                      <a:endParaRPr sz="800" b="1" dirty="0">
                        <a:solidFill>
                          <a:srgbClr val="0070C0"/>
                        </a:solidFill>
                      </a:endParaRPr>
                    </a:p>
                  </a:txBody>
                  <a:tcPr marL="36000" marR="36000" marT="36000" marB="36000" anchor="ctr"/>
                </a:tc>
                <a:extLst>
                  <a:ext uri="{0D108BD9-81ED-4DB2-BD59-A6C34878D82A}">
                    <a16:rowId xmlns:a16="http://schemas.microsoft.com/office/drawing/2014/main" val="156798653"/>
                  </a:ext>
                </a:extLst>
              </a:tr>
            </a:tbl>
          </a:graphicData>
        </a:graphic>
      </p:graphicFrame>
      <p:graphicFrame>
        <p:nvGraphicFramePr>
          <p:cNvPr id="381" name="Google Shape;381;p28"/>
          <p:cNvGraphicFramePr/>
          <p:nvPr>
            <p:extLst>
              <p:ext uri="{D42A27DB-BD31-4B8C-83A1-F6EECF244321}">
                <p14:modId xmlns:p14="http://schemas.microsoft.com/office/powerpoint/2010/main" val="3609790984"/>
              </p:ext>
            </p:extLst>
          </p:nvPr>
        </p:nvGraphicFramePr>
        <p:xfrm>
          <a:off x="7" y="0"/>
          <a:ext cx="2328850" cy="106683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solidFill>
                            <a:srgbClr val="FFC000"/>
                          </a:solidFill>
                        </a:rPr>
                        <a:t>COLD TEMP CORRECTION General</a:t>
                      </a:r>
                    </a:p>
                    <a:p>
                      <a:pPr marL="0" marR="0" lvl="0" indent="0" algn="l" rtl="0">
                        <a:spcBef>
                          <a:spcPts val="0"/>
                        </a:spcBef>
                        <a:spcAft>
                          <a:spcPts val="0"/>
                        </a:spcAft>
                        <a:buNone/>
                      </a:pPr>
                      <a:r>
                        <a:rPr lang="en-US" altLang="ko-KR" sz="700" b="0" dirty="0">
                          <a:solidFill>
                            <a:schemeClr val="tx1"/>
                          </a:solidFill>
                        </a:rPr>
                        <a:t>5</a:t>
                      </a:r>
                      <a:r>
                        <a:rPr lang="ko-KR" altLang="en-US" sz="700" b="0" dirty="0">
                          <a:solidFill>
                            <a:schemeClr val="tx1"/>
                          </a:solidFill>
                        </a:rPr>
                        <a:t>도 간격은 보수적으로 </a:t>
                      </a:r>
                      <a:r>
                        <a:rPr lang="ko-KR" altLang="en-US" sz="700" b="0" dirty="0" err="1">
                          <a:solidFill>
                            <a:schemeClr val="tx1"/>
                          </a:solidFill>
                        </a:rPr>
                        <a:t>보간법</a:t>
                      </a:r>
                      <a:r>
                        <a:rPr lang="ko-KR" altLang="en-US" sz="700" b="0" dirty="0">
                          <a:solidFill>
                            <a:schemeClr val="tx1"/>
                          </a:solidFill>
                        </a:rPr>
                        <a:t> 적용됨</a:t>
                      </a:r>
                      <a:endParaRPr sz="700" b="0" dirty="0">
                        <a:solidFill>
                          <a:schemeClr val="tx1"/>
                        </a:solidFill>
                      </a:endParaRPr>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rtl="0">
                        <a:spcBef>
                          <a:spcPts val="0"/>
                        </a:spcBef>
                        <a:spcAft>
                          <a:spcPts val="0"/>
                        </a:spcAft>
                        <a:buNone/>
                      </a:pPr>
                      <a:r>
                        <a:rPr lang="en-US" sz="700" b="1" dirty="0">
                          <a:solidFill>
                            <a:srgbClr val="00B050"/>
                          </a:solidFill>
                        </a:rPr>
                        <a:t>Min</a:t>
                      </a:r>
                      <a:r>
                        <a:rPr lang="en-US" sz="700" dirty="0"/>
                        <a:t> </a:t>
                      </a:r>
                      <a:r>
                        <a:rPr lang="ko-KR" altLang="en-US" sz="700" dirty="0"/>
                        <a:t>제외한 모든 고도 수정은 </a:t>
                      </a:r>
                      <a:r>
                        <a:rPr lang="en-US" altLang="ko-KR" sz="700" dirty="0"/>
                        <a:t>ATC </a:t>
                      </a:r>
                      <a:r>
                        <a:rPr lang="ko-KR" altLang="en-US" sz="700" dirty="0"/>
                        <a:t>인가 필요</a:t>
                      </a:r>
                      <a:endParaRPr dirty="0"/>
                    </a:p>
                    <a:p>
                      <a:pPr marL="0" marR="0" lvl="0" indent="0" algn="l" rtl="0">
                        <a:spcBef>
                          <a:spcPts val="0"/>
                        </a:spcBef>
                        <a:spcAft>
                          <a:spcPts val="0"/>
                        </a:spcAft>
                        <a:buNone/>
                      </a:pPr>
                      <a:r>
                        <a:rPr lang="en-US" sz="700" b="1" dirty="0">
                          <a:solidFill>
                            <a:srgbClr val="C00000"/>
                          </a:solidFill>
                        </a:rPr>
                        <a:t>Mandatory</a:t>
                      </a:r>
                      <a:r>
                        <a:rPr lang="en-US" altLang="ko-KR" sz="700" b="1" dirty="0">
                          <a:solidFill>
                            <a:srgbClr val="C00000"/>
                          </a:solidFill>
                        </a:rPr>
                        <a:t>,</a:t>
                      </a:r>
                      <a:r>
                        <a:rPr lang="ko-KR" altLang="en-US" sz="700" b="1" dirty="0">
                          <a:solidFill>
                            <a:srgbClr val="C00000"/>
                          </a:solidFill>
                        </a:rPr>
                        <a:t> </a:t>
                      </a:r>
                      <a:r>
                        <a:rPr lang="en-US" sz="700" b="1" dirty="0">
                          <a:solidFill>
                            <a:srgbClr val="C00000"/>
                          </a:solidFill>
                        </a:rPr>
                        <a:t>Missed App </a:t>
                      </a:r>
                      <a:r>
                        <a:rPr lang="en-US" sz="700" b="1" dirty="0" err="1">
                          <a:solidFill>
                            <a:srgbClr val="C00000"/>
                          </a:solidFill>
                        </a:rPr>
                        <a:t>고도</a:t>
                      </a:r>
                      <a:r>
                        <a:rPr lang="ko-KR" altLang="en-US" sz="700" b="1" dirty="0">
                          <a:solidFill>
                            <a:srgbClr val="C00000"/>
                          </a:solidFill>
                        </a:rPr>
                        <a:t> </a:t>
                      </a:r>
                      <a:r>
                        <a:rPr lang="en-US" altLang="ko-KR" sz="700" dirty="0"/>
                        <a:t>ATC </a:t>
                      </a:r>
                      <a:r>
                        <a:rPr lang="ko-KR" altLang="en-US" sz="700" dirty="0"/>
                        <a:t>사전 인가 없이 금지</a:t>
                      </a:r>
                      <a:endParaRPr sz="700" dirty="0"/>
                    </a:p>
                  </a:txBody>
                  <a:tcPr marL="91450" marR="91450" marT="45725" marB="45725"/>
                </a:tc>
                <a:extLst>
                  <a:ext uri="{0D108BD9-81ED-4DB2-BD59-A6C34878D82A}">
                    <a16:rowId xmlns:a16="http://schemas.microsoft.com/office/drawing/2014/main" val="10001"/>
                  </a:ext>
                </a:extLst>
              </a:tr>
              <a:tr h="248975">
                <a:tc>
                  <a:txBody>
                    <a:bodyPr/>
                    <a:lstStyle/>
                    <a:p>
                      <a:pPr marL="0" marR="0" lvl="0" indent="0" algn="l" rtl="0">
                        <a:spcBef>
                          <a:spcPts val="0"/>
                        </a:spcBef>
                        <a:spcAft>
                          <a:spcPts val="0"/>
                        </a:spcAft>
                        <a:buNone/>
                      </a:pPr>
                      <a:r>
                        <a:rPr lang="ko-KR" altLang="en-US" sz="700" b="1" dirty="0">
                          <a:solidFill>
                            <a:srgbClr val="0070C0"/>
                          </a:solidFill>
                        </a:rPr>
                        <a:t>반드시 고도 </a:t>
                      </a:r>
                      <a:r>
                        <a:rPr lang="en-US" altLang="ko-KR" sz="700" b="1" dirty="0">
                          <a:solidFill>
                            <a:srgbClr val="0070C0"/>
                          </a:solidFill>
                        </a:rPr>
                        <a:t>–</a:t>
                      </a:r>
                      <a:r>
                        <a:rPr lang="ko-KR" altLang="en-US" sz="700" b="1" dirty="0">
                          <a:solidFill>
                            <a:srgbClr val="0070C0"/>
                          </a:solidFill>
                        </a:rPr>
                        <a:t> </a:t>
                      </a:r>
                      <a:r>
                        <a:rPr lang="en-US" altLang="ko-KR" sz="700" b="1" dirty="0">
                          <a:solidFill>
                            <a:srgbClr val="0070C0"/>
                          </a:solidFill>
                        </a:rPr>
                        <a:t>FE </a:t>
                      </a:r>
                      <a:r>
                        <a:rPr lang="ko-KR" altLang="en-US" sz="700" b="1" dirty="0">
                          <a:solidFill>
                            <a:srgbClr val="0070C0"/>
                          </a:solidFill>
                        </a:rPr>
                        <a:t>후의 고도를 </a:t>
                      </a:r>
                      <a:r>
                        <a:rPr lang="ko-KR" altLang="en-US" sz="700" b="1" dirty="0" err="1">
                          <a:solidFill>
                            <a:srgbClr val="0070C0"/>
                          </a:solidFill>
                        </a:rPr>
                        <a:t>보정해야함</a:t>
                      </a:r>
                      <a:r>
                        <a:rPr lang="en-US" altLang="ko-KR" sz="700" b="1" dirty="0">
                          <a:solidFill>
                            <a:srgbClr val="0070C0"/>
                          </a:solidFill>
                        </a:rPr>
                        <a:t>.</a:t>
                      </a:r>
                      <a:r>
                        <a:rPr lang="ko-KR" altLang="en-US" sz="700" b="1" dirty="0">
                          <a:solidFill>
                            <a:srgbClr val="0070C0"/>
                          </a:solidFill>
                        </a:rPr>
                        <a:t> </a:t>
                      </a:r>
                      <a:endParaRPr lang="en-US" altLang="ko-KR" sz="700" b="1" dirty="0">
                        <a:solidFill>
                          <a:srgbClr val="0070C0"/>
                        </a:solidFill>
                      </a:endParaRPr>
                    </a:p>
                    <a:p>
                      <a:pPr marL="0" marR="0" lvl="0" indent="0" algn="l" rtl="0">
                        <a:spcBef>
                          <a:spcPts val="0"/>
                        </a:spcBef>
                        <a:spcAft>
                          <a:spcPts val="0"/>
                        </a:spcAft>
                        <a:buNone/>
                      </a:pPr>
                      <a:endParaRPr lang="en-US" altLang="ko-KR" sz="700" b="1" dirty="0">
                        <a:solidFill>
                          <a:srgbClr val="0070C0"/>
                        </a:solidFill>
                      </a:endParaRPr>
                    </a:p>
                    <a:p>
                      <a:pPr marL="0" marR="0" lvl="0" indent="0" algn="l" rtl="0">
                        <a:spcBef>
                          <a:spcPts val="0"/>
                        </a:spcBef>
                        <a:spcAft>
                          <a:spcPts val="0"/>
                        </a:spcAft>
                        <a:buNone/>
                      </a:pPr>
                      <a:r>
                        <a:rPr lang="en-US" sz="700" b="1" dirty="0">
                          <a:solidFill>
                            <a:srgbClr val="0070C0"/>
                          </a:solidFill>
                        </a:rPr>
                        <a:t>Ex) FE 200</a:t>
                      </a:r>
                      <a:r>
                        <a:rPr lang="en-US" altLang="ko-KR" sz="700" b="1" dirty="0">
                          <a:solidFill>
                            <a:srgbClr val="0070C0"/>
                          </a:solidFill>
                        </a:rPr>
                        <a:t>ft </a:t>
                      </a:r>
                      <a:r>
                        <a:rPr lang="ko-KR" altLang="en-US" sz="700" b="1" dirty="0">
                          <a:solidFill>
                            <a:srgbClr val="0070C0"/>
                          </a:solidFill>
                        </a:rPr>
                        <a:t>공항 </a:t>
                      </a:r>
                      <a:r>
                        <a:rPr lang="en-US" altLang="ko-KR" sz="700" b="1" dirty="0">
                          <a:solidFill>
                            <a:srgbClr val="0070C0"/>
                          </a:solidFill>
                        </a:rPr>
                        <a:t>:</a:t>
                      </a:r>
                      <a:r>
                        <a:rPr lang="ko-KR" altLang="en-US" sz="700" b="1" dirty="0">
                          <a:solidFill>
                            <a:srgbClr val="0070C0"/>
                          </a:solidFill>
                        </a:rPr>
                        <a:t> </a:t>
                      </a:r>
                      <a:r>
                        <a:rPr lang="en-US" altLang="ko-KR" sz="700" b="1" dirty="0">
                          <a:solidFill>
                            <a:srgbClr val="0070C0"/>
                          </a:solidFill>
                        </a:rPr>
                        <a:t>5000ft</a:t>
                      </a:r>
                      <a:r>
                        <a:rPr lang="ko-KR" altLang="en-US" sz="700" b="1" dirty="0">
                          <a:solidFill>
                            <a:srgbClr val="0070C0"/>
                          </a:solidFill>
                        </a:rPr>
                        <a:t>는 </a:t>
                      </a:r>
                      <a:r>
                        <a:rPr lang="en-US" altLang="ko-KR" sz="700" b="1" dirty="0">
                          <a:solidFill>
                            <a:srgbClr val="0070C0"/>
                          </a:solidFill>
                        </a:rPr>
                        <a:t>4800ft</a:t>
                      </a:r>
                      <a:r>
                        <a:rPr lang="ko-KR" altLang="en-US" sz="700" b="1" dirty="0">
                          <a:solidFill>
                            <a:srgbClr val="0070C0"/>
                          </a:solidFill>
                        </a:rPr>
                        <a:t>만 </a:t>
                      </a:r>
                      <a:r>
                        <a:rPr lang="ko-KR" altLang="en-US" sz="700" b="1" dirty="0" err="1">
                          <a:solidFill>
                            <a:srgbClr val="0070C0"/>
                          </a:solidFill>
                        </a:rPr>
                        <a:t>보정해야함</a:t>
                      </a:r>
                      <a:r>
                        <a:rPr lang="en-US" altLang="ko-KR" sz="700" b="1" dirty="0">
                          <a:solidFill>
                            <a:srgbClr val="0070C0"/>
                          </a:solidFill>
                        </a:rPr>
                        <a:t>.</a:t>
                      </a:r>
                      <a:r>
                        <a:rPr lang="ko-KR" altLang="en-US" sz="700" b="1" dirty="0">
                          <a:solidFill>
                            <a:srgbClr val="0070C0"/>
                          </a:solidFill>
                        </a:rPr>
                        <a:t> </a:t>
                      </a:r>
                      <a:endParaRPr sz="700" b="1" dirty="0">
                        <a:solidFill>
                          <a:srgbClr val="0070C0"/>
                        </a:solidFill>
                      </a:endParaRPr>
                    </a:p>
                  </a:txBody>
                  <a:tcPr marL="91450" marR="91450" marT="45725" marB="45725"/>
                </a:tc>
                <a:extLst>
                  <a:ext uri="{0D108BD9-81ED-4DB2-BD59-A6C34878D82A}">
                    <a16:rowId xmlns:a16="http://schemas.microsoft.com/office/drawing/2014/main" val="1226436469"/>
                  </a:ext>
                </a:extLst>
              </a:tr>
            </a:tbl>
          </a:graphicData>
        </a:graphic>
      </p:graphicFrame>
      <p:sp>
        <p:nvSpPr>
          <p:cNvPr id="382" name="Google Shape;382;p28"/>
          <p:cNvSpPr txBox="1"/>
          <p:nvPr/>
        </p:nvSpPr>
        <p:spPr>
          <a:xfrm>
            <a:off x="0" y="5241265"/>
            <a:ext cx="1584088" cy="253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rgbClr val="00B050"/>
                </a:solidFill>
                <a:latin typeface="Calibri"/>
                <a:ea typeface="Calibri"/>
                <a:cs typeface="Calibri"/>
                <a:sym typeface="Calibri"/>
              </a:rPr>
              <a:t>GMP, CJU, PUS next page</a:t>
            </a:r>
            <a:endParaRPr sz="1050" dirty="0">
              <a:solidFill>
                <a:srgbClr val="00B050"/>
              </a:solidFill>
              <a:latin typeface="Calibri"/>
              <a:ea typeface="Calibri"/>
              <a:cs typeface="Calibri"/>
              <a:sym typeface="Calibri"/>
            </a:endParaRPr>
          </a:p>
        </p:txBody>
      </p:sp>
      <p:graphicFrame>
        <p:nvGraphicFramePr>
          <p:cNvPr id="3" name="Google Shape;377;p28">
            <a:extLst>
              <a:ext uri="{FF2B5EF4-FFF2-40B4-BE49-F238E27FC236}">
                <a16:creationId xmlns:a16="http://schemas.microsoft.com/office/drawing/2014/main" id="{87F6FFF9-91B5-765E-7C49-0198867FA84B}"/>
              </a:ext>
            </a:extLst>
          </p:cNvPr>
          <p:cNvGraphicFramePr/>
          <p:nvPr>
            <p:extLst>
              <p:ext uri="{D42A27DB-BD31-4B8C-83A1-F6EECF244321}">
                <p14:modId xmlns:p14="http://schemas.microsoft.com/office/powerpoint/2010/main" val="3325032359"/>
              </p:ext>
            </p:extLst>
          </p:nvPr>
        </p:nvGraphicFramePr>
        <p:xfrm>
          <a:off x="2356" y="2496279"/>
          <a:ext cx="2328775" cy="135744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34574">
                <a:tc gridSpan="8">
                  <a:txBody>
                    <a:bodyPr/>
                    <a:lstStyle/>
                    <a:p>
                      <a:pPr marL="0" marR="0" lvl="0" indent="0" algn="ctr" rtl="0">
                        <a:spcBef>
                          <a:spcPts val="0"/>
                        </a:spcBef>
                        <a:spcAft>
                          <a:spcPts val="0"/>
                        </a:spcAft>
                        <a:buNone/>
                      </a:pPr>
                      <a:r>
                        <a:rPr lang="en-US" sz="800" dirty="0"/>
                        <a:t>Height Above FE (Feet) </a:t>
                      </a:r>
                      <a:r>
                        <a:rPr lang="en-US" sz="800" dirty="0">
                          <a:solidFill>
                            <a:srgbClr val="FFC000"/>
                          </a:solidFill>
                        </a:rPr>
                        <a:t>900-5000ft</a:t>
                      </a:r>
                      <a:endParaRPr sz="800" dirty="0">
                        <a:solidFill>
                          <a:srgbClr val="FFC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6613">
                <a:tc>
                  <a:txBody>
                    <a:bodyPr/>
                    <a:lstStyle/>
                    <a:p>
                      <a:pPr marL="0" marR="0" lvl="0" indent="0" algn="ctr" rtl="0">
                        <a:spcBef>
                          <a:spcPts val="0"/>
                        </a:spcBef>
                        <a:spcAft>
                          <a:spcPts val="0"/>
                        </a:spcAft>
                        <a:buNone/>
                      </a:pPr>
                      <a:r>
                        <a:rPr lang="en-US" sz="800" b="1" dirty="0">
                          <a:solidFill>
                            <a:schemeClr val="dk1"/>
                          </a:solidFill>
                        </a:rPr>
                        <a:t>TEMP</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900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1000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1500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2000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3000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5000</a:t>
                      </a:r>
                      <a:endParaRPr sz="800" b="1" dirty="0">
                        <a:solidFill>
                          <a:schemeClr val="dk1"/>
                        </a:solidFill>
                      </a:endParaRPr>
                    </a:p>
                  </a:txBody>
                  <a:tcPr marL="36000" marR="36000" marT="36000" marB="36000" anchor="ctr"/>
                </a:tc>
                <a:extLst>
                  <a:ext uri="{0D108BD9-81ED-4DB2-BD59-A6C34878D82A}">
                    <a16:rowId xmlns:a16="http://schemas.microsoft.com/office/drawing/2014/main" val="10001"/>
                  </a:ext>
                </a:extLst>
              </a:tr>
              <a:tr h="136613">
                <a:tc>
                  <a:txBody>
                    <a:bodyPr/>
                    <a:lstStyle/>
                    <a:p>
                      <a:pPr marL="0" marR="0" lvl="0" indent="0" algn="ctr" rtl="0">
                        <a:spcBef>
                          <a:spcPts val="0"/>
                        </a:spcBef>
                        <a:spcAft>
                          <a:spcPts val="0"/>
                        </a:spcAft>
                        <a:buNone/>
                      </a:pPr>
                      <a:r>
                        <a:rPr lang="en-US" sz="800" b="1" dirty="0">
                          <a:solidFill>
                            <a:srgbClr val="0070C0"/>
                          </a:solidFill>
                        </a:rPr>
                        <a:t>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280</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36613">
                <a:tc>
                  <a:txBody>
                    <a:bodyPr/>
                    <a:lstStyle/>
                    <a:p>
                      <a:pPr marL="0" marR="0" lvl="0" indent="0" algn="ctr" rtl="0">
                        <a:spcBef>
                          <a:spcPts val="0"/>
                        </a:spcBef>
                        <a:spcAft>
                          <a:spcPts val="0"/>
                        </a:spcAft>
                        <a:buNone/>
                      </a:pPr>
                      <a:r>
                        <a:rPr lang="en-US" sz="800" b="1" dirty="0">
                          <a:solidFill>
                            <a:srgbClr val="00B050"/>
                          </a:solidFill>
                        </a:rPr>
                        <a:t>-5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70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80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120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160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230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310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390</a:t>
                      </a:r>
                      <a:endParaRPr sz="800" b="1" dirty="0">
                        <a:solidFill>
                          <a:srgbClr val="00B050"/>
                        </a:solidFill>
                      </a:endParaRPr>
                    </a:p>
                  </a:txBody>
                  <a:tcPr marL="36000" marR="36000" marT="36000" marB="36000" anchor="ctr"/>
                </a:tc>
                <a:extLst>
                  <a:ext uri="{0D108BD9-81ED-4DB2-BD59-A6C34878D82A}">
                    <a16:rowId xmlns:a16="http://schemas.microsoft.com/office/drawing/2014/main" val="10003"/>
                  </a:ext>
                </a:extLst>
              </a:tr>
              <a:tr h="136613">
                <a:tc>
                  <a:txBody>
                    <a:bodyPr/>
                    <a:lstStyle/>
                    <a:p>
                      <a:pPr marL="0" marR="0" lvl="0" indent="0" algn="ctr" rtl="0">
                        <a:spcBef>
                          <a:spcPts val="0"/>
                        </a:spcBef>
                        <a:spcAft>
                          <a:spcPts val="0"/>
                        </a:spcAft>
                        <a:buNone/>
                      </a:pPr>
                      <a:r>
                        <a:rPr lang="en-US" sz="800" b="1" dirty="0">
                          <a:solidFill>
                            <a:srgbClr val="0070C0"/>
                          </a:solidFill>
                        </a:rPr>
                        <a:t>-10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490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36613">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110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120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240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360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480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600</a:t>
                      </a:r>
                      <a:endParaRPr sz="800" b="1" dirty="0"/>
                    </a:p>
                  </a:txBody>
                  <a:tcPr marL="36000" marR="36000" marT="36000" marB="36000" anchor="ctr"/>
                </a:tc>
                <a:extLst>
                  <a:ext uri="{0D108BD9-81ED-4DB2-BD59-A6C34878D82A}">
                    <a16:rowId xmlns:a16="http://schemas.microsoft.com/office/drawing/2014/main" val="10005"/>
                  </a:ext>
                </a:extLst>
              </a:tr>
              <a:tr h="1366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-20</a:t>
                      </a: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210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280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710</a:t>
                      </a:r>
                      <a:endParaRPr sz="800" b="1" dirty="0">
                        <a:solidFill>
                          <a:srgbClr val="0070C0"/>
                        </a:solidFill>
                      </a:endParaRPr>
                    </a:p>
                  </a:txBody>
                  <a:tcPr marL="36000" marR="36000" marT="36000" marB="36000" anchor="ctr"/>
                </a:tc>
                <a:extLst>
                  <a:ext uri="{0D108BD9-81ED-4DB2-BD59-A6C34878D82A}">
                    <a16:rowId xmlns:a16="http://schemas.microsoft.com/office/drawing/2014/main" val="156798653"/>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11AD4EBE-7260-7598-A427-A3B9DBCBE5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2467"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3000703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28"/>
          <p:cNvGraphicFramePr/>
          <p:nvPr>
            <p:extLst>
              <p:ext uri="{D42A27DB-BD31-4B8C-83A1-F6EECF244321}">
                <p14:modId xmlns:p14="http://schemas.microsoft.com/office/powerpoint/2010/main" val="1810471796"/>
              </p:ext>
            </p:extLst>
          </p:nvPr>
        </p:nvGraphicFramePr>
        <p:xfrm>
          <a:off x="7" y="550180"/>
          <a:ext cx="2328775" cy="174528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01600">
                <a:tc gridSpan="8">
                  <a:txBody>
                    <a:bodyPr/>
                    <a:lstStyle/>
                    <a:p>
                      <a:pPr marL="0" marR="0" lvl="0" indent="0" algn="ctr" rtl="0">
                        <a:spcBef>
                          <a:spcPts val="0"/>
                        </a:spcBef>
                        <a:spcAft>
                          <a:spcPts val="0"/>
                        </a:spcAft>
                        <a:buNone/>
                      </a:pPr>
                      <a:r>
                        <a:rPr lang="en-US" sz="800"/>
                        <a:t>GMP 32L (261’) / 32R (262’) / 14R (254’)</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solidFill>
                            <a:schemeClr val="dk1"/>
                          </a:solidFill>
                        </a:rPr>
                        <a:t>32L/R</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8000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5500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5300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2800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2300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2000</a:t>
                      </a:r>
                      <a:endParaRPr sz="800" b="1">
                        <a:solidFill>
                          <a:schemeClr val="dk1"/>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8450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5810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5600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2970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2440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2120</a:t>
                      </a: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8620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5930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5710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3030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2490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2160</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8780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6040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5820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2530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2200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76800">
                <a:tc>
                  <a:txBody>
                    <a:bodyPr/>
                    <a:lstStyle/>
                    <a:p>
                      <a:pPr marL="0" marR="0" lvl="0" indent="0" algn="ctr" rtl="0">
                        <a:spcBef>
                          <a:spcPts val="0"/>
                        </a:spcBef>
                        <a:spcAft>
                          <a:spcPts val="0"/>
                        </a:spcAft>
                        <a:buNone/>
                      </a:pPr>
                      <a:r>
                        <a:rPr lang="en-US" sz="800" b="1"/>
                        <a:t>R14</a:t>
                      </a:r>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sz="800" b="1"/>
                    </a:p>
                  </a:txBody>
                  <a:tcPr marL="36000" marR="36000" marT="36000" marB="36000" anchor="ctr"/>
                </a:tc>
                <a:tc>
                  <a:txBody>
                    <a:bodyPr/>
                    <a:lstStyle/>
                    <a:p>
                      <a:pPr marL="0" marR="0" lvl="0" indent="0" algn="ctr" rtl="0">
                        <a:spcBef>
                          <a:spcPts val="0"/>
                        </a:spcBef>
                        <a:spcAft>
                          <a:spcPts val="0"/>
                        </a:spcAft>
                        <a:buNone/>
                      </a:pPr>
                      <a:r>
                        <a:rPr lang="en-US" sz="800" b="1"/>
                        <a:t>2800</a:t>
                      </a:r>
                      <a:endParaRPr/>
                    </a:p>
                  </a:txBody>
                  <a:tcPr marL="36000" marR="36000" marT="36000" marB="36000" anchor="ctr"/>
                </a:tc>
                <a:tc>
                  <a:txBody>
                    <a:bodyPr/>
                    <a:lstStyle/>
                    <a:p>
                      <a:pPr marL="0" marR="0" lvl="0" indent="0" algn="ctr" rtl="0">
                        <a:spcBef>
                          <a:spcPts val="0"/>
                        </a:spcBef>
                        <a:spcAft>
                          <a:spcPts val="0"/>
                        </a:spcAft>
                        <a:buNone/>
                      </a:pPr>
                      <a:r>
                        <a:rPr lang="en-US" sz="800" b="1"/>
                        <a:t>1400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4000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extLst>
                  <a:ext uri="{0D108BD9-81ED-4DB2-BD59-A6C34878D82A}">
                    <a16:rowId xmlns:a16="http://schemas.microsoft.com/office/drawing/2014/main" val="10005"/>
                  </a:ext>
                </a:extLst>
              </a:tr>
              <a:tr h="176800">
                <a:tc>
                  <a:txBody>
                    <a:bodyPr/>
                    <a:lstStyle/>
                    <a:p>
                      <a:pPr marL="0" marR="0" lvl="0" indent="0" algn="ctr" rtl="0">
                        <a:spcBef>
                          <a:spcPts val="0"/>
                        </a:spcBef>
                        <a:spcAft>
                          <a:spcPts val="0"/>
                        </a:spcAft>
                        <a:buNone/>
                      </a:pPr>
                      <a:r>
                        <a:rPr lang="en-US" sz="800" b="1">
                          <a:solidFill>
                            <a:srgbClr val="0070C0"/>
                          </a:solidFill>
                        </a:rPr>
                        <a:t>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2970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6"/>
                  </a:ext>
                </a:extLst>
              </a:tr>
              <a:tr h="176800">
                <a:tc>
                  <a:txBody>
                    <a:bodyPr/>
                    <a:lstStyle/>
                    <a:p>
                      <a:pPr marL="0" marR="0" lvl="0" indent="0" algn="ctr" rtl="0">
                        <a:spcBef>
                          <a:spcPts val="0"/>
                        </a:spcBef>
                        <a:spcAft>
                          <a:spcPts val="0"/>
                        </a:spcAft>
                        <a:buNone/>
                      </a:pPr>
                      <a:r>
                        <a:rPr lang="en-US" sz="800" b="1">
                          <a:solidFill>
                            <a:srgbClr val="00B050"/>
                          </a:solidFill>
                        </a:rPr>
                        <a:t>-5</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3030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1520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176800">
                <a:tc>
                  <a:txBody>
                    <a:bodyPr/>
                    <a:lstStyle/>
                    <a:p>
                      <a:pPr marL="0" marR="0" lvl="0" indent="0" algn="ctr" rtl="0">
                        <a:spcBef>
                          <a:spcPts val="0"/>
                        </a:spcBef>
                        <a:spcAft>
                          <a:spcPts val="0"/>
                        </a:spcAft>
                        <a:buNone/>
                      </a:pPr>
                      <a:r>
                        <a:rPr lang="en-US" sz="800" b="1">
                          <a:solidFill>
                            <a:srgbClr val="0070C0"/>
                          </a:solidFill>
                        </a:rPr>
                        <a:t>-10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1540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extLst>
                  <a:ext uri="{0D108BD9-81ED-4DB2-BD59-A6C34878D82A}">
                    <a16:rowId xmlns:a16="http://schemas.microsoft.com/office/drawing/2014/main" val="10008"/>
                  </a:ext>
                </a:extLst>
              </a:tr>
            </a:tbl>
          </a:graphicData>
        </a:graphic>
      </p:graphicFrame>
      <p:graphicFrame>
        <p:nvGraphicFramePr>
          <p:cNvPr id="378" name="Google Shape;378;p28"/>
          <p:cNvGraphicFramePr/>
          <p:nvPr>
            <p:extLst>
              <p:ext uri="{D42A27DB-BD31-4B8C-83A1-F6EECF244321}">
                <p14:modId xmlns:p14="http://schemas.microsoft.com/office/powerpoint/2010/main" val="3338715404"/>
              </p:ext>
            </p:extLst>
          </p:nvPr>
        </p:nvGraphicFramePr>
        <p:xfrm>
          <a:off x="7" y="2357843"/>
          <a:ext cx="2328800" cy="969600"/>
        </p:xfrm>
        <a:graphic>
          <a:graphicData uri="http://schemas.openxmlformats.org/drawingml/2006/table">
            <a:tbl>
              <a:tblPr firstRow="1" bandRow="1">
                <a:noFill/>
                <a:tableStyleId>{A521BE36-7E6F-4EC9-8D66-1CF97A6895EC}</a:tableStyleId>
              </a:tblPr>
              <a:tblGrid>
                <a:gridCol w="291100">
                  <a:extLst>
                    <a:ext uri="{9D8B030D-6E8A-4147-A177-3AD203B41FA5}">
                      <a16:colId xmlns:a16="http://schemas.microsoft.com/office/drawing/2014/main" val="20000"/>
                    </a:ext>
                  </a:extLst>
                </a:gridCol>
                <a:gridCol w="291100">
                  <a:extLst>
                    <a:ext uri="{9D8B030D-6E8A-4147-A177-3AD203B41FA5}">
                      <a16:colId xmlns:a16="http://schemas.microsoft.com/office/drawing/2014/main" val="20001"/>
                    </a:ext>
                  </a:extLst>
                </a:gridCol>
                <a:gridCol w="291100">
                  <a:extLst>
                    <a:ext uri="{9D8B030D-6E8A-4147-A177-3AD203B41FA5}">
                      <a16:colId xmlns:a16="http://schemas.microsoft.com/office/drawing/2014/main" val="20002"/>
                    </a:ext>
                  </a:extLst>
                </a:gridCol>
                <a:gridCol w="291100">
                  <a:extLst>
                    <a:ext uri="{9D8B030D-6E8A-4147-A177-3AD203B41FA5}">
                      <a16:colId xmlns:a16="http://schemas.microsoft.com/office/drawing/2014/main" val="20003"/>
                    </a:ext>
                  </a:extLst>
                </a:gridCol>
                <a:gridCol w="291100">
                  <a:extLst>
                    <a:ext uri="{9D8B030D-6E8A-4147-A177-3AD203B41FA5}">
                      <a16:colId xmlns:a16="http://schemas.microsoft.com/office/drawing/2014/main" val="20004"/>
                    </a:ext>
                  </a:extLst>
                </a:gridCol>
                <a:gridCol w="291100">
                  <a:extLst>
                    <a:ext uri="{9D8B030D-6E8A-4147-A177-3AD203B41FA5}">
                      <a16:colId xmlns:a16="http://schemas.microsoft.com/office/drawing/2014/main" val="20005"/>
                    </a:ext>
                  </a:extLst>
                </a:gridCol>
                <a:gridCol w="291100">
                  <a:extLst>
                    <a:ext uri="{9D8B030D-6E8A-4147-A177-3AD203B41FA5}">
                      <a16:colId xmlns:a16="http://schemas.microsoft.com/office/drawing/2014/main" val="20006"/>
                    </a:ext>
                  </a:extLst>
                </a:gridCol>
                <a:gridCol w="291100">
                  <a:extLst>
                    <a:ext uri="{9D8B030D-6E8A-4147-A177-3AD203B41FA5}">
                      <a16:colId xmlns:a16="http://schemas.microsoft.com/office/drawing/2014/main" val="20007"/>
                    </a:ext>
                  </a:extLst>
                </a:gridCol>
              </a:tblGrid>
              <a:tr h="101600">
                <a:tc gridSpan="8">
                  <a:txBody>
                    <a:bodyPr/>
                    <a:lstStyle/>
                    <a:p>
                      <a:pPr marL="0" marR="0" lvl="0" indent="0" algn="ctr" rtl="0">
                        <a:spcBef>
                          <a:spcPts val="0"/>
                        </a:spcBef>
                        <a:spcAft>
                          <a:spcPts val="0"/>
                        </a:spcAft>
                        <a:buNone/>
                      </a:pPr>
                      <a:r>
                        <a:rPr lang="en-US" sz="800"/>
                        <a:t>CJU 07 (307’) / 25 (296’)</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sz="800" b="1"/>
                    </a:p>
                  </a:txBody>
                  <a:tcPr marL="36000" marR="36000" marT="36000" marB="36000" anchor="ctr"/>
                </a:tc>
                <a:tc>
                  <a:txBody>
                    <a:bodyPr/>
                    <a:lstStyle/>
                    <a:p>
                      <a:pPr marL="0" marR="0" lvl="0" indent="0" algn="ctr" rtl="0">
                        <a:spcBef>
                          <a:spcPts val="0"/>
                        </a:spcBef>
                        <a:spcAft>
                          <a:spcPts val="0"/>
                        </a:spcAft>
                        <a:buNone/>
                      </a:pPr>
                      <a:r>
                        <a:rPr lang="en-US" sz="800" b="1"/>
                        <a:t>2900</a:t>
                      </a:r>
                      <a:endParaRPr/>
                    </a:p>
                  </a:txBody>
                  <a:tcPr marL="36000" marR="36000" marT="36000" marB="36000" anchor="ctr"/>
                </a:tc>
                <a:tc>
                  <a:txBody>
                    <a:bodyPr/>
                    <a:lstStyle/>
                    <a:p>
                      <a:pPr marL="0" marR="0" lvl="0" indent="0" algn="ctr" rtl="0">
                        <a:spcBef>
                          <a:spcPts val="0"/>
                        </a:spcBef>
                        <a:spcAft>
                          <a:spcPts val="0"/>
                        </a:spcAft>
                        <a:buNone/>
                      </a:pPr>
                      <a:r>
                        <a:rPr lang="en-US" sz="800" b="1"/>
                        <a:t>1800</a:t>
                      </a:r>
                      <a:endParaRPr/>
                    </a:p>
                  </a:txBody>
                  <a:tcPr marL="36000" marR="36000" marT="36000" marB="36000" anchor="ctr"/>
                </a:tc>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8000</a:t>
                      </a:r>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25</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4220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1900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8450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4300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3130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1940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8620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3180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1970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8780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6590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bl>
          </a:graphicData>
        </a:graphic>
      </p:graphicFrame>
      <p:graphicFrame>
        <p:nvGraphicFramePr>
          <p:cNvPr id="381" name="Google Shape;381;p28"/>
          <p:cNvGraphicFramePr/>
          <p:nvPr>
            <p:extLst>
              <p:ext uri="{D42A27DB-BD31-4B8C-83A1-F6EECF244321}">
                <p14:modId xmlns:p14="http://schemas.microsoft.com/office/powerpoint/2010/main" val="2447582750"/>
              </p:ext>
            </p:extLst>
          </p:nvPr>
        </p:nvGraphicFramePr>
        <p:xfrm>
          <a:off x="7" y="0"/>
          <a:ext cx="2328850" cy="5486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t>COLD TEMP CORRECTION (Domestic)</a:t>
                      </a:r>
                      <a:endParaRPr sz="1000" dirty="0"/>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rtl="0">
                        <a:spcBef>
                          <a:spcPts val="0"/>
                        </a:spcBef>
                        <a:spcAft>
                          <a:spcPts val="0"/>
                        </a:spcAft>
                        <a:buNone/>
                      </a:pPr>
                      <a:r>
                        <a:rPr lang="en-US" sz="700" dirty="0"/>
                        <a:t>Min </a:t>
                      </a:r>
                      <a:r>
                        <a:rPr lang="en-US" sz="700" dirty="0" err="1"/>
                        <a:t>은</a:t>
                      </a:r>
                      <a:r>
                        <a:rPr lang="en-US" sz="700" dirty="0"/>
                        <a:t> </a:t>
                      </a:r>
                      <a:r>
                        <a:rPr lang="en-US" sz="700" dirty="0" err="1"/>
                        <a:t>반드시</a:t>
                      </a:r>
                      <a:r>
                        <a:rPr lang="en-US" sz="700" dirty="0"/>
                        <a:t> </a:t>
                      </a:r>
                      <a:r>
                        <a:rPr lang="en-US" sz="700" dirty="0" err="1"/>
                        <a:t>수정</a:t>
                      </a:r>
                      <a:r>
                        <a:rPr lang="en-US" sz="700" dirty="0"/>
                        <a:t> (</a:t>
                      </a:r>
                      <a:r>
                        <a:rPr lang="en-US" sz="700" dirty="0" err="1"/>
                        <a:t>중간</a:t>
                      </a:r>
                      <a:r>
                        <a:rPr lang="en-US" sz="700" dirty="0"/>
                        <a:t> </a:t>
                      </a:r>
                      <a:r>
                        <a:rPr lang="en-US" sz="700" dirty="0" err="1"/>
                        <a:t>고도</a:t>
                      </a:r>
                      <a:r>
                        <a:rPr lang="en-US" sz="700" dirty="0"/>
                        <a:t> </a:t>
                      </a:r>
                      <a:r>
                        <a:rPr lang="en-US" sz="700" dirty="0" err="1"/>
                        <a:t>CORRECTION은</a:t>
                      </a:r>
                      <a:r>
                        <a:rPr lang="en-US" sz="700" dirty="0"/>
                        <a:t> PIC </a:t>
                      </a:r>
                      <a:r>
                        <a:rPr lang="en-US" sz="700" dirty="0" err="1"/>
                        <a:t>결정</a:t>
                      </a:r>
                      <a:r>
                        <a:rPr lang="en-US" sz="700" dirty="0"/>
                        <a:t>)</a:t>
                      </a:r>
                      <a:endParaRPr dirty="0"/>
                    </a:p>
                    <a:p>
                      <a:pPr marL="0" marR="0" lvl="0" indent="0" algn="l" rtl="0">
                        <a:spcBef>
                          <a:spcPts val="0"/>
                        </a:spcBef>
                        <a:spcAft>
                          <a:spcPts val="0"/>
                        </a:spcAft>
                        <a:buNone/>
                      </a:pPr>
                      <a:r>
                        <a:rPr lang="en-US" sz="700" dirty="0"/>
                        <a:t>Missed App </a:t>
                      </a:r>
                      <a:r>
                        <a:rPr lang="en-US" sz="700" dirty="0" err="1"/>
                        <a:t>고도는</a:t>
                      </a:r>
                      <a:r>
                        <a:rPr lang="en-US" sz="700" dirty="0"/>
                        <a:t> ATC </a:t>
                      </a:r>
                      <a:r>
                        <a:rPr lang="en-US" sz="700" dirty="0" err="1"/>
                        <a:t>협조</a:t>
                      </a:r>
                      <a:r>
                        <a:rPr lang="en-US" sz="700" dirty="0"/>
                        <a:t> </a:t>
                      </a:r>
                      <a:r>
                        <a:rPr lang="en-US" sz="700" dirty="0" err="1"/>
                        <a:t>필요</a:t>
                      </a:r>
                      <a:endParaRPr sz="700"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 name="Google Shape;389;p29">
            <a:extLst>
              <a:ext uri="{FF2B5EF4-FFF2-40B4-BE49-F238E27FC236}">
                <a16:creationId xmlns:a16="http://schemas.microsoft.com/office/drawing/2014/main" id="{BC46C6F3-A4C3-1AF2-23EC-BBACBA6ACAAA}"/>
              </a:ext>
            </a:extLst>
          </p:cNvPr>
          <p:cNvGraphicFramePr/>
          <p:nvPr>
            <p:extLst>
              <p:ext uri="{D42A27DB-BD31-4B8C-83A1-F6EECF244321}">
                <p14:modId xmlns:p14="http://schemas.microsoft.com/office/powerpoint/2010/main" val="884900013"/>
              </p:ext>
            </p:extLst>
          </p:nvPr>
        </p:nvGraphicFramePr>
        <p:xfrm>
          <a:off x="0" y="3389460"/>
          <a:ext cx="2328775" cy="174528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64650">
                <a:tc gridSpan="8">
                  <a:txBody>
                    <a:bodyPr/>
                    <a:lstStyle/>
                    <a:p>
                      <a:pPr marL="0" marR="0" lvl="0" indent="0" algn="ctr" rtl="0">
                        <a:spcBef>
                          <a:spcPts val="0"/>
                        </a:spcBef>
                        <a:spcAft>
                          <a:spcPts val="0"/>
                        </a:spcAft>
                        <a:buNone/>
                      </a:pPr>
                      <a:r>
                        <a:rPr lang="en-US" sz="800"/>
                        <a:t>PUS 36L(233’),36R(228’) / 18L/R (see below)</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4650">
                <a:tc>
                  <a:txBody>
                    <a:bodyPr/>
                    <a:lstStyle/>
                    <a:p>
                      <a:pPr marL="0" marR="0" lvl="0" indent="0" algn="ctr" rtl="0">
                        <a:spcBef>
                          <a:spcPts val="0"/>
                        </a:spcBef>
                        <a:spcAft>
                          <a:spcPts val="0"/>
                        </a:spcAft>
                        <a:buNone/>
                      </a:pPr>
                      <a:r>
                        <a:rPr lang="en-US" sz="800" b="1" dirty="0">
                          <a:solidFill>
                            <a:schemeClr val="dk1"/>
                          </a:solidFill>
                        </a:rPr>
                        <a:t>36L/R</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t>6000</a:t>
                      </a:r>
                      <a:endParaRPr sz="800" b="1"/>
                    </a:p>
                  </a:txBody>
                  <a:tcPr marL="36000" marR="36000" marT="36000" marB="36000" anchor="ctr"/>
                </a:tc>
                <a:tc>
                  <a:txBody>
                    <a:bodyPr/>
                    <a:lstStyle/>
                    <a:p>
                      <a:pPr marL="0" marR="0" lvl="0" indent="0" algn="ctr" rtl="0">
                        <a:spcBef>
                          <a:spcPts val="0"/>
                        </a:spcBef>
                        <a:spcAft>
                          <a:spcPts val="0"/>
                        </a:spcAft>
                        <a:buNone/>
                      </a:pPr>
                      <a:r>
                        <a:rPr lang="en-US" sz="800" b="1"/>
                        <a:t>5000</a:t>
                      </a:r>
                      <a:endParaRPr/>
                    </a:p>
                  </a:txBody>
                  <a:tcPr marL="36000" marR="36000" marT="36000" marB="36000" anchor="ctr"/>
                </a:tc>
                <a:tc>
                  <a:txBody>
                    <a:bodyPr/>
                    <a:lstStyle/>
                    <a:p>
                      <a:pPr marL="0" marR="0" lvl="0" indent="0" algn="ctr" rtl="0">
                        <a:spcBef>
                          <a:spcPts val="0"/>
                        </a:spcBef>
                        <a:spcAft>
                          <a:spcPts val="0"/>
                        </a:spcAft>
                        <a:buNone/>
                      </a:pPr>
                      <a:r>
                        <a:rPr lang="en-US" sz="800" b="1"/>
                        <a:t>3300</a:t>
                      </a:r>
                      <a:endParaRPr/>
                    </a:p>
                  </a:txBody>
                  <a:tcPr marL="36000" marR="36000" marT="36000" marB="36000" anchor="ctr"/>
                </a:tc>
                <a:tc>
                  <a:txBody>
                    <a:bodyPr/>
                    <a:lstStyle/>
                    <a:p>
                      <a:pPr marL="0" marR="0" lvl="0" indent="0" algn="ctr" rtl="0">
                        <a:spcBef>
                          <a:spcPts val="0"/>
                        </a:spcBef>
                        <a:spcAft>
                          <a:spcPts val="0"/>
                        </a:spcAft>
                        <a:buNone/>
                      </a:pPr>
                      <a:r>
                        <a:rPr lang="en-US" sz="800" b="1"/>
                        <a:t>2100</a:t>
                      </a:r>
                      <a:endParaRPr sz="800" b="1"/>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tc>
                  <a:txBody>
                    <a:bodyPr/>
                    <a:lstStyle/>
                    <a:p>
                      <a:pPr marL="0" marR="0" lvl="0" indent="0" algn="ctr" rtl="0">
                        <a:spcBef>
                          <a:spcPts val="0"/>
                        </a:spcBef>
                        <a:spcAft>
                          <a:spcPts val="0"/>
                        </a:spcAft>
                        <a:buNone/>
                      </a:pPr>
                      <a:endParaRPr sz="800" b="1">
                        <a:solidFill>
                          <a:schemeClr val="dk1"/>
                        </a:solidFill>
                      </a:endParaRPr>
                    </a:p>
                  </a:txBody>
                  <a:tcPr marL="36000" marR="36000" marT="36000" marB="36000" anchor="ctr"/>
                </a:tc>
                <a:extLst>
                  <a:ext uri="{0D108BD9-81ED-4DB2-BD59-A6C34878D82A}">
                    <a16:rowId xmlns:a16="http://schemas.microsoft.com/office/drawing/2014/main" val="10001"/>
                  </a:ext>
                </a:extLst>
              </a:tr>
              <a:tr h="16465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2210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6465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5390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3560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2250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6465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3620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4"/>
                  </a:ext>
                </a:extLst>
              </a:tr>
              <a:tr h="164650">
                <a:tc>
                  <a:txBody>
                    <a:bodyPr/>
                    <a:lstStyle/>
                    <a:p>
                      <a:pPr marL="0" marR="0" lvl="0" indent="0" algn="ctr" rtl="0">
                        <a:spcBef>
                          <a:spcPts val="0"/>
                        </a:spcBef>
                        <a:spcAft>
                          <a:spcPts val="0"/>
                        </a:spcAft>
                        <a:buNone/>
                      </a:pPr>
                      <a:r>
                        <a:rPr lang="en-US" sz="800" b="1"/>
                        <a:t>18L/R</a:t>
                      </a:r>
                      <a:endParaRPr/>
                    </a:p>
                  </a:txBody>
                  <a:tcPr marL="36000" marR="36000" marT="36000" marB="36000" anchor="ctr"/>
                </a:tc>
                <a:tc>
                  <a:txBody>
                    <a:bodyPr/>
                    <a:lstStyle/>
                    <a:p>
                      <a:pPr marL="0" marR="0" lvl="0" indent="0" algn="ctr" rtl="0">
                        <a:spcBef>
                          <a:spcPts val="0"/>
                        </a:spcBef>
                        <a:spcAft>
                          <a:spcPts val="0"/>
                        </a:spcAft>
                        <a:buNone/>
                      </a:pPr>
                      <a:r>
                        <a:rPr lang="en-US" sz="800" b="1"/>
                        <a:t>6000</a:t>
                      </a:r>
                      <a:endParaRPr sz="800" b="1"/>
                    </a:p>
                  </a:txBody>
                  <a:tcPr marL="36000" marR="36000" marT="36000" marB="36000" anchor="ctr"/>
                </a:tc>
                <a:tc>
                  <a:txBody>
                    <a:bodyPr/>
                    <a:lstStyle/>
                    <a:p>
                      <a:pPr marL="0" marR="0" lvl="0" indent="0" algn="ctr" rtl="0">
                        <a:spcBef>
                          <a:spcPts val="0"/>
                        </a:spcBef>
                        <a:spcAft>
                          <a:spcPts val="0"/>
                        </a:spcAft>
                        <a:buNone/>
                      </a:pPr>
                      <a:r>
                        <a:rPr lang="en-US" sz="800" b="1"/>
                        <a:t>5000</a:t>
                      </a:r>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a:p>
                  </a:txBody>
                  <a:tcPr marL="36000" marR="36000" marT="36000" marB="36000" anchor="ctr"/>
                </a:tc>
                <a:tc>
                  <a:txBody>
                    <a:bodyPr/>
                    <a:lstStyle/>
                    <a:p>
                      <a:pPr marL="0" marR="0" lvl="0" indent="0" algn="ctr" rtl="0">
                        <a:spcBef>
                          <a:spcPts val="0"/>
                        </a:spcBef>
                        <a:spcAft>
                          <a:spcPts val="0"/>
                        </a:spcAft>
                        <a:buNone/>
                      </a:pPr>
                      <a:r>
                        <a:rPr lang="en-US" sz="800" b="1"/>
                        <a:t>2600</a:t>
                      </a:r>
                      <a:endParaRPr sz="800" b="1"/>
                    </a:p>
                  </a:txBody>
                  <a:tcPr marL="36000" marR="36000" marT="36000" marB="36000" anchor="ctr"/>
                </a:tc>
                <a:tc>
                  <a:txBody>
                    <a:bodyPr/>
                    <a:lstStyle/>
                    <a:p>
                      <a:pPr marL="0" marR="0" lvl="0" indent="0" algn="ctr" rtl="0">
                        <a:spcBef>
                          <a:spcPts val="0"/>
                        </a:spcBef>
                        <a:spcAft>
                          <a:spcPts val="0"/>
                        </a:spcAft>
                        <a:buNone/>
                      </a:pPr>
                      <a:r>
                        <a:rPr lang="en-US" sz="800" b="1"/>
                        <a:t>1700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extLst>
                  <a:ext uri="{0D108BD9-81ED-4DB2-BD59-A6C34878D82A}">
                    <a16:rowId xmlns:a16="http://schemas.microsoft.com/office/drawing/2014/main" val="10005"/>
                  </a:ext>
                </a:extLst>
              </a:tr>
              <a:tr h="164650">
                <a:tc>
                  <a:txBody>
                    <a:bodyPr/>
                    <a:lstStyle/>
                    <a:p>
                      <a:pPr marL="0" marR="0" lvl="0" indent="0" algn="ctr" rtl="0">
                        <a:spcBef>
                          <a:spcPts val="0"/>
                        </a:spcBef>
                        <a:spcAft>
                          <a:spcPts val="0"/>
                        </a:spcAft>
                        <a:buNone/>
                      </a:pPr>
                      <a:r>
                        <a:rPr lang="en-US" sz="800" b="1">
                          <a:solidFill>
                            <a:srgbClr val="0070C0"/>
                          </a:solidFill>
                        </a:rPr>
                        <a:t>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2760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1800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extLst>
                  <a:ext uri="{0D108BD9-81ED-4DB2-BD59-A6C34878D82A}">
                    <a16:rowId xmlns:a16="http://schemas.microsoft.com/office/drawing/2014/main" val="10006"/>
                  </a:ext>
                </a:extLst>
              </a:tr>
              <a:tr h="164650">
                <a:tc>
                  <a:txBody>
                    <a:bodyPr/>
                    <a:lstStyle/>
                    <a:p>
                      <a:pPr marL="0" marR="0" lvl="0" indent="0" algn="ctr" rtl="0">
                        <a:spcBef>
                          <a:spcPts val="0"/>
                        </a:spcBef>
                        <a:spcAft>
                          <a:spcPts val="0"/>
                        </a:spcAft>
                        <a:buNone/>
                      </a:pPr>
                      <a:r>
                        <a:rPr lang="en-US" sz="800" b="1">
                          <a:solidFill>
                            <a:srgbClr val="00B050"/>
                          </a:solidFill>
                        </a:rPr>
                        <a:t>-5</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5390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2810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1830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164650">
                <a:tc>
                  <a:txBody>
                    <a:bodyPr/>
                    <a:lstStyle/>
                    <a:p>
                      <a:pPr marL="0" marR="0" lvl="0" indent="0" algn="ctr" rtl="0">
                        <a:spcBef>
                          <a:spcPts val="0"/>
                        </a:spcBef>
                        <a:spcAft>
                          <a:spcPts val="0"/>
                        </a:spcAft>
                        <a:buNone/>
                      </a:pPr>
                      <a:r>
                        <a:rPr lang="en-US" sz="800" b="1">
                          <a:solidFill>
                            <a:srgbClr val="0070C0"/>
                          </a:solidFill>
                        </a:rPr>
                        <a:t>-10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2860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1870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6580</a:t>
                      </a:r>
                      <a:endParaRPr sz="800" b="1" dirty="0">
                        <a:solidFill>
                          <a:srgbClr val="0070C0"/>
                        </a:solidFill>
                      </a:endParaRPr>
                    </a:p>
                  </a:txBody>
                  <a:tcPr marL="36000" marR="36000" marT="36000" marB="36000" anchor="ctr"/>
                </a:tc>
                <a:extLst>
                  <a:ext uri="{0D108BD9-81ED-4DB2-BD59-A6C34878D82A}">
                    <a16:rowId xmlns:a16="http://schemas.microsoft.com/office/drawing/2014/main" val="10008"/>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6CBDA6B3-38AC-2807-0F8D-0DFCBF6633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105931"/>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2543467362"/>
              </p:ext>
            </p:extLst>
          </p:nvPr>
        </p:nvGraphicFramePr>
        <p:xfrm>
          <a:off x="12706" y="8862"/>
          <a:ext cx="2328875" cy="559416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849">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COLD </a:t>
                      </a:r>
                      <a:r>
                        <a:rPr lang="en-US" sz="1000" dirty="0" err="1">
                          <a:latin typeface="Arial" panose="020B0604020202020204" pitchFamily="34" charset="0"/>
                          <a:cs typeface="Arial" panose="020B0604020202020204" pitchFamily="34" charset="0"/>
                        </a:rPr>
                        <a:t>Wx</a:t>
                      </a:r>
                      <a:r>
                        <a:rPr lang="en-US" sz="1000" dirty="0">
                          <a:latin typeface="Arial" panose="020B0604020202020204" pitchFamily="34" charset="0"/>
                          <a:cs typeface="Arial" panose="020B0604020202020204" pitchFamily="34" charset="0"/>
                        </a:rPr>
                        <a:t> Operation 1/2</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676890">
                <a:tc>
                  <a:txBody>
                    <a:bodyPr/>
                    <a:lstStyle/>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OAT (GND) / TAT (TAT) is 10°C (50°F) or below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visible moisture (clouds, fog with VIS 1SM (1600 m) or rain, snow, sleet, ice crystals...)</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ice, snow, slush and standing water is present on the ramps, taxiways, or runways.</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64270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PRELIMINARY (OAT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b="1" dirty="0">
                          <a:solidFill>
                            <a:srgbClr val="C00000"/>
                          </a:solidFill>
                          <a:latin typeface="Arial" panose="020B0604020202020204" pitchFamily="34" charset="0"/>
                          <a:ea typeface="Helvetica Neue"/>
                          <a:cs typeface="Arial" panose="020B0604020202020204" pitchFamily="34" charset="0"/>
                          <a:sym typeface="Helvetica Neue"/>
                        </a:rPr>
                        <a:t>PROBE/WIN HEAT – ON (ENG START</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후 </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AUTO)</a:t>
                      </a:r>
                      <a:endParaRPr lang="en-US" sz="800" b="1"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LOGBOOK </a:t>
                      </a:r>
                      <a:r>
                        <a:rPr lang="en-US" altLang="ko-KR" sz="800" b="1" dirty="0">
                          <a:solidFill>
                            <a:schemeClr val="bg1"/>
                          </a:solidFill>
                          <a:latin typeface="Arial" panose="020B0604020202020204" pitchFamily="34" charset="0"/>
                          <a:ea typeface="Helvetica Neue"/>
                          <a:cs typeface="Arial" panose="020B0604020202020204" pitchFamily="34" charset="0"/>
                          <a:sym typeface="Helvetica Neue"/>
                        </a:rPr>
                        <a:t>--------------------------------------</a:t>
                      </a:r>
                      <a:r>
                        <a:rPr lang="en-US" sz="800" b="1" dirty="0">
                          <a:solidFill>
                            <a:schemeClr val="bg1"/>
                          </a:solidFill>
                          <a:latin typeface="Arial" panose="020B0604020202020204" pitchFamily="34" charset="0"/>
                          <a:ea typeface="Helvetica Neue"/>
                          <a:cs typeface="Arial" panose="020B0604020202020204" pitchFamily="34" charset="0"/>
                          <a:sym typeface="Helvetica Neue"/>
                        </a:rPr>
                        <a:t>  CHECK</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MAX TIME TO NEXT ENG ACC ---- DETERMINE</a:t>
                      </a:r>
                    </a:p>
                    <a:p>
                      <a:pPr marL="0" marR="0" lvl="0" indent="0" algn="l" rtl="0">
                        <a:spcBef>
                          <a:spcPts val="0"/>
                        </a:spcBef>
                        <a:spcAft>
                          <a:spcPts val="0"/>
                        </a:spcAft>
                        <a:buNone/>
                      </a:pPr>
                      <a:r>
                        <a:rPr lang="en-US" sz="600" b="1" dirty="0">
                          <a:solidFill>
                            <a:schemeClr val="bg1"/>
                          </a:solidFill>
                          <a:latin typeface="Arial" panose="020B0604020202020204" pitchFamily="34" charset="0"/>
                          <a:cs typeface="Arial" panose="020B0604020202020204" pitchFamily="34" charset="0"/>
                        </a:rPr>
                        <a:t>TAXI IN TIME – NEXT ENG ACC TIME 15</a:t>
                      </a:r>
                      <a:r>
                        <a:rPr lang="ko-KR" altLang="en-US" sz="600" b="1" dirty="0">
                          <a:solidFill>
                            <a:schemeClr val="bg1"/>
                          </a:solidFill>
                          <a:latin typeface="Arial" panose="020B0604020202020204" pitchFamily="34" charset="0"/>
                          <a:cs typeface="Arial" panose="020B0604020202020204" pitchFamily="34" charset="0"/>
                        </a:rPr>
                        <a:t>분 이내인지 확인</a:t>
                      </a:r>
                      <a:endParaRPr sz="6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2"/>
                  </a:ext>
                </a:extLst>
              </a:tr>
              <a:tr h="153934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TAXI-OUT</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TAXI TIME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MONITOR</a:t>
                      </a: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700" b="0" dirty="0">
                          <a:latin typeface="Arial" panose="020B0604020202020204" pitchFamily="34" charset="0"/>
                          <a:ea typeface="Helvetica Neue"/>
                          <a:cs typeface="Arial" panose="020B0604020202020204" pitchFamily="34" charset="0"/>
                          <a:sym typeface="Helvetica Neue"/>
                        </a:rPr>
                        <a:t>15</a:t>
                      </a:r>
                      <a:r>
                        <a:rPr lang="ko-KR" altLang="en-US" sz="700" b="0" dirty="0">
                          <a:latin typeface="Arial" panose="020B0604020202020204" pitchFamily="34" charset="0"/>
                          <a:ea typeface="Helvetica Neue"/>
                          <a:cs typeface="Arial" panose="020B0604020202020204" pitchFamily="34" charset="0"/>
                          <a:sym typeface="Helvetica Neue"/>
                        </a:rPr>
                        <a:t>분 초과 또는 </a:t>
                      </a:r>
                      <a:r>
                        <a:rPr lang="en-US" altLang="ko-KR" sz="700" b="0" dirty="0">
                          <a:latin typeface="Arial" panose="020B0604020202020204" pitchFamily="34" charset="0"/>
                          <a:ea typeface="Helvetica Neue"/>
                          <a:cs typeface="Arial" panose="020B0604020202020204" pitchFamily="34" charset="0"/>
                          <a:sym typeface="Helvetica Neue"/>
                        </a:rPr>
                        <a:t>Eng Vibrations</a:t>
                      </a:r>
                      <a:r>
                        <a:rPr lang="ko-KR" altLang="en-US" sz="700" b="0" dirty="0">
                          <a:latin typeface="Arial" panose="020B0604020202020204" pitchFamily="34" charset="0"/>
                          <a:ea typeface="Helvetica Neue"/>
                          <a:cs typeface="Arial" panose="020B0604020202020204" pitchFamily="34" charset="0"/>
                          <a:sym typeface="Helvetica Neue"/>
                        </a:rPr>
                        <a:t>시 절차 수행</a:t>
                      </a:r>
                      <a:endParaRPr lang="en-US" altLang="ko-KR" sz="700" b="0" dirty="0">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SOP SURFACE COND &amp; AREA ---------- CHECK</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ATC ------------------------------------------------ NOTIFY</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PARKING BRAKE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the aircraft starts to move, immediately retard the thrust levers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----- 50% N1 (NO HOLD TIME)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RETARD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Repeat this procedure at intervals not longer than 15 min, or if the engine vibrations increase.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SOP TAXI -------------------------------------- RESUME</a:t>
                      </a:r>
                    </a:p>
                  </a:txBody>
                  <a:tcPr marL="36000" marR="36000" marT="36000" marB="36000"/>
                </a:tc>
                <a:extLst>
                  <a:ext uri="{0D108BD9-81ED-4DB2-BD59-A6C34878D82A}">
                    <a16:rowId xmlns:a16="http://schemas.microsoft.com/office/drawing/2014/main" val="10003"/>
                  </a:ext>
                </a:extLst>
              </a:tr>
              <a:tr h="90728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BEFORE TAKEOFF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FLAPS lever ------------------ SET FOR TAKEOFF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FLAPS ------------------------------------- CHECK PSN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T/O CONFIG pb ---------------------------------- TEST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T/O MEMO ------------------------ CHECK NO BLUE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AFTER START checklist ------------- COMPLETE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BEFORE TAKEOFF checklist --- ACCOMPLISH</a:t>
                      </a:r>
                      <a:endParaRPr lang="en-US" sz="900" b="1" dirty="0">
                        <a:solidFill>
                          <a:srgbClr val="AA47F5"/>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4"/>
                  </a:ext>
                </a:extLst>
              </a:tr>
              <a:tr h="99548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TAKEOFF</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 final engine acceleration must be performed before takeoff to entirely clean the engine from ice accretion.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ATC ------------------------------------------------ NOTIFY</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PARKING BRK(OR BRK PEDALS) ------ APPLY</a:t>
                      </a:r>
                      <a:endParaRPr sz="500" dirty="0">
                        <a:solidFill>
                          <a:srgbClr val="0070C0"/>
                        </a:solidFill>
                        <a:latin typeface="Arial" panose="020B0604020202020204" pitchFamily="34" charset="0"/>
                        <a:cs typeface="Arial" panose="020B0604020202020204" pitchFamily="34" charset="0"/>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----- 50% N1 (NO HOLD TIME)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RETARD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SOP TAKEOFF ------------------------------- RESUME</a:t>
                      </a:r>
                    </a:p>
                  </a:txBody>
                  <a:tcPr marL="36000" marR="36000" marT="36000" marB="36000"/>
                </a:tc>
                <a:extLst>
                  <a:ext uri="{0D108BD9-81ED-4DB2-BD59-A6C34878D82A}">
                    <a16:rowId xmlns:a16="http://schemas.microsoft.com/office/drawing/2014/main" val="10005"/>
                  </a:ext>
                </a:extLst>
              </a:tr>
              <a:tr h="44987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AFTER L/D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DO NOT RETRACT FLAPS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Ice Shedding </a:t>
                      </a:r>
                      <a:r>
                        <a:rPr kumimoji="0" lang="ko-KR" altLang="en-US"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절차 반복</a:t>
                      </a:r>
                      <a:endParaRPr kumimoji="0" lang="en-US" altLang="ko-KR"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2064318730"/>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DA0CD715-5FBD-243E-3B4B-CF9DA26E5E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19822" y="5139061"/>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812717D6-C8CE-1A9C-6E0A-C645D6E90C4E}"/>
            </a:ext>
          </a:extLst>
        </p:cNvPr>
        <p:cNvGrpSpPr/>
        <p:nvPr/>
      </p:nvGrpSpPr>
      <p:grpSpPr>
        <a:xfrm>
          <a:off x="0" y="0"/>
          <a:ext cx="0" cy="0"/>
          <a:chOff x="0" y="0"/>
          <a:chExt cx="0" cy="0"/>
        </a:xfrm>
      </p:grpSpPr>
      <p:graphicFrame>
        <p:nvGraphicFramePr>
          <p:cNvPr id="402" name="Google Shape;402;p31">
            <a:extLst>
              <a:ext uri="{FF2B5EF4-FFF2-40B4-BE49-F238E27FC236}">
                <a16:creationId xmlns:a16="http://schemas.microsoft.com/office/drawing/2014/main" id="{BA2D45B4-EED9-6111-35FA-0DC73C1E29A0}"/>
              </a:ext>
            </a:extLst>
          </p:cNvPr>
          <p:cNvGraphicFramePr/>
          <p:nvPr>
            <p:extLst>
              <p:ext uri="{D42A27DB-BD31-4B8C-83A1-F6EECF244321}">
                <p14:modId xmlns:p14="http://schemas.microsoft.com/office/powerpoint/2010/main" val="2760037043"/>
              </p:ext>
            </p:extLst>
          </p:nvPr>
        </p:nvGraphicFramePr>
        <p:xfrm>
          <a:off x="12706" y="8862"/>
          <a:ext cx="2328875" cy="356880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849">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COLD </a:t>
                      </a:r>
                      <a:r>
                        <a:rPr lang="en-US" sz="1000" dirty="0" err="1">
                          <a:latin typeface="Arial" panose="020B0604020202020204" pitchFamily="34" charset="0"/>
                          <a:cs typeface="Arial" panose="020B0604020202020204" pitchFamily="34" charset="0"/>
                        </a:rPr>
                        <a:t>Wx</a:t>
                      </a:r>
                      <a:r>
                        <a:rPr lang="en-US" sz="1000" dirty="0">
                          <a:latin typeface="Arial" panose="020B0604020202020204" pitchFamily="34" charset="0"/>
                          <a:cs typeface="Arial" panose="020B0604020202020204" pitchFamily="34" charset="0"/>
                        </a:rPr>
                        <a:t> Operation 2/2</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676890">
                <a:tc>
                  <a:txBody>
                    <a:bodyPr/>
                    <a:lstStyle/>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OAT (GND) / TAT (TAT) is 10°C (50°F) or below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visible moisture (clouds, fog with VIS 1SM (1600 m) or rain, snow, sleet, ice crystals...)</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ice, snow, slush and standing water is present on the ramps, taxiways, or runways.</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64270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PARKING</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After engine shutdown and before shutting down electrical supply:</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FLAPS / SLATS ....... CONF FREE OF CONTAM</a:t>
                      </a: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Perform a visual inspection to determine if the flaps/slats mechanism is free of contamination.</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If necessary, perform decontamination.</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Y ELEC PUMP pb .............................. AUTO F/O</a:t>
                      </a: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G ELEC PUMP pb .............................. AUTO F/O</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Y ELEC PUMP pb (guarded) ................. ON F/O</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G ELEC PUMP pb (guarded) ................. ON F/O</a:t>
                      </a: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SLATS / FLAPS .......................... RETRACT F/O</a:t>
                      </a: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Monitor slats/flaps retraction on ECAM upper display</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When slats and flaps are retracted:</a:t>
                      </a:r>
                    </a:p>
                    <a:p>
                      <a:pPr marL="0" marR="0" lvl="0" indent="0" algn="l" rtl="0">
                        <a:spcBef>
                          <a:spcPts val="0"/>
                        </a:spcBef>
                        <a:spcAft>
                          <a:spcPts val="0"/>
                        </a:spcAft>
                        <a:buNone/>
                      </a:pP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Y ELEC PUMP pb (guarded) ............ AUTO F/O</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G ELEC PUMP pb (guarded) ............ AUTO F/O</a:t>
                      </a: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NORMAL PROCEDURE .............. RESUME ALL</a:t>
                      </a:r>
                      <a:endParaRPr sz="6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2"/>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2536B5C3-9E66-28BE-B890-12A13404EB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828171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aphicFrame>
        <p:nvGraphicFramePr>
          <p:cNvPr id="414" name="Google Shape;414;p33"/>
          <p:cNvGraphicFramePr/>
          <p:nvPr>
            <p:extLst>
              <p:ext uri="{D42A27DB-BD31-4B8C-83A1-F6EECF244321}">
                <p14:modId xmlns:p14="http://schemas.microsoft.com/office/powerpoint/2010/main" val="3335867734"/>
              </p:ext>
            </p:extLst>
          </p:nvPr>
        </p:nvGraphicFramePr>
        <p:xfrm>
          <a:off x="0" y="7749"/>
          <a:ext cx="2326511" cy="5472240"/>
        </p:xfrm>
        <a:graphic>
          <a:graphicData uri="http://schemas.openxmlformats.org/drawingml/2006/table">
            <a:tbl>
              <a:tblPr firstRow="1" bandRow="1">
                <a:noFill/>
                <a:tableStyleId>{A521BE36-7E6F-4EC9-8D66-1CF97A6895EC}</a:tableStyleId>
              </a:tblPr>
              <a:tblGrid>
                <a:gridCol w="2326511">
                  <a:extLst>
                    <a:ext uri="{9D8B030D-6E8A-4147-A177-3AD203B41FA5}">
                      <a16:colId xmlns:a16="http://schemas.microsoft.com/office/drawing/2014/main" val="20000"/>
                    </a:ext>
                  </a:extLst>
                </a:gridCol>
              </a:tblGrid>
              <a:tr h="315307">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ON Deicing in </a:t>
                      </a:r>
                      <a:r>
                        <a:rPr lang="en-US" sz="1100" dirty="0">
                          <a:solidFill>
                            <a:srgbClr val="00B050"/>
                          </a:solidFill>
                          <a:latin typeface="Arial" panose="020B0604020202020204" pitchFamily="34" charset="0"/>
                          <a:cs typeface="Arial" panose="020B0604020202020204" pitchFamily="34" charset="0"/>
                        </a:rPr>
                        <a:t>ICN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TOBT- 40min CTC KE ICN (</a:t>
                      </a:r>
                      <a:r>
                        <a:rPr kumimoji="0" lang="ko-KR" altLang="en-US" sz="800" b="1" i="0" u="none" strike="noStrike" kern="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sym typeface="Helvetica Neue"/>
                        </a:rPr>
                        <a:t>사전신청</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800" b="1" i="0" u="none" strike="noStrike" kern="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sym typeface="Helvetica Neue"/>
                        </a:rPr>
                        <a:t> 결과확인</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34920">
                <a:tc>
                  <a:txBody>
                    <a:bodyPr/>
                    <a:lstStyle/>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ICN Deicing </a:t>
                      </a:r>
                      <a:r>
                        <a:rPr lang="en-US" sz="700" dirty="0">
                          <a:latin typeface="Arial" panose="020B0604020202020204" pitchFamily="34" charset="0"/>
                          <a:ea typeface="Helvetica Neue"/>
                          <a:cs typeface="Arial" panose="020B0604020202020204" pitchFamily="34" charset="0"/>
                          <a:sym typeface="Helvetica Neue"/>
                        </a:rPr>
                        <a:t>”Deicing Required ENG On Deicing”</a:t>
                      </a:r>
                      <a:endParaRP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ICN Apron </a:t>
                      </a:r>
                      <a:r>
                        <a:rPr lang="en-US" sz="700" dirty="0">
                          <a:latin typeface="Arial" panose="020B0604020202020204" pitchFamily="34" charset="0"/>
                          <a:ea typeface="Helvetica Neue"/>
                          <a:cs typeface="Arial" panose="020B0604020202020204" pitchFamily="34" charset="0"/>
                          <a:sym typeface="Helvetica Neue"/>
                        </a:rPr>
                        <a:t>“Req Pushback Deicing Zone xx”</a:t>
                      </a:r>
                      <a:r>
                        <a:rPr lang="ko-KR" altLang="en-US" sz="700" dirty="0">
                          <a:latin typeface="Arial" panose="020B0604020202020204" pitchFamily="34" charset="0"/>
                          <a:ea typeface="Helvetica Neue"/>
                          <a:cs typeface="Arial" panose="020B0604020202020204" pitchFamily="34" charset="0"/>
                          <a:sym typeface="Helvetica Neue"/>
                        </a:rPr>
                        <a:t> </a:t>
                      </a:r>
                      <a:r>
                        <a:rPr lang="en-US" sz="700" b="1" dirty="0">
                          <a:solidFill>
                            <a:srgbClr val="00B050"/>
                          </a:solidFill>
                          <a:latin typeface="Arial" panose="020B0604020202020204" pitchFamily="34" charset="0"/>
                          <a:ea typeface="Helvetica Neue"/>
                          <a:cs typeface="Arial" panose="020B0604020202020204" pitchFamily="34" charset="0"/>
                          <a:sym typeface="Helvetica Neue"/>
                        </a:rPr>
                        <a:t>SQ2000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dirty="0">
                          <a:solidFill>
                            <a:srgbClr val="0070C0"/>
                          </a:solidFill>
                          <a:latin typeface="Arial" panose="020B0604020202020204" pitchFamily="34" charset="0"/>
                          <a:ea typeface="Helvetica Neue"/>
                          <a:cs typeface="Arial" panose="020B0604020202020204" pitchFamily="34" charset="0"/>
                          <a:sym typeface="Helvetica Neue"/>
                        </a:rPr>
                        <a:t>Pad Control </a:t>
                      </a:r>
                      <a:r>
                        <a:rPr kumimoji="0" lang="en-US" sz="7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Arrange</a:t>
                      </a:r>
                      <a:r>
                        <a:rPr kumimoji="0" lang="en-US" altLang="ko-Kore-KR" sz="7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Deicing Pad No. </a:t>
                      </a:r>
                      <a:r>
                        <a:rPr kumimoji="0" lang="en-US" altLang="ko-Kore-KR" sz="700" b="1" i="0" u="none" strike="noStrike" kern="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REQ FULL BODY</a:t>
                      </a:r>
                      <a:endParaRPr lang="en-US" sz="700" b="1" dirty="0">
                        <a:solidFill>
                          <a:srgbClr val="AA47F5"/>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Ice Man</a:t>
                      </a:r>
                      <a:r>
                        <a:rPr lang="en-US" sz="700" dirty="0">
                          <a:latin typeface="Arial" panose="020B0604020202020204" pitchFamily="34" charset="0"/>
                          <a:ea typeface="Helvetica Neue"/>
                          <a:cs typeface="Arial" panose="020B0604020202020204" pitchFamily="34" charset="0"/>
                          <a:sym typeface="Helvetica Neue"/>
                        </a:rPr>
                        <a:t> Manage Deicing Process</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936734">
                <a:tc>
                  <a:txBody>
                    <a:bodyPr/>
                    <a:lstStyle/>
                    <a:p>
                      <a:pPr marL="0" marR="0" lvl="0" indent="0" algn="l" rtl="0">
                        <a:spcBef>
                          <a:spcPts val="0"/>
                        </a:spcBef>
                        <a:spcAft>
                          <a:spcPts val="0"/>
                        </a:spcAft>
                        <a:buNone/>
                      </a:pPr>
                      <a:r>
                        <a:rPr lang="en-US" sz="800" b="1" dirty="0">
                          <a:solidFill>
                            <a:srgbClr val="C00000"/>
                          </a:solidFill>
                          <a:latin typeface="Arial" panose="020B0604020202020204" pitchFamily="34" charset="0"/>
                          <a:ea typeface="Helvetica Neue"/>
                          <a:cs typeface="Arial" panose="020B0604020202020204" pitchFamily="34" charset="0"/>
                          <a:sym typeface="Helvetica Neue"/>
                        </a:rPr>
                        <a:t>Gate </a:t>
                      </a:r>
                      <a:r>
                        <a:rPr lang="ko-KR" altLang="en-US" sz="800" b="1" dirty="0" err="1">
                          <a:solidFill>
                            <a:srgbClr val="C00000"/>
                          </a:solidFill>
                          <a:latin typeface="Arial" panose="020B0604020202020204" pitchFamily="34" charset="0"/>
                          <a:ea typeface="Helvetica Neue"/>
                          <a:cs typeface="Arial" panose="020B0604020202020204" pitchFamily="34" charset="0"/>
                          <a:sym typeface="Helvetica Neue"/>
                        </a:rPr>
                        <a:t>시동후</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(FLAP UP, FLT CTL CHK </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없이</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a:t>
                      </a:r>
                      <a:endParaRPr lang="en-US" sz="900" b="1"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SET </a:t>
                      </a:r>
                      <a:endParaRPr dirty="0">
                        <a:solidFill>
                          <a:srgbClr val="0070C0"/>
                        </a:solidFill>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a:latin typeface="Arial" panose="020B0604020202020204" pitchFamily="34" charset="0"/>
                          <a:ea typeface="Helvetica Neue"/>
                          <a:cs typeface="Arial" panose="020B0604020202020204" pitchFamily="34" charset="0"/>
                          <a:sym typeface="Helvetica Neue"/>
                        </a:rPr>
                        <a:t>Report Parking Brake SET - &gt; Ice Man</a:t>
                      </a:r>
                      <a:endParaRPr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ore-KR" sz="900" b="1" i="0" kern="1200"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OFF </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COMMUNICATION with GND </a:t>
                      </a:r>
                      <a:r>
                        <a:rPr lang="en-US" sz="900" b="1" i="0" kern="1200" dirty="0">
                          <a:solidFill>
                            <a:schemeClr val="bg1"/>
                          </a:solidFill>
                          <a:latin typeface="Arial" panose="020B0604020202020204" pitchFamily="34" charset="0"/>
                          <a:ea typeface="Helvetica Neue"/>
                          <a:cs typeface="Arial" panose="020B0604020202020204" pitchFamily="34" charset="0"/>
                          <a:sym typeface="Helvetica Neue"/>
                        </a:rPr>
                        <a:t>------ </a:t>
                      </a:r>
                      <a:r>
                        <a:rPr lang="en-US" sz="900" b="1" dirty="0">
                          <a:solidFill>
                            <a:schemeClr val="bg1"/>
                          </a:solidFill>
                          <a:latin typeface="Arial" panose="020B0604020202020204" pitchFamily="34" charset="0"/>
                          <a:ea typeface="Helvetica Neue"/>
                          <a:cs typeface="Arial" panose="020B0604020202020204" pitchFamily="34" charset="0"/>
                          <a:sym typeface="Helvetica Neue"/>
                        </a:rPr>
                        <a:t>ESTAB</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rtl="0">
                        <a:spcBef>
                          <a:spcPts val="0"/>
                        </a:spcBef>
                        <a:spcAft>
                          <a:spcPts val="0"/>
                        </a:spcAft>
                        <a:buNone/>
                      </a:pPr>
                      <a:r>
                        <a:rPr lang="en-US" sz="700" b="1" dirty="0">
                          <a:solidFill>
                            <a:srgbClr val="0070C0"/>
                          </a:solidFill>
                          <a:latin typeface="Arial" panose="020B0604020202020204" pitchFamily="34" charset="0"/>
                          <a:ea typeface="Helvetica Neue"/>
                          <a:cs typeface="Arial" panose="020B0604020202020204" pitchFamily="34" charset="0"/>
                          <a:sym typeface="Helvetica Neue"/>
                        </a:rPr>
                        <a:t>Note</a:t>
                      </a:r>
                      <a:r>
                        <a:rPr lang="en-US" sz="700" b="1" dirty="0">
                          <a:solidFill>
                            <a:schemeClr val="bg1"/>
                          </a:solidFill>
                          <a:latin typeface="Arial" panose="020B0604020202020204" pitchFamily="34" charset="0"/>
                          <a:ea typeface="Helvetica Neue"/>
                          <a:cs typeface="Arial" panose="020B0604020202020204" pitchFamily="34" charset="0"/>
                          <a:sym typeface="Helvetica Neue"/>
                        </a:rPr>
                        <a:t> : </a:t>
                      </a:r>
                      <a:r>
                        <a:rPr lang="en-US" sz="700" b="1" dirty="0">
                          <a:solidFill>
                            <a:schemeClr val="accent5"/>
                          </a:solidFill>
                          <a:latin typeface="Arial" panose="020B0604020202020204" pitchFamily="34" charset="0"/>
                          <a:ea typeface="Helvetica Neue"/>
                          <a:cs typeface="Arial" panose="020B0604020202020204" pitchFamily="34" charset="0"/>
                          <a:sym typeface="Helvetica Neue"/>
                        </a:rPr>
                        <a:t>AIR ENG 1+2 BLEED FAULT </a:t>
                      </a:r>
                      <a:r>
                        <a:rPr lang="en-US" sz="700" b="0" dirty="0">
                          <a:solidFill>
                            <a:schemeClr val="bg1"/>
                          </a:solidFill>
                          <a:latin typeface="Arial" panose="020B0604020202020204" pitchFamily="34" charset="0"/>
                          <a:ea typeface="Helvetica Neue"/>
                          <a:cs typeface="Arial" panose="020B0604020202020204" pitchFamily="34" charset="0"/>
                          <a:sym typeface="Helvetica Neue"/>
                        </a:rPr>
                        <a:t>– Disregard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700" b="1" i="0" u="none" strike="noStrike" kern="1200" cap="none" spc="0" normalizeH="0" baseline="0" noProof="0" dirty="0">
                          <a:ln>
                            <a:noFill/>
                          </a:ln>
                          <a:solidFill>
                            <a:schemeClr val="accent5"/>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7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sz="7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THRUST LEVERS ----------------- CHK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sz="700" b="0"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Report Ready for Deicing - &gt; Ice Man</a:t>
                      </a:r>
                      <a:endParaRPr kumimoji="0" lang="en-US" altLang="ko-Kore-KR"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0002"/>
                  </a:ext>
                </a:extLst>
              </a:tr>
              <a:tr h="182403">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START</a:t>
                      </a:r>
                      <a:r>
                        <a:rPr lang="ko-KR" altLang="en-US" sz="900" b="1" dirty="0">
                          <a:latin typeface="Arial" panose="020B0604020202020204" pitchFamily="34" charset="0"/>
                          <a:ea typeface="Helvetica Neue"/>
                          <a:cs typeface="Arial" panose="020B0604020202020204" pitchFamily="34" charset="0"/>
                          <a:sym typeface="Helvetica Neue"/>
                        </a:rPr>
                        <a:t> </a:t>
                      </a:r>
                      <a:r>
                        <a:rPr lang="en-US" altLang="ko-KR" sz="900" b="1" dirty="0">
                          <a:latin typeface="Arial" panose="020B0604020202020204" pitchFamily="34" charset="0"/>
                          <a:ea typeface="Helvetica Neue"/>
                          <a:cs typeface="Arial" panose="020B0604020202020204" pitchFamily="34" charset="0"/>
                          <a:sym typeface="Helvetica Neue"/>
                        </a:rPr>
                        <a:t>SPRAY</a:t>
                      </a:r>
                      <a:r>
                        <a:rPr lang="en-US" sz="900" b="1" dirty="0">
                          <a:latin typeface="Arial" panose="020B0604020202020204" pitchFamily="34" charset="0"/>
                          <a:ea typeface="Helvetica Neue"/>
                          <a:cs typeface="Arial" panose="020B0604020202020204" pitchFamily="34" charset="0"/>
                          <a:sym typeface="Helvetica Neue"/>
                        </a:rPr>
                        <a:t>  </a:t>
                      </a:r>
                      <a:r>
                        <a:rPr lang="en-US" sz="800" b="1" dirty="0">
                          <a:solidFill>
                            <a:srgbClr val="7030A0"/>
                          </a:solidFill>
                          <a:latin typeface="Arial" panose="020B0604020202020204" pitchFamily="34" charset="0"/>
                          <a:ea typeface="Helvetica Neue"/>
                          <a:cs typeface="Arial" panose="020B0604020202020204" pitchFamily="34" charset="0"/>
                          <a:sym typeface="Helvetica Neue"/>
                        </a:rPr>
                        <a:t>REQ DCL(CTC DEL)</a:t>
                      </a:r>
                      <a:endParaRPr sz="900" b="1"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846922">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UPON COMPLETE SPRAY</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(TIME CHK 1분)</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err="1">
                          <a:latin typeface="Arial" panose="020B0604020202020204" pitchFamily="34" charset="0"/>
                          <a:ea typeface="Helvetica Neue"/>
                          <a:cs typeface="Arial" panose="020B0604020202020204" pitchFamily="34" charset="0"/>
                          <a:sym typeface="Helvetica Neue"/>
                        </a:rPr>
                        <a:t>용액과</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마지막</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용액</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뿌린</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시간</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받고</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적는다</a:t>
                      </a:r>
                      <a:r>
                        <a:rPr lang="en-US" sz="700" b="0" dirty="0">
                          <a:latin typeface="Arial" panose="020B0604020202020204" pitchFamily="34" charset="0"/>
                          <a:ea typeface="Helvetica Neue"/>
                          <a:cs typeface="Arial" panose="020B0604020202020204" pitchFamily="34" charset="0"/>
                          <a:sym typeface="Helvetica Neue"/>
                        </a:rPr>
                        <a:t>. </a:t>
                      </a:r>
                      <a:endParaRPr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a:latin typeface="Arial" panose="020B0604020202020204" pitchFamily="34" charset="0"/>
                          <a:ea typeface="Helvetica Neue"/>
                          <a:cs typeface="Arial" panose="020B0604020202020204" pitchFamily="34" charset="0"/>
                          <a:sym typeface="Helvetica Neue"/>
                        </a:rPr>
                        <a:t>Holdover Time </a:t>
                      </a:r>
                      <a:r>
                        <a:rPr lang="en-US" sz="700" b="0" dirty="0" err="1">
                          <a:latin typeface="Arial" panose="020B0604020202020204" pitchFamily="34" charset="0"/>
                          <a:ea typeface="Helvetica Neue"/>
                          <a:cs typeface="Arial" panose="020B0604020202020204" pitchFamily="34" charset="0"/>
                          <a:sym typeface="Helvetica Neue"/>
                        </a:rPr>
                        <a:t>결정</a:t>
                      </a:r>
                      <a:r>
                        <a:rPr lang="en-US" sz="700" b="0" dirty="0">
                          <a:latin typeface="Arial" panose="020B0604020202020204" pitchFamily="34" charset="0"/>
                          <a:ea typeface="Helvetica Neue"/>
                          <a:cs typeface="Arial" panose="020B0604020202020204" pitchFamily="34" charset="0"/>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0004"/>
                  </a:ext>
                </a:extLst>
              </a:tr>
              <a:tr h="901306">
                <a:tc>
                  <a:txBody>
                    <a:bodyPr/>
                    <a:lstStyle/>
                    <a:p>
                      <a:pPr marL="0" marR="0" lvl="0" indent="0" algn="l" rtl="0">
                        <a:lnSpc>
                          <a:spcPct val="100000"/>
                        </a:lnSpc>
                        <a:spcBef>
                          <a:spcPts val="0"/>
                        </a:spcBef>
                        <a:spcAft>
                          <a:spcPts val="0"/>
                        </a:spcAft>
                        <a:buClr>
                          <a:srgbClr val="00B050"/>
                        </a:buClr>
                        <a:buSzPts val="800"/>
                        <a:buFont typeface="Helvetica Neue"/>
                        <a:buNone/>
                      </a:pPr>
                      <a:r>
                        <a:rPr lang="en-US" sz="800" b="1" i="0" u="none" strike="noStrike" cap="none" dirty="0">
                          <a:solidFill>
                            <a:srgbClr val="00B050"/>
                          </a:solidFill>
                          <a:latin typeface="Arial" panose="020B0604020202020204" pitchFamily="34" charset="0"/>
                          <a:ea typeface="Helvetica Neue"/>
                          <a:cs typeface="Arial" panose="020B0604020202020204" pitchFamily="34" charset="0"/>
                          <a:sym typeface="Helvetica Neue"/>
                        </a:rPr>
                        <a:t>TIME CHECK 1분후 </a:t>
                      </a:r>
                      <a:endParaRPr sz="800" b="1" i="0" u="none" strike="noStrike" cap="none"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ON</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ON</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B050"/>
                          </a:solidFill>
                          <a:latin typeface="Arial" panose="020B0604020202020204" pitchFamily="34" charset="0"/>
                          <a:ea typeface="Helvetica Neue"/>
                          <a:cs typeface="Arial" panose="020B0604020202020204" pitchFamily="34" charset="0"/>
                          <a:sym typeface="Helvetica Neue"/>
                        </a:rPr>
                        <a:t>5</a:t>
                      </a:r>
                      <a:r>
                        <a:rPr lang="ko-KR" altLang="en-US" sz="900" b="1" dirty="0" err="1">
                          <a:solidFill>
                            <a:srgbClr val="00B050"/>
                          </a:solidFill>
                          <a:latin typeface="Arial" panose="020B0604020202020204" pitchFamily="34" charset="0"/>
                          <a:ea typeface="Helvetica Neue"/>
                          <a:cs typeface="Arial" panose="020B0604020202020204" pitchFamily="34" charset="0"/>
                          <a:sym typeface="Helvetica Neue"/>
                        </a:rPr>
                        <a:t>분후</a:t>
                      </a:r>
                      <a:r>
                        <a:rPr lang="ko-KR" altLang="en-US" sz="900" b="1" dirty="0">
                          <a:solidFill>
                            <a:srgbClr val="00B050"/>
                          </a:solidFill>
                          <a:latin typeface="Arial" panose="020B0604020202020204" pitchFamily="34" charset="0"/>
                          <a:ea typeface="Helvetica Neue"/>
                          <a:cs typeface="Arial" panose="020B0604020202020204" pitchFamily="34" charset="0"/>
                          <a:sym typeface="Helvetica Neue"/>
                        </a:rPr>
                        <a:t> </a:t>
                      </a:r>
                      <a:endParaRPr lang="en-US" altLang="ko-KR" sz="900" b="1"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AS RQRD </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NORMAL PROCEDURE ----------- RESUME</a:t>
                      </a:r>
                    </a:p>
                    <a:p>
                      <a:pPr marL="0" marR="0" lvl="0" indent="0" algn="l" rtl="0">
                        <a:lnSpc>
                          <a:spcPct val="100000"/>
                        </a:lnSpc>
                        <a:spcBef>
                          <a:spcPts val="0"/>
                        </a:spcBef>
                        <a:spcAft>
                          <a:spcPts val="0"/>
                        </a:spcAft>
                        <a:buClr>
                          <a:schemeClr val="dk1"/>
                        </a:buClr>
                        <a:buSzPts val="900"/>
                        <a:buFont typeface="Helvetica Neue"/>
                        <a:buNone/>
                      </a:pPr>
                      <a:r>
                        <a:rPr lang="en-US" sz="800" b="1" dirty="0">
                          <a:solidFill>
                            <a:srgbClr val="7030A0"/>
                          </a:solidFill>
                          <a:latin typeface="Arial" panose="020B0604020202020204" pitchFamily="34" charset="0"/>
                          <a:cs typeface="Arial" panose="020B0604020202020204" pitchFamily="34" charset="0"/>
                        </a:rPr>
                        <a:t>FLT CONTROL CHK, FLAPS UP </a:t>
                      </a:r>
                      <a:endParaRPr sz="800" b="1" dirty="0">
                        <a:solidFill>
                          <a:srgbClr val="7030A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5"/>
                  </a:ext>
                </a:extLst>
              </a:tr>
              <a:tr h="18240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0000"/>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kumimoji="0" lang="en-US" altLang="ko-Kore-KR"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871598603"/>
                  </a:ext>
                </a:extLst>
              </a:tr>
            </a:tbl>
          </a:graphicData>
        </a:graphic>
      </p:graphicFrame>
      <p:sp>
        <p:nvSpPr>
          <p:cNvPr id="5" name="직사각형 4">
            <a:hlinkClick r:id="" action="ppaction://hlinkshowjump?jump=firstslide"/>
            <a:extLst>
              <a:ext uri="{FF2B5EF4-FFF2-40B4-BE49-F238E27FC236}">
                <a16:creationId xmlns:a16="http://schemas.microsoft.com/office/drawing/2014/main" id="{FE7F3A02-AA51-DBC3-F6F5-0AAFB47EC18F}"/>
              </a:ext>
            </a:extLst>
          </p:cNvPr>
          <p:cNvSpPr/>
          <p:nvPr/>
        </p:nvSpPr>
        <p:spPr>
          <a:xfrm>
            <a:off x="1078668" y="4176885"/>
            <a:ext cx="894198" cy="276999"/>
          </a:xfrm>
          <a:prstGeom prst="rect">
            <a:avLst/>
          </a:prstGeom>
          <a:noFill/>
        </p:spPr>
        <p:txBody>
          <a:bodyPr wrap="square" lIns="0" tIns="0" rIns="0" bIns="0">
            <a:spAutoFit/>
          </a:bodyPr>
          <a:lstStyle/>
          <a:p>
            <a:pPr algn="ctr"/>
            <a:r>
              <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Cold Wx</a:t>
            </a:r>
            <a:endPar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D3CA9FD4-B981-CDD0-942F-FC439F849B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2588" y="511255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4" name="Google Shape;424;p34"/>
          <p:cNvSpPr/>
          <p:nvPr/>
        </p:nvSpPr>
        <p:spPr>
          <a:xfrm>
            <a:off x="178231" y="2526223"/>
            <a:ext cx="759416" cy="348713"/>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34"/>
          <p:cNvSpPr/>
          <p:nvPr/>
        </p:nvSpPr>
        <p:spPr>
          <a:xfrm>
            <a:off x="1164430" y="2545838"/>
            <a:ext cx="850349" cy="406589"/>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 name="직사각형 2">
            <a:hlinkClick r:id="" action="ppaction://hlinkshowjump?jump=firstslide"/>
            <a:extLst>
              <a:ext uri="{FF2B5EF4-FFF2-40B4-BE49-F238E27FC236}">
                <a16:creationId xmlns:a16="http://schemas.microsoft.com/office/drawing/2014/main" id="{C997E6E1-18FF-431A-35CB-6F548E671CDF}"/>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2" name="그림 1">
            <a:extLst>
              <a:ext uri="{FF2B5EF4-FFF2-40B4-BE49-F238E27FC236}">
                <a16:creationId xmlns:a16="http://schemas.microsoft.com/office/drawing/2014/main" id="{A7687D0D-8717-8A42-EC79-38E080108ABA}"/>
              </a:ext>
            </a:extLst>
          </p:cNvPr>
          <p:cNvPicPr>
            <a:picLocks noChangeAspect="1"/>
          </p:cNvPicPr>
          <p:nvPr/>
        </p:nvPicPr>
        <p:blipFill>
          <a:blip r:embed="rId3"/>
          <a:stretch>
            <a:fillRect/>
          </a:stretch>
        </p:blipFill>
        <p:spPr>
          <a:xfrm>
            <a:off x="0" y="279203"/>
            <a:ext cx="2328863" cy="4389011"/>
          </a:xfrm>
          <a:prstGeom prst="rect">
            <a:avLst/>
          </a:prstGeom>
        </p:spPr>
      </p:pic>
      <p:sp>
        <p:nvSpPr>
          <p:cNvPr id="4" name="직사각형 3">
            <a:extLst>
              <a:ext uri="{FF2B5EF4-FFF2-40B4-BE49-F238E27FC236}">
                <a16:creationId xmlns:a16="http://schemas.microsoft.com/office/drawing/2014/main" id="{2834F9B4-A3F9-8E74-8FCA-4558DBC4CA92}"/>
              </a:ext>
            </a:extLst>
          </p:cNvPr>
          <p:cNvSpPr/>
          <p:nvPr/>
        </p:nvSpPr>
        <p:spPr>
          <a:xfrm>
            <a:off x="168333" y="2786062"/>
            <a:ext cx="679020"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
        <p:nvSpPr>
          <p:cNvPr id="5" name="직사각형 4">
            <a:extLst>
              <a:ext uri="{FF2B5EF4-FFF2-40B4-BE49-F238E27FC236}">
                <a16:creationId xmlns:a16="http://schemas.microsoft.com/office/drawing/2014/main" id="{61A8D325-7FFC-E9C0-0360-CA6286DAF7BD}"/>
              </a:ext>
            </a:extLst>
          </p:cNvPr>
          <p:cNvSpPr/>
          <p:nvPr/>
        </p:nvSpPr>
        <p:spPr>
          <a:xfrm>
            <a:off x="1170547" y="2809551"/>
            <a:ext cx="1022583"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30" name="Google Shape;430;p35"/>
              <p:cNvGraphicFramePr/>
              <p:nvPr>
                <p:extLst>
                  <p:ext uri="{D42A27DB-BD31-4B8C-83A1-F6EECF244321}">
                    <p14:modId xmlns:p14="http://schemas.microsoft.com/office/powerpoint/2010/main" val="90455386"/>
                  </p:ext>
                </p:extLst>
              </p:nvPr>
            </p:nvGraphicFramePr>
            <p:xfrm>
              <a:off x="8056" y="-4101"/>
              <a:ext cx="2332393" cy="5325894"/>
            </p:xfrm>
            <a:graphic>
              <a:graphicData uri="http://schemas.openxmlformats.org/drawingml/2006/table">
                <a:tbl>
                  <a:tblPr firstRow="1" bandRow="1">
                    <a:noFill/>
                    <a:tableStyleId>{A521BE36-7E6F-4EC9-8D66-1CF97A6895EC}</a:tableStyleId>
                  </a:tblPr>
                  <a:tblGrid>
                    <a:gridCol w="2332393">
                      <a:extLst>
                        <a:ext uri="{9D8B030D-6E8A-4147-A177-3AD203B41FA5}">
                          <a16:colId xmlns:a16="http://schemas.microsoft.com/office/drawing/2014/main" val="20000"/>
                        </a:ext>
                      </a:extLst>
                    </a:gridCol>
                  </a:tblGrid>
                  <a:tr h="348428">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OFF Deicing in </a:t>
                          </a:r>
                          <a:r>
                            <a:rPr lang="en-US" sz="1100" dirty="0">
                              <a:solidFill>
                                <a:srgbClr val="00B050"/>
                              </a:solidFill>
                              <a:latin typeface="Arial" panose="020B0604020202020204" pitchFamily="34" charset="0"/>
                              <a:cs typeface="Arial" panose="020B0604020202020204" pitchFamily="34" charset="0"/>
                            </a:rPr>
                            <a:t>GMP...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TOBT- 20min CTC KE GMP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맑은 고딕" panose="020B0503020000020004" pitchFamily="34" charset="-127"/>
                              <a:cs typeface="Arial" panose="020B0604020202020204" pitchFamily="34" charset="0"/>
                              <a:sym typeface="Helvetica Neue"/>
                            </a:rPr>
                            <a:t>PAD, New TOBT</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218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REQ DCL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Deicing </a:t>
                          </a: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“Deicing Required </a:t>
                          </a:r>
                          <a:r>
                            <a:rPr kumimoji="0" lang="en-US" altLang="ko-Kore-KR" sz="800" b="0" i="0" u="none" strike="noStrike" kern="0" cap="none" spc="0" normalizeH="0" baseline="0" noProof="0" dirty="0" err="1">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PADxxx</a:t>
                          </a: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a:t>
                          </a:r>
                          <a14:m>
                            <m:oMath xmlns:m="http://schemas.openxmlformats.org/officeDocument/2006/math">
                              <m:r>
                                <a:rPr kumimoji="0" lang="en-US" altLang="ko-Kore-KR" sz="800" b="0" i="1" u="none" strike="noStrike" kern="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Helvetica Neue"/>
                                  <a:sym typeface="Helvetica Neue"/>
                                </a:rPr>
                                <m:t>±</m:t>
                              </m:r>
                            </m:oMath>
                          </a14:m>
                          <a:r>
                            <a:rPr kumimoji="0" lang="en-US" altLang="ko-Kore-KR" sz="700" b="0"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5min TOBT</a:t>
                          </a:r>
                          <a:endParaRPr lang="en-US" sz="800"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dirty="0">
                              <a:solidFill>
                                <a:srgbClr val="0070C0"/>
                              </a:solidFill>
                              <a:latin typeface="Arial" panose="020B0604020202020204" pitchFamily="34" charset="0"/>
                              <a:ea typeface="Helvetica Neue"/>
                              <a:cs typeface="Arial" panose="020B0604020202020204" pitchFamily="34" charset="0"/>
                              <a:sym typeface="Helvetica Neue"/>
                            </a:rPr>
                            <a:t>Apron</a:t>
                          </a:r>
                          <a:r>
                            <a:rPr lang="en-US" sz="800" dirty="0">
                              <a:latin typeface="Arial" panose="020B0604020202020204" pitchFamily="34" charset="0"/>
                              <a:ea typeface="Helvetica Neue"/>
                              <a:cs typeface="Arial" panose="020B0604020202020204" pitchFamily="34" charset="0"/>
                              <a:sym typeface="Helvetica Neue"/>
                            </a:rPr>
                            <a:t> ”Req Pushback Deicing </a:t>
                          </a:r>
                          <a:r>
                            <a:rPr lang="en-US" sz="800" dirty="0" err="1">
                              <a:latin typeface="Arial" panose="020B0604020202020204" pitchFamily="34" charset="0"/>
                              <a:ea typeface="Helvetica Neue"/>
                              <a:cs typeface="Arial" panose="020B0604020202020204" pitchFamily="34" charset="0"/>
                              <a:sym typeface="Helvetica Neue"/>
                            </a:rPr>
                            <a:t>PADxxx</a:t>
                          </a:r>
                          <a:r>
                            <a:rPr lang="en-US" sz="800" dirty="0">
                              <a:latin typeface="Arial" panose="020B0604020202020204" pitchFamily="34" charset="0"/>
                              <a:ea typeface="Helvetica Neue"/>
                              <a:cs typeface="Arial" panose="020B0604020202020204" pitchFamily="34" charset="0"/>
                              <a:sym typeface="Helvetica Neue"/>
                            </a:rPr>
                            <a:t>”  </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93862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Gate </a:t>
                          </a:r>
                          <a:r>
                            <a:rPr kumimoji="0" lang="ko-KR" altLang="en-US" sz="700" b="1" i="0" u="none" strike="noStrike" kern="1200" cap="none" spc="0" normalizeH="0" baseline="0" noProof="0" dirty="0" err="1">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시동후</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 UP, FLT CTL CHK, APU OFF </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없이</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t>
                          </a: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Engine anti-ice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 SET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COMMUNICATION with GND ------ ESTAB</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altLang="ko-Kore-KR"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800" b="1" dirty="0">
                              <a:solidFill>
                                <a:srgbClr val="0070C0"/>
                              </a:solidFill>
                              <a:latin typeface="Arial" panose="020B0604020202020204" pitchFamily="34" charset="0"/>
                              <a:ea typeface="Helvetica Neue"/>
                              <a:cs typeface="Arial" panose="020B0604020202020204" pitchFamily="34" charset="0"/>
                              <a:sym typeface="Helvetica Neue"/>
                            </a:rPr>
                            <a:t>(HL7524-7720) GND COOL ----------- OFF</a:t>
                          </a:r>
                          <a:endParaRPr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altLang="ko-Kore-KR"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600" b="1" i="0" u="none" strike="noStrike" kern="1200" cap="none" spc="0" normalizeH="0" baseline="0" noProof="0" dirty="0">
                              <a:ln>
                                <a:noFill/>
                              </a:ln>
                              <a:solidFill>
                                <a:schemeClr val="accent5"/>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6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altLang="ko-Kore-KR" sz="6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MASTER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SHUTDOWN CHECKLIST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lang="en-US" altLang="ko-Kore-KR" sz="700" b="0"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2"/>
                      </a:ext>
                    </a:extLst>
                  </a:tr>
                  <a:tr h="955056">
                    <a:tc>
                      <a:txBody>
                        <a:bodyPr/>
                        <a:lstStyle/>
                        <a:p>
                          <a:pPr marL="0" marR="0" lvl="0" indent="0" algn="l" rtl="0">
                            <a:spcBef>
                              <a:spcPts val="0"/>
                            </a:spcBef>
                            <a:spcAft>
                              <a:spcPts val="0"/>
                            </a:spcAft>
                            <a:buNone/>
                          </a:pPr>
                          <a:r>
                            <a:rPr lang="en-US" altLang="ko-Kore-KR" sz="900" b="1" dirty="0">
                              <a:latin typeface="Arial" panose="020B0604020202020204" pitchFamily="34" charset="0"/>
                              <a:ea typeface="Helvetica Neue"/>
                              <a:cs typeface="Arial" panose="020B0604020202020204" pitchFamily="34" charset="0"/>
                              <a:sym typeface="Helvetica Neue"/>
                            </a:rPr>
                            <a:t>UPON COMPLETE SPRAY</a:t>
                          </a: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(TIME CHK 1</a:t>
                          </a:r>
                          <a:r>
                            <a:rPr lang="ko-KR" altLang="en-US" sz="800" b="1" dirty="0">
                              <a:solidFill>
                                <a:srgbClr val="00B050"/>
                              </a:solidFill>
                              <a:latin typeface="Arial" panose="020B0604020202020204" pitchFamily="34" charset="0"/>
                              <a:ea typeface="Helvetica Neue"/>
                              <a:cs typeface="Arial" panose="020B0604020202020204" pitchFamily="34" charset="0"/>
                              <a:sym typeface="Helvetica Neue"/>
                            </a:rPr>
                            <a:t>분</a:t>
                          </a:r>
                          <a:r>
                            <a:rPr lang="en-US" altLang="ko-KR" sz="800" b="1" dirty="0">
                              <a:solidFill>
                                <a:srgbClr val="00B050"/>
                              </a:solidFill>
                              <a:latin typeface="Arial" panose="020B0604020202020204" pitchFamily="34" charset="0"/>
                              <a:ea typeface="Helvetica Neue"/>
                              <a:cs typeface="Arial" panose="020B0604020202020204" pitchFamily="34" charset="0"/>
                              <a:sym typeface="Helvetica Neue"/>
                            </a:rPr>
                            <a:t>)</a:t>
                          </a:r>
                          <a:endParaRPr lang="ko-KR" altLang="en-US" sz="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b="0" dirty="0">
                              <a:latin typeface="Arial" panose="020B0604020202020204" pitchFamily="34" charset="0"/>
                              <a:ea typeface="Helvetica Neue"/>
                              <a:cs typeface="Arial" panose="020B0604020202020204" pitchFamily="34" charset="0"/>
                              <a:sym typeface="Helvetica Neue"/>
                            </a:rPr>
                            <a:t>용액과 마지막 용액 뿌린 시간 받고 적는다</a:t>
                          </a:r>
                          <a:r>
                            <a:rPr lang="en-US" altLang="ko-KR" sz="700" b="0" dirty="0">
                              <a:latin typeface="Arial" panose="020B0604020202020204" pitchFamily="34" charset="0"/>
                              <a:ea typeface="Helvetica Neue"/>
                              <a:cs typeface="Arial" panose="020B0604020202020204" pitchFamily="34" charset="0"/>
                              <a:sym typeface="Helvetica Neue"/>
                            </a:rPr>
                            <a:t>. </a:t>
                          </a:r>
                          <a:endParaRPr lang="ko-KR" altLang="en-US"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altLang="ko-Kore-KR" sz="700" b="0" dirty="0">
                              <a:latin typeface="Arial" panose="020B0604020202020204" pitchFamily="34" charset="0"/>
                              <a:ea typeface="Helvetica Neue"/>
                              <a:cs typeface="Arial" panose="020B0604020202020204" pitchFamily="34" charset="0"/>
                              <a:sym typeface="Helvetica Neue"/>
                            </a:rPr>
                            <a:t>Holdover Time </a:t>
                          </a:r>
                          <a:r>
                            <a:rPr lang="ko-KR" altLang="en-US" sz="700" b="0" dirty="0">
                              <a:latin typeface="Arial" panose="020B0604020202020204" pitchFamily="34" charset="0"/>
                              <a:ea typeface="Helvetica Neue"/>
                              <a:cs typeface="Arial" panose="020B0604020202020204" pitchFamily="34" charset="0"/>
                              <a:sym typeface="Helvetica Neue"/>
                            </a:rPr>
                            <a:t>결정</a:t>
                          </a:r>
                          <a:r>
                            <a:rPr lang="en-US" altLang="ko-KR" sz="700" b="0" dirty="0">
                              <a:latin typeface="Arial" panose="020B0604020202020204" pitchFamily="34" charset="0"/>
                              <a:ea typeface="Helvetica Neue"/>
                              <a:cs typeface="Arial" panose="020B0604020202020204" pitchFamily="34" charset="0"/>
                              <a:sym typeface="Helvetica Neue"/>
                            </a:rPr>
                            <a: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(HL7524-7720) GND COOL ----------- OFF</a:t>
                          </a:r>
                          <a:endParaRPr lang="en-US" altLang="ko-KR" sz="800" b="0"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0" marB="0"/>
                    </a:tc>
                    <a:extLst>
                      <a:ext uri="{0D108BD9-81ED-4DB2-BD59-A6C34878D82A}">
                        <a16:rowId xmlns:a16="http://schemas.microsoft.com/office/drawing/2014/main" val="10005"/>
                      </a:ext>
                    </a:extLst>
                  </a:tr>
                  <a:tr h="969311">
                    <a:tc>
                      <a:txBody>
                        <a:bodyPr/>
                        <a:lstStyle/>
                        <a:p>
                          <a:pPr marL="0" marR="0" lvl="0" indent="0" algn="l" defTabSz="116449" rtl="0" eaLnBrk="1" fontAlgn="auto" latinLnBrk="0" hangingPunct="1">
                            <a:lnSpc>
                              <a:spcPct val="100000"/>
                            </a:lnSpc>
                            <a:spcBef>
                              <a:spcPts val="0"/>
                            </a:spcBef>
                            <a:spcAft>
                              <a:spcPts val="0"/>
                            </a:spcAft>
                            <a:buClr>
                              <a:srgbClr val="00B050"/>
                            </a:buClr>
                            <a:buSzPts val="800"/>
                            <a:buFont typeface="Helvetica Neue"/>
                            <a:buNone/>
                            <a:tabLst/>
                            <a:defRPr/>
                          </a:pPr>
                          <a:r>
                            <a:rPr kumimoji="0" lang="en-US" altLang="ko-Kore-KR"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TIME CHECK 1</a:t>
                          </a:r>
                          <a:r>
                            <a:rPr kumimoji="0" lang="ko-KR" altLang="en-US" sz="8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a:t>
                          </a:r>
                          <a:r>
                            <a:rPr kumimoji="0" lang="en-US" altLang="ko-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BROADBAND XMT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5</a:t>
                          </a:r>
                          <a:r>
                            <a:rPr kumimoji="0" lang="ko-KR" altLang="en-US" sz="9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ON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NORMAL PROCEDURE ----------- RESUME</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 </a:t>
                          </a:r>
                          <a:r>
                            <a:rPr kumimoji="0" lang="en-US" altLang="ko-Kore-KR" sz="7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INIT B check &amp; re-enter</a:t>
                          </a:r>
                        </a:p>
                        <a:p>
                          <a:pPr marL="0" marR="0" lvl="0" indent="0" algn="l" rtl="0">
                            <a:lnSpc>
                              <a:spcPct val="100000"/>
                            </a:lnSpc>
                            <a:spcBef>
                              <a:spcPts val="0"/>
                            </a:spcBef>
                            <a:spcAft>
                              <a:spcPts val="0"/>
                            </a:spcAft>
                            <a:buClr>
                              <a:srgbClr val="00B050"/>
                            </a:buClr>
                            <a:buSzPts val="800"/>
                            <a:buFont typeface="Helvetica Neue"/>
                            <a:buNone/>
                          </a:pPr>
                          <a:r>
                            <a:rPr lang="en-US" sz="800" b="1" dirty="0">
                              <a:solidFill>
                                <a:srgbClr val="00B050"/>
                              </a:solidFill>
                              <a:latin typeface="Arial" panose="020B0604020202020204" pitchFamily="34" charset="0"/>
                              <a:ea typeface="Helvetica Neue"/>
                              <a:cs typeface="Arial" panose="020B0604020202020204" pitchFamily="34" charset="0"/>
                              <a:sym typeface="Helvetica Neue"/>
                            </a:rPr>
                            <a:t>PREFLT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 -&gt; Req STARTUP -&gt;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endParaRP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6"/>
                      </a:ext>
                    </a:extLst>
                  </a:tr>
                  <a:tr h="396534">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BOTH ENGINES ARE STARTED</a:t>
                          </a:r>
                        </a:p>
                        <a:p>
                          <a:pPr marL="0" marR="0" lvl="0" indent="0" algn="l" rtl="0">
                            <a:spcBef>
                              <a:spcPts val="0"/>
                            </a:spcBef>
                            <a:spcAft>
                              <a:spcPts val="0"/>
                            </a:spcAft>
                            <a:buNone/>
                          </a:pPr>
                          <a:r>
                            <a:rPr lang="en-US" sz="800" b="1" dirty="0">
                              <a:solidFill>
                                <a:srgbClr val="7030A0"/>
                              </a:solidFill>
                              <a:latin typeface="Arial" panose="020B0604020202020204" pitchFamily="34" charset="0"/>
                              <a:ea typeface="Helvetica Neue"/>
                              <a:cs typeface="Arial" panose="020B0604020202020204" pitchFamily="34" charset="0"/>
                              <a:sym typeface="Helvetica Neue"/>
                            </a:rPr>
                            <a:t>FLT CTL CHK, FLAPS UP, APU as REQ</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sz="700"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7"/>
                      </a:ext>
                    </a:extLst>
                  </a:tr>
                </a:tbl>
              </a:graphicData>
            </a:graphic>
          </p:graphicFrame>
        </mc:Choice>
        <mc:Fallback xmlns="">
          <p:graphicFrame>
            <p:nvGraphicFramePr>
              <p:cNvPr id="430" name="Google Shape;430;p35"/>
              <p:cNvGraphicFramePr/>
              <p:nvPr>
                <p:extLst>
                  <p:ext uri="{D42A27DB-BD31-4B8C-83A1-F6EECF244321}">
                    <p14:modId xmlns:p14="http://schemas.microsoft.com/office/powerpoint/2010/main" val="90455386"/>
                  </p:ext>
                </p:extLst>
              </p:nvPr>
            </p:nvGraphicFramePr>
            <p:xfrm>
              <a:off x="8056" y="-4101"/>
              <a:ext cx="2332393" cy="5325894"/>
            </p:xfrm>
            <a:graphic>
              <a:graphicData uri="http://schemas.openxmlformats.org/drawingml/2006/table">
                <a:tbl>
                  <a:tblPr firstRow="1" bandRow="1">
                    <a:noFill/>
                    <a:tableStyleId>{A521BE36-7E6F-4EC9-8D66-1CF97A6895EC}</a:tableStyleId>
                  </a:tblPr>
                  <a:tblGrid>
                    <a:gridCol w="2332393">
                      <a:extLst>
                        <a:ext uri="{9D8B030D-6E8A-4147-A177-3AD203B41FA5}">
                          <a16:colId xmlns:a16="http://schemas.microsoft.com/office/drawing/2014/main" val="20000"/>
                        </a:ext>
                      </a:extLst>
                    </a:gridCol>
                  </a:tblGrid>
                  <a:tr h="361560">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OFF Deicing in </a:t>
                          </a:r>
                          <a:r>
                            <a:rPr lang="en-US" sz="1100" dirty="0">
                              <a:solidFill>
                                <a:srgbClr val="00B050"/>
                              </a:solidFill>
                              <a:latin typeface="Arial" panose="020B0604020202020204" pitchFamily="34" charset="0"/>
                              <a:cs typeface="Arial" panose="020B0604020202020204" pitchFamily="34" charset="0"/>
                            </a:rPr>
                            <a:t>GMP...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TOBT- 20min CTC KE GMP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맑은 고딕" panose="020B0503020000020004" pitchFamily="34" charset="-127"/>
                              <a:cs typeface="Arial" panose="020B0604020202020204" pitchFamily="34" charset="0"/>
                              <a:sym typeface="Helvetica Neue"/>
                            </a:rPr>
                            <a:t>PAD, New TOBT</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37760">
                    <a:tc>
                      <a:txBody>
                        <a:bodyPr/>
                        <a:lstStyle/>
                        <a:p>
                          <a:endParaRPr lang="ko-Kore-KR"/>
                        </a:p>
                      </a:txBody>
                      <a:tcPr marL="36000" marR="36000" marT="36000" marB="36000">
                        <a:blipFill>
                          <a:blip r:embed="rId3"/>
                          <a:stretch>
                            <a:fillRect t="-85294" r="-1081" b="-1061765"/>
                          </a:stretch>
                        </a:blipFill>
                      </a:tcPr>
                    </a:tc>
                    <a:extLst>
                      <a:ext uri="{0D108BD9-81ED-4DB2-BD59-A6C34878D82A}">
                        <a16:rowId xmlns:a16="http://schemas.microsoft.com/office/drawing/2014/main" val="10001"/>
                      </a:ext>
                    </a:extLst>
                  </a:tr>
                  <a:tr h="207264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Gate </a:t>
                          </a:r>
                          <a:r>
                            <a:rPr kumimoji="0" lang="ko-KR" altLang="en-US" sz="700" b="1" i="0" u="none" strike="noStrike" kern="1200" cap="none" spc="0" normalizeH="0" baseline="0" noProof="0" dirty="0" err="1">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시동후</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 UP, FLT CTL CHK, APU OFF </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없이</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t>
                          </a: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Engine anti-ice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 SET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COMMUNICATION with GND ------ ESTAB</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altLang="ko-Kore-KR"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800" b="1" dirty="0">
                              <a:solidFill>
                                <a:srgbClr val="0070C0"/>
                              </a:solidFill>
                              <a:latin typeface="Arial" panose="020B0604020202020204" pitchFamily="34" charset="0"/>
                              <a:ea typeface="Helvetica Neue"/>
                              <a:cs typeface="Arial" panose="020B0604020202020204" pitchFamily="34" charset="0"/>
                              <a:sym typeface="Helvetica Neue"/>
                            </a:rPr>
                            <a:t>(HL7524-7720) GND COOL ----------- OFF</a:t>
                          </a:r>
                          <a:endParaRPr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altLang="ko-Kore-KR"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600" b="1" i="0" u="none" strike="noStrike" kern="1200" cap="none" spc="0" normalizeH="0" baseline="0" noProof="0" dirty="0">
                              <a:ln>
                                <a:noFill/>
                              </a:ln>
                              <a:solidFill>
                                <a:schemeClr val="accent5"/>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6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altLang="ko-Kore-KR" sz="6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MASTER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SHUTDOWN CHECKLIST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lang="en-US" altLang="ko-Kore-KR" sz="700" b="0"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2"/>
                      </a:ext>
                    </a:extLst>
                  </a:tr>
                  <a:tr h="1021080">
                    <a:tc>
                      <a:txBody>
                        <a:bodyPr/>
                        <a:lstStyle/>
                        <a:p>
                          <a:pPr marL="0" marR="0" lvl="0" indent="0" algn="l" rtl="0">
                            <a:spcBef>
                              <a:spcPts val="0"/>
                            </a:spcBef>
                            <a:spcAft>
                              <a:spcPts val="0"/>
                            </a:spcAft>
                            <a:buNone/>
                          </a:pPr>
                          <a:r>
                            <a:rPr lang="en-US" altLang="ko-Kore-KR" sz="900" b="1" dirty="0">
                              <a:latin typeface="Arial" panose="020B0604020202020204" pitchFamily="34" charset="0"/>
                              <a:ea typeface="Helvetica Neue"/>
                              <a:cs typeface="Arial" panose="020B0604020202020204" pitchFamily="34" charset="0"/>
                              <a:sym typeface="Helvetica Neue"/>
                            </a:rPr>
                            <a:t>UPON COMPLETE SPRAY</a:t>
                          </a: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(TIME CHK 1</a:t>
                          </a:r>
                          <a:r>
                            <a:rPr lang="ko-KR" altLang="en-US" sz="800" b="1" dirty="0">
                              <a:solidFill>
                                <a:srgbClr val="00B050"/>
                              </a:solidFill>
                              <a:latin typeface="Arial" panose="020B0604020202020204" pitchFamily="34" charset="0"/>
                              <a:ea typeface="Helvetica Neue"/>
                              <a:cs typeface="Arial" panose="020B0604020202020204" pitchFamily="34" charset="0"/>
                              <a:sym typeface="Helvetica Neue"/>
                            </a:rPr>
                            <a:t>분</a:t>
                          </a:r>
                          <a:r>
                            <a:rPr lang="en-US" altLang="ko-KR" sz="800" b="1" dirty="0">
                              <a:solidFill>
                                <a:srgbClr val="00B050"/>
                              </a:solidFill>
                              <a:latin typeface="Arial" panose="020B0604020202020204" pitchFamily="34" charset="0"/>
                              <a:ea typeface="Helvetica Neue"/>
                              <a:cs typeface="Arial" panose="020B0604020202020204" pitchFamily="34" charset="0"/>
                              <a:sym typeface="Helvetica Neue"/>
                            </a:rPr>
                            <a:t>)</a:t>
                          </a:r>
                          <a:endParaRPr lang="ko-KR" altLang="en-US" sz="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b="0" dirty="0">
                              <a:latin typeface="Arial" panose="020B0604020202020204" pitchFamily="34" charset="0"/>
                              <a:ea typeface="Helvetica Neue"/>
                              <a:cs typeface="Arial" panose="020B0604020202020204" pitchFamily="34" charset="0"/>
                              <a:sym typeface="Helvetica Neue"/>
                            </a:rPr>
                            <a:t>용액과 마지막 용액 뿌린 시간 받고 적는다</a:t>
                          </a:r>
                          <a:r>
                            <a:rPr lang="en-US" altLang="ko-KR" sz="700" b="0" dirty="0">
                              <a:latin typeface="Arial" panose="020B0604020202020204" pitchFamily="34" charset="0"/>
                              <a:ea typeface="Helvetica Neue"/>
                              <a:cs typeface="Arial" panose="020B0604020202020204" pitchFamily="34" charset="0"/>
                              <a:sym typeface="Helvetica Neue"/>
                            </a:rPr>
                            <a:t>. </a:t>
                          </a:r>
                          <a:endParaRPr lang="ko-KR" altLang="en-US"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altLang="ko-Kore-KR" sz="700" b="0" dirty="0">
                              <a:latin typeface="Arial" panose="020B0604020202020204" pitchFamily="34" charset="0"/>
                              <a:ea typeface="Helvetica Neue"/>
                              <a:cs typeface="Arial" panose="020B0604020202020204" pitchFamily="34" charset="0"/>
                              <a:sym typeface="Helvetica Neue"/>
                            </a:rPr>
                            <a:t>Holdover Time </a:t>
                          </a:r>
                          <a:r>
                            <a:rPr lang="ko-KR" altLang="en-US" sz="700" b="0" dirty="0">
                              <a:latin typeface="Arial" panose="020B0604020202020204" pitchFamily="34" charset="0"/>
                              <a:ea typeface="Helvetica Neue"/>
                              <a:cs typeface="Arial" panose="020B0604020202020204" pitchFamily="34" charset="0"/>
                              <a:sym typeface="Helvetica Neue"/>
                            </a:rPr>
                            <a:t>결정</a:t>
                          </a:r>
                          <a:r>
                            <a:rPr lang="en-US" altLang="ko-KR" sz="700" b="0" dirty="0">
                              <a:latin typeface="Arial" panose="020B0604020202020204" pitchFamily="34" charset="0"/>
                              <a:ea typeface="Helvetica Neue"/>
                              <a:cs typeface="Arial" panose="020B0604020202020204" pitchFamily="34" charset="0"/>
                              <a:sym typeface="Helvetica Neue"/>
                            </a:rPr>
                            <a: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(HL7524-7720) GND COOL ----------- OFF</a:t>
                          </a:r>
                          <a:endParaRPr lang="en-US" altLang="ko-KR" sz="800" b="0"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0" marB="0"/>
                    </a:tc>
                    <a:extLst>
                      <a:ext uri="{0D108BD9-81ED-4DB2-BD59-A6C34878D82A}">
                        <a16:rowId xmlns:a16="http://schemas.microsoft.com/office/drawing/2014/main" val="10005"/>
                      </a:ext>
                    </a:extLst>
                  </a:tr>
                  <a:tr h="1036320">
                    <a:tc>
                      <a:txBody>
                        <a:bodyPr/>
                        <a:lstStyle/>
                        <a:p>
                          <a:pPr marL="0" marR="0" lvl="0" indent="0" algn="l" defTabSz="116449" rtl="0" eaLnBrk="1" fontAlgn="auto" latinLnBrk="0" hangingPunct="1">
                            <a:lnSpc>
                              <a:spcPct val="100000"/>
                            </a:lnSpc>
                            <a:spcBef>
                              <a:spcPts val="0"/>
                            </a:spcBef>
                            <a:spcAft>
                              <a:spcPts val="0"/>
                            </a:spcAft>
                            <a:buClr>
                              <a:srgbClr val="00B050"/>
                            </a:buClr>
                            <a:buSzPts val="800"/>
                            <a:buFont typeface="Helvetica Neue"/>
                            <a:buNone/>
                            <a:tabLst/>
                            <a:defRPr/>
                          </a:pPr>
                          <a:r>
                            <a:rPr kumimoji="0" lang="en-US" altLang="ko-Kore-KR"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TIME CHECK 1</a:t>
                          </a:r>
                          <a:r>
                            <a:rPr kumimoji="0" lang="ko-KR" altLang="en-US" sz="8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a:t>
                          </a:r>
                          <a:r>
                            <a:rPr kumimoji="0" lang="en-US" altLang="ko-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BROADBAND XMT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5</a:t>
                          </a:r>
                          <a:r>
                            <a:rPr kumimoji="0" lang="ko-KR" altLang="en-US" sz="9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ON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NORMAL PROCEDURE ----------- RESUME</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 </a:t>
                          </a:r>
                          <a:r>
                            <a:rPr kumimoji="0" lang="en-US" altLang="ko-Kore-KR" sz="7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INIT B check &amp; re-enter</a:t>
                          </a:r>
                        </a:p>
                        <a:p>
                          <a:pPr marL="0" marR="0" lvl="0" indent="0" algn="l" rtl="0">
                            <a:lnSpc>
                              <a:spcPct val="100000"/>
                            </a:lnSpc>
                            <a:spcBef>
                              <a:spcPts val="0"/>
                            </a:spcBef>
                            <a:spcAft>
                              <a:spcPts val="0"/>
                            </a:spcAft>
                            <a:buClr>
                              <a:srgbClr val="00B050"/>
                            </a:buClr>
                            <a:buSzPts val="800"/>
                            <a:buFont typeface="Helvetica Neue"/>
                            <a:buNone/>
                          </a:pPr>
                          <a:r>
                            <a:rPr lang="en-US" sz="800" b="1" dirty="0">
                              <a:solidFill>
                                <a:srgbClr val="00B050"/>
                              </a:solidFill>
                              <a:latin typeface="Arial" panose="020B0604020202020204" pitchFamily="34" charset="0"/>
                              <a:ea typeface="Helvetica Neue"/>
                              <a:cs typeface="Arial" panose="020B0604020202020204" pitchFamily="34" charset="0"/>
                              <a:sym typeface="Helvetica Neue"/>
                            </a:rPr>
                            <a:t>PREFLT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 -&gt; Req STARTUP -&gt;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endParaRP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6"/>
                      </a:ext>
                    </a:extLst>
                  </a:tr>
                  <a:tr h="396534">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BOTH ENGINES ARE STARTED</a:t>
                          </a:r>
                        </a:p>
                        <a:p>
                          <a:pPr marL="0" marR="0" lvl="0" indent="0" algn="l" rtl="0">
                            <a:spcBef>
                              <a:spcPts val="0"/>
                            </a:spcBef>
                            <a:spcAft>
                              <a:spcPts val="0"/>
                            </a:spcAft>
                            <a:buNone/>
                          </a:pPr>
                          <a:r>
                            <a:rPr lang="en-US" sz="800" b="1" dirty="0">
                              <a:solidFill>
                                <a:srgbClr val="7030A0"/>
                              </a:solidFill>
                              <a:latin typeface="Arial" panose="020B0604020202020204" pitchFamily="34" charset="0"/>
                              <a:ea typeface="Helvetica Neue"/>
                              <a:cs typeface="Arial" panose="020B0604020202020204" pitchFamily="34" charset="0"/>
                              <a:sym typeface="Helvetica Neue"/>
                            </a:rPr>
                            <a:t>FLT CTL CHK, FLAPS UP, APU as REQ</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sz="700"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7"/>
                      </a:ext>
                    </a:extLst>
                  </a:tr>
                </a:tbl>
              </a:graphicData>
            </a:graphic>
          </p:graphicFrame>
        </mc:Fallback>
      </mc:AlternateContent>
      <p:sp>
        <p:nvSpPr>
          <p:cNvPr id="3" name="직사각형 2">
            <a:hlinkClick r:id="" action="ppaction://hlinkshowjump?jump=firstslide"/>
            <a:extLst>
              <a:ext uri="{FF2B5EF4-FFF2-40B4-BE49-F238E27FC236}">
                <a16:creationId xmlns:a16="http://schemas.microsoft.com/office/drawing/2014/main" id="{FBAAC3CB-C309-1E4C-1777-F739C1CDA2CB}"/>
              </a:ext>
            </a:extLst>
          </p:cNvPr>
          <p:cNvSpPr/>
          <p:nvPr/>
        </p:nvSpPr>
        <p:spPr>
          <a:xfrm>
            <a:off x="345701" y="5287626"/>
            <a:ext cx="894198" cy="276999"/>
          </a:xfrm>
          <a:prstGeom prst="rect">
            <a:avLst/>
          </a:prstGeom>
          <a:noFill/>
        </p:spPr>
        <p:txBody>
          <a:bodyPr wrap="square" lIns="0" tIns="0" rIns="0" bIns="0">
            <a:spAutoFit/>
          </a:bodyPr>
          <a:lstStyle/>
          <a:p>
            <a:pPr algn="ctr"/>
            <a:r>
              <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Cold Wx</a:t>
            </a:r>
            <a:endPar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그래픽 3" descr="집 Wi-Fi에서 작업 단색으로 채워진">
            <a:hlinkClick r:id="" action="ppaction://hlinkshowjump?jump=firstslide"/>
            <a:extLst>
              <a:ext uri="{FF2B5EF4-FFF2-40B4-BE49-F238E27FC236}">
                <a16:creationId xmlns:a16="http://schemas.microsoft.com/office/drawing/2014/main" id="{0617EA81-24BF-09EC-0EC3-CA21BA6EAF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5109" y="511255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419">
          <a:extLst>
            <a:ext uri="{FF2B5EF4-FFF2-40B4-BE49-F238E27FC236}">
              <a16:creationId xmlns:a16="http://schemas.microsoft.com/office/drawing/2014/main" id="{FC9246D4-B972-04E3-AE79-33BCB48D6A9F}"/>
            </a:ext>
          </a:extLst>
        </p:cNvPr>
        <p:cNvGrpSpPr/>
        <p:nvPr/>
      </p:nvGrpSpPr>
      <p:grpSpPr>
        <a:xfrm>
          <a:off x="0" y="0"/>
          <a:ext cx="0" cy="0"/>
          <a:chOff x="0" y="0"/>
          <a:chExt cx="0" cy="0"/>
        </a:xfrm>
      </p:grpSpPr>
      <p:sp>
        <p:nvSpPr>
          <p:cNvPr id="424" name="Google Shape;424;p34">
            <a:extLst>
              <a:ext uri="{FF2B5EF4-FFF2-40B4-BE49-F238E27FC236}">
                <a16:creationId xmlns:a16="http://schemas.microsoft.com/office/drawing/2014/main" id="{9CD364A1-1923-FCA2-DF50-03CD66D3AB74}"/>
              </a:ext>
            </a:extLst>
          </p:cNvPr>
          <p:cNvSpPr/>
          <p:nvPr/>
        </p:nvSpPr>
        <p:spPr>
          <a:xfrm>
            <a:off x="178231" y="2526223"/>
            <a:ext cx="759416" cy="348713"/>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34">
            <a:extLst>
              <a:ext uri="{FF2B5EF4-FFF2-40B4-BE49-F238E27FC236}">
                <a16:creationId xmlns:a16="http://schemas.microsoft.com/office/drawing/2014/main" id="{43B46998-1C73-5B27-ED54-E51E6F8BC458}"/>
              </a:ext>
            </a:extLst>
          </p:cNvPr>
          <p:cNvSpPr/>
          <p:nvPr/>
        </p:nvSpPr>
        <p:spPr>
          <a:xfrm>
            <a:off x="1164430" y="2545838"/>
            <a:ext cx="850349" cy="406589"/>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그림 1">
            <a:extLst>
              <a:ext uri="{FF2B5EF4-FFF2-40B4-BE49-F238E27FC236}">
                <a16:creationId xmlns:a16="http://schemas.microsoft.com/office/drawing/2014/main" id="{93D88787-488F-7509-F6B4-97C0E60F836D}"/>
              </a:ext>
            </a:extLst>
          </p:cNvPr>
          <p:cNvPicPr>
            <a:picLocks noChangeAspect="1"/>
          </p:cNvPicPr>
          <p:nvPr/>
        </p:nvPicPr>
        <p:blipFill>
          <a:blip r:embed="rId3"/>
          <a:stretch>
            <a:fillRect/>
          </a:stretch>
        </p:blipFill>
        <p:spPr>
          <a:xfrm>
            <a:off x="0" y="279203"/>
            <a:ext cx="2328863" cy="4389011"/>
          </a:xfrm>
          <a:prstGeom prst="rect">
            <a:avLst/>
          </a:prstGeom>
        </p:spPr>
      </p:pic>
      <p:sp>
        <p:nvSpPr>
          <p:cNvPr id="4" name="직사각형 3">
            <a:extLst>
              <a:ext uri="{FF2B5EF4-FFF2-40B4-BE49-F238E27FC236}">
                <a16:creationId xmlns:a16="http://schemas.microsoft.com/office/drawing/2014/main" id="{292BB7D8-0156-671C-13CE-CA7A119EA787}"/>
              </a:ext>
            </a:extLst>
          </p:cNvPr>
          <p:cNvSpPr/>
          <p:nvPr/>
        </p:nvSpPr>
        <p:spPr>
          <a:xfrm>
            <a:off x="168333" y="2786062"/>
            <a:ext cx="679020"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
        <p:nvSpPr>
          <p:cNvPr id="5" name="직사각형 4">
            <a:extLst>
              <a:ext uri="{FF2B5EF4-FFF2-40B4-BE49-F238E27FC236}">
                <a16:creationId xmlns:a16="http://schemas.microsoft.com/office/drawing/2014/main" id="{0FD562C0-A7DF-85F6-E24B-3FCFEA41881D}"/>
              </a:ext>
            </a:extLst>
          </p:cNvPr>
          <p:cNvSpPr/>
          <p:nvPr/>
        </p:nvSpPr>
        <p:spPr>
          <a:xfrm>
            <a:off x="1170547" y="2809551"/>
            <a:ext cx="1022583"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ED891116-FCAC-4CB1-ED21-BEE7C87421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5527617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2DD2492E-25C7-6F3E-A765-74CDA0855231}"/>
              </a:ext>
            </a:extLst>
          </p:cNvPr>
          <p:cNvGraphicFramePr/>
          <p:nvPr>
            <p:extLst>
              <p:ext uri="{D42A27DB-BD31-4B8C-83A1-F6EECF244321}">
                <p14:modId xmlns:p14="http://schemas.microsoft.com/office/powerpoint/2010/main" val="763859038"/>
              </p:ext>
            </p:extLst>
          </p:nvPr>
        </p:nvGraphicFramePr>
        <p:xfrm>
          <a:off x="-4122" y="4139510"/>
          <a:ext cx="2328850" cy="9322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2551">
                <a:tc>
                  <a:txBody>
                    <a:bodyPr/>
                    <a:lstStyle/>
                    <a:p>
                      <a:pPr marL="0" marR="0" lvl="0" indent="0" algn="ctr" rtl="0">
                        <a:spcBef>
                          <a:spcPts val="0"/>
                        </a:spcBef>
                        <a:spcAft>
                          <a:spcPts val="0"/>
                        </a:spcAft>
                        <a:buNone/>
                      </a:pPr>
                      <a:r>
                        <a:rPr lang="en-US" sz="1100" dirty="0"/>
                        <a:t>Missed App</a:t>
                      </a:r>
                    </a:p>
                  </a:txBody>
                  <a:tcPr marL="36000" marR="36000" marT="36000" marB="36000" anchor="ctr"/>
                </a:tc>
                <a:extLst>
                  <a:ext uri="{0D108BD9-81ED-4DB2-BD59-A6C34878D82A}">
                    <a16:rowId xmlns:a16="http://schemas.microsoft.com/office/drawing/2014/main" val="10000"/>
                  </a:ext>
                </a:extLst>
              </a:tr>
              <a:tr h="220461">
                <a:tc>
                  <a:txBody>
                    <a:bodyPr/>
                    <a:lstStyle/>
                    <a:p>
                      <a:pPr marL="0" marR="0" lvl="0" indent="0" algn="l" rtl="0">
                        <a:spcBef>
                          <a:spcPts val="0"/>
                        </a:spcBef>
                        <a:spcAft>
                          <a:spcPts val="0"/>
                        </a:spcAft>
                        <a:buNone/>
                      </a:pPr>
                      <a:r>
                        <a:rPr lang="en-US" altLang="ko-Kore-KR" sz="900" dirty="0"/>
                        <a:t>Base Turn </a:t>
                      </a:r>
                      <a:r>
                        <a:rPr lang="ko-KR" altLang="en-US" sz="900" dirty="0"/>
                        <a:t>이전 </a:t>
                      </a:r>
                      <a:r>
                        <a:rPr lang="en-US" altLang="ko-KR" sz="900" dirty="0"/>
                        <a:t>:</a:t>
                      </a:r>
                      <a:r>
                        <a:rPr lang="ko-KR" altLang="en-US" sz="900" dirty="0"/>
                        <a:t> </a:t>
                      </a:r>
                      <a:r>
                        <a:rPr lang="en-US" altLang="ko-KR" sz="900" dirty="0"/>
                        <a:t>L/H Turn </a:t>
                      </a:r>
                      <a:r>
                        <a:rPr lang="en-US" altLang="ko-KR" sz="900" b="1" dirty="0">
                          <a:solidFill>
                            <a:srgbClr val="C00000"/>
                          </a:solidFill>
                        </a:rPr>
                        <a:t>KMH 284 </a:t>
                      </a:r>
                      <a:r>
                        <a:rPr lang="en-US" altLang="ko-KR" sz="900" dirty="0"/>
                        <a:t>OUTBD </a:t>
                      </a:r>
                    </a:p>
                    <a:p>
                      <a:pPr marL="0" marR="0" lvl="0" indent="0" algn="l" rtl="0">
                        <a:spcBef>
                          <a:spcPts val="0"/>
                        </a:spcBef>
                        <a:spcAft>
                          <a:spcPts val="0"/>
                        </a:spcAft>
                        <a:buNone/>
                      </a:pPr>
                      <a:r>
                        <a:rPr lang="en-US" altLang="ko-KR" sz="900" dirty="0"/>
                        <a:t>(PULL TRK) </a:t>
                      </a:r>
                    </a:p>
                  </a:txBody>
                  <a:tcPr marL="36000" marR="36000" marT="36000" marB="36000" anchor="ctr"/>
                </a:tc>
                <a:extLst>
                  <a:ext uri="{0D108BD9-81ED-4DB2-BD59-A6C34878D82A}">
                    <a16:rowId xmlns:a16="http://schemas.microsoft.com/office/drawing/2014/main" val="10001"/>
                  </a:ext>
                </a:extLst>
              </a:tr>
              <a:tr h="307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900" dirty="0"/>
                        <a:t>Base Turn </a:t>
                      </a:r>
                      <a:r>
                        <a:rPr lang="ko-KR" altLang="en-US" sz="900" dirty="0"/>
                        <a:t>이후 </a:t>
                      </a:r>
                      <a:r>
                        <a:rPr lang="en-US" altLang="ko-KR" sz="900" dirty="0"/>
                        <a:t>:</a:t>
                      </a:r>
                      <a:r>
                        <a:rPr lang="ko-KR" altLang="en-US" sz="900" dirty="0"/>
                        <a:t> </a:t>
                      </a:r>
                      <a:r>
                        <a:rPr lang="en-US" altLang="ko-KR" sz="900" dirty="0"/>
                        <a:t>Continue R/H Turn </a:t>
                      </a:r>
                      <a:r>
                        <a:rPr lang="en-US" altLang="ko-KR" sz="900" b="1" dirty="0">
                          <a:solidFill>
                            <a:srgbClr val="C00000"/>
                          </a:solidFill>
                        </a:rPr>
                        <a:t>KMH 284 </a:t>
                      </a:r>
                      <a:r>
                        <a:rPr lang="en-US" altLang="ko-KR" sz="900" dirty="0"/>
                        <a:t>OUTBD (PULL TRK)</a:t>
                      </a:r>
                    </a:p>
                  </a:txBody>
                  <a:tcPr marL="36000" marR="36000" marT="36000" marB="36000" anchor="ctr"/>
                </a:tc>
                <a:extLst>
                  <a:ext uri="{0D108BD9-81ED-4DB2-BD59-A6C34878D82A}">
                    <a16:rowId xmlns:a16="http://schemas.microsoft.com/office/drawing/2014/main" val="3324277550"/>
                  </a:ext>
                </a:extLst>
              </a:tr>
            </a:tbl>
          </a:graphicData>
        </a:graphic>
      </p:graphicFrame>
      <p:grpSp>
        <p:nvGrpSpPr>
          <p:cNvPr id="152" name="그룹 151">
            <a:extLst>
              <a:ext uri="{FF2B5EF4-FFF2-40B4-BE49-F238E27FC236}">
                <a16:creationId xmlns:a16="http://schemas.microsoft.com/office/drawing/2014/main" id="{4BE8B393-F758-B69E-C71F-41B24ABD3B39}"/>
              </a:ext>
            </a:extLst>
          </p:cNvPr>
          <p:cNvGrpSpPr/>
          <p:nvPr/>
        </p:nvGrpSpPr>
        <p:grpSpPr>
          <a:xfrm>
            <a:off x="-55490" y="1019432"/>
            <a:ext cx="2394309" cy="3138086"/>
            <a:chOff x="-48346" y="990763"/>
            <a:chExt cx="2394309" cy="3138086"/>
          </a:xfrm>
        </p:grpSpPr>
        <p:pic>
          <p:nvPicPr>
            <p:cNvPr id="12" name="그림 11" descr="나무, 식물이(가) 표시된 사진&#10;&#10;자동 생성된 설명">
              <a:extLst>
                <a:ext uri="{FF2B5EF4-FFF2-40B4-BE49-F238E27FC236}">
                  <a16:creationId xmlns:a16="http://schemas.microsoft.com/office/drawing/2014/main" id="{CDDBC3DB-6733-2907-F7DB-E2FDA5AE9F63}"/>
                </a:ext>
              </a:extLst>
            </p:cNvPr>
            <p:cNvPicPr>
              <a:picLocks noChangeAspect="1"/>
            </p:cNvPicPr>
            <p:nvPr/>
          </p:nvPicPr>
          <p:blipFill rotWithShape="1">
            <a:blip r:embed="rId3"/>
            <a:stretch/>
          </p:blipFill>
          <p:spPr>
            <a:xfrm>
              <a:off x="-361" y="1021136"/>
              <a:ext cx="2346324" cy="3107713"/>
            </a:xfrm>
            <a:prstGeom prst="rect">
              <a:avLst/>
            </a:prstGeom>
          </p:spPr>
        </p:pic>
        <p:cxnSp>
          <p:nvCxnSpPr>
            <p:cNvPr id="27" name="직선 연결선[R] 26">
              <a:extLst>
                <a:ext uri="{FF2B5EF4-FFF2-40B4-BE49-F238E27FC236}">
                  <a16:creationId xmlns:a16="http://schemas.microsoft.com/office/drawing/2014/main" id="{A447B34E-85E3-7041-0027-4D72BCEB8F48}"/>
                </a:ext>
              </a:extLst>
            </p:cNvPr>
            <p:cNvCxnSpPr>
              <a:cxnSpLocks/>
              <a:endCxn id="29" idx="0"/>
            </p:cNvCxnSpPr>
            <p:nvPr/>
          </p:nvCxnSpPr>
          <p:spPr>
            <a:xfrm flipH="1" flipV="1">
              <a:off x="647706" y="1548692"/>
              <a:ext cx="35808" cy="119660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1" name="직선 연결선[R] 40">
              <a:extLst>
                <a:ext uri="{FF2B5EF4-FFF2-40B4-BE49-F238E27FC236}">
                  <a16:creationId xmlns:a16="http://schemas.microsoft.com/office/drawing/2014/main" id="{AF422B5F-7DE7-D8E9-59E5-31D47952B5A3}"/>
                </a:ext>
              </a:extLst>
            </p:cNvPr>
            <p:cNvCxnSpPr>
              <a:cxnSpLocks/>
            </p:cNvCxnSpPr>
            <p:nvPr/>
          </p:nvCxnSpPr>
          <p:spPr>
            <a:xfrm flipV="1">
              <a:off x="331437" y="2745299"/>
              <a:ext cx="354533" cy="488137"/>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23" name="포인트가 4개인 별 22">
              <a:extLst>
                <a:ext uri="{FF2B5EF4-FFF2-40B4-BE49-F238E27FC236}">
                  <a16:creationId xmlns:a16="http://schemas.microsoft.com/office/drawing/2014/main" id="{34EBE2B8-A456-4BC0-19B9-499481DE4E5C}"/>
                </a:ext>
              </a:extLst>
            </p:cNvPr>
            <p:cNvSpPr/>
            <p:nvPr/>
          </p:nvSpPr>
          <p:spPr>
            <a:xfrm>
              <a:off x="590749" y="2639281"/>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호 28">
              <a:extLst>
                <a:ext uri="{FF2B5EF4-FFF2-40B4-BE49-F238E27FC236}">
                  <a16:creationId xmlns:a16="http://schemas.microsoft.com/office/drawing/2014/main" id="{0EDEDCBE-E5F5-DEFE-E89D-A65BA4BB793D}"/>
                </a:ext>
              </a:extLst>
            </p:cNvPr>
            <p:cNvSpPr/>
            <p:nvPr/>
          </p:nvSpPr>
          <p:spPr>
            <a:xfrm>
              <a:off x="647194" y="1114257"/>
              <a:ext cx="956185" cy="911025"/>
            </a:xfrm>
            <a:prstGeom prst="arc">
              <a:avLst>
                <a:gd name="adj1" fmla="val 10951624"/>
                <a:gd name="adj2" fmla="val 61662"/>
              </a:avLst>
            </a:prstGeom>
            <a:ln w="28575">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1" name="포인트가 4개인 별 30">
              <a:extLst>
                <a:ext uri="{FF2B5EF4-FFF2-40B4-BE49-F238E27FC236}">
                  <a16:creationId xmlns:a16="http://schemas.microsoft.com/office/drawing/2014/main" id="{58BD0D03-CFFD-7313-7A4A-408AE9CE381A}"/>
                </a:ext>
              </a:extLst>
            </p:cNvPr>
            <p:cNvSpPr/>
            <p:nvPr/>
          </p:nvSpPr>
          <p:spPr>
            <a:xfrm>
              <a:off x="573819" y="1967600"/>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호 34">
              <a:extLst>
                <a:ext uri="{FF2B5EF4-FFF2-40B4-BE49-F238E27FC236}">
                  <a16:creationId xmlns:a16="http://schemas.microsoft.com/office/drawing/2014/main" id="{930CEE6A-5EFE-59E6-5594-85206F09186A}"/>
                </a:ext>
              </a:extLst>
            </p:cNvPr>
            <p:cNvSpPr/>
            <p:nvPr/>
          </p:nvSpPr>
          <p:spPr>
            <a:xfrm>
              <a:off x="686711" y="1114708"/>
              <a:ext cx="973831" cy="1004707"/>
            </a:xfrm>
            <a:prstGeom prst="arc">
              <a:avLst>
                <a:gd name="adj1" fmla="val 16012884"/>
                <a:gd name="adj2" fmla="val 21134675"/>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8" name="포인트가 4개인 별 37">
              <a:extLst>
                <a:ext uri="{FF2B5EF4-FFF2-40B4-BE49-F238E27FC236}">
                  <a16:creationId xmlns:a16="http://schemas.microsoft.com/office/drawing/2014/main" id="{7EB48E4E-D41B-9BE2-A6CB-DE56A1828C44}"/>
                </a:ext>
              </a:extLst>
            </p:cNvPr>
            <p:cNvSpPr/>
            <p:nvPr/>
          </p:nvSpPr>
          <p:spPr>
            <a:xfrm>
              <a:off x="539954" y="1019339"/>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9" name="포인트가 4개인 별 38">
              <a:extLst>
                <a:ext uri="{FF2B5EF4-FFF2-40B4-BE49-F238E27FC236}">
                  <a16:creationId xmlns:a16="http://schemas.microsoft.com/office/drawing/2014/main" id="{4623912B-268E-11E3-0FE7-B2FCDA90C0C0}"/>
                </a:ext>
              </a:extLst>
            </p:cNvPr>
            <p:cNvSpPr/>
            <p:nvPr/>
          </p:nvSpPr>
          <p:spPr>
            <a:xfrm>
              <a:off x="1431776" y="996764"/>
              <a:ext cx="185531" cy="212035"/>
            </a:xfrm>
            <a:prstGeom prst="star4">
              <a:avLst>
                <a:gd name="adj" fmla="val 18750"/>
              </a:avLst>
            </a:prstGeom>
            <a:solidFill>
              <a:srgbClr val="AA47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0" name="포인트가 4개인 별 39">
              <a:extLst>
                <a:ext uri="{FF2B5EF4-FFF2-40B4-BE49-F238E27FC236}">
                  <a16:creationId xmlns:a16="http://schemas.microsoft.com/office/drawing/2014/main" id="{00C949CF-AF86-BF74-7612-33AF2285DACA}"/>
                </a:ext>
              </a:extLst>
            </p:cNvPr>
            <p:cNvSpPr/>
            <p:nvPr/>
          </p:nvSpPr>
          <p:spPr>
            <a:xfrm>
              <a:off x="1539024" y="991120"/>
              <a:ext cx="185531" cy="212035"/>
            </a:xfrm>
            <a:prstGeom prst="star4">
              <a:avLst>
                <a:gd name="adj" fmla="val 18750"/>
              </a:avLst>
            </a:prstGeom>
            <a:solidFill>
              <a:srgbClr val="92D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cxnSp>
          <p:nvCxnSpPr>
            <p:cNvPr id="44" name="직선 연결선[R] 43">
              <a:extLst>
                <a:ext uri="{FF2B5EF4-FFF2-40B4-BE49-F238E27FC236}">
                  <a16:creationId xmlns:a16="http://schemas.microsoft.com/office/drawing/2014/main" id="{868CF2DE-D380-1488-974D-31BDE8684A05}"/>
                </a:ext>
              </a:extLst>
            </p:cNvPr>
            <p:cNvCxnSpPr>
              <a:cxnSpLocks/>
              <a:endCxn id="29" idx="2"/>
            </p:cNvCxnSpPr>
            <p:nvPr/>
          </p:nvCxnSpPr>
          <p:spPr>
            <a:xfrm flipH="1" flipV="1">
              <a:off x="1603294" y="1578344"/>
              <a:ext cx="22873" cy="38925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9" name="직선 연결선[R] 48">
              <a:extLst>
                <a:ext uri="{FF2B5EF4-FFF2-40B4-BE49-F238E27FC236}">
                  <a16:creationId xmlns:a16="http://schemas.microsoft.com/office/drawing/2014/main" id="{66964C75-BD54-9870-DA4E-4CA275254DF7}"/>
                </a:ext>
              </a:extLst>
            </p:cNvPr>
            <p:cNvCxnSpPr>
              <a:cxnSpLocks/>
              <a:endCxn id="35" idx="2"/>
            </p:cNvCxnSpPr>
            <p:nvPr/>
          </p:nvCxnSpPr>
          <p:spPr>
            <a:xfrm flipH="1" flipV="1">
              <a:off x="1656354" y="1551319"/>
              <a:ext cx="22321" cy="4219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직선 연결선[R] 53">
              <a:extLst>
                <a:ext uri="{FF2B5EF4-FFF2-40B4-BE49-F238E27FC236}">
                  <a16:creationId xmlns:a16="http://schemas.microsoft.com/office/drawing/2014/main" id="{DA8E6069-ABB3-A90D-9CB2-412A7718E23F}"/>
                </a:ext>
              </a:extLst>
            </p:cNvPr>
            <p:cNvCxnSpPr>
              <a:cxnSpLocks/>
            </p:cNvCxnSpPr>
            <p:nvPr/>
          </p:nvCxnSpPr>
          <p:spPr>
            <a:xfrm>
              <a:off x="79022" y="1374350"/>
              <a:ext cx="1538285" cy="603307"/>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E0B4524-D5ED-0F82-3605-CE03D6D8F41C}"/>
                </a:ext>
              </a:extLst>
            </p:cNvPr>
            <p:cNvSpPr txBox="1"/>
            <p:nvPr/>
          </p:nvSpPr>
          <p:spPr>
            <a:xfrm>
              <a:off x="1670760" y="990763"/>
              <a:ext cx="527709" cy="338554"/>
            </a:xfrm>
            <a:prstGeom prst="rect">
              <a:avLst/>
            </a:prstGeom>
            <a:noFill/>
          </p:spPr>
          <p:txBody>
            <a:bodyPr wrap="none" rtlCol="0">
              <a:spAutoFit/>
            </a:bodyPr>
            <a:lstStyle/>
            <a:p>
              <a:pPr algn="ctr"/>
              <a:r>
                <a:rPr kumimoji="1" lang="en-US" altLang="ko-Kore-KR" sz="800" b="1" dirty="0">
                  <a:solidFill>
                    <a:srgbClr val="92D050"/>
                  </a:solidFill>
                </a:rPr>
                <a:t>KMH35</a:t>
              </a:r>
            </a:p>
            <a:p>
              <a:pPr algn="ctr"/>
              <a:r>
                <a:rPr kumimoji="1" lang="en-US" altLang="ko-Kore-KR" sz="800" b="1" dirty="0">
                  <a:solidFill>
                    <a:srgbClr val="92D050"/>
                  </a:solidFill>
                </a:rPr>
                <a:t>(18L)</a:t>
              </a:r>
              <a:endParaRPr kumimoji="1" lang="ko-Kore-KR" altLang="en-US" sz="800" b="1" dirty="0">
                <a:solidFill>
                  <a:srgbClr val="92D050"/>
                </a:solidFill>
              </a:endParaRPr>
            </a:p>
          </p:txBody>
        </p:sp>
        <p:sp>
          <p:nvSpPr>
            <p:cNvPr id="62" name="TextBox 61">
              <a:extLst>
                <a:ext uri="{FF2B5EF4-FFF2-40B4-BE49-F238E27FC236}">
                  <a16:creationId xmlns:a16="http://schemas.microsoft.com/office/drawing/2014/main" id="{BAB56EBB-C6CC-544B-6B1B-7AD74DDE9799}"/>
                </a:ext>
              </a:extLst>
            </p:cNvPr>
            <p:cNvSpPr txBox="1"/>
            <p:nvPr/>
          </p:nvSpPr>
          <p:spPr>
            <a:xfrm>
              <a:off x="70193" y="1013484"/>
              <a:ext cx="527709" cy="215444"/>
            </a:xfrm>
            <a:prstGeom prst="rect">
              <a:avLst/>
            </a:prstGeom>
            <a:noFill/>
          </p:spPr>
          <p:txBody>
            <a:bodyPr wrap="none" rtlCol="0">
              <a:spAutoFit/>
            </a:bodyPr>
            <a:lstStyle/>
            <a:p>
              <a:r>
                <a:rPr kumimoji="1" lang="en-US" altLang="ko-Kore-KR" sz="800" dirty="0"/>
                <a:t>KMH32</a:t>
              </a:r>
              <a:endParaRPr kumimoji="1" lang="ko-Kore-KR" altLang="en-US" sz="800" dirty="0"/>
            </a:p>
          </p:txBody>
        </p:sp>
        <p:sp>
          <p:nvSpPr>
            <p:cNvPr id="63" name="TextBox 62">
              <a:extLst>
                <a:ext uri="{FF2B5EF4-FFF2-40B4-BE49-F238E27FC236}">
                  <a16:creationId xmlns:a16="http://schemas.microsoft.com/office/drawing/2014/main" id="{F26F0C7B-7DBA-0E46-EAB1-02BB391E9101}"/>
                </a:ext>
              </a:extLst>
            </p:cNvPr>
            <p:cNvSpPr txBox="1"/>
            <p:nvPr/>
          </p:nvSpPr>
          <p:spPr>
            <a:xfrm>
              <a:off x="104058" y="1956094"/>
              <a:ext cx="527709" cy="215444"/>
            </a:xfrm>
            <a:prstGeom prst="rect">
              <a:avLst/>
            </a:prstGeom>
            <a:noFill/>
          </p:spPr>
          <p:txBody>
            <a:bodyPr wrap="none" rtlCol="0">
              <a:spAutoFit/>
            </a:bodyPr>
            <a:lstStyle/>
            <a:p>
              <a:r>
                <a:rPr kumimoji="1" lang="en-US" altLang="ko-Kore-KR" sz="800" dirty="0"/>
                <a:t>KMH30</a:t>
              </a:r>
              <a:endParaRPr kumimoji="1" lang="ko-Kore-KR" altLang="en-US" sz="800" dirty="0"/>
            </a:p>
          </p:txBody>
        </p:sp>
        <p:sp>
          <p:nvSpPr>
            <p:cNvPr id="128" name="TextBox 127">
              <a:extLst>
                <a:ext uri="{FF2B5EF4-FFF2-40B4-BE49-F238E27FC236}">
                  <a16:creationId xmlns:a16="http://schemas.microsoft.com/office/drawing/2014/main" id="{246E7BA4-156E-250A-F438-49FB015FCB5C}"/>
                </a:ext>
              </a:extLst>
            </p:cNvPr>
            <p:cNvSpPr txBox="1"/>
            <p:nvPr/>
          </p:nvSpPr>
          <p:spPr>
            <a:xfrm>
              <a:off x="76709" y="2599564"/>
              <a:ext cx="599844" cy="338554"/>
            </a:xfrm>
            <a:prstGeom prst="rect">
              <a:avLst/>
            </a:prstGeom>
            <a:noFill/>
          </p:spPr>
          <p:txBody>
            <a:bodyPr wrap="none" rtlCol="0">
              <a:spAutoFit/>
            </a:bodyPr>
            <a:lstStyle/>
            <a:p>
              <a:pPr algn="ctr"/>
              <a:r>
                <a:rPr kumimoji="1" lang="en-US" altLang="ko-Kore-KR" sz="800" dirty="0"/>
                <a:t>KMH22</a:t>
              </a:r>
            </a:p>
            <a:p>
              <a:pPr algn="ctr"/>
              <a:r>
                <a:rPr kumimoji="1" lang="en-US" altLang="ko-Kore-KR" sz="800" dirty="0"/>
                <a:t>(MA046)</a:t>
              </a:r>
              <a:endParaRPr kumimoji="1" lang="ko-Kore-KR" altLang="en-US" sz="800" dirty="0"/>
            </a:p>
          </p:txBody>
        </p:sp>
        <p:cxnSp>
          <p:nvCxnSpPr>
            <p:cNvPr id="130" name="구부러진 연결선[U] 129">
              <a:extLst>
                <a:ext uri="{FF2B5EF4-FFF2-40B4-BE49-F238E27FC236}">
                  <a16:creationId xmlns:a16="http://schemas.microsoft.com/office/drawing/2014/main" id="{CF940597-B6DB-F9E0-2BFE-9248A4AEFCD5}"/>
                </a:ext>
              </a:extLst>
            </p:cNvPr>
            <p:cNvCxnSpPr/>
            <p:nvPr/>
          </p:nvCxnSpPr>
          <p:spPr>
            <a:xfrm>
              <a:off x="191911" y="3164206"/>
              <a:ext cx="279053" cy="138461"/>
            </a:xfrm>
            <a:prstGeom prst="curvedConnector3">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2" name="구부러진 연결선[U] 131">
              <a:extLst>
                <a:ext uri="{FF2B5EF4-FFF2-40B4-BE49-F238E27FC236}">
                  <a16:creationId xmlns:a16="http://schemas.microsoft.com/office/drawing/2014/main" id="{414C5854-DCF3-751F-4CA3-DD8A308A66C6}"/>
                </a:ext>
              </a:extLst>
            </p:cNvPr>
            <p:cNvCxnSpPr/>
            <p:nvPr/>
          </p:nvCxnSpPr>
          <p:spPr>
            <a:xfrm>
              <a:off x="152401" y="3226298"/>
              <a:ext cx="279053" cy="138461"/>
            </a:xfrm>
            <a:prstGeom prst="curvedConnector3">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3" name="직선 연결선[R] 132">
              <a:extLst>
                <a:ext uri="{FF2B5EF4-FFF2-40B4-BE49-F238E27FC236}">
                  <a16:creationId xmlns:a16="http://schemas.microsoft.com/office/drawing/2014/main" id="{CBE8342F-5466-CF7A-EF58-F1468E9658D9}"/>
                </a:ext>
              </a:extLst>
            </p:cNvPr>
            <p:cNvCxnSpPr>
              <a:cxnSpLocks/>
            </p:cNvCxnSpPr>
            <p:nvPr/>
          </p:nvCxnSpPr>
          <p:spPr>
            <a:xfrm flipV="1">
              <a:off x="0" y="3298447"/>
              <a:ext cx="302153" cy="381645"/>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142" name="포인트가 4개인 별 141">
              <a:extLst>
                <a:ext uri="{FF2B5EF4-FFF2-40B4-BE49-F238E27FC236}">
                  <a16:creationId xmlns:a16="http://schemas.microsoft.com/office/drawing/2014/main" id="{A338195F-D345-F96E-91F4-57F2A830C58D}"/>
                </a:ext>
              </a:extLst>
            </p:cNvPr>
            <p:cNvSpPr/>
            <p:nvPr/>
          </p:nvSpPr>
          <p:spPr>
            <a:xfrm>
              <a:off x="54533" y="3395637"/>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46" name="사각형 설명선[R] 145">
              <a:extLst>
                <a:ext uri="{FF2B5EF4-FFF2-40B4-BE49-F238E27FC236}">
                  <a16:creationId xmlns:a16="http://schemas.microsoft.com/office/drawing/2014/main" id="{CFB9E6EC-B866-FE82-A5A6-F4E244DD87CD}"/>
                </a:ext>
              </a:extLst>
            </p:cNvPr>
            <p:cNvSpPr/>
            <p:nvPr/>
          </p:nvSpPr>
          <p:spPr>
            <a:xfrm>
              <a:off x="596770" y="3621224"/>
              <a:ext cx="836148" cy="465790"/>
            </a:xfrm>
            <a:prstGeom prst="wedgeRectCallout">
              <a:avLst>
                <a:gd name="adj1" fmla="val -118823"/>
                <a:gd name="adj2" fmla="val -33003"/>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Before L/D CHK Complete</a:t>
              </a:r>
            </a:p>
            <a:p>
              <a:r>
                <a:rPr kumimoji="1" lang="en-US" altLang="ko-Kore-KR" sz="800" dirty="0"/>
                <a:t>NEXT 1700ft</a:t>
              </a:r>
            </a:p>
            <a:p>
              <a:r>
                <a:rPr kumimoji="1" lang="en-US" altLang="ko-Kore-KR" sz="800" dirty="0">
                  <a:solidFill>
                    <a:srgbClr val="FFC000"/>
                  </a:solidFill>
                </a:rPr>
                <a:t>DES FPA -4</a:t>
              </a:r>
              <a:endParaRPr kumimoji="1" lang="ko-Kore-KR" altLang="en-US" sz="800" dirty="0">
                <a:solidFill>
                  <a:srgbClr val="FFC000"/>
                </a:solidFill>
              </a:endParaRPr>
            </a:p>
          </p:txBody>
        </p:sp>
        <p:sp>
          <p:nvSpPr>
            <p:cNvPr id="143" name="TextBox 142">
              <a:extLst>
                <a:ext uri="{FF2B5EF4-FFF2-40B4-BE49-F238E27FC236}">
                  <a16:creationId xmlns:a16="http://schemas.microsoft.com/office/drawing/2014/main" id="{E7A4A2FD-4EC4-596A-9970-F3E9CA163536}"/>
                </a:ext>
              </a:extLst>
            </p:cNvPr>
            <p:cNvSpPr txBox="1"/>
            <p:nvPr/>
          </p:nvSpPr>
          <p:spPr>
            <a:xfrm>
              <a:off x="28182" y="3553474"/>
              <a:ext cx="550151" cy="338554"/>
            </a:xfrm>
            <a:prstGeom prst="rect">
              <a:avLst/>
            </a:prstGeom>
            <a:noFill/>
          </p:spPr>
          <p:txBody>
            <a:bodyPr wrap="none" rtlCol="0">
              <a:spAutoFit/>
            </a:bodyPr>
            <a:lstStyle/>
            <a:p>
              <a:pPr algn="ctr"/>
              <a:r>
                <a:rPr kumimoji="1" lang="en-US" altLang="ko-Kore-KR" sz="800" dirty="0"/>
                <a:t>FAF</a:t>
              </a:r>
            </a:p>
            <a:p>
              <a:pPr algn="ctr"/>
              <a:r>
                <a:rPr kumimoji="1" lang="en-US" altLang="ko-Kore-KR" sz="800" dirty="0"/>
                <a:t>(FF046)</a:t>
              </a:r>
            </a:p>
          </p:txBody>
        </p:sp>
        <p:sp>
          <p:nvSpPr>
            <p:cNvPr id="147" name="사각형 설명선[R] 146">
              <a:extLst>
                <a:ext uri="{FF2B5EF4-FFF2-40B4-BE49-F238E27FC236}">
                  <a16:creationId xmlns:a16="http://schemas.microsoft.com/office/drawing/2014/main" id="{AE343AE0-07BA-1600-95F8-3A2E7E340B60}"/>
                </a:ext>
              </a:extLst>
            </p:cNvPr>
            <p:cNvSpPr/>
            <p:nvPr/>
          </p:nvSpPr>
          <p:spPr>
            <a:xfrm>
              <a:off x="907946" y="2889323"/>
              <a:ext cx="1243293" cy="637768"/>
            </a:xfrm>
            <a:prstGeom prst="wedgeRectCallout">
              <a:avLst>
                <a:gd name="adj1" fmla="val -76304"/>
                <a:gd name="adj2" fmla="val -40843"/>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1700ft L/O 6000ft SET</a:t>
              </a:r>
            </a:p>
            <a:p>
              <a:r>
                <a:rPr kumimoji="1" lang="en-US" altLang="ko-Kore-KR" sz="800" dirty="0"/>
                <a:t>TRK to KMH22</a:t>
              </a:r>
            </a:p>
            <a:p>
              <a:r>
                <a:rPr kumimoji="1" lang="en-US" altLang="ko-Kore-KR" sz="800" dirty="0"/>
                <a:t>Act SEC F-PLN</a:t>
              </a:r>
            </a:p>
            <a:p>
              <a:r>
                <a:rPr kumimoji="1" lang="en-US" altLang="ko-Kore-KR" sz="800" dirty="0"/>
                <a:t>DCT KMH22 - NAV </a:t>
              </a:r>
            </a:p>
            <a:p>
              <a:r>
                <a:rPr kumimoji="1" lang="en-US" altLang="ko-Kore-KR" sz="800" b="1" dirty="0">
                  <a:solidFill>
                    <a:srgbClr val="FFC000"/>
                  </a:solidFill>
                </a:rPr>
                <a:t>ECAM memo no blue</a:t>
              </a:r>
              <a:endParaRPr kumimoji="1" lang="ko-Kore-KR" altLang="en-US" sz="800" b="1" dirty="0">
                <a:solidFill>
                  <a:srgbClr val="FFC000"/>
                </a:solidFill>
              </a:endParaRPr>
            </a:p>
          </p:txBody>
        </p:sp>
        <p:sp>
          <p:nvSpPr>
            <p:cNvPr id="148" name="사각형 설명선[R] 147">
              <a:extLst>
                <a:ext uri="{FF2B5EF4-FFF2-40B4-BE49-F238E27FC236}">
                  <a16:creationId xmlns:a16="http://schemas.microsoft.com/office/drawing/2014/main" id="{E871E623-1836-7590-4F6F-CB1F7591C0E6}"/>
                </a:ext>
              </a:extLst>
            </p:cNvPr>
            <p:cNvSpPr/>
            <p:nvPr/>
          </p:nvSpPr>
          <p:spPr>
            <a:xfrm>
              <a:off x="828719" y="2258171"/>
              <a:ext cx="708292" cy="465790"/>
            </a:xfrm>
            <a:prstGeom prst="wedgeRectCallout">
              <a:avLst>
                <a:gd name="adj1" fmla="val -69799"/>
                <a:gd name="adj2" fmla="val -471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 TRK110</a:t>
              </a:r>
            </a:p>
            <a:p>
              <a:r>
                <a:rPr kumimoji="1" lang="en-US" altLang="ko-Kore-KR" sz="800" b="1" dirty="0">
                  <a:solidFill>
                    <a:srgbClr val="FFC000"/>
                  </a:solidFill>
                </a:rPr>
                <a:t> KMH30</a:t>
              </a:r>
            </a:p>
            <a:p>
              <a:r>
                <a:rPr kumimoji="1" lang="en-US" altLang="ko-Kore-KR" sz="800" dirty="0"/>
                <a:t> -3 FPA Des</a:t>
              </a:r>
            </a:p>
            <a:p>
              <a:r>
                <a:rPr kumimoji="1" lang="en-US" altLang="ko-Kore-KR" sz="800" dirty="0"/>
                <a:t> </a:t>
              </a:r>
              <a:r>
                <a:rPr kumimoji="1" lang="en-US" altLang="ko-Kore-KR" sz="800" dirty="0">
                  <a:solidFill>
                    <a:srgbClr val="FFC000"/>
                  </a:solidFill>
                </a:rPr>
                <a:t>REF DONUT</a:t>
              </a:r>
            </a:p>
          </p:txBody>
        </p:sp>
        <p:sp>
          <p:nvSpPr>
            <p:cNvPr id="149" name="TextBox 148">
              <a:extLst>
                <a:ext uri="{FF2B5EF4-FFF2-40B4-BE49-F238E27FC236}">
                  <a16:creationId xmlns:a16="http://schemas.microsoft.com/office/drawing/2014/main" id="{C0E1023B-1541-46CF-70D1-CCD44038861A}"/>
                </a:ext>
              </a:extLst>
            </p:cNvPr>
            <p:cNvSpPr txBox="1"/>
            <p:nvPr/>
          </p:nvSpPr>
          <p:spPr>
            <a:xfrm>
              <a:off x="-48346" y="1507131"/>
              <a:ext cx="688009" cy="338554"/>
            </a:xfrm>
            <a:prstGeom prst="rect">
              <a:avLst/>
            </a:prstGeom>
            <a:noFill/>
          </p:spPr>
          <p:txBody>
            <a:bodyPr wrap="none" rtlCol="0">
              <a:spAutoFit/>
            </a:bodyPr>
            <a:lstStyle/>
            <a:p>
              <a:r>
                <a:rPr kumimoji="1" lang="en-US" altLang="ko-Kore-KR" sz="800" b="1" dirty="0">
                  <a:solidFill>
                    <a:srgbClr val="FFC000"/>
                  </a:solidFill>
                </a:rPr>
                <a:t>KMH R280</a:t>
              </a:r>
            </a:p>
            <a:p>
              <a:r>
                <a:rPr kumimoji="1" lang="en-US" altLang="ko-Kore-KR" sz="800" b="1" dirty="0">
                  <a:solidFill>
                    <a:srgbClr val="FFC000"/>
                  </a:solidFill>
                </a:rPr>
                <a:t>Start Turn</a:t>
              </a:r>
              <a:endParaRPr kumimoji="1" lang="ko-Kore-KR" altLang="en-US" sz="800" b="1" dirty="0">
                <a:solidFill>
                  <a:srgbClr val="FFC000"/>
                </a:solidFill>
              </a:endParaRPr>
            </a:p>
          </p:txBody>
        </p:sp>
        <p:sp>
          <p:nvSpPr>
            <p:cNvPr id="150" name="사각형 설명선[R] 149">
              <a:extLst>
                <a:ext uri="{FF2B5EF4-FFF2-40B4-BE49-F238E27FC236}">
                  <a16:creationId xmlns:a16="http://schemas.microsoft.com/office/drawing/2014/main" id="{FD89808B-5034-A5A3-931F-51E835F84D56}"/>
                </a:ext>
              </a:extLst>
            </p:cNvPr>
            <p:cNvSpPr/>
            <p:nvPr/>
          </p:nvSpPr>
          <p:spPr>
            <a:xfrm>
              <a:off x="931503" y="1488263"/>
              <a:ext cx="605516" cy="353512"/>
            </a:xfrm>
            <a:prstGeom prst="wedgeRectCallout">
              <a:avLst>
                <a:gd name="adj1" fmla="val -86957"/>
                <a:gd name="adj2" fmla="val -7794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TRK 182</a:t>
              </a:r>
            </a:p>
            <a:p>
              <a:r>
                <a:rPr kumimoji="1" lang="en-US" altLang="ko-Kore-KR" sz="800" b="1" dirty="0">
                  <a:solidFill>
                    <a:srgbClr val="FFC000"/>
                  </a:solidFill>
                </a:rPr>
                <a:t>  090-1000ft</a:t>
              </a:r>
            </a:p>
            <a:p>
              <a:r>
                <a:rPr kumimoji="1" lang="en-US" altLang="ko-Kore-KR" sz="800" b="1" dirty="0">
                  <a:solidFill>
                    <a:srgbClr val="FFC000"/>
                  </a:solidFill>
                </a:rPr>
                <a:t> </a:t>
              </a:r>
              <a:r>
                <a:rPr kumimoji="1" lang="en-US" altLang="ko-Kore-KR" sz="800" b="1" dirty="0">
                  <a:solidFill>
                    <a:srgbClr val="92D050"/>
                  </a:solidFill>
                </a:rPr>
                <a:t>(900ft)</a:t>
              </a:r>
            </a:p>
          </p:txBody>
        </p:sp>
        <p:sp>
          <p:nvSpPr>
            <p:cNvPr id="151" name="사각형 설명선[R] 150">
              <a:extLst>
                <a:ext uri="{FF2B5EF4-FFF2-40B4-BE49-F238E27FC236}">
                  <a16:creationId xmlns:a16="http://schemas.microsoft.com/office/drawing/2014/main" id="{976C1F7A-E636-B87D-52FD-AEB37F9F32B9}"/>
                </a:ext>
              </a:extLst>
            </p:cNvPr>
            <p:cNvSpPr/>
            <p:nvPr/>
          </p:nvSpPr>
          <p:spPr>
            <a:xfrm>
              <a:off x="1848171" y="1549995"/>
              <a:ext cx="487836" cy="549229"/>
            </a:xfrm>
            <a:prstGeom prst="wedgeRectCallout">
              <a:avLst>
                <a:gd name="adj1" fmla="val -262382"/>
                <a:gd name="adj2" fmla="val -11029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A/P Off  </a:t>
              </a:r>
            </a:p>
            <a:p>
              <a:r>
                <a:rPr kumimoji="1" lang="ko-KR" altLang="en-US" sz="800" dirty="0"/>
                <a:t> </a:t>
              </a:r>
              <a:r>
                <a:rPr kumimoji="1" lang="en-US" altLang="ko-Kore-KR" sz="800" dirty="0"/>
                <a:t>FD Off</a:t>
              </a:r>
            </a:p>
            <a:p>
              <a:r>
                <a:rPr kumimoji="1" lang="en-US" altLang="ko-KR" sz="800" dirty="0"/>
                <a:t> Set RWY  </a:t>
              </a:r>
            </a:p>
            <a:p>
              <a:r>
                <a:rPr kumimoji="1" lang="en-US" altLang="ko-KR" sz="800" dirty="0"/>
                <a:t> TRK</a:t>
              </a:r>
            </a:p>
          </p:txBody>
        </p:sp>
        <p:sp>
          <p:nvSpPr>
            <p:cNvPr id="61" name="TextBox 60">
              <a:extLst>
                <a:ext uri="{FF2B5EF4-FFF2-40B4-BE49-F238E27FC236}">
                  <a16:creationId xmlns:a16="http://schemas.microsoft.com/office/drawing/2014/main" id="{C03758C5-ABCE-E358-B805-F5F84F53890B}"/>
                </a:ext>
              </a:extLst>
            </p:cNvPr>
            <p:cNvSpPr txBox="1"/>
            <p:nvPr/>
          </p:nvSpPr>
          <p:spPr>
            <a:xfrm>
              <a:off x="984588" y="1165881"/>
              <a:ext cx="527709" cy="338554"/>
            </a:xfrm>
            <a:prstGeom prst="rect">
              <a:avLst/>
            </a:prstGeom>
            <a:noFill/>
          </p:spPr>
          <p:txBody>
            <a:bodyPr wrap="none" rtlCol="0">
              <a:spAutoFit/>
            </a:bodyPr>
            <a:lstStyle/>
            <a:p>
              <a:pPr algn="ctr"/>
              <a:r>
                <a:rPr kumimoji="1" lang="en-US" altLang="ko-Kore-KR" sz="800" dirty="0"/>
                <a:t>KMH34</a:t>
              </a:r>
            </a:p>
            <a:p>
              <a:pPr algn="ctr"/>
              <a:r>
                <a:rPr kumimoji="1" lang="en-US" altLang="ko-Kore-KR" sz="800" dirty="0"/>
                <a:t>(18R)</a:t>
              </a:r>
              <a:endParaRPr kumimoji="1" lang="ko-Kore-KR" altLang="en-US" sz="800" dirty="0"/>
            </a:p>
          </p:txBody>
        </p:sp>
      </p:grpSp>
      <p:sp>
        <p:nvSpPr>
          <p:cNvPr id="153" name="TextBox 152">
            <a:extLst>
              <a:ext uri="{FF2B5EF4-FFF2-40B4-BE49-F238E27FC236}">
                <a16:creationId xmlns:a16="http://schemas.microsoft.com/office/drawing/2014/main" id="{97F6DB83-E6BE-C7AD-44FF-AB2D0BD878C7}"/>
              </a:ext>
            </a:extLst>
          </p:cNvPr>
          <p:cNvSpPr txBox="1"/>
          <p:nvPr/>
        </p:nvSpPr>
        <p:spPr>
          <a:xfrm>
            <a:off x="1427395" y="5172015"/>
            <a:ext cx="973343" cy="400110"/>
          </a:xfrm>
          <a:prstGeom prst="rect">
            <a:avLst/>
          </a:prstGeom>
          <a:noFill/>
        </p:spPr>
        <p:txBody>
          <a:bodyPr wrap="none" rtlCol="0">
            <a:spAutoFit/>
          </a:bodyPr>
          <a:lstStyle/>
          <a:p>
            <a:r>
              <a:rPr lang="en-US" altLang="ko-KR" sz="1000" b="1" dirty="0">
                <a:solidFill>
                  <a:srgbClr val="C00000"/>
                </a:solidFill>
                <a:latin typeface="Calibri" panose="020F0502020204030204" pitchFamily="34" charset="0"/>
                <a:cs typeface="Calibri" panose="020F0502020204030204" pitchFamily="34" charset="0"/>
              </a:rPr>
              <a:t>LOC 36 Circling</a:t>
            </a:r>
          </a:p>
          <a:p>
            <a:r>
              <a:rPr kumimoji="1" lang="en-US" altLang="ko-Kore-KR" sz="1000" b="1" dirty="0">
                <a:solidFill>
                  <a:srgbClr val="C00000"/>
                </a:solidFill>
                <a:latin typeface="Calibri" panose="020F0502020204030204" pitchFamily="34" charset="0"/>
                <a:cs typeface="Calibri" panose="020F0502020204030204" pitchFamily="34" charset="0"/>
              </a:rPr>
              <a:t>Next Page</a:t>
            </a:r>
            <a:endParaRPr kumimoji="1" lang="ko-Kore-KR" altLang="en-US" sz="1000" b="1" dirty="0">
              <a:solidFill>
                <a:srgbClr val="C00000"/>
              </a:solidFill>
              <a:latin typeface="Calibri" panose="020F0502020204030204" pitchFamily="34" charset="0"/>
              <a:cs typeface="Calibri" panose="020F0502020204030204" pitchFamily="34" charset="0"/>
            </a:endParaRPr>
          </a:p>
        </p:txBody>
      </p:sp>
      <p:graphicFrame>
        <p:nvGraphicFramePr>
          <p:cNvPr id="138" name="Google Shape;138;p4"/>
          <p:cNvGraphicFramePr/>
          <p:nvPr>
            <p:extLst>
              <p:ext uri="{D42A27DB-BD31-4B8C-83A1-F6EECF244321}">
                <p14:modId xmlns:p14="http://schemas.microsoft.com/office/powerpoint/2010/main" val="1889425311"/>
              </p:ext>
            </p:extLst>
          </p:nvPr>
        </p:nvGraphicFramePr>
        <p:xfrm>
          <a:off x="0" y="0"/>
          <a:ext cx="2328850" cy="1001640"/>
        </p:xfrm>
        <a:graphic>
          <a:graphicData uri="http://schemas.openxmlformats.org/drawingml/2006/table">
            <a:tbl>
              <a:tblPr firstRow="1" bandRow="1">
                <a:noFill/>
                <a:tableStyleId>{A521BE36-7E6F-4EC9-8D66-1CF97A6895EC}</a:tableStyleId>
              </a:tblPr>
              <a:tblGrid>
                <a:gridCol w="1242927">
                  <a:extLst>
                    <a:ext uri="{9D8B030D-6E8A-4147-A177-3AD203B41FA5}">
                      <a16:colId xmlns:a16="http://schemas.microsoft.com/office/drawing/2014/main" val="20000"/>
                    </a:ext>
                  </a:extLst>
                </a:gridCol>
                <a:gridCol w="1085923">
                  <a:extLst>
                    <a:ext uri="{9D8B030D-6E8A-4147-A177-3AD203B41FA5}">
                      <a16:colId xmlns:a16="http://schemas.microsoft.com/office/drawing/2014/main" val="906161869"/>
                    </a:ext>
                  </a:extLst>
                </a:gridCol>
              </a:tblGrid>
              <a:tr h="202565">
                <a:tc gridSpan="2">
                  <a:txBody>
                    <a:bodyPr/>
                    <a:lstStyle/>
                    <a:p>
                      <a:pPr marL="0" marR="0" lvl="0" indent="0" algn="ctr" rtl="0">
                        <a:spcBef>
                          <a:spcPts val="0"/>
                        </a:spcBef>
                        <a:spcAft>
                          <a:spcPts val="0"/>
                        </a:spcAft>
                        <a:buNone/>
                      </a:pPr>
                      <a:r>
                        <a:rPr lang="en-US" sz="1100" dirty="0"/>
                        <a:t>A330 PUS VOR 18L/R </a:t>
                      </a:r>
                      <a:endParaRPr lang="en-US" sz="1100" dirty="0">
                        <a:solidFill>
                          <a:srgbClr val="FFC000"/>
                        </a:solidFill>
                      </a:endParaRPr>
                    </a:p>
                  </a:txBody>
                  <a:tcPr marL="91450" marR="91450" marT="36000" marB="36000" anchor="ctr"/>
                </a:tc>
                <a:tc hMerge="1">
                  <a:txBody>
                    <a:bodyPr/>
                    <a:lstStyle/>
                    <a:p>
                      <a:endParaRPr lang="ko-Kore-KR" altLang="en-US"/>
                    </a:p>
                  </a:txBody>
                  <a:tcPr/>
                </a:tc>
                <a:extLst>
                  <a:ext uri="{0D108BD9-81ED-4DB2-BD59-A6C34878D82A}">
                    <a16:rowId xmlns:a16="http://schemas.microsoft.com/office/drawing/2014/main" val="10000"/>
                  </a:ext>
                </a:extLst>
              </a:tr>
              <a:tr h="49885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B050"/>
                          </a:solidFill>
                          <a:effectLst/>
                          <a:uLnTx/>
                          <a:uFillTx/>
                          <a:latin typeface="Calibri"/>
                          <a:cs typeface="Calibri"/>
                        </a:rPr>
                        <a:t>Input PERF -&gt; SEC COPY</a:t>
                      </a:r>
                      <a:r>
                        <a:rPr kumimoji="0" lang="en-US" altLang="ko-Kore-KR" sz="900" b="1" i="0" u="none" strike="noStrike" kern="1200" cap="none" spc="0" normalizeH="0" baseline="0" noProof="0" dirty="0">
                          <a:ln>
                            <a:noFill/>
                          </a:ln>
                          <a:solidFill>
                            <a:srgbClr val="00B050"/>
                          </a:solidFill>
                          <a:effectLst/>
                          <a:uLnTx/>
                          <a:uFillTx/>
                          <a:latin typeface="Calibri"/>
                          <a:cs typeface="Calibri"/>
                        </a:rPr>
                        <a:t>           </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CLR CP18L/R, DISCONT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MDA : [ ], L/D CONF </a:t>
                      </a:r>
                      <a:r>
                        <a:rPr kumimoji="0" lang="en-US" altLang="ko-Kore-KR" sz="800" b="1" i="0" u="none" strike="noStrike" kern="1200" cap="none" spc="0" normalizeH="0" baseline="0" noProof="0" dirty="0" err="1">
                          <a:ln>
                            <a:noFill/>
                          </a:ln>
                          <a:solidFill>
                            <a:srgbClr val="C00000"/>
                          </a:solidFill>
                          <a:effectLst/>
                          <a:uLnTx/>
                          <a:uFillTx/>
                          <a:latin typeface="Calibri"/>
                          <a:cs typeface="Calibri"/>
                        </a:rPr>
                        <a:t>chk</a:t>
                      </a:r>
                      <a:endParaRPr kumimoji="0" lang="en-US" altLang="ko-Kore-KR" sz="800" b="1" i="0" u="none" strike="noStrike" kern="1200" cap="none" spc="0" normalizeH="0" baseline="0" noProof="0" dirty="0">
                        <a:ln>
                          <a:noFill/>
                        </a:ln>
                        <a:solidFill>
                          <a:srgbClr val="C00000"/>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115940">
                <a:tc gridSpan="2">
                  <a:txBody>
                    <a:bodyPr/>
                    <a:lstStyle/>
                    <a:p>
                      <a:pPr marL="0" marR="0" lvl="0" indent="0" algn="ctr" rtl="0">
                        <a:spcBef>
                          <a:spcPts val="0"/>
                        </a:spcBef>
                        <a:spcAft>
                          <a:spcPts val="0"/>
                        </a:spcAft>
                        <a:buNone/>
                      </a:pPr>
                      <a:r>
                        <a:rPr lang="en-US" sz="900" b="1" dirty="0">
                          <a:solidFill>
                            <a:srgbClr val="0070C0"/>
                          </a:solidFill>
                        </a:rPr>
                        <a:t>FIX : KMH 280(Base Turn), 284(Missed App)</a:t>
                      </a:r>
                    </a:p>
                  </a:txBody>
                  <a:tcPr marL="90000" marR="91450" marT="0" marB="0" anchor="ctr"/>
                </a:tc>
                <a:tc hMerge="1">
                  <a:txBody>
                    <a:bodyPr/>
                    <a:lstStyle/>
                    <a:p>
                      <a:endParaRPr lang="ko-Kore-KR" altLang="en-US"/>
                    </a:p>
                  </a:txBody>
                  <a:tcPr/>
                </a:tc>
                <a:extLst>
                  <a:ext uri="{0D108BD9-81ED-4DB2-BD59-A6C34878D82A}">
                    <a16:rowId xmlns:a16="http://schemas.microsoft.com/office/drawing/2014/main" val="2408181646"/>
                  </a:ext>
                </a:extLst>
              </a:tr>
            </a:tbl>
          </a:graphicData>
        </a:graphic>
      </p:graphicFrame>
      <p:pic>
        <p:nvPicPr>
          <p:cNvPr id="4" name="그림 3" descr="텍스트, 폰트, 스크린샷, 번호이(가) 표시된 사진&#10;&#10;자동 생성된 설명">
            <a:extLst>
              <a:ext uri="{FF2B5EF4-FFF2-40B4-BE49-F238E27FC236}">
                <a16:creationId xmlns:a16="http://schemas.microsoft.com/office/drawing/2014/main" id="{70B21514-0429-B3E2-E2F4-6228CC2F2F75}"/>
              </a:ext>
            </a:extLst>
          </p:cNvPr>
          <p:cNvPicPr>
            <a:picLocks noChangeAspect="1"/>
          </p:cNvPicPr>
          <p:nvPr/>
        </p:nvPicPr>
        <p:blipFill>
          <a:blip r:embed="rId4"/>
          <a:stretch>
            <a:fillRect/>
          </a:stretch>
        </p:blipFill>
        <p:spPr>
          <a:xfrm>
            <a:off x="1238743" y="274162"/>
            <a:ext cx="1073713" cy="342113"/>
          </a:xfrm>
          <a:prstGeom prst="rect">
            <a:avLst/>
          </a:prstGeom>
          <a:ln w="12700">
            <a:solidFill>
              <a:schemeClr val="accent1"/>
            </a:solidFill>
          </a:ln>
        </p:spPr>
      </p:pic>
      <p:pic>
        <p:nvPicPr>
          <p:cNvPr id="6" name="그림 5" descr="텍스트, 폰트, 스크린샷, 번호이(가) 표시된 사진&#10;&#10;자동 생성된 설명">
            <a:extLst>
              <a:ext uri="{FF2B5EF4-FFF2-40B4-BE49-F238E27FC236}">
                <a16:creationId xmlns:a16="http://schemas.microsoft.com/office/drawing/2014/main" id="{B5182E03-FBF9-667B-03A0-431F3A7ED68A}"/>
              </a:ext>
            </a:extLst>
          </p:cNvPr>
          <p:cNvPicPr>
            <a:picLocks noChangeAspect="1"/>
          </p:cNvPicPr>
          <p:nvPr/>
        </p:nvPicPr>
        <p:blipFill>
          <a:blip r:embed="rId5"/>
          <a:stretch>
            <a:fillRect/>
          </a:stretch>
        </p:blipFill>
        <p:spPr>
          <a:xfrm>
            <a:off x="-4041" y="273766"/>
            <a:ext cx="1226390" cy="421572"/>
          </a:xfrm>
          <a:prstGeom prst="rect">
            <a:avLst/>
          </a:prstGeom>
          <a:ln w="12700">
            <a:solidFill>
              <a:schemeClr val="accent1"/>
            </a:solidFill>
          </a:ln>
        </p:spPr>
      </p:pic>
      <p:pic>
        <p:nvPicPr>
          <p:cNvPr id="3" name="그래픽 2" descr="집 Wi-Fi에서 작업 단색으로 채워진">
            <a:hlinkClick r:id="" action="ppaction://hlinkshowjump?jump=firstslide"/>
            <a:extLst>
              <a:ext uri="{FF2B5EF4-FFF2-40B4-BE49-F238E27FC236}">
                <a16:creationId xmlns:a16="http://schemas.microsoft.com/office/drawing/2014/main" id="{07ED1B04-C768-A104-5A8F-3143CFB435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7451395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2DD2492E-25C7-6F3E-A765-74CDA0855231}"/>
              </a:ext>
            </a:extLst>
          </p:cNvPr>
          <p:cNvGraphicFramePr/>
          <p:nvPr>
            <p:extLst>
              <p:ext uri="{D42A27DB-BD31-4B8C-83A1-F6EECF244321}">
                <p14:modId xmlns:p14="http://schemas.microsoft.com/office/powerpoint/2010/main" val="2135400964"/>
              </p:ext>
            </p:extLst>
          </p:nvPr>
        </p:nvGraphicFramePr>
        <p:xfrm>
          <a:off x="-4122" y="4335832"/>
          <a:ext cx="2328850" cy="9322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2551">
                <a:tc>
                  <a:txBody>
                    <a:bodyPr/>
                    <a:lstStyle/>
                    <a:p>
                      <a:pPr marL="0" marR="0" lvl="0" indent="0" algn="ctr" rtl="0">
                        <a:spcBef>
                          <a:spcPts val="0"/>
                        </a:spcBef>
                        <a:spcAft>
                          <a:spcPts val="0"/>
                        </a:spcAft>
                        <a:buNone/>
                      </a:pPr>
                      <a:r>
                        <a:rPr lang="en-US" sz="1100" dirty="0"/>
                        <a:t>Missed App</a:t>
                      </a:r>
                    </a:p>
                  </a:txBody>
                  <a:tcPr marL="36000" marR="36000" marT="36000" marB="36000" anchor="ctr"/>
                </a:tc>
                <a:extLst>
                  <a:ext uri="{0D108BD9-81ED-4DB2-BD59-A6C34878D82A}">
                    <a16:rowId xmlns:a16="http://schemas.microsoft.com/office/drawing/2014/main" val="10000"/>
                  </a:ext>
                </a:extLst>
              </a:tr>
              <a:tr h="220461">
                <a:tc>
                  <a:txBody>
                    <a:bodyPr/>
                    <a:lstStyle/>
                    <a:p>
                      <a:pPr marL="0" marR="0" lvl="0" indent="0" algn="l" rtl="0">
                        <a:spcBef>
                          <a:spcPts val="0"/>
                        </a:spcBef>
                        <a:spcAft>
                          <a:spcPts val="0"/>
                        </a:spcAft>
                        <a:buNone/>
                      </a:pPr>
                      <a:r>
                        <a:rPr lang="en-US" altLang="ko-Kore-KR" sz="900" dirty="0"/>
                        <a:t>Base Turn </a:t>
                      </a:r>
                      <a:r>
                        <a:rPr lang="ko-KR" altLang="en-US" sz="900" dirty="0"/>
                        <a:t>이전 </a:t>
                      </a:r>
                      <a:r>
                        <a:rPr lang="en-US" altLang="ko-KR" sz="900" dirty="0"/>
                        <a:t>:</a:t>
                      </a:r>
                      <a:r>
                        <a:rPr lang="ko-KR" altLang="en-US" sz="900" dirty="0"/>
                        <a:t> </a:t>
                      </a:r>
                      <a:r>
                        <a:rPr lang="en-US" altLang="ko-KR" sz="900" dirty="0"/>
                        <a:t>L/H Turn </a:t>
                      </a:r>
                      <a:r>
                        <a:rPr lang="en-US" altLang="ko-KR" sz="900" b="1" dirty="0">
                          <a:solidFill>
                            <a:srgbClr val="C00000"/>
                          </a:solidFill>
                        </a:rPr>
                        <a:t>KMH 310 </a:t>
                      </a:r>
                      <a:r>
                        <a:rPr lang="en-US" altLang="ko-KR" sz="900" dirty="0"/>
                        <a:t>OUTBD </a:t>
                      </a:r>
                    </a:p>
                    <a:p>
                      <a:pPr marL="0" marR="0" lvl="0" indent="0" algn="l" rtl="0">
                        <a:spcBef>
                          <a:spcPts val="0"/>
                        </a:spcBef>
                        <a:spcAft>
                          <a:spcPts val="0"/>
                        </a:spcAft>
                        <a:buNone/>
                      </a:pPr>
                      <a:r>
                        <a:rPr lang="en-US" altLang="ko-KR" sz="900" dirty="0"/>
                        <a:t>(PULL TRK)</a:t>
                      </a:r>
                    </a:p>
                  </a:txBody>
                  <a:tcPr marL="36000" marR="36000" marT="36000" marB="36000" anchor="ctr"/>
                </a:tc>
                <a:extLst>
                  <a:ext uri="{0D108BD9-81ED-4DB2-BD59-A6C34878D82A}">
                    <a16:rowId xmlns:a16="http://schemas.microsoft.com/office/drawing/2014/main" val="10001"/>
                  </a:ext>
                </a:extLst>
              </a:tr>
              <a:tr h="307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900" dirty="0"/>
                        <a:t>Base Turn </a:t>
                      </a:r>
                      <a:r>
                        <a:rPr lang="ko-KR" altLang="en-US" sz="900" dirty="0"/>
                        <a:t>이후 </a:t>
                      </a:r>
                      <a:r>
                        <a:rPr lang="en-US" altLang="ko-KR" sz="900" dirty="0"/>
                        <a:t>:</a:t>
                      </a:r>
                      <a:r>
                        <a:rPr lang="ko-KR" altLang="en-US" sz="900" dirty="0"/>
                        <a:t> </a:t>
                      </a:r>
                      <a:r>
                        <a:rPr lang="en-US" altLang="ko-KR" sz="900" dirty="0"/>
                        <a:t>Continue R/H Turn </a:t>
                      </a:r>
                      <a:r>
                        <a:rPr lang="en-US" altLang="ko-KR" sz="900" b="1" dirty="0">
                          <a:solidFill>
                            <a:srgbClr val="C00000"/>
                          </a:solidFill>
                        </a:rPr>
                        <a:t>KMH 310 </a:t>
                      </a:r>
                      <a:r>
                        <a:rPr lang="en-US" altLang="ko-KR" sz="900" dirty="0"/>
                        <a:t>OUTBD  (PULL TRK)</a:t>
                      </a:r>
                    </a:p>
                  </a:txBody>
                  <a:tcPr marL="36000" marR="36000" marT="36000" marB="36000" anchor="ctr"/>
                </a:tc>
                <a:extLst>
                  <a:ext uri="{0D108BD9-81ED-4DB2-BD59-A6C34878D82A}">
                    <a16:rowId xmlns:a16="http://schemas.microsoft.com/office/drawing/2014/main" val="3324277550"/>
                  </a:ext>
                </a:extLst>
              </a:tr>
            </a:tbl>
          </a:graphicData>
        </a:graphic>
      </p:graphicFrame>
      <p:grpSp>
        <p:nvGrpSpPr>
          <p:cNvPr id="15" name="그룹 14">
            <a:extLst>
              <a:ext uri="{FF2B5EF4-FFF2-40B4-BE49-F238E27FC236}">
                <a16:creationId xmlns:a16="http://schemas.microsoft.com/office/drawing/2014/main" id="{EA4E3C12-23F7-925D-4989-9A1D08C75E1F}"/>
              </a:ext>
            </a:extLst>
          </p:cNvPr>
          <p:cNvGrpSpPr/>
          <p:nvPr/>
        </p:nvGrpSpPr>
        <p:grpSpPr>
          <a:xfrm>
            <a:off x="-48346" y="1189404"/>
            <a:ext cx="2394309" cy="3138086"/>
            <a:chOff x="-48346" y="1067956"/>
            <a:chExt cx="2394309" cy="3138086"/>
          </a:xfrm>
        </p:grpSpPr>
        <p:pic>
          <p:nvPicPr>
            <p:cNvPr id="12" name="그림 11" descr="나무, 식물이(가) 표시된 사진&#10;&#10;자동 생성된 설명">
              <a:extLst>
                <a:ext uri="{FF2B5EF4-FFF2-40B4-BE49-F238E27FC236}">
                  <a16:creationId xmlns:a16="http://schemas.microsoft.com/office/drawing/2014/main" id="{CDDBC3DB-6733-2907-F7DB-E2FDA5AE9F63}"/>
                </a:ext>
              </a:extLst>
            </p:cNvPr>
            <p:cNvPicPr>
              <a:picLocks noChangeAspect="1"/>
            </p:cNvPicPr>
            <p:nvPr/>
          </p:nvPicPr>
          <p:blipFill rotWithShape="1">
            <a:blip r:embed="rId3"/>
            <a:stretch/>
          </p:blipFill>
          <p:spPr>
            <a:xfrm>
              <a:off x="-361" y="1098329"/>
              <a:ext cx="2346324" cy="3107713"/>
            </a:xfrm>
            <a:prstGeom prst="rect">
              <a:avLst/>
            </a:prstGeom>
          </p:spPr>
        </p:pic>
        <p:cxnSp>
          <p:nvCxnSpPr>
            <p:cNvPr id="27" name="직선 연결선[R] 26">
              <a:extLst>
                <a:ext uri="{FF2B5EF4-FFF2-40B4-BE49-F238E27FC236}">
                  <a16:creationId xmlns:a16="http://schemas.microsoft.com/office/drawing/2014/main" id="{A447B34E-85E3-7041-0027-4D72BCEB8F48}"/>
                </a:ext>
              </a:extLst>
            </p:cNvPr>
            <p:cNvCxnSpPr>
              <a:cxnSpLocks/>
              <a:endCxn id="29" idx="0"/>
            </p:cNvCxnSpPr>
            <p:nvPr/>
          </p:nvCxnSpPr>
          <p:spPr>
            <a:xfrm flipH="1" flipV="1">
              <a:off x="647706" y="1625885"/>
              <a:ext cx="35808" cy="119660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1" name="직선 연결선[R] 40">
              <a:extLst>
                <a:ext uri="{FF2B5EF4-FFF2-40B4-BE49-F238E27FC236}">
                  <a16:creationId xmlns:a16="http://schemas.microsoft.com/office/drawing/2014/main" id="{AF422B5F-7DE7-D8E9-59E5-31D47952B5A3}"/>
                </a:ext>
              </a:extLst>
            </p:cNvPr>
            <p:cNvCxnSpPr>
              <a:cxnSpLocks/>
            </p:cNvCxnSpPr>
            <p:nvPr/>
          </p:nvCxnSpPr>
          <p:spPr>
            <a:xfrm flipH="1" flipV="1">
              <a:off x="685970" y="2822492"/>
              <a:ext cx="1038585" cy="862373"/>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23" name="포인트가 4개인 별 22">
              <a:extLst>
                <a:ext uri="{FF2B5EF4-FFF2-40B4-BE49-F238E27FC236}">
                  <a16:creationId xmlns:a16="http://schemas.microsoft.com/office/drawing/2014/main" id="{34EBE2B8-A456-4BC0-19B9-499481DE4E5C}"/>
                </a:ext>
              </a:extLst>
            </p:cNvPr>
            <p:cNvSpPr/>
            <p:nvPr/>
          </p:nvSpPr>
          <p:spPr>
            <a:xfrm>
              <a:off x="590749" y="2716474"/>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호 28">
              <a:extLst>
                <a:ext uri="{FF2B5EF4-FFF2-40B4-BE49-F238E27FC236}">
                  <a16:creationId xmlns:a16="http://schemas.microsoft.com/office/drawing/2014/main" id="{0EDEDCBE-E5F5-DEFE-E89D-A65BA4BB793D}"/>
                </a:ext>
              </a:extLst>
            </p:cNvPr>
            <p:cNvSpPr/>
            <p:nvPr/>
          </p:nvSpPr>
          <p:spPr>
            <a:xfrm>
              <a:off x="647194" y="1191450"/>
              <a:ext cx="956185" cy="911025"/>
            </a:xfrm>
            <a:prstGeom prst="arc">
              <a:avLst>
                <a:gd name="adj1" fmla="val 10951624"/>
                <a:gd name="adj2" fmla="val 61662"/>
              </a:avLst>
            </a:prstGeom>
            <a:ln w="28575">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1" name="포인트가 4개인 별 30">
              <a:extLst>
                <a:ext uri="{FF2B5EF4-FFF2-40B4-BE49-F238E27FC236}">
                  <a16:creationId xmlns:a16="http://schemas.microsoft.com/office/drawing/2014/main" id="{58BD0D03-CFFD-7313-7A4A-408AE9CE381A}"/>
                </a:ext>
              </a:extLst>
            </p:cNvPr>
            <p:cNvSpPr/>
            <p:nvPr/>
          </p:nvSpPr>
          <p:spPr>
            <a:xfrm>
              <a:off x="573819" y="2044793"/>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호 34">
              <a:extLst>
                <a:ext uri="{FF2B5EF4-FFF2-40B4-BE49-F238E27FC236}">
                  <a16:creationId xmlns:a16="http://schemas.microsoft.com/office/drawing/2014/main" id="{930CEE6A-5EFE-59E6-5594-85206F09186A}"/>
                </a:ext>
              </a:extLst>
            </p:cNvPr>
            <p:cNvSpPr/>
            <p:nvPr/>
          </p:nvSpPr>
          <p:spPr>
            <a:xfrm>
              <a:off x="686711" y="1191901"/>
              <a:ext cx="973831" cy="1004707"/>
            </a:xfrm>
            <a:prstGeom prst="arc">
              <a:avLst>
                <a:gd name="adj1" fmla="val 16012884"/>
                <a:gd name="adj2" fmla="val 21134675"/>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8" name="포인트가 4개인 별 37">
              <a:extLst>
                <a:ext uri="{FF2B5EF4-FFF2-40B4-BE49-F238E27FC236}">
                  <a16:creationId xmlns:a16="http://schemas.microsoft.com/office/drawing/2014/main" id="{7EB48E4E-D41B-9BE2-A6CB-DE56A1828C44}"/>
                </a:ext>
              </a:extLst>
            </p:cNvPr>
            <p:cNvSpPr/>
            <p:nvPr/>
          </p:nvSpPr>
          <p:spPr>
            <a:xfrm>
              <a:off x="539954" y="1096532"/>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9" name="포인트가 4개인 별 38">
              <a:extLst>
                <a:ext uri="{FF2B5EF4-FFF2-40B4-BE49-F238E27FC236}">
                  <a16:creationId xmlns:a16="http://schemas.microsoft.com/office/drawing/2014/main" id="{4623912B-268E-11E3-0FE7-B2FCDA90C0C0}"/>
                </a:ext>
              </a:extLst>
            </p:cNvPr>
            <p:cNvSpPr/>
            <p:nvPr/>
          </p:nvSpPr>
          <p:spPr>
            <a:xfrm>
              <a:off x="1431776" y="1073957"/>
              <a:ext cx="185531" cy="212035"/>
            </a:xfrm>
            <a:prstGeom prst="star4">
              <a:avLst>
                <a:gd name="adj" fmla="val 18750"/>
              </a:avLst>
            </a:prstGeom>
            <a:solidFill>
              <a:srgbClr val="AA47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0" name="포인트가 4개인 별 39">
              <a:extLst>
                <a:ext uri="{FF2B5EF4-FFF2-40B4-BE49-F238E27FC236}">
                  <a16:creationId xmlns:a16="http://schemas.microsoft.com/office/drawing/2014/main" id="{00C949CF-AF86-BF74-7612-33AF2285DACA}"/>
                </a:ext>
              </a:extLst>
            </p:cNvPr>
            <p:cNvSpPr/>
            <p:nvPr/>
          </p:nvSpPr>
          <p:spPr>
            <a:xfrm>
              <a:off x="1539024" y="1068313"/>
              <a:ext cx="185531" cy="212035"/>
            </a:xfrm>
            <a:prstGeom prst="star4">
              <a:avLst>
                <a:gd name="adj" fmla="val 18750"/>
              </a:avLst>
            </a:prstGeom>
            <a:solidFill>
              <a:srgbClr val="92D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cxnSp>
          <p:nvCxnSpPr>
            <p:cNvPr id="44" name="직선 연결선[R] 43">
              <a:extLst>
                <a:ext uri="{FF2B5EF4-FFF2-40B4-BE49-F238E27FC236}">
                  <a16:creationId xmlns:a16="http://schemas.microsoft.com/office/drawing/2014/main" id="{868CF2DE-D380-1488-974D-31BDE8684A05}"/>
                </a:ext>
              </a:extLst>
            </p:cNvPr>
            <p:cNvCxnSpPr>
              <a:cxnSpLocks/>
              <a:endCxn id="29" idx="2"/>
            </p:cNvCxnSpPr>
            <p:nvPr/>
          </p:nvCxnSpPr>
          <p:spPr>
            <a:xfrm flipH="1" flipV="1">
              <a:off x="1603294" y="1655537"/>
              <a:ext cx="22873" cy="38925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9" name="직선 연결선[R] 48">
              <a:extLst>
                <a:ext uri="{FF2B5EF4-FFF2-40B4-BE49-F238E27FC236}">
                  <a16:creationId xmlns:a16="http://schemas.microsoft.com/office/drawing/2014/main" id="{66964C75-BD54-9870-DA4E-4CA275254DF7}"/>
                </a:ext>
              </a:extLst>
            </p:cNvPr>
            <p:cNvCxnSpPr>
              <a:cxnSpLocks/>
              <a:endCxn id="35" idx="2"/>
            </p:cNvCxnSpPr>
            <p:nvPr/>
          </p:nvCxnSpPr>
          <p:spPr>
            <a:xfrm flipH="1" flipV="1">
              <a:off x="1656354" y="1628512"/>
              <a:ext cx="22321" cy="4219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직선 연결선[R] 53">
              <a:extLst>
                <a:ext uri="{FF2B5EF4-FFF2-40B4-BE49-F238E27FC236}">
                  <a16:creationId xmlns:a16="http://schemas.microsoft.com/office/drawing/2014/main" id="{DA8E6069-ABB3-A90D-9CB2-412A7718E23F}"/>
                </a:ext>
              </a:extLst>
            </p:cNvPr>
            <p:cNvCxnSpPr>
              <a:cxnSpLocks/>
            </p:cNvCxnSpPr>
            <p:nvPr/>
          </p:nvCxnSpPr>
          <p:spPr>
            <a:xfrm>
              <a:off x="79022" y="1451543"/>
              <a:ext cx="1538285" cy="603307"/>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E0B4524-D5ED-0F82-3605-CE03D6D8F41C}"/>
                </a:ext>
              </a:extLst>
            </p:cNvPr>
            <p:cNvSpPr txBox="1"/>
            <p:nvPr/>
          </p:nvSpPr>
          <p:spPr>
            <a:xfrm>
              <a:off x="1670760" y="1067956"/>
              <a:ext cx="527709" cy="338554"/>
            </a:xfrm>
            <a:prstGeom prst="rect">
              <a:avLst/>
            </a:prstGeom>
            <a:noFill/>
          </p:spPr>
          <p:txBody>
            <a:bodyPr wrap="none" rtlCol="0">
              <a:spAutoFit/>
            </a:bodyPr>
            <a:lstStyle/>
            <a:p>
              <a:pPr algn="ctr"/>
              <a:r>
                <a:rPr kumimoji="1" lang="en-US" altLang="ko-Kore-KR" sz="800" dirty="0">
                  <a:solidFill>
                    <a:srgbClr val="92D050"/>
                  </a:solidFill>
                </a:rPr>
                <a:t>KMH35</a:t>
              </a:r>
            </a:p>
            <a:p>
              <a:pPr algn="ctr"/>
              <a:r>
                <a:rPr kumimoji="1" lang="en-US" altLang="ko-Kore-KR" sz="800" dirty="0">
                  <a:solidFill>
                    <a:srgbClr val="92D050"/>
                  </a:solidFill>
                </a:rPr>
                <a:t>(18L)</a:t>
              </a:r>
              <a:endParaRPr kumimoji="1" lang="ko-Kore-KR" altLang="en-US" sz="800" dirty="0">
                <a:solidFill>
                  <a:srgbClr val="92D050"/>
                </a:solidFill>
              </a:endParaRPr>
            </a:p>
          </p:txBody>
        </p:sp>
        <p:sp>
          <p:nvSpPr>
            <p:cNvPr id="61" name="TextBox 60">
              <a:extLst>
                <a:ext uri="{FF2B5EF4-FFF2-40B4-BE49-F238E27FC236}">
                  <a16:creationId xmlns:a16="http://schemas.microsoft.com/office/drawing/2014/main" id="{C03758C5-ABCE-E358-B805-F5F84F53890B}"/>
                </a:ext>
              </a:extLst>
            </p:cNvPr>
            <p:cNvSpPr txBox="1"/>
            <p:nvPr/>
          </p:nvSpPr>
          <p:spPr>
            <a:xfrm>
              <a:off x="984588" y="1243074"/>
              <a:ext cx="527709" cy="338554"/>
            </a:xfrm>
            <a:prstGeom prst="rect">
              <a:avLst/>
            </a:prstGeom>
            <a:noFill/>
          </p:spPr>
          <p:txBody>
            <a:bodyPr wrap="none" rtlCol="0">
              <a:spAutoFit/>
            </a:bodyPr>
            <a:lstStyle/>
            <a:p>
              <a:pPr algn="ctr"/>
              <a:r>
                <a:rPr kumimoji="1" lang="en-US" altLang="ko-Kore-KR" sz="800" dirty="0"/>
                <a:t>KMH34</a:t>
              </a:r>
            </a:p>
            <a:p>
              <a:pPr algn="ctr"/>
              <a:r>
                <a:rPr kumimoji="1" lang="en-US" altLang="ko-Kore-KR" sz="800" dirty="0"/>
                <a:t>(18R)</a:t>
              </a:r>
              <a:endParaRPr kumimoji="1" lang="ko-Kore-KR" altLang="en-US" sz="800" dirty="0"/>
            </a:p>
          </p:txBody>
        </p:sp>
        <p:sp>
          <p:nvSpPr>
            <p:cNvPr id="62" name="TextBox 61">
              <a:extLst>
                <a:ext uri="{FF2B5EF4-FFF2-40B4-BE49-F238E27FC236}">
                  <a16:creationId xmlns:a16="http://schemas.microsoft.com/office/drawing/2014/main" id="{BAB56EBB-C6CC-544B-6B1B-7AD74DDE9799}"/>
                </a:ext>
              </a:extLst>
            </p:cNvPr>
            <p:cNvSpPr txBox="1"/>
            <p:nvPr/>
          </p:nvSpPr>
          <p:spPr>
            <a:xfrm>
              <a:off x="70193" y="1090677"/>
              <a:ext cx="527709" cy="215444"/>
            </a:xfrm>
            <a:prstGeom prst="rect">
              <a:avLst/>
            </a:prstGeom>
            <a:noFill/>
          </p:spPr>
          <p:txBody>
            <a:bodyPr wrap="none" rtlCol="0">
              <a:spAutoFit/>
            </a:bodyPr>
            <a:lstStyle/>
            <a:p>
              <a:r>
                <a:rPr kumimoji="1" lang="en-US" altLang="ko-Kore-KR" sz="800" dirty="0"/>
                <a:t>KMH32</a:t>
              </a:r>
              <a:endParaRPr kumimoji="1" lang="ko-Kore-KR" altLang="en-US" sz="800" dirty="0"/>
            </a:p>
          </p:txBody>
        </p:sp>
        <p:sp>
          <p:nvSpPr>
            <p:cNvPr id="63" name="TextBox 62">
              <a:extLst>
                <a:ext uri="{FF2B5EF4-FFF2-40B4-BE49-F238E27FC236}">
                  <a16:creationId xmlns:a16="http://schemas.microsoft.com/office/drawing/2014/main" id="{F26F0C7B-7DBA-0E46-EAB1-02BB391E9101}"/>
                </a:ext>
              </a:extLst>
            </p:cNvPr>
            <p:cNvSpPr txBox="1"/>
            <p:nvPr/>
          </p:nvSpPr>
          <p:spPr>
            <a:xfrm>
              <a:off x="104058" y="2033287"/>
              <a:ext cx="527709" cy="215444"/>
            </a:xfrm>
            <a:prstGeom prst="rect">
              <a:avLst/>
            </a:prstGeom>
            <a:noFill/>
          </p:spPr>
          <p:txBody>
            <a:bodyPr wrap="none" rtlCol="0">
              <a:spAutoFit/>
            </a:bodyPr>
            <a:lstStyle/>
            <a:p>
              <a:r>
                <a:rPr kumimoji="1" lang="en-US" altLang="ko-Kore-KR" sz="800" dirty="0"/>
                <a:t>KMH30</a:t>
              </a:r>
              <a:endParaRPr kumimoji="1" lang="ko-Kore-KR" altLang="en-US" sz="800" dirty="0"/>
            </a:p>
          </p:txBody>
        </p:sp>
        <p:sp>
          <p:nvSpPr>
            <p:cNvPr id="128" name="TextBox 127">
              <a:extLst>
                <a:ext uri="{FF2B5EF4-FFF2-40B4-BE49-F238E27FC236}">
                  <a16:creationId xmlns:a16="http://schemas.microsoft.com/office/drawing/2014/main" id="{246E7BA4-156E-250A-F438-49FB015FCB5C}"/>
                </a:ext>
              </a:extLst>
            </p:cNvPr>
            <p:cNvSpPr txBox="1"/>
            <p:nvPr/>
          </p:nvSpPr>
          <p:spPr>
            <a:xfrm>
              <a:off x="115180" y="2676757"/>
              <a:ext cx="522900" cy="338554"/>
            </a:xfrm>
            <a:prstGeom prst="rect">
              <a:avLst/>
            </a:prstGeom>
            <a:noFill/>
          </p:spPr>
          <p:txBody>
            <a:bodyPr wrap="none" rtlCol="0">
              <a:spAutoFit/>
            </a:bodyPr>
            <a:lstStyle/>
            <a:p>
              <a:pPr algn="ctr"/>
              <a:r>
                <a:rPr kumimoji="1" lang="en-US" altLang="ko-Kore-KR" sz="800" dirty="0"/>
                <a:t>KMH22</a:t>
              </a:r>
            </a:p>
            <a:p>
              <a:pPr algn="ctr"/>
              <a:endParaRPr kumimoji="1" lang="ko-Kore-KR" altLang="en-US" sz="800" dirty="0"/>
            </a:p>
          </p:txBody>
        </p:sp>
        <p:cxnSp>
          <p:nvCxnSpPr>
            <p:cNvPr id="130" name="구부러진 연결선[U] 129">
              <a:extLst>
                <a:ext uri="{FF2B5EF4-FFF2-40B4-BE49-F238E27FC236}">
                  <a16:creationId xmlns:a16="http://schemas.microsoft.com/office/drawing/2014/main" id="{CF940597-B6DB-F9E0-2BFE-9248A4AEFCD5}"/>
                </a:ext>
              </a:extLst>
            </p:cNvPr>
            <p:cNvCxnSpPr>
              <a:cxnSpLocks/>
            </p:cNvCxnSpPr>
            <p:nvPr/>
          </p:nvCxnSpPr>
          <p:spPr>
            <a:xfrm>
              <a:off x="1610387" y="3841126"/>
              <a:ext cx="324227" cy="49428"/>
            </a:xfrm>
            <a:prstGeom prst="curvedConnector3">
              <a:avLst>
                <a:gd name="adj1" fmla="val 44506"/>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3" name="직선 연결선[R] 132">
              <a:extLst>
                <a:ext uri="{FF2B5EF4-FFF2-40B4-BE49-F238E27FC236}">
                  <a16:creationId xmlns:a16="http://schemas.microsoft.com/office/drawing/2014/main" id="{CBE8342F-5466-CF7A-EF58-F1468E9658D9}"/>
                </a:ext>
              </a:extLst>
            </p:cNvPr>
            <p:cNvCxnSpPr>
              <a:cxnSpLocks/>
            </p:cNvCxnSpPr>
            <p:nvPr/>
          </p:nvCxnSpPr>
          <p:spPr>
            <a:xfrm flipH="1" flipV="1">
              <a:off x="1768383" y="3786668"/>
              <a:ext cx="4117" cy="397222"/>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142" name="포인트가 4개인 별 141">
              <a:extLst>
                <a:ext uri="{FF2B5EF4-FFF2-40B4-BE49-F238E27FC236}">
                  <a16:creationId xmlns:a16="http://schemas.microsoft.com/office/drawing/2014/main" id="{A338195F-D345-F96E-91F4-57F2A830C58D}"/>
                </a:ext>
              </a:extLst>
            </p:cNvPr>
            <p:cNvSpPr/>
            <p:nvPr/>
          </p:nvSpPr>
          <p:spPr>
            <a:xfrm>
              <a:off x="1679774" y="3607592"/>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46" name="사각형 설명선[R] 145">
              <a:extLst>
                <a:ext uri="{FF2B5EF4-FFF2-40B4-BE49-F238E27FC236}">
                  <a16:creationId xmlns:a16="http://schemas.microsoft.com/office/drawing/2014/main" id="{CFB9E6EC-B866-FE82-A5A6-F4E244DD87CD}"/>
                </a:ext>
              </a:extLst>
            </p:cNvPr>
            <p:cNvSpPr/>
            <p:nvPr/>
          </p:nvSpPr>
          <p:spPr>
            <a:xfrm>
              <a:off x="596770" y="3653893"/>
              <a:ext cx="836148" cy="510314"/>
            </a:xfrm>
            <a:prstGeom prst="wedgeRectCallout">
              <a:avLst>
                <a:gd name="adj1" fmla="val 84272"/>
                <a:gd name="adj2" fmla="val 1671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Before FAF L/G DN CONF 3</a:t>
              </a:r>
            </a:p>
            <a:p>
              <a:r>
                <a:rPr kumimoji="1" lang="en-US" altLang="ko-Kore-KR" sz="800" dirty="0"/>
                <a:t>1700ft L/O</a:t>
              </a:r>
            </a:p>
            <a:p>
              <a:r>
                <a:rPr kumimoji="1" lang="en-US" altLang="ko-Kore-KR" sz="800" dirty="0"/>
                <a:t>6000ft SET</a:t>
              </a:r>
            </a:p>
          </p:txBody>
        </p:sp>
        <p:sp>
          <p:nvSpPr>
            <p:cNvPr id="143" name="TextBox 142">
              <a:extLst>
                <a:ext uri="{FF2B5EF4-FFF2-40B4-BE49-F238E27FC236}">
                  <a16:creationId xmlns:a16="http://schemas.microsoft.com/office/drawing/2014/main" id="{E7A4A2FD-4EC4-596A-9970-F3E9CA163536}"/>
                </a:ext>
              </a:extLst>
            </p:cNvPr>
            <p:cNvSpPr txBox="1"/>
            <p:nvPr/>
          </p:nvSpPr>
          <p:spPr>
            <a:xfrm>
              <a:off x="1711414" y="3383086"/>
              <a:ext cx="527709" cy="215444"/>
            </a:xfrm>
            <a:prstGeom prst="rect">
              <a:avLst/>
            </a:prstGeom>
            <a:noFill/>
          </p:spPr>
          <p:txBody>
            <a:bodyPr wrap="none" rtlCol="0">
              <a:spAutoFit/>
            </a:bodyPr>
            <a:lstStyle/>
            <a:p>
              <a:pPr algn="ctr"/>
              <a:r>
                <a:rPr kumimoji="1" lang="en-US" altLang="ko-Kore-KR" sz="800" dirty="0"/>
                <a:t>KMH18</a:t>
              </a:r>
            </a:p>
          </p:txBody>
        </p:sp>
        <p:sp>
          <p:nvSpPr>
            <p:cNvPr id="147" name="사각형 설명선[R] 146">
              <a:extLst>
                <a:ext uri="{FF2B5EF4-FFF2-40B4-BE49-F238E27FC236}">
                  <a16:creationId xmlns:a16="http://schemas.microsoft.com/office/drawing/2014/main" id="{AE343AE0-07BA-1600-95F8-3A2E7E340B60}"/>
                </a:ext>
              </a:extLst>
            </p:cNvPr>
            <p:cNvSpPr/>
            <p:nvPr/>
          </p:nvSpPr>
          <p:spPr>
            <a:xfrm>
              <a:off x="25793" y="2982213"/>
              <a:ext cx="1171053" cy="629402"/>
            </a:xfrm>
            <a:prstGeom prst="wedgeRectCallout">
              <a:avLst>
                <a:gd name="adj1" fmla="val 68256"/>
                <a:gd name="adj2" fmla="val 2738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TRK to KMH22</a:t>
              </a:r>
            </a:p>
            <a:p>
              <a:r>
                <a:rPr kumimoji="1" lang="en-US" altLang="ko-Kore-KR" sz="800" dirty="0"/>
                <a:t>Act SEC F-PLN</a:t>
              </a:r>
            </a:p>
            <a:p>
              <a:r>
                <a:rPr kumimoji="1" lang="en-US" altLang="ko-Kore-KR" sz="800" dirty="0"/>
                <a:t>DCT KMH22 - NAV</a:t>
              </a:r>
            </a:p>
            <a:p>
              <a:r>
                <a:rPr kumimoji="1" lang="en-US" altLang="ko-Kore-KR" sz="800" dirty="0"/>
                <a:t>FLAP FULL(LD no blue)</a:t>
              </a:r>
            </a:p>
            <a:p>
              <a:r>
                <a:rPr kumimoji="1" lang="en-US" altLang="ko-Kore-KR" sz="800" dirty="0"/>
                <a:t>Before L/D CHK</a:t>
              </a:r>
            </a:p>
          </p:txBody>
        </p:sp>
        <p:sp>
          <p:nvSpPr>
            <p:cNvPr id="148" name="사각형 설명선[R] 147">
              <a:extLst>
                <a:ext uri="{FF2B5EF4-FFF2-40B4-BE49-F238E27FC236}">
                  <a16:creationId xmlns:a16="http://schemas.microsoft.com/office/drawing/2014/main" id="{E871E623-1836-7590-4F6F-CB1F7591C0E6}"/>
                </a:ext>
              </a:extLst>
            </p:cNvPr>
            <p:cNvSpPr/>
            <p:nvPr/>
          </p:nvSpPr>
          <p:spPr>
            <a:xfrm>
              <a:off x="828719" y="2335364"/>
              <a:ext cx="708292" cy="465790"/>
            </a:xfrm>
            <a:prstGeom prst="wedgeRectCallout">
              <a:avLst>
                <a:gd name="adj1" fmla="val -69799"/>
                <a:gd name="adj2" fmla="val -471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 TRK 110</a:t>
              </a:r>
            </a:p>
            <a:p>
              <a:r>
                <a:rPr kumimoji="1" lang="en-US" altLang="ko-Kore-KR" sz="800" b="1">
                  <a:solidFill>
                    <a:srgbClr val="FFC000"/>
                  </a:solidFill>
                </a:rPr>
                <a:t> KMH30</a:t>
              </a:r>
              <a:endParaRPr kumimoji="1" lang="en-US" altLang="ko-Kore-KR" sz="800" b="1" dirty="0">
                <a:solidFill>
                  <a:srgbClr val="FFC000"/>
                </a:solidFill>
              </a:endParaRPr>
            </a:p>
            <a:p>
              <a:r>
                <a:rPr kumimoji="1" lang="en-US" altLang="ko-Kore-KR" sz="800" dirty="0"/>
                <a:t> -3 FPA Des</a:t>
              </a:r>
            </a:p>
          </p:txBody>
        </p:sp>
        <p:sp>
          <p:nvSpPr>
            <p:cNvPr id="149" name="TextBox 148">
              <a:extLst>
                <a:ext uri="{FF2B5EF4-FFF2-40B4-BE49-F238E27FC236}">
                  <a16:creationId xmlns:a16="http://schemas.microsoft.com/office/drawing/2014/main" id="{C0E1023B-1541-46CF-70D1-CCD44038861A}"/>
                </a:ext>
              </a:extLst>
            </p:cNvPr>
            <p:cNvSpPr txBox="1"/>
            <p:nvPr/>
          </p:nvSpPr>
          <p:spPr>
            <a:xfrm>
              <a:off x="-48346" y="1584324"/>
              <a:ext cx="688009" cy="338554"/>
            </a:xfrm>
            <a:prstGeom prst="rect">
              <a:avLst/>
            </a:prstGeom>
            <a:noFill/>
          </p:spPr>
          <p:txBody>
            <a:bodyPr wrap="none" rtlCol="0">
              <a:spAutoFit/>
            </a:bodyPr>
            <a:lstStyle/>
            <a:p>
              <a:r>
                <a:rPr kumimoji="1" lang="en-US" altLang="ko-Kore-KR" sz="800" b="1" dirty="0">
                  <a:solidFill>
                    <a:srgbClr val="FFC000"/>
                  </a:solidFill>
                </a:rPr>
                <a:t>KMH R280</a:t>
              </a:r>
            </a:p>
            <a:p>
              <a:r>
                <a:rPr kumimoji="1" lang="en-US" altLang="ko-Kore-KR" sz="800" b="1" dirty="0">
                  <a:solidFill>
                    <a:srgbClr val="FFC000"/>
                  </a:solidFill>
                </a:rPr>
                <a:t>Start Turn</a:t>
              </a:r>
              <a:endParaRPr kumimoji="1" lang="ko-Kore-KR" altLang="en-US" sz="800" b="1" dirty="0">
                <a:solidFill>
                  <a:srgbClr val="FFC000"/>
                </a:solidFill>
              </a:endParaRPr>
            </a:p>
          </p:txBody>
        </p:sp>
        <p:sp>
          <p:nvSpPr>
            <p:cNvPr id="150" name="사각형 설명선[R] 149">
              <a:extLst>
                <a:ext uri="{FF2B5EF4-FFF2-40B4-BE49-F238E27FC236}">
                  <a16:creationId xmlns:a16="http://schemas.microsoft.com/office/drawing/2014/main" id="{FD89808B-5034-A5A3-931F-51E835F84D56}"/>
                </a:ext>
              </a:extLst>
            </p:cNvPr>
            <p:cNvSpPr/>
            <p:nvPr/>
          </p:nvSpPr>
          <p:spPr>
            <a:xfrm>
              <a:off x="931503" y="1565456"/>
              <a:ext cx="605516" cy="353512"/>
            </a:xfrm>
            <a:prstGeom prst="wedgeRectCallout">
              <a:avLst>
                <a:gd name="adj1" fmla="val -86957"/>
                <a:gd name="adj2" fmla="val -7794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TRK 182</a:t>
              </a:r>
            </a:p>
            <a:p>
              <a:r>
                <a:rPr kumimoji="1" lang="en-US" altLang="ko-Kore-KR" sz="800" b="1" dirty="0">
                  <a:solidFill>
                    <a:srgbClr val="FFC000"/>
                  </a:solidFill>
                </a:rPr>
                <a:t>  090-1000ft</a:t>
              </a:r>
            </a:p>
            <a:p>
              <a:r>
                <a:rPr kumimoji="1" lang="en-US" altLang="ko-Kore-KR" sz="800" b="1" dirty="0">
                  <a:solidFill>
                    <a:srgbClr val="FFC000"/>
                  </a:solidFill>
                </a:rPr>
                <a:t> </a:t>
              </a:r>
              <a:r>
                <a:rPr kumimoji="1" lang="en-US" altLang="ko-Kore-KR" sz="800" b="1" dirty="0">
                  <a:solidFill>
                    <a:srgbClr val="92D050"/>
                  </a:solidFill>
                </a:rPr>
                <a:t>(900ft)</a:t>
              </a:r>
            </a:p>
          </p:txBody>
        </p:sp>
        <p:sp>
          <p:nvSpPr>
            <p:cNvPr id="151" name="사각형 설명선[R] 150">
              <a:extLst>
                <a:ext uri="{FF2B5EF4-FFF2-40B4-BE49-F238E27FC236}">
                  <a16:creationId xmlns:a16="http://schemas.microsoft.com/office/drawing/2014/main" id="{976C1F7A-E636-B87D-52FD-AEB37F9F32B9}"/>
                </a:ext>
              </a:extLst>
            </p:cNvPr>
            <p:cNvSpPr/>
            <p:nvPr/>
          </p:nvSpPr>
          <p:spPr>
            <a:xfrm>
              <a:off x="1848171" y="1554533"/>
              <a:ext cx="418277" cy="441368"/>
            </a:xfrm>
            <a:prstGeom prst="wedgeRectCallout">
              <a:avLst>
                <a:gd name="adj1" fmla="val -90896"/>
                <a:gd name="adj2" fmla="val -29838"/>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A/P Off  </a:t>
              </a:r>
            </a:p>
            <a:p>
              <a:r>
                <a:rPr kumimoji="1" lang="ko-KR" altLang="en-US" sz="800" dirty="0"/>
                <a:t> </a:t>
              </a:r>
              <a:r>
                <a:rPr kumimoji="1" lang="en-US" altLang="ko-Kore-KR" sz="800" dirty="0"/>
                <a:t>FD Off - </a:t>
              </a:r>
              <a:r>
                <a:rPr kumimoji="1" lang="ko-KR" altLang="en-US" sz="800" dirty="0"/>
                <a:t> </a:t>
              </a:r>
              <a:endParaRPr kumimoji="1" lang="en-US" altLang="ko-KR" sz="800" dirty="0"/>
            </a:p>
            <a:p>
              <a:r>
                <a:rPr kumimoji="1" lang="ko-KR" altLang="en-US" sz="800" dirty="0"/>
                <a:t> </a:t>
              </a:r>
              <a:r>
                <a:rPr kumimoji="1" lang="en-US" altLang="ko-Kore-KR" sz="800" dirty="0"/>
                <a:t>On</a:t>
              </a:r>
            </a:p>
          </p:txBody>
        </p:sp>
        <p:cxnSp>
          <p:nvCxnSpPr>
            <p:cNvPr id="13" name="구부러진 연결선[U] 12">
              <a:extLst>
                <a:ext uri="{FF2B5EF4-FFF2-40B4-BE49-F238E27FC236}">
                  <a16:creationId xmlns:a16="http://schemas.microsoft.com/office/drawing/2014/main" id="{3FA0277A-46F3-9B10-43A1-F9FC3A7CADA4}"/>
                </a:ext>
              </a:extLst>
            </p:cNvPr>
            <p:cNvCxnSpPr>
              <a:cxnSpLocks/>
            </p:cNvCxnSpPr>
            <p:nvPr/>
          </p:nvCxnSpPr>
          <p:spPr>
            <a:xfrm>
              <a:off x="1603294" y="3938785"/>
              <a:ext cx="324227" cy="49428"/>
            </a:xfrm>
            <a:prstGeom prst="curvedConnector3">
              <a:avLst>
                <a:gd name="adj1" fmla="val 44506"/>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grpSp>
      <p:graphicFrame>
        <p:nvGraphicFramePr>
          <p:cNvPr id="138" name="Google Shape;138;p4"/>
          <p:cNvGraphicFramePr/>
          <p:nvPr>
            <p:extLst>
              <p:ext uri="{D42A27DB-BD31-4B8C-83A1-F6EECF244321}">
                <p14:modId xmlns:p14="http://schemas.microsoft.com/office/powerpoint/2010/main" val="3244016010"/>
              </p:ext>
            </p:extLst>
          </p:nvPr>
        </p:nvGraphicFramePr>
        <p:xfrm>
          <a:off x="0" y="0"/>
          <a:ext cx="2328850" cy="1210800"/>
        </p:xfrm>
        <a:graphic>
          <a:graphicData uri="http://schemas.openxmlformats.org/drawingml/2006/table">
            <a:tbl>
              <a:tblPr firstRow="1" bandRow="1">
                <a:noFill/>
                <a:tableStyleId>{A521BE36-7E6F-4EC9-8D66-1CF97A6895EC}</a:tableStyleId>
              </a:tblPr>
              <a:tblGrid>
                <a:gridCol w="1485900">
                  <a:extLst>
                    <a:ext uri="{9D8B030D-6E8A-4147-A177-3AD203B41FA5}">
                      <a16:colId xmlns:a16="http://schemas.microsoft.com/office/drawing/2014/main" val="20000"/>
                    </a:ext>
                  </a:extLst>
                </a:gridCol>
                <a:gridCol w="842950">
                  <a:extLst>
                    <a:ext uri="{9D8B030D-6E8A-4147-A177-3AD203B41FA5}">
                      <a16:colId xmlns:a16="http://schemas.microsoft.com/office/drawing/2014/main" val="3596387649"/>
                    </a:ext>
                  </a:extLst>
                </a:gridCol>
              </a:tblGrid>
              <a:tr h="202565">
                <a:tc gridSpan="2">
                  <a:txBody>
                    <a:bodyPr/>
                    <a:lstStyle/>
                    <a:p>
                      <a:pPr marL="0" marR="0" lvl="0" indent="0" algn="ctr" rtl="0">
                        <a:spcBef>
                          <a:spcPts val="0"/>
                        </a:spcBef>
                        <a:spcAft>
                          <a:spcPts val="0"/>
                        </a:spcAft>
                        <a:buNone/>
                      </a:pPr>
                      <a:r>
                        <a:rPr lang="en-US" sz="1100" dirty="0"/>
                        <a:t>A330 PUS LOC 36L/R Circling 18L/R</a:t>
                      </a:r>
                    </a:p>
                  </a:txBody>
                  <a:tcPr marL="91450" marR="91450" marT="36000" marB="36000" anchor="ctr"/>
                </a:tc>
                <a:tc hMerge="1">
                  <a:txBody>
                    <a:bodyPr/>
                    <a:lstStyle/>
                    <a:p>
                      <a:endParaRPr lang="ko-Kore-KR" altLang="en-US"/>
                    </a:p>
                  </a:txBody>
                  <a:tcPr/>
                </a:tc>
                <a:extLst>
                  <a:ext uri="{0D108BD9-81ED-4DB2-BD59-A6C34878D82A}">
                    <a16:rowId xmlns:a16="http://schemas.microsoft.com/office/drawing/2014/main" val="10000"/>
                  </a:ext>
                </a:extLst>
              </a:tr>
              <a:tr h="49885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VIA            STAR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LOC36L     KEVOX     KEVOX x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                                           TRANS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                                     MASTA</a:t>
                      </a:r>
                      <a:endParaRPr kumimoji="0" lang="en-US" altLang="ko-Kore-KR" sz="900" b="1" i="0" u="none" strike="noStrike" kern="1200" cap="none" spc="0" normalizeH="0" baseline="0" noProof="0" dirty="0">
                        <a:ln>
                          <a:noFill/>
                        </a:ln>
                        <a:solidFill>
                          <a:srgbClr val="00B050"/>
                        </a:solidFill>
                        <a:effectLst/>
                        <a:uLnTx/>
                        <a:uFillTx/>
                        <a:latin typeface="Calibri"/>
                        <a:cs typeface="Calibri"/>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SEC 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a:ln>
                            <a:noFill/>
                          </a:ln>
                          <a:solidFill>
                            <a:prstClr val="black"/>
                          </a:solidFill>
                          <a:effectLst/>
                          <a:uLnTx/>
                          <a:uFillTx/>
                          <a:latin typeface="Calibri"/>
                          <a:cs typeface="Calibri"/>
                        </a:rPr>
                        <a:t>APPR        STAR   </a:t>
                      </a:r>
                      <a:r>
                        <a:rPr kumimoji="0" lang="en-US" altLang="ko-Kore-KR" sz="900" b="1" i="0" u="none" strike="noStrike" kern="1200" cap="none" spc="0" normalizeH="0" baseline="0" noProof="0">
                          <a:ln>
                            <a:noFill/>
                          </a:ln>
                          <a:solidFill>
                            <a:srgbClr val="6F6F6F"/>
                          </a:solidFill>
                          <a:effectLst/>
                          <a:uLnTx/>
                          <a:uFillTx/>
                          <a:latin typeface="Calibri"/>
                          <a:cs typeface="Calibri"/>
                        </a:rPr>
                        <a:t>18L</a:t>
                      </a:r>
                      <a:r>
                        <a:rPr kumimoji="0" lang="en-US" altLang="ko-Kore-KR" sz="900" b="1" i="0" u="none" strike="noStrike" kern="1200" cap="none" spc="0" normalizeH="0" baseline="0" noProof="0" dirty="0">
                          <a:ln>
                            <a:noFill/>
                          </a:ln>
                          <a:solidFill>
                            <a:srgbClr val="6F6F6F"/>
                          </a:solidFill>
                          <a:effectLst/>
                          <a:uLnTx/>
                          <a:uFillTx/>
                          <a:latin typeface="Calibri"/>
                          <a:cs typeface="Calibri"/>
                        </a:rPr>
                        <a:t>/R  V18L/R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(MDA: Blank)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(LDG CONF </a:t>
                      </a:r>
                      <a:r>
                        <a:rPr kumimoji="0" lang="en-US" altLang="ko-Kore-KR" sz="800" b="1" i="0" u="none" strike="noStrike" kern="1200" cap="none" spc="0" normalizeH="0" baseline="0" noProof="0" dirty="0" err="1">
                          <a:ln>
                            <a:noFill/>
                          </a:ln>
                          <a:solidFill>
                            <a:srgbClr val="C00000"/>
                          </a:solidFill>
                          <a:effectLst/>
                          <a:uLnTx/>
                          <a:uFillTx/>
                          <a:latin typeface="Calibri"/>
                          <a:cs typeface="Calibri"/>
                        </a:rPr>
                        <a:t>chk</a:t>
                      </a:r>
                      <a:r>
                        <a:rPr kumimoji="0" lang="en-US" altLang="ko-Kore-KR" sz="800" b="1" i="0" u="none" strike="noStrike" kern="1200" cap="none" spc="0" normalizeH="0" baseline="0" noProof="0" dirty="0">
                          <a:ln>
                            <a:noFill/>
                          </a:ln>
                          <a:solidFill>
                            <a:srgbClr val="C00000"/>
                          </a:solidFill>
                          <a:effectLst/>
                          <a:uLnTx/>
                          <a:uFillTx/>
                          <a:latin typeface="Calibri"/>
                          <a:cs typeface="Calibri"/>
                        </a:rPr>
                        <a:t>)</a:t>
                      </a:r>
                    </a:p>
                  </a:txBody>
                  <a:tcPr marL="36000" marR="36000" marT="36000" marB="36000" anchor="ctr"/>
                </a:tc>
                <a:extLst>
                  <a:ext uri="{0D108BD9-81ED-4DB2-BD59-A6C34878D82A}">
                    <a16:rowId xmlns:a16="http://schemas.microsoft.com/office/drawing/2014/main" val="10001"/>
                  </a:ext>
                </a:extLst>
              </a:tr>
              <a:tr h="115940">
                <a:tc gridSpan="2">
                  <a:txBody>
                    <a:bodyPr/>
                    <a:lstStyle/>
                    <a:p>
                      <a:pPr marL="0" marR="0" lvl="0" indent="0" algn="ctr" rtl="0">
                        <a:spcBef>
                          <a:spcPts val="0"/>
                        </a:spcBef>
                        <a:spcAft>
                          <a:spcPts val="0"/>
                        </a:spcAft>
                        <a:buNone/>
                      </a:pPr>
                      <a:r>
                        <a:rPr lang="en-US" sz="900" b="1" dirty="0">
                          <a:solidFill>
                            <a:srgbClr val="FF0000"/>
                          </a:solidFill>
                        </a:rPr>
                        <a:t>CI36L(CF36R) 3500 FI36L(FF36R) 2100</a:t>
                      </a:r>
                    </a:p>
                  </a:txBody>
                  <a:tcPr marL="90000" marR="91450" marT="0" marB="0" anchor="ctr"/>
                </a:tc>
                <a:tc hMerge="1">
                  <a:txBody>
                    <a:bodyPr/>
                    <a:lstStyle/>
                    <a:p>
                      <a:endParaRPr lang="ko-Kore-KR" altLang="en-US"/>
                    </a:p>
                  </a:txBody>
                  <a:tcPr/>
                </a:tc>
                <a:extLst>
                  <a:ext uri="{0D108BD9-81ED-4DB2-BD59-A6C34878D82A}">
                    <a16:rowId xmlns:a16="http://schemas.microsoft.com/office/drawing/2014/main" val="3929884486"/>
                  </a:ext>
                </a:extLst>
              </a:tr>
              <a:tr h="115940">
                <a:tc gridSpan="2">
                  <a:txBody>
                    <a:bodyPr/>
                    <a:lstStyle/>
                    <a:p>
                      <a:pPr marL="0" marR="0" lvl="0" indent="0" algn="ctr" rtl="0">
                        <a:spcBef>
                          <a:spcPts val="0"/>
                        </a:spcBef>
                        <a:spcAft>
                          <a:spcPts val="0"/>
                        </a:spcAft>
                        <a:buNone/>
                      </a:pPr>
                      <a:r>
                        <a:rPr lang="en-US" sz="900" b="1" dirty="0">
                          <a:solidFill>
                            <a:srgbClr val="0070C0"/>
                          </a:solidFill>
                        </a:rPr>
                        <a:t>FIX : KMH 280(Base Turn), 310(Missed App)</a:t>
                      </a:r>
                    </a:p>
                  </a:txBody>
                  <a:tcPr marL="90000" marR="91450" marT="0" marB="0" anchor="ctr"/>
                </a:tc>
                <a:tc hMerge="1">
                  <a:txBody>
                    <a:bodyPr/>
                    <a:lstStyle/>
                    <a:p>
                      <a:pPr marL="0" marR="0" lvl="0" indent="0" algn="l" rtl="0">
                        <a:spcBef>
                          <a:spcPts val="0"/>
                        </a:spcBef>
                        <a:spcAft>
                          <a:spcPts val="0"/>
                        </a:spcAft>
                        <a:buNone/>
                      </a:pPr>
                      <a:endParaRPr lang="en-US" altLang="ko-Kore-KR" sz="900" b="1" dirty="0">
                        <a:solidFill>
                          <a:schemeClr val="accent1"/>
                        </a:solidFill>
                      </a:endParaRPr>
                    </a:p>
                  </a:txBody>
                  <a:tcPr marL="91450" marR="91450" marT="0" marB="0" anchor="ctr"/>
                </a:tc>
                <a:extLst>
                  <a:ext uri="{0D108BD9-81ED-4DB2-BD59-A6C34878D82A}">
                    <a16:rowId xmlns:a16="http://schemas.microsoft.com/office/drawing/2014/main" val="2408181646"/>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8CFF7454-ECF1-25AA-7AC1-F6CA6A31CB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1138987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E57C59D0-ADFE-3784-273F-69302E5EF6D1}"/>
            </a:ext>
          </a:extLst>
        </p:cNvPr>
        <p:cNvGrpSpPr/>
        <p:nvPr/>
      </p:nvGrpSpPr>
      <p:grpSpPr>
        <a:xfrm>
          <a:off x="0" y="0"/>
          <a:ext cx="0" cy="0"/>
          <a:chOff x="0" y="0"/>
          <a:chExt cx="0" cy="0"/>
        </a:xfrm>
      </p:grpSpPr>
      <p:graphicFrame>
        <p:nvGraphicFramePr>
          <p:cNvPr id="430" name="Google Shape;430;p35">
            <a:extLst>
              <a:ext uri="{FF2B5EF4-FFF2-40B4-BE49-F238E27FC236}">
                <a16:creationId xmlns:a16="http://schemas.microsoft.com/office/drawing/2014/main" id="{0C0C4381-D94B-A67E-A531-503C6195428B}"/>
              </a:ext>
            </a:extLst>
          </p:cNvPr>
          <p:cNvGraphicFramePr/>
          <p:nvPr>
            <p:extLst>
              <p:ext uri="{D42A27DB-BD31-4B8C-83A1-F6EECF244321}">
                <p14:modId xmlns:p14="http://schemas.microsoft.com/office/powerpoint/2010/main" val="2104068191"/>
              </p:ext>
            </p:extLst>
          </p:nvPr>
        </p:nvGraphicFramePr>
        <p:xfrm>
          <a:off x="8056" y="-4101"/>
          <a:ext cx="2320807" cy="5576224"/>
        </p:xfrm>
        <a:graphic>
          <a:graphicData uri="http://schemas.openxmlformats.org/drawingml/2006/table">
            <a:tbl>
              <a:tblPr firstRow="1" bandRow="1">
                <a:noFill/>
                <a:tableStyleId>{A521BE36-7E6F-4EC9-8D66-1CF97A6895EC}</a:tableStyleId>
              </a:tblPr>
              <a:tblGrid>
                <a:gridCol w="382559">
                  <a:extLst>
                    <a:ext uri="{9D8B030D-6E8A-4147-A177-3AD203B41FA5}">
                      <a16:colId xmlns:a16="http://schemas.microsoft.com/office/drawing/2014/main" val="20000"/>
                    </a:ext>
                  </a:extLst>
                </a:gridCol>
                <a:gridCol w="1938248">
                  <a:extLst>
                    <a:ext uri="{9D8B030D-6E8A-4147-A177-3AD203B41FA5}">
                      <a16:colId xmlns:a16="http://schemas.microsoft.com/office/drawing/2014/main" val="2184272195"/>
                    </a:ext>
                  </a:extLst>
                </a:gridCol>
              </a:tblGrid>
              <a:tr h="173195">
                <a:tc gridSpan="2">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QRH LIST</a:t>
                      </a:r>
                      <a:r>
                        <a:rPr kumimoji="0" lang="en-US" sz="1100" b="1" i="0" u="none" strike="noStrike" kern="1200" cap="none" spc="0" normalizeH="0" baseline="0" dirty="0">
                          <a:ln>
                            <a:noFill/>
                          </a:ln>
                          <a:solidFill>
                            <a:srgbClr val="00B050"/>
                          </a:solidFill>
                          <a:effectLst/>
                          <a:uLnTx/>
                          <a:uFillTx/>
                          <a:latin typeface="Arial" panose="020B0604020202020204" pitchFamily="34" charset="0"/>
                          <a:cs typeface="Arial" panose="020B0604020202020204" pitchFamily="34" charset="0"/>
                        </a:rPr>
                        <a:t>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Reference Only    </a:t>
                      </a:r>
                    </a:p>
                  </a:txBody>
                  <a:tcPr marL="36000" marR="36000" marT="0" marB="0" anchor="ctr"/>
                </a:tc>
                <a:tc hMerge="1">
                  <a:txBody>
                    <a:bodyPr/>
                    <a:lstStyle/>
                    <a:p>
                      <a:endParaRPr lang="ko-Kore-KR" altLang="en-US"/>
                    </a:p>
                  </a:txBody>
                  <a:tcPr/>
                </a:tc>
                <a:extLst>
                  <a:ext uri="{0D108BD9-81ED-4DB2-BD59-A6C34878D82A}">
                    <a16:rowId xmlns:a16="http://schemas.microsoft.com/office/drawing/2014/main" val="10000"/>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AIR</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BLEED 1+2 FAULT(APU BLEED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BLEED 1+2 FAULT(APU BLEED NOT AVAIL)</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0001"/>
                  </a:ext>
                </a:extLst>
              </a:tr>
              <a:tr h="11021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DOOR</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COCKPIT DOOR FAULT</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88343708"/>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EIS</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DISPLAY UNIT FAILURE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EIS DISPLAY DISCREPANCY</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0002"/>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ELEC</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C/B TRIPPED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ELEC EMER CONFIG SYS-REMAINING</a:t>
                      </a:r>
                    </a:p>
                  </a:txBody>
                  <a:tcPr marL="36000" marR="36000" marT="0" marB="0" anchor="ctr"/>
                </a:tc>
                <a:extLst>
                  <a:ext uri="{0D108BD9-81ED-4DB2-BD59-A6C34878D82A}">
                    <a16:rowId xmlns:a16="http://schemas.microsoft.com/office/drawing/2014/main" val="10005"/>
                  </a:ext>
                </a:extLst>
              </a:tr>
              <a:tr h="98987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ENG</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ALL ENG FAIL</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ENGINE FUEL SYS CONTAMINATION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 RELIGHT IN FLIGHT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 STALL</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ENGINE TAILPIPE FIRE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HIGH ENGINE VIBRATION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ON GND - NON ENG SHUTDN AFT ENG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ONE ENGINE INOPER - CIRCLING APP ENG1(2) EGT OVERLIMIT</a:t>
                      </a:r>
                    </a:p>
                  </a:txBody>
                  <a:tcPr marL="36000" marR="36000" marT="0" marB="0" anchor="ctr"/>
                </a:tc>
                <a:extLst>
                  <a:ext uri="{0D108BD9-81ED-4DB2-BD59-A6C34878D82A}">
                    <a16:rowId xmlns:a16="http://schemas.microsoft.com/office/drawing/2014/main" val="10006"/>
                  </a:ext>
                </a:extLst>
              </a:tr>
              <a:tr h="44086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F/CTL</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LANDING WITH SLATS OR FLAPS JAMMED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NO FLAPS NO SLATS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RUDDER JAM / RUDDER PEDAL JAM RUDDER TRIM RUNAWAY</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0007"/>
                  </a:ext>
                </a:extLst>
              </a:tr>
              <a:tr h="66129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FUEL</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IMBALANCE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LEAK</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LOSS REDUCTION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OVERREAD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GRAVITY FUEL FEEDING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TRIM TANK FUEL UNUSABLE</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3851826038"/>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L/G</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LANDING WITH ABNORMAL L/G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L/G GRAVITY EXTENSION</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3356059798"/>
                  </a:ext>
                </a:extLst>
              </a:tr>
              <a:tr h="66129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NAV</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ABNORMAL V ALPHA PROT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ADR 1+2+3 FAULT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UNREL SPD INDICATION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IR ALIGNMENT IN ATT MODE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NAV FM / GPS POS DISAGREE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ALL ADR OFF</a:t>
                      </a:r>
                    </a:p>
                  </a:txBody>
                  <a:tcPr marL="36000" marR="36000" marT="0" marB="0" anchor="ctr"/>
                </a:tc>
                <a:extLst>
                  <a:ext uri="{0D108BD9-81ED-4DB2-BD59-A6C34878D82A}">
                    <a16:rowId xmlns:a16="http://schemas.microsoft.com/office/drawing/2014/main" val="3315945249"/>
                  </a:ext>
                </a:extLst>
              </a:tr>
              <a:tr h="33064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SMOKE</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SMOKE / FUMES / AVNCS SMOKE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REMOVAL OF SMOKE / FUMES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SMOKE / FIRE FROM LITHIUM BATTERY</a:t>
                      </a:r>
                      <a:endParaRPr kumimoji="0" lang="en-US" altLang="ko-Kore-KR" sz="7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3092487800"/>
                  </a:ext>
                </a:extLst>
              </a:tr>
              <a:tr h="11476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WHEEL</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WHEEL TIRE DAMAGE SUSPECTED</a:t>
                      </a:r>
                      <a:endParaRPr kumimoji="0" lang="en-US" altLang="ko-Kore-KR" sz="7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610167154"/>
                  </a:ext>
                </a:extLst>
              </a:tr>
              <a:tr h="121236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MISC</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BOMB ON BOARD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COCKPIT WINDSHIELD/WINDOW ARCING COCKPIT WINDSHIELD/WINDOW CRACKED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DITCHING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EMER EVAC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EMER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FORCED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OVERWEIGHT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SEVERE TURBULENCE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TAILSTRIKE VOLCANIC ASH ENCOUNTER</a:t>
                      </a:r>
                      <a:endParaRPr kumimoji="0" lang="en-US" altLang="ko-Kore-KR" sz="7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336333149"/>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B0CB0C4A-AF08-6912-D0B6-B834094FB9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5840" y="480776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971317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FEC13521-DA99-81BD-0C2C-05CBFAD0D74B}"/>
            </a:ext>
          </a:extLst>
        </p:cNvPr>
        <p:cNvGrpSpPr/>
        <p:nvPr/>
      </p:nvGrpSpPr>
      <p:grpSpPr>
        <a:xfrm>
          <a:off x="0" y="0"/>
          <a:ext cx="0" cy="0"/>
          <a:chOff x="0" y="0"/>
          <a:chExt cx="0" cy="0"/>
        </a:xfrm>
      </p:grpSpPr>
      <p:graphicFrame>
        <p:nvGraphicFramePr>
          <p:cNvPr id="430" name="Google Shape;430;p35">
            <a:extLst>
              <a:ext uri="{FF2B5EF4-FFF2-40B4-BE49-F238E27FC236}">
                <a16:creationId xmlns:a16="http://schemas.microsoft.com/office/drawing/2014/main" id="{01365605-2D9A-3A2F-BAAB-0B465471A22F}"/>
              </a:ext>
            </a:extLst>
          </p:cNvPr>
          <p:cNvGraphicFramePr/>
          <p:nvPr>
            <p:extLst>
              <p:ext uri="{D42A27DB-BD31-4B8C-83A1-F6EECF244321}">
                <p14:modId xmlns:p14="http://schemas.microsoft.com/office/powerpoint/2010/main" val="1846455455"/>
              </p:ext>
            </p:extLst>
          </p:nvPr>
        </p:nvGraphicFramePr>
        <p:xfrm>
          <a:off x="-12144" y="2724"/>
          <a:ext cx="2355480" cy="5422514"/>
        </p:xfrm>
        <a:graphic>
          <a:graphicData uri="http://schemas.openxmlformats.org/drawingml/2006/table">
            <a:tbl>
              <a:tblPr firstRow="1" bandRow="1">
                <a:noFill/>
                <a:tableStyleId>{A521BE36-7E6F-4EC9-8D66-1CF97A6895EC}</a:tableStyleId>
              </a:tblPr>
              <a:tblGrid>
                <a:gridCol w="338700">
                  <a:extLst>
                    <a:ext uri="{9D8B030D-6E8A-4147-A177-3AD203B41FA5}">
                      <a16:colId xmlns:a16="http://schemas.microsoft.com/office/drawing/2014/main" val="20000"/>
                    </a:ext>
                  </a:extLst>
                </a:gridCol>
                <a:gridCol w="650909">
                  <a:extLst>
                    <a:ext uri="{9D8B030D-6E8A-4147-A177-3AD203B41FA5}">
                      <a16:colId xmlns:a16="http://schemas.microsoft.com/office/drawing/2014/main" val="938599779"/>
                    </a:ext>
                  </a:extLst>
                </a:gridCol>
                <a:gridCol w="1365871">
                  <a:extLst>
                    <a:ext uri="{9D8B030D-6E8A-4147-A177-3AD203B41FA5}">
                      <a16:colId xmlns:a16="http://schemas.microsoft.com/office/drawing/2014/main" val="2184272195"/>
                    </a:ext>
                  </a:extLst>
                </a:gridCol>
              </a:tblGrid>
              <a:tr h="128898">
                <a:tc gridSpan="3">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SYSTEM RESET TABLE 1/2</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28898">
                <a:tc gridSpan="3">
                  <a:txBody>
                    <a:bodyPr/>
                    <a:lstStyle/>
                    <a:p>
                      <a:pPr marL="0" marR="0" lvl="0" indent="0" algn="l" rtl="0">
                        <a:spcBef>
                          <a:spcPts val="0"/>
                        </a:spcBef>
                        <a:spcAft>
                          <a:spcPts val="0"/>
                        </a:spcAft>
                        <a:buNone/>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CKPT CTL pb 3</a:t>
                      </a:r>
                      <a:r>
                        <a:rPr kumimoji="0" lang="ko-Kore-KR" altLang="en-US"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초</a:t>
                      </a: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RESET BTN 1</a:t>
                      </a:r>
                      <a:r>
                        <a:rPr kumimoji="0" lang="ko-KR" altLang="en-US"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초</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9634567"/>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A-ICE</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WHC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A.ICE L(R) WSHLD(WINDOW) HEAT</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1"/>
                  </a:ext>
                </a:extLst>
              </a:tr>
              <a:tr h="328104">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AIR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ENG BLEED pb</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AIR ENG 1(2) BLEED FAULT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AIR ENG 1(2) BLEED NOT CLSD</a:t>
                      </a:r>
                    </a:p>
                  </a:txBody>
                  <a:tcPr marL="0" marR="0" marT="0" marB="0" anchor="ctr"/>
                </a:tc>
                <a:extLst>
                  <a:ext uri="{0D108BD9-81ED-4DB2-BD59-A6C34878D82A}">
                    <a16:rowId xmlns:a16="http://schemas.microsoft.com/office/drawing/2014/main" val="188343708"/>
                  </a:ext>
                </a:extLst>
              </a:tr>
              <a:tr h="164052">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PACK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PACK CONT RESET</a:t>
                      </a:r>
                    </a:p>
                  </a:txBody>
                  <a:tcPr marL="0" marR="0" marT="0" marB="0" anchor="ctr"/>
                </a:tc>
                <a:extLst>
                  <a:ext uri="{0D108BD9-81ED-4DB2-BD59-A6C34878D82A}">
                    <a16:rowId xmlns:a16="http://schemas.microsoft.com/office/drawing/2014/main" val="3356059798"/>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COND</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ZONE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ZONE CONT RESET</a:t>
                      </a:r>
                    </a:p>
                  </a:txBody>
                  <a:tcPr marL="0" marR="0" marT="0" marB="0" anchor="ctr"/>
                </a:tc>
                <a:extLst>
                  <a:ext uri="{0D108BD9-81ED-4DB2-BD59-A6C34878D82A}">
                    <a16:rowId xmlns:a16="http://schemas.microsoft.com/office/drawing/2014/main" val="4063010595"/>
                  </a:ext>
                </a:extLst>
              </a:tr>
              <a:tr h="82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APU</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APU MASTER</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Only APU SPD below 7%</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315945249"/>
                  </a:ext>
                </a:extLst>
              </a:tr>
              <a:tr h="164052">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AUTO FLT</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REF FCOM</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GND/Before TAXI :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AUTO FLT A/THR OFF</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092487800"/>
                  </a:ext>
                </a:extLst>
              </a:tr>
              <a:tr h="82026">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FCU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PART FCU, FCU</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610167154"/>
                  </a:ext>
                </a:extLst>
              </a:tr>
              <a:tr h="185186">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FMGEC 2 FM</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AUTO FLT FM 1(2) FAULT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MAP NOT AVAIL</a:t>
                      </a:r>
                    </a:p>
                  </a:txBody>
                  <a:tcPr marL="0" marR="0" marT="0" marB="0" anchor="ctr"/>
                </a:tc>
                <a:extLst>
                  <a:ext uri="{0D108BD9-81ED-4DB2-BD59-A6C34878D82A}">
                    <a16:rowId xmlns:a16="http://schemas.microsoft.com/office/drawing/2014/main" val="1336333149"/>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MCDU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MCDU RESET</a:t>
                      </a:r>
                    </a:p>
                  </a:txBody>
                  <a:tcPr marL="0" marR="0" marT="0" marB="0" anchor="ctr"/>
                </a:tc>
                <a:extLst>
                  <a:ext uri="{0D108BD9-81ED-4DB2-BD59-A6C34878D82A}">
                    <a16:rowId xmlns:a16="http://schemas.microsoft.com/office/drawing/2014/main" val="3023611863"/>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BRKS</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REF FCOM</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BRAKES RESIDUAL BRAKING</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WHEEL N/W STRG FAULT</a:t>
                      </a:r>
                    </a:p>
                  </a:txBody>
                  <a:tcPr marL="0" marR="0" marT="0" marB="0" anchor="ctr"/>
                </a:tc>
                <a:extLst>
                  <a:ext uri="{0D108BD9-81ED-4DB2-BD59-A6C34878D82A}">
                    <a16:rowId xmlns:a16="http://schemas.microsoft.com/office/drawing/2014/main" val="3000343152"/>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CAB PR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CPC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FAULTY CPC RESET</a:t>
                      </a:r>
                    </a:p>
                  </a:txBody>
                  <a:tcPr marL="0" marR="0" marT="0" marB="0" anchor="ctr"/>
                </a:tc>
                <a:extLst>
                  <a:ext uri="{0D108BD9-81ED-4DB2-BD59-A6C34878D82A}">
                    <a16:rowId xmlns:a16="http://schemas.microsoft.com/office/drawing/2014/main" val="3513500969"/>
                  </a:ext>
                </a:extLst>
              </a:tr>
              <a:tr h="166013">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COM</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CIDS</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Cabin Intercom Data Sys RESET</a:t>
                      </a:r>
                    </a:p>
                  </a:txBody>
                  <a:tcPr marL="0" marR="0" marT="0" marB="0" anchor="ctr"/>
                </a:tc>
                <a:extLst>
                  <a:ext uri="{0D108BD9-81ED-4DB2-BD59-A6C34878D82A}">
                    <a16:rowId xmlns:a16="http://schemas.microsoft.com/office/drawing/2014/main" val="956045681"/>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ACP/AMU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ACP RESET</a:t>
                      </a:r>
                    </a:p>
                  </a:txBody>
                  <a:tcPr marL="0" marR="0" marT="0" marB="0" anchor="ctr"/>
                </a:tc>
                <a:extLst>
                  <a:ext uri="{0D108BD9-81ED-4DB2-BD59-A6C34878D82A}">
                    <a16:rowId xmlns:a16="http://schemas.microsoft.com/office/drawing/2014/main" val="3349435932"/>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RMP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RMP RESET</a:t>
                      </a:r>
                    </a:p>
                  </a:txBody>
                  <a:tcPr marL="0" marR="0" marT="0" marB="0" anchor="ctr"/>
                </a:tc>
                <a:extLst>
                  <a:ext uri="{0D108BD9-81ED-4DB2-BD59-A6C34878D82A}">
                    <a16:rowId xmlns:a16="http://schemas.microsoft.com/office/drawing/2014/main" val="3217307472"/>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ELT RESET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ELT RESET</a:t>
                      </a:r>
                    </a:p>
                  </a:txBody>
                  <a:tcPr marL="0" marR="0" marT="0" marB="0" anchor="ctr"/>
                </a:tc>
                <a:extLst>
                  <a:ext uri="{0D108BD9-81ED-4DB2-BD59-A6C34878D82A}">
                    <a16:rowId xmlns:a16="http://schemas.microsoft.com/office/drawing/2014/main" val="3799232479"/>
                  </a:ext>
                </a:extLst>
              </a:tr>
              <a:tr h="166013">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DATA LINK</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ATSU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INVALID DATA </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or ATSU RESET</a:t>
                      </a:r>
                    </a:p>
                  </a:txBody>
                  <a:tcPr marL="0" marR="0" marT="0" marB="0" anchor="ctr"/>
                </a:tc>
                <a:extLst>
                  <a:ext uri="{0D108BD9-81ED-4DB2-BD59-A6C34878D82A}">
                    <a16:rowId xmlns:a16="http://schemas.microsoft.com/office/drawing/2014/main" val="3725378194"/>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AINS,1 CINS</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AINS, CINS RESET</a:t>
                      </a:r>
                    </a:p>
                  </a:txBody>
                  <a:tcPr marL="0" marR="0" marT="0" marB="0" anchor="ctr"/>
                </a:tc>
                <a:extLst>
                  <a:ext uri="{0D108BD9-81ED-4DB2-BD59-A6C34878D82A}">
                    <a16:rowId xmlns:a16="http://schemas.microsoft.com/office/drawing/2014/main" val="1837366269"/>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DOOR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PSCU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Proxi</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Switch </a:t>
                      </a:r>
                      <a:r>
                        <a:rPr kumimoji="0" lang="en-US" altLang="ko-Kore-KR" sz="700" b="1"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Cont</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Unit RESET</a:t>
                      </a:r>
                    </a:p>
                  </a:txBody>
                  <a:tcPr marL="0" marR="0" marT="0" marB="0" anchor="ctr"/>
                </a:tc>
                <a:extLst>
                  <a:ext uri="{0D108BD9-81ED-4DB2-BD59-A6C34878D82A}">
                    <a16:rowId xmlns:a16="http://schemas.microsoft.com/office/drawing/2014/main" val="1829993755"/>
                  </a:ext>
                </a:extLst>
              </a:tr>
              <a:tr h="166013">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EIS</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DU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ECAM, PFD, ND RESET</a:t>
                      </a:r>
                    </a:p>
                  </a:txBody>
                  <a:tcPr marL="0" marR="0" marT="0" marB="0" anchor="ctr"/>
                </a:tc>
                <a:extLst>
                  <a:ext uri="{0D108BD9-81ED-4DB2-BD59-A6C34878D82A}">
                    <a16:rowId xmlns:a16="http://schemas.microsoft.com/office/drawing/2014/main" val="922572833"/>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3 DMC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DMC RESET</a:t>
                      </a:r>
                    </a:p>
                  </a:txBody>
                  <a:tcPr marL="0" marR="0" marT="0" marB="0" anchor="ctr"/>
                </a:tc>
                <a:extLst>
                  <a:ext uri="{0D108BD9-81ED-4DB2-BD59-A6C34878D82A}">
                    <a16:rowId xmlns:a16="http://schemas.microsoft.com/office/drawing/2014/main" val="4206145211"/>
                  </a:ext>
                </a:extLst>
              </a:tr>
              <a:tr h="166013">
                <a:tc rowSpan="3">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ELEC</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EXT A,B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RESET EXT A,B </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4166567913"/>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3 BAT pb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BATT RESET</a:t>
                      </a:r>
                    </a:p>
                  </a:txBody>
                  <a:tcPr marL="0" marR="0" marT="0" marB="0" anchor="ctr"/>
                </a:tc>
                <a:extLst>
                  <a:ext uri="{0D108BD9-81ED-4DB2-BD59-A6C34878D82A}">
                    <a16:rowId xmlns:a16="http://schemas.microsoft.com/office/drawing/2014/main" val="2263828735"/>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COMM, GALL pb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COMMER, GALL RESET</a:t>
                      </a:r>
                    </a:p>
                  </a:txBody>
                  <a:tcPr marL="0" marR="0" marT="0" marB="0" anchor="ctr"/>
                </a:tc>
                <a:extLst>
                  <a:ext uri="{0D108BD9-81ED-4DB2-BD59-A6C34878D82A}">
                    <a16:rowId xmlns:a16="http://schemas.microsoft.com/office/drawing/2014/main" val="3323350469"/>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ENG</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EIVMU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Eng Interface Vibration Monitor Unit RESET</a:t>
                      </a:r>
                    </a:p>
                  </a:txBody>
                  <a:tcPr marL="0" marR="0" marT="0" marB="0" anchor="ctr"/>
                </a:tc>
                <a:extLst>
                  <a:ext uri="{0D108BD9-81ED-4DB2-BD59-A6C34878D82A}">
                    <a16:rowId xmlns:a16="http://schemas.microsoft.com/office/drawing/2014/main" val="3190868247"/>
                  </a:ext>
                </a:extLst>
              </a:tr>
              <a:tr h="166013">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F/CTL</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PRIM,SEC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PRIM, SEC RESET</a:t>
                      </a:r>
                    </a:p>
                  </a:txBody>
                  <a:tcPr marL="0" marR="0" marT="0" marB="0" anchor="ctr"/>
                </a:tc>
                <a:extLst>
                  <a:ext uri="{0D108BD9-81ED-4DB2-BD59-A6C34878D82A}">
                    <a16:rowId xmlns:a16="http://schemas.microsoft.com/office/drawing/2014/main" val="3186332172"/>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FCDC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FCDC RESET</a:t>
                      </a:r>
                    </a:p>
                  </a:txBody>
                  <a:tcPr marL="0" marR="0" marT="0" marB="0" anchor="ctr"/>
                </a:tc>
                <a:extLst>
                  <a:ext uri="{0D108BD9-81ED-4DB2-BD59-A6C34878D82A}">
                    <a16:rowId xmlns:a16="http://schemas.microsoft.com/office/drawing/2014/main" val="868684791"/>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FLAP</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F/CTL FLAP SYS FAULT</a:t>
                      </a:r>
                    </a:p>
                  </a:txBody>
                  <a:tcPr marL="0" marR="0" marT="0" marB="0" anchor="ctr"/>
                </a:tc>
                <a:extLst>
                  <a:ext uri="{0D108BD9-81ED-4DB2-BD59-A6C34878D82A}">
                    <a16:rowId xmlns:a16="http://schemas.microsoft.com/office/drawing/2014/main" val="1311408116"/>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SLAT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a:t>
                      </a: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 F/CTL SLAT SYS FAULT</a:t>
                      </a:r>
                    </a:p>
                  </a:txBody>
                  <a:tcPr marL="0" marR="0" marT="0" marB="0" anchor="ctr"/>
                </a:tc>
                <a:extLst>
                  <a:ext uri="{0D108BD9-81ED-4DB2-BD59-A6C34878D82A}">
                    <a16:rowId xmlns:a16="http://schemas.microsoft.com/office/drawing/2014/main" val="2993609880"/>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0C282941-F433-57AE-6173-9C4397F44A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92102" y="266753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208772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B3997381-EA3C-C83D-CB8F-03F9865CAF8D}"/>
            </a:ext>
          </a:extLst>
        </p:cNvPr>
        <p:cNvGrpSpPr/>
        <p:nvPr/>
      </p:nvGrpSpPr>
      <p:grpSpPr>
        <a:xfrm>
          <a:off x="0" y="0"/>
          <a:ext cx="0" cy="0"/>
          <a:chOff x="0" y="0"/>
          <a:chExt cx="0" cy="0"/>
        </a:xfrm>
      </p:grpSpPr>
      <p:graphicFrame>
        <p:nvGraphicFramePr>
          <p:cNvPr id="430" name="Google Shape;430;p35">
            <a:extLst>
              <a:ext uri="{FF2B5EF4-FFF2-40B4-BE49-F238E27FC236}">
                <a16:creationId xmlns:a16="http://schemas.microsoft.com/office/drawing/2014/main" id="{B4250F03-5FDA-11B2-E02B-DDC3E956B3B9}"/>
              </a:ext>
            </a:extLst>
          </p:cNvPr>
          <p:cNvGraphicFramePr/>
          <p:nvPr>
            <p:extLst>
              <p:ext uri="{D42A27DB-BD31-4B8C-83A1-F6EECF244321}">
                <p14:modId xmlns:p14="http://schemas.microsoft.com/office/powerpoint/2010/main" val="4167121561"/>
              </p:ext>
            </p:extLst>
          </p:nvPr>
        </p:nvGraphicFramePr>
        <p:xfrm>
          <a:off x="-12144" y="2724"/>
          <a:ext cx="2355480" cy="1707570"/>
        </p:xfrm>
        <a:graphic>
          <a:graphicData uri="http://schemas.openxmlformats.org/drawingml/2006/table">
            <a:tbl>
              <a:tblPr firstRow="1" bandRow="1">
                <a:noFill/>
                <a:tableStyleId>{A521BE36-7E6F-4EC9-8D66-1CF97A6895EC}</a:tableStyleId>
              </a:tblPr>
              <a:tblGrid>
                <a:gridCol w="338700">
                  <a:extLst>
                    <a:ext uri="{9D8B030D-6E8A-4147-A177-3AD203B41FA5}">
                      <a16:colId xmlns:a16="http://schemas.microsoft.com/office/drawing/2014/main" val="20000"/>
                    </a:ext>
                  </a:extLst>
                </a:gridCol>
                <a:gridCol w="650909">
                  <a:extLst>
                    <a:ext uri="{9D8B030D-6E8A-4147-A177-3AD203B41FA5}">
                      <a16:colId xmlns:a16="http://schemas.microsoft.com/office/drawing/2014/main" val="938599779"/>
                    </a:ext>
                  </a:extLst>
                </a:gridCol>
                <a:gridCol w="1365871">
                  <a:extLst>
                    <a:ext uri="{9D8B030D-6E8A-4147-A177-3AD203B41FA5}">
                      <a16:colId xmlns:a16="http://schemas.microsoft.com/office/drawing/2014/main" val="2184272195"/>
                    </a:ext>
                  </a:extLst>
                </a:gridCol>
              </a:tblGrid>
              <a:tr h="128898">
                <a:tc gridSpan="3">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SYSTEM RESET TABLE 2/2</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28898">
                <a:tc gridSpan="3">
                  <a:txBody>
                    <a:bodyPr/>
                    <a:lstStyle/>
                    <a:p>
                      <a:pPr marL="0" marR="0" lvl="0" indent="0" algn="l" rtl="0">
                        <a:spcBef>
                          <a:spcPts val="0"/>
                        </a:spcBef>
                        <a:spcAft>
                          <a:spcPts val="0"/>
                        </a:spcAft>
                        <a:buNone/>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CKPT CTL pb 3</a:t>
                      </a:r>
                      <a:r>
                        <a:rPr kumimoji="0" lang="ko-Kore-KR" altLang="en-US"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초</a:t>
                      </a: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RESET BTN 1</a:t>
                      </a:r>
                      <a:r>
                        <a:rPr kumimoji="0" lang="ko-KR" altLang="en-US"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초</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9634567"/>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FUEL</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FCMC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ZFW ZFCG DISAGREE</a:t>
                      </a:r>
                    </a:p>
                  </a:txBody>
                  <a:tcPr marL="0" marR="0" marT="0" marB="0" anchor="ctr"/>
                </a:tc>
                <a:extLst>
                  <a:ext uri="{0D108BD9-81ED-4DB2-BD59-A6C34878D82A}">
                    <a16:rowId xmlns:a16="http://schemas.microsoft.com/office/drawing/2014/main" val="2372724496"/>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FWS</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FWC, 2 SDAC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Waring Sys RESET</a:t>
                      </a:r>
                    </a:p>
                  </a:txBody>
                  <a:tcPr marL="0" marR="0" marT="0" marB="0" anchor="ctr"/>
                </a:tc>
                <a:extLst>
                  <a:ext uri="{0D108BD9-81ED-4DB2-BD59-A6C34878D82A}">
                    <a16:rowId xmlns:a16="http://schemas.microsoft.com/office/drawing/2014/main" val="1452960843"/>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L/G</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LGCIU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LGCIU RESET</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77976791"/>
                  </a:ext>
                </a:extLst>
              </a:tr>
              <a:tr h="32810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MISC</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VSC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(Cabin aft C/B)</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RESET VACUUM TOILET SYS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(Blue pb)</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188343708"/>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COND</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ZONE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ZONE CONT RESET</a:t>
                      </a:r>
                    </a:p>
                  </a:txBody>
                  <a:tcPr marL="0" marR="0" marT="0" marB="0" anchor="ctr"/>
                </a:tc>
                <a:extLst>
                  <a:ext uri="{0D108BD9-81ED-4DB2-BD59-A6C34878D82A}">
                    <a16:rowId xmlns:a16="http://schemas.microsoft.com/office/drawing/2014/main" val="4063010595"/>
                  </a:ext>
                </a:extLst>
              </a:tr>
              <a:tr h="82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SMOKE</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SDCU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Smoke </a:t>
                      </a:r>
                      <a:r>
                        <a:rPr kumimoji="0" lang="en-US" altLang="ko-Kore-KR" sz="700" b="1"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Dectect</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RESET</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315945249"/>
                  </a:ext>
                </a:extLst>
              </a:tr>
              <a:tr h="164052">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VENT</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VENT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RESET VENT CONT</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092487800"/>
                  </a:ext>
                </a:extLst>
              </a:tr>
              <a:tr h="82026">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AEVC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RESET VENT COMPUTER</a:t>
                      </a:r>
                    </a:p>
                  </a:txBody>
                  <a:tcPr marL="0" marR="0" marT="0" marB="0" anchor="ctr"/>
                </a:tc>
                <a:extLst>
                  <a:ext uri="{0D108BD9-81ED-4DB2-BD59-A6C34878D82A}">
                    <a16:rowId xmlns:a16="http://schemas.microsoft.com/office/drawing/2014/main" val="610167154"/>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8BD10FE9-9684-3F51-6BB9-93B5640286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349595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graphicFrame>
        <p:nvGraphicFramePr>
          <p:cNvPr id="365" name="Google Shape;365;p26"/>
          <p:cNvGraphicFramePr/>
          <p:nvPr/>
        </p:nvGraphicFramePr>
        <p:xfrm>
          <a:off x="388143" y="11369"/>
          <a:ext cx="1552575" cy="5193220"/>
        </p:xfrm>
        <a:graphic>
          <a:graphicData uri="http://schemas.openxmlformats.org/drawingml/2006/table">
            <a:tbl>
              <a:tblPr firstRow="1" bandRow="1">
                <a:noFill/>
                <a:tableStyleId>{A521BE36-7E6F-4EC9-8D66-1CF97A6895EC}</a:tableStyleId>
              </a:tblPr>
              <a:tblGrid>
                <a:gridCol w="517525">
                  <a:extLst>
                    <a:ext uri="{9D8B030D-6E8A-4147-A177-3AD203B41FA5}">
                      <a16:colId xmlns:a16="http://schemas.microsoft.com/office/drawing/2014/main" val="20000"/>
                    </a:ext>
                  </a:extLst>
                </a:gridCol>
                <a:gridCol w="517525">
                  <a:extLst>
                    <a:ext uri="{9D8B030D-6E8A-4147-A177-3AD203B41FA5}">
                      <a16:colId xmlns:a16="http://schemas.microsoft.com/office/drawing/2014/main" val="20001"/>
                    </a:ext>
                  </a:extLst>
                </a:gridCol>
                <a:gridCol w="517525">
                  <a:extLst>
                    <a:ext uri="{9D8B030D-6E8A-4147-A177-3AD203B41FA5}">
                      <a16:colId xmlns:a16="http://schemas.microsoft.com/office/drawing/2014/main" val="20002"/>
                    </a:ext>
                  </a:extLst>
                </a:gridCol>
              </a:tblGrid>
              <a:tr h="194500">
                <a:tc>
                  <a:txBody>
                    <a:bodyPr/>
                    <a:lstStyle/>
                    <a:p>
                      <a:pPr marL="0" marR="0" lvl="0" indent="0" algn="ctr" rtl="0">
                        <a:spcBef>
                          <a:spcPts val="0"/>
                        </a:spcBef>
                        <a:spcAft>
                          <a:spcPts val="0"/>
                        </a:spcAft>
                        <a:buNone/>
                      </a:pPr>
                      <a:r>
                        <a:rPr lang="en-US" sz="800"/>
                        <a:t>GS KTS</a:t>
                      </a:r>
                      <a:endParaRPr sz="800"/>
                    </a:p>
                  </a:txBody>
                  <a:tcPr marL="72000" marR="72000" marT="0" marB="0" anchor="ctr"/>
                </a:tc>
                <a:tc>
                  <a:txBody>
                    <a:bodyPr/>
                    <a:lstStyle/>
                    <a:p>
                      <a:pPr marL="0" marR="0" lvl="0" indent="0" algn="ctr" rtl="0">
                        <a:spcBef>
                          <a:spcPts val="0"/>
                        </a:spcBef>
                        <a:spcAft>
                          <a:spcPts val="0"/>
                        </a:spcAft>
                        <a:buNone/>
                      </a:pPr>
                      <a:r>
                        <a:rPr lang="en-US" sz="800"/>
                        <a:t>KM</a:t>
                      </a:r>
                      <a:endParaRPr sz="800"/>
                    </a:p>
                  </a:txBody>
                  <a:tcPr marL="72000" marR="72000" marT="0" marB="0" anchor="ctr"/>
                </a:tc>
                <a:tc>
                  <a:txBody>
                    <a:bodyPr/>
                    <a:lstStyle/>
                    <a:p>
                      <a:pPr marL="0" marR="0" lvl="0" indent="0" algn="ctr" rtl="0">
                        <a:spcBef>
                          <a:spcPts val="0"/>
                        </a:spcBef>
                        <a:spcAft>
                          <a:spcPts val="0"/>
                        </a:spcAft>
                        <a:buNone/>
                      </a:pPr>
                      <a:r>
                        <a:rPr lang="en-US" sz="800"/>
                        <a:t>MILES</a:t>
                      </a:r>
                      <a:endParaRPr sz="800"/>
                    </a:p>
                  </a:txBody>
                  <a:tcPr marL="72000" marR="72000" marT="0" marB="0" anchor="ctr"/>
                </a:tc>
                <a:extLst>
                  <a:ext uri="{0D108BD9-81ED-4DB2-BD59-A6C34878D82A}">
                    <a16:rowId xmlns:a16="http://schemas.microsoft.com/office/drawing/2014/main" val="10000"/>
                  </a:ext>
                </a:extLst>
              </a:tr>
              <a:tr h="560275">
                <a:tc>
                  <a:txBody>
                    <a:bodyPr/>
                    <a:lstStyle/>
                    <a:p>
                      <a:pPr marL="0" marR="0" lvl="0" indent="0" algn="ctr" rtl="0">
                        <a:spcBef>
                          <a:spcPts val="0"/>
                        </a:spcBef>
                        <a:spcAft>
                          <a:spcPts val="0"/>
                        </a:spcAft>
                        <a:buNone/>
                      </a:pPr>
                      <a:r>
                        <a:rPr lang="en-US" sz="800" b="1">
                          <a:solidFill>
                            <a:schemeClr val="dk1"/>
                          </a:solidFill>
                        </a:rPr>
                        <a:t>300</a:t>
                      </a:r>
                      <a:endParaRPr/>
                    </a:p>
                    <a:p>
                      <a:pPr marL="0" marR="0" lvl="0" indent="0" algn="ctr" rtl="0">
                        <a:spcBef>
                          <a:spcPts val="0"/>
                        </a:spcBef>
                        <a:spcAft>
                          <a:spcPts val="0"/>
                        </a:spcAft>
                        <a:buNone/>
                      </a:pPr>
                      <a:r>
                        <a:rPr lang="en-US" sz="800" b="1">
                          <a:solidFill>
                            <a:schemeClr val="dk1"/>
                          </a:solidFill>
                        </a:rPr>
                        <a:t>310</a:t>
                      </a:r>
                      <a:endParaRPr/>
                    </a:p>
                    <a:p>
                      <a:pPr marL="0" marR="0" lvl="0" indent="0" algn="ctr" rtl="0">
                        <a:spcBef>
                          <a:spcPts val="0"/>
                        </a:spcBef>
                        <a:spcAft>
                          <a:spcPts val="0"/>
                        </a:spcAft>
                        <a:buNone/>
                      </a:pPr>
                      <a:r>
                        <a:rPr lang="en-US" sz="800" b="1">
                          <a:solidFill>
                            <a:schemeClr val="dk1"/>
                          </a:solidFill>
                        </a:rPr>
                        <a:t>320</a:t>
                      </a:r>
                      <a:endParaRPr/>
                    </a:p>
                    <a:p>
                      <a:pPr marL="0" marR="0" lvl="0" indent="0" algn="ctr" rtl="0">
                        <a:spcBef>
                          <a:spcPts val="0"/>
                        </a:spcBef>
                        <a:spcAft>
                          <a:spcPts val="0"/>
                        </a:spcAft>
                        <a:buNone/>
                      </a:pPr>
                      <a:r>
                        <a:rPr lang="en-US" sz="800" b="1">
                          <a:solidFill>
                            <a:schemeClr val="dk1"/>
                          </a:solidFill>
                        </a:rPr>
                        <a:t>330</a:t>
                      </a:r>
                      <a:endParaRPr/>
                    </a:p>
                    <a:p>
                      <a:pPr marL="0" marR="0" lvl="0" indent="0" algn="ctr" rtl="0">
                        <a:spcBef>
                          <a:spcPts val="0"/>
                        </a:spcBef>
                        <a:spcAft>
                          <a:spcPts val="0"/>
                        </a:spcAft>
                        <a:buNone/>
                      </a:pPr>
                      <a:r>
                        <a:rPr lang="en-US" sz="800" b="1">
                          <a:solidFill>
                            <a:schemeClr val="dk1"/>
                          </a:solidFill>
                        </a:rPr>
                        <a:t>340</a:t>
                      </a:r>
                      <a:endParaRPr/>
                    </a:p>
                    <a:p>
                      <a:pPr marL="0" marR="0" lvl="0" indent="0" algn="ctr" rtl="0">
                        <a:spcBef>
                          <a:spcPts val="0"/>
                        </a:spcBef>
                        <a:spcAft>
                          <a:spcPts val="0"/>
                        </a:spcAft>
                        <a:buNone/>
                      </a:pPr>
                      <a:r>
                        <a:rPr lang="en-US" sz="800" b="1">
                          <a:solidFill>
                            <a:schemeClr val="dk1"/>
                          </a:solidFill>
                        </a:rPr>
                        <a:t>350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560</a:t>
                      </a:r>
                      <a:endParaRPr/>
                    </a:p>
                    <a:p>
                      <a:pPr marL="0" marR="0" lvl="0" indent="0" algn="ctr" rtl="0">
                        <a:spcBef>
                          <a:spcPts val="0"/>
                        </a:spcBef>
                        <a:spcAft>
                          <a:spcPts val="0"/>
                        </a:spcAft>
                        <a:buNone/>
                      </a:pPr>
                      <a:r>
                        <a:rPr lang="en-US" sz="800" b="1">
                          <a:solidFill>
                            <a:srgbClr val="0070C0"/>
                          </a:solidFill>
                        </a:rPr>
                        <a:t>570</a:t>
                      </a:r>
                      <a:endParaRPr/>
                    </a:p>
                    <a:p>
                      <a:pPr marL="0" marR="0" lvl="0" indent="0" algn="ctr" rtl="0">
                        <a:spcBef>
                          <a:spcPts val="0"/>
                        </a:spcBef>
                        <a:spcAft>
                          <a:spcPts val="0"/>
                        </a:spcAft>
                        <a:buNone/>
                      </a:pPr>
                      <a:r>
                        <a:rPr lang="en-US" sz="800" b="1">
                          <a:solidFill>
                            <a:srgbClr val="0070C0"/>
                          </a:solidFill>
                        </a:rPr>
                        <a:t>590</a:t>
                      </a:r>
                      <a:endParaRPr/>
                    </a:p>
                    <a:p>
                      <a:pPr marL="0" marR="0" lvl="0" indent="0" algn="ctr" rtl="0">
                        <a:spcBef>
                          <a:spcPts val="0"/>
                        </a:spcBef>
                        <a:spcAft>
                          <a:spcPts val="0"/>
                        </a:spcAft>
                        <a:buNone/>
                      </a:pPr>
                      <a:r>
                        <a:rPr lang="en-US" sz="800" b="1">
                          <a:solidFill>
                            <a:srgbClr val="0070C0"/>
                          </a:solidFill>
                        </a:rPr>
                        <a:t>610</a:t>
                      </a:r>
                      <a:endParaRPr/>
                    </a:p>
                    <a:p>
                      <a:pPr marL="0" marR="0" lvl="0" indent="0" algn="ctr" rtl="0">
                        <a:spcBef>
                          <a:spcPts val="0"/>
                        </a:spcBef>
                        <a:spcAft>
                          <a:spcPts val="0"/>
                        </a:spcAft>
                        <a:buNone/>
                      </a:pPr>
                      <a:r>
                        <a:rPr lang="en-US" sz="800" b="1">
                          <a:solidFill>
                            <a:srgbClr val="0070C0"/>
                          </a:solidFill>
                        </a:rPr>
                        <a:t>630</a:t>
                      </a:r>
                      <a:endParaRPr/>
                    </a:p>
                    <a:p>
                      <a:pPr marL="0" marR="0" lvl="0" indent="0" algn="ctr" rtl="0">
                        <a:spcBef>
                          <a:spcPts val="0"/>
                        </a:spcBef>
                        <a:spcAft>
                          <a:spcPts val="0"/>
                        </a:spcAft>
                        <a:buNone/>
                      </a:pPr>
                      <a:r>
                        <a:rPr lang="en-US" sz="800" b="1">
                          <a:solidFill>
                            <a:srgbClr val="0070C0"/>
                          </a:solidFill>
                        </a:rPr>
                        <a:t>650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350</a:t>
                      </a:r>
                      <a:endParaRPr/>
                    </a:p>
                    <a:p>
                      <a:pPr marL="0" marR="0" lvl="0" indent="0" algn="ctr" rtl="0">
                        <a:spcBef>
                          <a:spcPts val="0"/>
                        </a:spcBef>
                        <a:spcAft>
                          <a:spcPts val="0"/>
                        </a:spcAft>
                        <a:buNone/>
                      </a:pPr>
                      <a:r>
                        <a:rPr lang="en-US" sz="800" b="1">
                          <a:solidFill>
                            <a:srgbClr val="00B050"/>
                          </a:solidFill>
                        </a:rPr>
                        <a:t>360</a:t>
                      </a:r>
                      <a:endParaRPr/>
                    </a:p>
                    <a:p>
                      <a:pPr marL="0" marR="0" lvl="0" indent="0" algn="ctr" rtl="0">
                        <a:spcBef>
                          <a:spcPts val="0"/>
                        </a:spcBef>
                        <a:spcAft>
                          <a:spcPts val="0"/>
                        </a:spcAft>
                        <a:buNone/>
                      </a:pPr>
                      <a:r>
                        <a:rPr lang="en-US" sz="800" b="1">
                          <a:solidFill>
                            <a:srgbClr val="00B050"/>
                          </a:solidFill>
                        </a:rPr>
                        <a:t>370</a:t>
                      </a:r>
                      <a:endParaRPr/>
                    </a:p>
                    <a:p>
                      <a:pPr marL="0" marR="0" lvl="0" indent="0" algn="ctr" rtl="0">
                        <a:spcBef>
                          <a:spcPts val="0"/>
                        </a:spcBef>
                        <a:spcAft>
                          <a:spcPts val="0"/>
                        </a:spcAft>
                        <a:buNone/>
                      </a:pPr>
                      <a:r>
                        <a:rPr lang="en-US" sz="800" b="1">
                          <a:solidFill>
                            <a:srgbClr val="00B050"/>
                          </a:solidFill>
                        </a:rPr>
                        <a:t>380</a:t>
                      </a:r>
                      <a:endParaRPr/>
                    </a:p>
                    <a:p>
                      <a:pPr marL="0" marR="0" lvl="0" indent="0" algn="ctr" rtl="0">
                        <a:spcBef>
                          <a:spcPts val="0"/>
                        </a:spcBef>
                        <a:spcAft>
                          <a:spcPts val="0"/>
                        </a:spcAft>
                        <a:buNone/>
                      </a:pPr>
                      <a:r>
                        <a:rPr lang="en-US" sz="800" b="1">
                          <a:solidFill>
                            <a:srgbClr val="00B050"/>
                          </a:solidFill>
                        </a:rPr>
                        <a:t>390</a:t>
                      </a:r>
                      <a:endParaRPr/>
                    </a:p>
                    <a:p>
                      <a:pPr marL="0" marR="0" lvl="0" indent="0" algn="ctr" rtl="0">
                        <a:spcBef>
                          <a:spcPts val="0"/>
                        </a:spcBef>
                        <a:spcAft>
                          <a:spcPts val="0"/>
                        </a:spcAft>
                        <a:buNone/>
                      </a:pPr>
                      <a:r>
                        <a:rPr lang="en-US" sz="800" b="1">
                          <a:solidFill>
                            <a:srgbClr val="00B050"/>
                          </a:solidFill>
                        </a:rPr>
                        <a:t>400</a:t>
                      </a:r>
                      <a:endParaRPr sz="800" b="1">
                        <a:solidFill>
                          <a:srgbClr val="00B050"/>
                        </a:solidFill>
                      </a:endParaRPr>
                    </a:p>
                  </a:txBody>
                  <a:tcPr marL="72000" marR="72000" marT="0" marB="0" anchor="ctr"/>
                </a:tc>
                <a:extLst>
                  <a:ext uri="{0D108BD9-81ED-4DB2-BD59-A6C34878D82A}">
                    <a16:rowId xmlns:a16="http://schemas.microsoft.com/office/drawing/2014/main" val="10001"/>
                  </a:ext>
                </a:extLst>
              </a:tr>
              <a:tr h="477275">
                <a:tc>
                  <a:txBody>
                    <a:bodyPr/>
                    <a:lstStyle/>
                    <a:p>
                      <a:pPr marL="0" marR="0" lvl="0" indent="0" algn="ctr" rtl="0">
                        <a:spcBef>
                          <a:spcPts val="0"/>
                        </a:spcBef>
                        <a:spcAft>
                          <a:spcPts val="0"/>
                        </a:spcAft>
                        <a:buNone/>
                      </a:pPr>
                      <a:r>
                        <a:rPr lang="en-US" sz="800" b="1">
                          <a:solidFill>
                            <a:schemeClr val="dk1"/>
                          </a:solidFill>
                        </a:rPr>
                        <a:t>360</a:t>
                      </a:r>
                      <a:endParaRPr/>
                    </a:p>
                    <a:p>
                      <a:pPr marL="0" marR="0" lvl="0" indent="0" algn="ctr" rtl="0">
                        <a:spcBef>
                          <a:spcPts val="0"/>
                        </a:spcBef>
                        <a:spcAft>
                          <a:spcPts val="0"/>
                        </a:spcAft>
                        <a:buNone/>
                      </a:pPr>
                      <a:r>
                        <a:rPr lang="en-US" sz="800" b="1">
                          <a:solidFill>
                            <a:schemeClr val="dk1"/>
                          </a:solidFill>
                        </a:rPr>
                        <a:t>370</a:t>
                      </a:r>
                      <a:endParaRPr/>
                    </a:p>
                    <a:p>
                      <a:pPr marL="0" marR="0" lvl="0" indent="0" algn="ctr" rtl="0">
                        <a:spcBef>
                          <a:spcPts val="0"/>
                        </a:spcBef>
                        <a:spcAft>
                          <a:spcPts val="0"/>
                        </a:spcAft>
                        <a:buNone/>
                      </a:pPr>
                      <a:r>
                        <a:rPr lang="en-US" sz="800" b="1">
                          <a:solidFill>
                            <a:schemeClr val="dk1"/>
                          </a:solidFill>
                        </a:rPr>
                        <a:t>380</a:t>
                      </a:r>
                      <a:endParaRPr/>
                    </a:p>
                    <a:p>
                      <a:pPr marL="0" marR="0" lvl="0" indent="0" algn="ctr" rtl="0">
                        <a:spcBef>
                          <a:spcPts val="0"/>
                        </a:spcBef>
                        <a:spcAft>
                          <a:spcPts val="0"/>
                        </a:spcAft>
                        <a:buNone/>
                      </a:pPr>
                      <a:r>
                        <a:rPr lang="en-US" sz="800" b="1">
                          <a:solidFill>
                            <a:schemeClr val="dk1"/>
                          </a:solidFill>
                        </a:rPr>
                        <a:t>390</a:t>
                      </a:r>
                      <a:endParaRPr/>
                    </a:p>
                    <a:p>
                      <a:pPr marL="0" marR="0" lvl="0" indent="0" algn="ctr" rtl="0">
                        <a:spcBef>
                          <a:spcPts val="0"/>
                        </a:spcBef>
                        <a:spcAft>
                          <a:spcPts val="0"/>
                        </a:spcAft>
                        <a:buNone/>
                      </a:pPr>
                      <a:r>
                        <a:rPr lang="en-US" sz="800" b="1">
                          <a:solidFill>
                            <a:schemeClr val="dk1"/>
                          </a:solidFill>
                        </a:rPr>
                        <a:t>400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670</a:t>
                      </a:r>
                      <a:endParaRPr/>
                    </a:p>
                    <a:p>
                      <a:pPr marL="0" marR="0" lvl="0" indent="0" algn="ctr" rtl="0">
                        <a:spcBef>
                          <a:spcPts val="0"/>
                        </a:spcBef>
                        <a:spcAft>
                          <a:spcPts val="0"/>
                        </a:spcAft>
                        <a:buNone/>
                      </a:pPr>
                      <a:r>
                        <a:rPr lang="en-US" sz="800" b="1">
                          <a:solidFill>
                            <a:srgbClr val="0070C0"/>
                          </a:solidFill>
                        </a:rPr>
                        <a:t>690</a:t>
                      </a:r>
                      <a:endParaRPr/>
                    </a:p>
                    <a:p>
                      <a:pPr marL="0" marR="0" lvl="0" indent="0" algn="ctr" rtl="0">
                        <a:spcBef>
                          <a:spcPts val="0"/>
                        </a:spcBef>
                        <a:spcAft>
                          <a:spcPts val="0"/>
                        </a:spcAft>
                        <a:buNone/>
                      </a:pPr>
                      <a:r>
                        <a:rPr lang="en-US" sz="800" b="1">
                          <a:solidFill>
                            <a:srgbClr val="0070C0"/>
                          </a:solidFill>
                        </a:rPr>
                        <a:t>710</a:t>
                      </a:r>
                      <a:endParaRPr/>
                    </a:p>
                    <a:p>
                      <a:pPr marL="0" marR="0" lvl="0" indent="0" algn="ctr" rtl="0">
                        <a:spcBef>
                          <a:spcPts val="0"/>
                        </a:spcBef>
                        <a:spcAft>
                          <a:spcPts val="0"/>
                        </a:spcAft>
                        <a:buNone/>
                      </a:pPr>
                      <a:r>
                        <a:rPr lang="en-US" sz="800" b="1">
                          <a:solidFill>
                            <a:srgbClr val="0070C0"/>
                          </a:solidFill>
                        </a:rPr>
                        <a:t>720</a:t>
                      </a:r>
                      <a:endParaRPr/>
                    </a:p>
                    <a:p>
                      <a:pPr marL="0" marR="0" lvl="0" indent="0" algn="ctr" rtl="0">
                        <a:spcBef>
                          <a:spcPts val="0"/>
                        </a:spcBef>
                        <a:spcAft>
                          <a:spcPts val="0"/>
                        </a:spcAft>
                        <a:buNone/>
                      </a:pPr>
                      <a:r>
                        <a:rPr lang="en-US" sz="800" b="1">
                          <a:solidFill>
                            <a:srgbClr val="0070C0"/>
                          </a:solidFill>
                        </a:rPr>
                        <a:t>740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410</a:t>
                      </a:r>
                      <a:endParaRPr/>
                    </a:p>
                    <a:p>
                      <a:pPr marL="0" marR="0" lvl="0" indent="0" algn="ctr" rtl="0">
                        <a:spcBef>
                          <a:spcPts val="0"/>
                        </a:spcBef>
                        <a:spcAft>
                          <a:spcPts val="0"/>
                        </a:spcAft>
                        <a:buNone/>
                      </a:pPr>
                      <a:r>
                        <a:rPr lang="en-US" sz="800" b="1">
                          <a:solidFill>
                            <a:srgbClr val="00B050"/>
                          </a:solidFill>
                        </a:rPr>
                        <a:t>430</a:t>
                      </a:r>
                      <a:endParaRPr/>
                    </a:p>
                    <a:p>
                      <a:pPr marL="0" marR="0" lvl="0" indent="0" algn="ctr" rtl="0">
                        <a:spcBef>
                          <a:spcPts val="0"/>
                        </a:spcBef>
                        <a:spcAft>
                          <a:spcPts val="0"/>
                        </a:spcAft>
                        <a:buNone/>
                      </a:pPr>
                      <a:r>
                        <a:rPr lang="en-US" sz="800" b="1">
                          <a:solidFill>
                            <a:srgbClr val="00B050"/>
                          </a:solidFill>
                        </a:rPr>
                        <a:t>440</a:t>
                      </a:r>
                      <a:endParaRPr/>
                    </a:p>
                    <a:p>
                      <a:pPr marL="0" marR="0" lvl="0" indent="0" algn="ctr" rtl="0">
                        <a:spcBef>
                          <a:spcPts val="0"/>
                        </a:spcBef>
                        <a:spcAft>
                          <a:spcPts val="0"/>
                        </a:spcAft>
                        <a:buNone/>
                      </a:pPr>
                      <a:r>
                        <a:rPr lang="en-US" sz="800" b="1">
                          <a:solidFill>
                            <a:srgbClr val="00B050"/>
                          </a:solidFill>
                        </a:rPr>
                        <a:t>450</a:t>
                      </a:r>
                      <a:endParaRPr/>
                    </a:p>
                    <a:p>
                      <a:pPr marL="0" marR="0" lvl="0" indent="0" algn="ctr" rtl="0">
                        <a:spcBef>
                          <a:spcPts val="0"/>
                        </a:spcBef>
                        <a:spcAft>
                          <a:spcPts val="0"/>
                        </a:spcAft>
                        <a:buNone/>
                      </a:pPr>
                      <a:r>
                        <a:rPr lang="en-US" sz="800" b="1">
                          <a:solidFill>
                            <a:srgbClr val="00B050"/>
                          </a:solidFill>
                        </a:rPr>
                        <a:t>460</a:t>
                      </a:r>
                      <a:endParaRPr sz="800" b="1">
                        <a:solidFill>
                          <a:srgbClr val="00B050"/>
                        </a:solidFill>
                      </a:endParaRPr>
                    </a:p>
                  </a:txBody>
                  <a:tcPr marL="72000" marR="72000" marT="0" marB="0" anchor="ctr"/>
                </a:tc>
                <a:extLst>
                  <a:ext uri="{0D108BD9-81ED-4DB2-BD59-A6C34878D82A}">
                    <a16:rowId xmlns:a16="http://schemas.microsoft.com/office/drawing/2014/main" val="10002"/>
                  </a:ext>
                </a:extLst>
              </a:tr>
              <a:tr h="477275">
                <a:tc>
                  <a:txBody>
                    <a:bodyPr/>
                    <a:lstStyle/>
                    <a:p>
                      <a:pPr marL="0" marR="0" lvl="0" indent="0" algn="ctr" rtl="0">
                        <a:spcBef>
                          <a:spcPts val="0"/>
                        </a:spcBef>
                        <a:spcAft>
                          <a:spcPts val="0"/>
                        </a:spcAft>
                        <a:buNone/>
                      </a:pPr>
                      <a:r>
                        <a:rPr lang="en-US" sz="800" b="1">
                          <a:solidFill>
                            <a:schemeClr val="dk1"/>
                          </a:solidFill>
                        </a:rPr>
                        <a:t>410</a:t>
                      </a:r>
                      <a:endParaRPr/>
                    </a:p>
                    <a:p>
                      <a:pPr marL="0" marR="0" lvl="0" indent="0" algn="ctr" rtl="0">
                        <a:spcBef>
                          <a:spcPts val="0"/>
                        </a:spcBef>
                        <a:spcAft>
                          <a:spcPts val="0"/>
                        </a:spcAft>
                        <a:buNone/>
                      </a:pPr>
                      <a:r>
                        <a:rPr lang="en-US" sz="800" b="1">
                          <a:solidFill>
                            <a:schemeClr val="dk1"/>
                          </a:solidFill>
                        </a:rPr>
                        <a:t>420</a:t>
                      </a:r>
                      <a:endParaRPr/>
                    </a:p>
                    <a:p>
                      <a:pPr marL="0" marR="0" lvl="0" indent="0" algn="ctr" rtl="0">
                        <a:spcBef>
                          <a:spcPts val="0"/>
                        </a:spcBef>
                        <a:spcAft>
                          <a:spcPts val="0"/>
                        </a:spcAft>
                        <a:buNone/>
                      </a:pPr>
                      <a:r>
                        <a:rPr lang="en-US" sz="800" b="1">
                          <a:solidFill>
                            <a:schemeClr val="dk1"/>
                          </a:solidFill>
                        </a:rPr>
                        <a:t>430</a:t>
                      </a:r>
                      <a:endParaRPr/>
                    </a:p>
                    <a:p>
                      <a:pPr marL="0" marR="0" lvl="0" indent="0" algn="ctr" rtl="0">
                        <a:spcBef>
                          <a:spcPts val="0"/>
                        </a:spcBef>
                        <a:spcAft>
                          <a:spcPts val="0"/>
                        </a:spcAft>
                        <a:buNone/>
                      </a:pPr>
                      <a:r>
                        <a:rPr lang="en-US" sz="800" b="1">
                          <a:solidFill>
                            <a:schemeClr val="dk1"/>
                          </a:solidFill>
                        </a:rPr>
                        <a:t>440</a:t>
                      </a:r>
                      <a:endParaRPr/>
                    </a:p>
                    <a:p>
                      <a:pPr marL="0" marR="0" lvl="0" indent="0" algn="ctr" rtl="0">
                        <a:spcBef>
                          <a:spcPts val="0"/>
                        </a:spcBef>
                        <a:spcAft>
                          <a:spcPts val="0"/>
                        </a:spcAft>
                        <a:buNone/>
                      </a:pPr>
                      <a:r>
                        <a:rPr lang="en-US" sz="800" b="1">
                          <a:solidFill>
                            <a:schemeClr val="dk1"/>
                          </a:solidFill>
                        </a:rPr>
                        <a:t>450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760</a:t>
                      </a:r>
                      <a:endParaRPr/>
                    </a:p>
                    <a:p>
                      <a:pPr marL="0" marR="0" lvl="0" indent="0" algn="ctr" rtl="0">
                        <a:spcBef>
                          <a:spcPts val="0"/>
                        </a:spcBef>
                        <a:spcAft>
                          <a:spcPts val="0"/>
                        </a:spcAft>
                        <a:buNone/>
                      </a:pPr>
                      <a:r>
                        <a:rPr lang="en-US" sz="800" b="1">
                          <a:solidFill>
                            <a:srgbClr val="0070C0"/>
                          </a:solidFill>
                        </a:rPr>
                        <a:t>780</a:t>
                      </a:r>
                      <a:endParaRPr/>
                    </a:p>
                    <a:p>
                      <a:pPr marL="0" marR="0" lvl="0" indent="0" algn="ctr" rtl="0">
                        <a:spcBef>
                          <a:spcPts val="0"/>
                        </a:spcBef>
                        <a:spcAft>
                          <a:spcPts val="0"/>
                        </a:spcAft>
                        <a:buNone/>
                      </a:pPr>
                      <a:r>
                        <a:rPr lang="en-US" sz="800" b="1">
                          <a:solidFill>
                            <a:srgbClr val="0070C0"/>
                          </a:solidFill>
                        </a:rPr>
                        <a:t>800</a:t>
                      </a:r>
                      <a:endParaRPr/>
                    </a:p>
                    <a:p>
                      <a:pPr marL="0" marR="0" lvl="0" indent="0" algn="ctr" rtl="0">
                        <a:spcBef>
                          <a:spcPts val="0"/>
                        </a:spcBef>
                        <a:spcAft>
                          <a:spcPts val="0"/>
                        </a:spcAft>
                        <a:buNone/>
                      </a:pPr>
                      <a:r>
                        <a:rPr lang="en-US" sz="800" b="1">
                          <a:solidFill>
                            <a:srgbClr val="0070C0"/>
                          </a:solidFill>
                        </a:rPr>
                        <a:t>820</a:t>
                      </a:r>
                      <a:endParaRPr/>
                    </a:p>
                    <a:p>
                      <a:pPr marL="0" marR="0" lvl="0" indent="0" algn="ctr" rtl="0">
                        <a:spcBef>
                          <a:spcPts val="0"/>
                        </a:spcBef>
                        <a:spcAft>
                          <a:spcPts val="0"/>
                        </a:spcAft>
                        <a:buNone/>
                      </a:pPr>
                      <a:r>
                        <a:rPr lang="en-US" sz="800" b="1">
                          <a:solidFill>
                            <a:srgbClr val="0070C0"/>
                          </a:solidFill>
                        </a:rPr>
                        <a:t>830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470</a:t>
                      </a:r>
                      <a:endParaRPr/>
                    </a:p>
                    <a:p>
                      <a:pPr marL="0" marR="0" lvl="0" indent="0" algn="ctr" rtl="0">
                        <a:spcBef>
                          <a:spcPts val="0"/>
                        </a:spcBef>
                        <a:spcAft>
                          <a:spcPts val="0"/>
                        </a:spcAft>
                        <a:buNone/>
                      </a:pPr>
                      <a:r>
                        <a:rPr lang="en-US" sz="800" b="1">
                          <a:solidFill>
                            <a:srgbClr val="00B050"/>
                          </a:solidFill>
                        </a:rPr>
                        <a:t>480</a:t>
                      </a:r>
                      <a:endParaRPr/>
                    </a:p>
                    <a:p>
                      <a:pPr marL="0" marR="0" lvl="0" indent="0" algn="ctr" rtl="0">
                        <a:spcBef>
                          <a:spcPts val="0"/>
                        </a:spcBef>
                        <a:spcAft>
                          <a:spcPts val="0"/>
                        </a:spcAft>
                        <a:buNone/>
                      </a:pPr>
                      <a:r>
                        <a:rPr lang="en-US" sz="800" b="1">
                          <a:solidFill>
                            <a:srgbClr val="00B050"/>
                          </a:solidFill>
                        </a:rPr>
                        <a:t>500</a:t>
                      </a:r>
                      <a:endParaRPr/>
                    </a:p>
                    <a:p>
                      <a:pPr marL="0" marR="0" lvl="0" indent="0" algn="ctr" rtl="0">
                        <a:spcBef>
                          <a:spcPts val="0"/>
                        </a:spcBef>
                        <a:spcAft>
                          <a:spcPts val="0"/>
                        </a:spcAft>
                        <a:buNone/>
                      </a:pPr>
                      <a:r>
                        <a:rPr lang="en-US" sz="800" b="1">
                          <a:solidFill>
                            <a:srgbClr val="00B050"/>
                          </a:solidFill>
                        </a:rPr>
                        <a:t>510</a:t>
                      </a:r>
                      <a:endParaRPr/>
                    </a:p>
                    <a:p>
                      <a:pPr marL="0" marR="0" lvl="0" indent="0" algn="ctr" rtl="0">
                        <a:spcBef>
                          <a:spcPts val="0"/>
                        </a:spcBef>
                        <a:spcAft>
                          <a:spcPts val="0"/>
                        </a:spcAft>
                        <a:buNone/>
                      </a:pPr>
                      <a:r>
                        <a:rPr lang="en-US" sz="800" b="1">
                          <a:solidFill>
                            <a:srgbClr val="00B050"/>
                          </a:solidFill>
                        </a:rPr>
                        <a:t>520</a:t>
                      </a:r>
                      <a:endParaRPr sz="800" b="1">
                        <a:solidFill>
                          <a:srgbClr val="00B050"/>
                        </a:solidFill>
                      </a:endParaRPr>
                    </a:p>
                  </a:txBody>
                  <a:tcPr marL="72000" marR="72000" marT="0" marB="0" anchor="ctr"/>
                </a:tc>
                <a:extLst>
                  <a:ext uri="{0D108BD9-81ED-4DB2-BD59-A6C34878D82A}">
                    <a16:rowId xmlns:a16="http://schemas.microsoft.com/office/drawing/2014/main" val="10003"/>
                  </a:ext>
                </a:extLst>
              </a:tr>
              <a:tr h="477275">
                <a:tc>
                  <a:txBody>
                    <a:bodyPr/>
                    <a:lstStyle/>
                    <a:p>
                      <a:pPr marL="0" marR="0" lvl="0" indent="0" algn="ctr" rtl="0">
                        <a:spcBef>
                          <a:spcPts val="0"/>
                        </a:spcBef>
                        <a:spcAft>
                          <a:spcPts val="0"/>
                        </a:spcAft>
                        <a:buNone/>
                      </a:pPr>
                      <a:r>
                        <a:rPr lang="en-US" sz="800" b="1">
                          <a:solidFill>
                            <a:schemeClr val="dk1"/>
                          </a:solidFill>
                        </a:rPr>
                        <a:t>460</a:t>
                      </a:r>
                      <a:endParaRPr/>
                    </a:p>
                    <a:p>
                      <a:pPr marL="0" marR="0" lvl="0" indent="0" algn="ctr" rtl="0">
                        <a:spcBef>
                          <a:spcPts val="0"/>
                        </a:spcBef>
                        <a:spcAft>
                          <a:spcPts val="0"/>
                        </a:spcAft>
                        <a:buNone/>
                      </a:pPr>
                      <a:r>
                        <a:rPr lang="en-US" sz="800" b="1">
                          <a:solidFill>
                            <a:schemeClr val="dk1"/>
                          </a:solidFill>
                        </a:rPr>
                        <a:t>470</a:t>
                      </a:r>
                      <a:endParaRPr/>
                    </a:p>
                    <a:p>
                      <a:pPr marL="0" marR="0" lvl="0" indent="0" algn="ctr" rtl="0">
                        <a:spcBef>
                          <a:spcPts val="0"/>
                        </a:spcBef>
                        <a:spcAft>
                          <a:spcPts val="0"/>
                        </a:spcAft>
                        <a:buNone/>
                      </a:pPr>
                      <a:r>
                        <a:rPr lang="en-US" sz="800" b="1">
                          <a:solidFill>
                            <a:schemeClr val="dk1"/>
                          </a:solidFill>
                        </a:rPr>
                        <a:t>480</a:t>
                      </a:r>
                      <a:endParaRPr/>
                    </a:p>
                    <a:p>
                      <a:pPr marL="0" marR="0" lvl="0" indent="0" algn="ctr" rtl="0">
                        <a:spcBef>
                          <a:spcPts val="0"/>
                        </a:spcBef>
                        <a:spcAft>
                          <a:spcPts val="0"/>
                        </a:spcAft>
                        <a:buNone/>
                      </a:pPr>
                      <a:r>
                        <a:rPr lang="en-US" sz="800" b="1">
                          <a:solidFill>
                            <a:schemeClr val="dk1"/>
                          </a:solidFill>
                        </a:rPr>
                        <a:t>490</a:t>
                      </a:r>
                      <a:endParaRPr/>
                    </a:p>
                    <a:p>
                      <a:pPr marL="0" marR="0" lvl="0" indent="0" algn="ctr" rtl="0">
                        <a:spcBef>
                          <a:spcPts val="0"/>
                        </a:spcBef>
                        <a:spcAft>
                          <a:spcPts val="0"/>
                        </a:spcAft>
                        <a:buNone/>
                      </a:pPr>
                      <a:r>
                        <a:rPr lang="en-US" sz="800" b="1">
                          <a:solidFill>
                            <a:schemeClr val="dk1"/>
                          </a:solidFill>
                        </a:rPr>
                        <a:t>500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850</a:t>
                      </a:r>
                      <a:endParaRPr/>
                    </a:p>
                    <a:p>
                      <a:pPr marL="0" marR="0" lvl="0" indent="0" algn="ctr" rtl="0">
                        <a:spcBef>
                          <a:spcPts val="0"/>
                        </a:spcBef>
                        <a:spcAft>
                          <a:spcPts val="0"/>
                        </a:spcAft>
                        <a:buNone/>
                      </a:pPr>
                      <a:r>
                        <a:rPr lang="en-US" sz="800" b="1">
                          <a:solidFill>
                            <a:srgbClr val="0070C0"/>
                          </a:solidFill>
                        </a:rPr>
                        <a:t>870</a:t>
                      </a:r>
                      <a:endParaRPr/>
                    </a:p>
                    <a:p>
                      <a:pPr marL="0" marR="0" lvl="0" indent="0" algn="ctr" rtl="0">
                        <a:spcBef>
                          <a:spcPts val="0"/>
                        </a:spcBef>
                        <a:spcAft>
                          <a:spcPts val="0"/>
                        </a:spcAft>
                        <a:buNone/>
                      </a:pPr>
                      <a:r>
                        <a:rPr lang="en-US" sz="800" b="1">
                          <a:solidFill>
                            <a:srgbClr val="0070C0"/>
                          </a:solidFill>
                        </a:rPr>
                        <a:t>890</a:t>
                      </a:r>
                      <a:endParaRPr/>
                    </a:p>
                    <a:p>
                      <a:pPr marL="0" marR="0" lvl="0" indent="0" algn="ctr" rtl="0">
                        <a:spcBef>
                          <a:spcPts val="0"/>
                        </a:spcBef>
                        <a:spcAft>
                          <a:spcPts val="0"/>
                        </a:spcAft>
                        <a:buNone/>
                      </a:pPr>
                      <a:r>
                        <a:rPr lang="en-US" sz="800" b="1">
                          <a:solidFill>
                            <a:srgbClr val="0070C0"/>
                          </a:solidFill>
                        </a:rPr>
                        <a:t>910</a:t>
                      </a:r>
                      <a:endParaRPr/>
                    </a:p>
                    <a:p>
                      <a:pPr marL="0" marR="0" lvl="0" indent="0" algn="ctr" rtl="0">
                        <a:spcBef>
                          <a:spcPts val="0"/>
                        </a:spcBef>
                        <a:spcAft>
                          <a:spcPts val="0"/>
                        </a:spcAft>
                        <a:buNone/>
                      </a:pPr>
                      <a:r>
                        <a:rPr lang="en-US" sz="800" b="1">
                          <a:solidFill>
                            <a:srgbClr val="0070C0"/>
                          </a:solidFill>
                        </a:rPr>
                        <a:t>930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530</a:t>
                      </a:r>
                      <a:endParaRPr/>
                    </a:p>
                    <a:p>
                      <a:pPr marL="0" marR="0" lvl="0" indent="0" algn="ctr" rtl="0">
                        <a:spcBef>
                          <a:spcPts val="0"/>
                        </a:spcBef>
                        <a:spcAft>
                          <a:spcPts val="0"/>
                        </a:spcAft>
                        <a:buNone/>
                      </a:pPr>
                      <a:r>
                        <a:rPr lang="en-US" sz="800" b="1">
                          <a:solidFill>
                            <a:srgbClr val="00B050"/>
                          </a:solidFill>
                        </a:rPr>
                        <a:t>540</a:t>
                      </a:r>
                      <a:endParaRPr/>
                    </a:p>
                    <a:p>
                      <a:pPr marL="0" marR="0" lvl="0" indent="0" algn="ctr" rtl="0">
                        <a:spcBef>
                          <a:spcPts val="0"/>
                        </a:spcBef>
                        <a:spcAft>
                          <a:spcPts val="0"/>
                        </a:spcAft>
                        <a:buNone/>
                      </a:pPr>
                      <a:r>
                        <a:rPr lang="en-US" sz="800" b="1">
                          <a:solidFill>
                            <a:srgbClr val="00B050"/>
                          </a:solidFill>
                        </a:rPr>
                        <a:t>550</a:t>
                      </a:r>
                      <a:endParaRPr/>
                    </a:p>
                    <a:p>
                      <a:pPr marL="0" marR="0" lvl="0" indent="0" algn="ctr" rtl="0">
                        <a:spcBef>
                          <a:spcPts val="0"/>
                        </a:spcBef>
                        <a:spcAft>
                          <a:spcPts val="0"/>
                        </a:spcAft>
                        <a:buNone/>
                      </a:pPr>
                      <a:r>
                        <a:rPr lang="en-US" sz="800" b="1">
                          <a:solidFill>
                            <a:srgbClr val="00B050"/>
                          </a:solidFill>
                        </a:rPr>
                        <a:t>560</a:t>
                      </a:r>
                      <a:endParaRPr/>
                    </a:p>
                    <a:p>
                      <a:pPr marL="0" marR="0" lvl="0" indent="0" algn="ctr" rtl="0">
                        <a:spcBef>
                          <a:spcPts val="0"/>
                        </a:spcBef>
                        <a:spcAft>
                          <a:spcPts val="0"/>
                        </a:spcAft>
                        <a:buNone/>
                      </a:pPr>
                      <a:r>
                        <a:rPr lang="en-US" sz="800" b="1">
                          <a:solidFill>
                            <a:srgbClr val="00B050"/>
                          </a:solidFill>
                        </a:rPr>
                        <a:t>580</a:t>
                      </a:r>
                      <a:endParaRPr sz="800" b="1">
                        <a:solidFill>
                          <a:srgbClr val="00B050"/>
                        </a:solidFill>
                      </a:endParaRPr>
                    </a:p>
                  </a:txBody>
                  <a:tcPr marL="72000" marR="72000" marT="0" marB="0" anchor="ctr"/>
                </a:tc>
                <a:extLst>
                  <a:ext uri="{0D108BD9-81ED-4DB2-BD59-A6C34878D82A}">
                    <a16:rowId xmlns:a16="http://schemas.microsoft.com/office/drawing/2014/main" val="10004"/>
                  </a:ext>
                </a:extLst>
              </a:tr>
              <a:tr h="477275">
                <a:tc>
                  <a:txBody>
                    <a:bodyPr/>
                    <a:lstStyle/>
                    <a:p>
                      <a:pPr marL="0" marR="0" lvl="0" indent="0" algn="ctr" rtl="0">
                        <a:spcBef>
                          <a:spcPts val="0"/>
                        </a:spcBef>
                        <a:spcAft>
                          <a:spcPts val="0"/>
                        </a:spcAft>
                        <a:buNone/>
                      </a:pPr>
                      <a:r>
                        <a:rPr lang="en-US" sz="800" b="1">
                          <a:solidFill>
                            <a:schemeClr val="dk1"/>
                          </a:solidFill>
                        </a:rPr>
                        <a:t>510</a:t>
                      </a:r>
                      <a:endParaRPr/>
                    </a:p>
                    <a:p>
                      <a:pPr marL="0" marR="0" lvl="0" indent="0" algn="ctr" rtl="0">
                        <a:spcBef>
                          <a:spcPts val="0"/>
                        </a:spcBef>
                        <a:spcAft>
                          <a:spcPts val="0"/>
                        </a:spcAft>
                        <a:buNone/>
                      </a:pPr>
                      <a:r>
                        <a:rPr lang="en-US" sz="800" b="1">
                          <a:solidFill>
                            <a:schemeClr val="dk1"/>
                          </a:solidFill>
                        </a:rPr>
                        <a:t>520</a:t>
                      </a:r>
                      <a:endParaRPr/>
                    </a:p>
                    <a:p>
                      <a:pPr marL="0" marR="0" lvl="0" indent="0" algn="ctr" rtl="0">
                        <a:spcBef>
                          <a:spcPts val="0"/>
                        </a:spcBef>
                        <a:spcAft>
                          <a:spcPts val="0"/>
                        </a:spcAft>
                        <a:buNone/>
                      </a:pPr>
                      <a:r>
                        <a:rPr lang="en-US" sz="800" b="1">
                          <a:solidFill>
                            <a:schemeClr val="dk1"/>
                          </a:solidFill>
                        </a:rPr>
                        <a:t>530</a:t>
                      </a:r>
                      <a:endParaRPr/>
                    </a:p>
                    <a:p>
                      <a:pPr marL="0" marR="0" lvl="0" indent="0" algn="ctr" rtl="0">
                        <a:spcBef>
                          <a:spcPts val="0"/>
                        </a:spcBef>
                        <a:spcAft>
                          <a:spcPts val="0"/>
                        </a:spcAft>
                        <a:buNone/>
                      </a:pPr>
                      <a:r>
                        <a:rPr lang="en-US" sz="800" b="1">
                          <a:solidFill>
                            <a:schemeClr val="dk1"/>
                          </a:solidFill>
                        </a:rPr>
                        <a:t>540</a:t>
                      </a:r>
                      <a:endParaRPr/>
                    </a:p>
                    <a:p>
                      <a:pPr marL="0" marR="0" lvl="0" indent="0" algn="ctr" rtl="0">
                        <a:spcBef>
                          <a:spcPts val="0"/>
                        </a:spcBef>
                        <a:spcAft>
                          <a:spcPts val="0"/>
                        </a:spcAft>
                        <a:buNone/>
                      </a:pPr>
                      <a:r>
                        <a:rPr lang="en-US" sz="800" b="1">
                          <a:solidFill>
                            <a:schemeClr val="dk1"/>
                          </a:solidFill>
                        </a:rPr>
                        <a:t>550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950</a:t>
                      </a:r>
                      <a:endParaRPr/>
                    </a:p>
                    <a:p>
                      <a:pPr marL="0" marR="0" lvl="0" indent="0" algn="ctr" rtl="0">
                        <a:spcBef>
                          <a:spcPts val="0"/>
                        </a:spcBef>
                        <a:spcAft>
                          <a:spcPts val="0"/>
                        </a:spcAft>
                        <a:buNone/>
                      </a:pPr>
                      <a:r>
                        <a:rPr lang="en-US" sz="800" b="1">
                          <a:solidFill>
                            <a:srgbClr val="0070C0"/>
                          </a:solidFill>
                        </a:rPr>
                        <a:t>960</a:t>
                      </a:r>
                      <a:endParaRPr/>
                    </a:p>
                    <a:p>
                      <a:pPr marL="0" marR="0" lvl="0" indent="0" algn="ctr" rtl="0">
                        <a:spcBef>
                          <a:spcPts val="0"/>
                        </a:spcBef>
                        <a:spcAft>
                          <a:spcPts val="0"/>
                        </a:spcAft>
                        <a:buNone/>
                      </a:pPr>
                      <a:r>
                        <a:rPr lang="en-US" sz="800" b="1">
                          <a:solidFill>
                            <a:srgbClr val="0070C0"/>
                          </a:solidFill>
                        </a:rPr>
                        <a:t>980</a:t>
                      </a:r>
                      <a:endParaRPr/>
                    </a:p>
                    <a:p>
                      <a:pPr marL="0" marR="0" lvl="0" indent="0" algn="ctr" rtl="0">
                        <a:spcBef>
                          <a:spcPts val="0"/>
                        </a:spcBef>
                        <a:spcAft>
                          <a:spcPts val="0"/>
                        </a:spcAft>
                        <a:buNone/>
                      </a:pPr>
                      <a:r>
                        <a:rPr lang="en-US" sz="800" b="1">
                          <a:solidFill>
                            <a:srgbClr val="0070C0"/>
                          </a:solidFill>
                        </a:rPr>
                        <a:t>1000</a:t>
                      </a:r>
                      <a:endParaRPr/>
                    </a:p>
                    <a:p>
                      <a:pPr marL="0" marR="0" lvl="0" indent="0" algn="ctr" rtl="0">
                        <a:spcBef>
                          <a:spcPts val="0"/>
                        </a:spcBef>
                        <a:spcAft>
                          <a:spcPts val="0"/>
                        </a:spcAft>
                        <a:buNone/>
                      </a:pPr>
                      <a:r>
                        <a:rPr lang="en-US" sz="800" b="1">
                          <a:solidFill>
                            <a:srgbClr val="0070C0"/>
                          </a:solidFill>
                        </a:rPr>
                        <a:t>1020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590</a:t>
                      </a:r>
                      <a:endParaRPr/>
                    </a:p>
                    <a:p>
                      <a:pPr marL="0" marR="0" lvl="0" indent="0" algn="ctr" rtl="0">
                        <a:spcBef>
                          <a:spcPts val="0"/>
                        </a:spcBef>
                        <a:spcAft>
                          <a:spcPts val="0"/>
                        </a:spcAft>
                        <a:buNone/>
                      </a:pPr>
                      <a:r>
                        <a:rPr lang="en-US" sz="800" b="1">
                          <a:solidFill>
                            <a:srgbClr val="00B050"/>
                          </a:solidFill>
                        </a:rPr>
                        <a:t>600</a:t>
                      </a:r>
                      <a:endParaRPr/>
                    </a:p>
                    <a:p>
                      <a:pPr marL="0" marR="0" lvl="0" indent="0" algn="ctr" rtl="0">
                        <a:spcBef>
                          <a:spcPts val="0"/>
                        </a:spcBef>
                        <a:spcAft>
                          <a:spcPts val="0"/>
                        </a:spcAft>
                        <a:buNone/>
                      </a:pPr>
                      <a:r>
                        <a:rPr lang="en-US" sz="800" b="1">
                          <a:solidFill>
                            <a:srgbClr val="00B050"/>
                          </a:solidFill>
                        </a:rPr>
                        <a:t>610</a:t>
                      </a:r>
                      <a:endParaRPr/>
                    </a:p>
                    <a:p>
                      <a:pPr marL="0" marR="0" lvl="0" indent="0" algn="ctr" rtl="0">
                        <a:spcBef>
                          <a:spcPts val="0"/>
                        </a:spcBef>
                        <a:spcAft>
                          <a:spcPts val="0"/>
                        </a:spcAft>
                        <a:buNone/>
                      </a:pPr>
                      <a:r>
                        <a:rPr lang="en-US" sz="800" b="1">
                          <a:solidFill>
                            <a:srgbClr val="00B050"/>
                          </a:solidFill>
                        </a:rPr>
                        <a:t>620</a:t>
                      </a:r>
                      <a:endParaRPr/>
                    </a:p>
                    <a:p>
                      <a:pPr marL="0" marR="0" lvl="0" indent="0" algn="ctr" rtl="0">
                        <a:spcBef>
                          <a:spcPts val="0"/>
                        </a:spcBef>
                        <a:spcAft>
                          <a:spcPts val="0"/>
                        </a:spcAft>
                        <a:buNone/>
                      </a:pPr>
                      <a:r>
                        <a:rPr lang="en-US" sz="800" b="1">
                          <a:solidFill>
                            <a:srgbClr val="00B050"/>
                          </a:solidFill>
                        </a:rPr>
                        <a:t>630</a:t>
                      </a:r>
                      <a:endParaRPr sz="800" b="1">
                        <a:solidFill>
                          <a:srgbClr val="00B050"/>
                        </a:solidFill>
                      </a:endParaRPr>
                    </a:p>
                  </a:txBody>
                  <a:tcPr marL="72000" marR="72000" marT="0" marB="0" anchor="ctr"/>
                </a:tc>
                <a:extLst>
                  <a:ext uri="{0D108BD9-81ED-4DB2-BD59-A6C34878D82A}">
                    <a16:rowId xmlns:a16="http://schemas.microsoft.com/office/drawing/2014/main" val="10005"/>
                  </a:ext>
                </a:extLst>
              </a:tr>
              <a:tr h="477275">
                <a:tc>
                  <a:txBody>
                    <a:bodyPr/>
                    <a:lstStyle/>
                    <a:p>
                      <a:pPr marL="0" marR="0" lvl="0" indent="0" algn="ctr" rtl="0">
                        <a:spcBef>
                          <a:spcPts val="0"/>
                        </a:spcBef>
                        <a:spcAft>
                          <a:spcPts val="0"/>
                        </a:spcAft>
                        <a:buNone/>
                      </a:pPr>
                      <a:r>
                        <a:rPr lang="en-US" sz="800" b="1">
                          <a:solidFill>
                            <a:schemeClr val="dk1"/>
                          </a:solidFill>
                        </a:rPr>
                        <a:t>560</a:t>
                      </a:r>
                      <a:endParaRPr/>
                    </a:p>
                    <a:p>
                      <a:pPr marL="0" marR="0" lvl="0" indent="0" algn="ctr" rtl="0">
                        <a:spcBef>
                          <a:spcPts val="0"/>
                        </a:spcBef>
                        <a:spcAft>
                          <a:spcPts val="0"/>
                        </a:spcAft>
                        <a:buNone/>
                      </a:pPr>
                      <a:r>
                        <a:rPr lang="en-US" sz="800" b="1">
                          <a:solidFill>
                            <a:schemeClr val="dk1"/>
                          </a:solidFill>
                        </a:rPr>
                        <a:t>570</a:t>
                      </a:r>
                      <a:endParaRPr/>
                    </a:p>
                    <a:p>
                      <a:pPr marL="0" marR="0" lvl="0" indent="0" algn="ctr" rtl="0">
                        <a:spcBef>
                          <a:spcPts val="0"/>
                        </a:spcBef>
                        <a:spcAft>
                          <a:spcPts val="0"/>
                        </a:spcAft>
                        <a:buNone/>
                      </a:pPr>
                      <a:r>
                        <a:rPr lang="en-US" sz="800" b="1">
                          <a:solidFill>
                            <a:schemeClr val="dk1"/>
                          </a:solidFill>
                        </a:rPr>
                        <a:t>580</a:t>
                      </a:r>
                      <a:endParaRPr/>
                    </a:p>
                    <a:p>
                      <a:pPr marL="0" marR="0" lvl="0" indent="0" algn="ctr" rtl="0">
                        <a:spcBef>
                          <a:spcPts val="0"/>
                        </a:spcBef>
                        <a:spcAft>
                          <a:spcPts val="0"/>
                        </a:spcAft>
                        <a:buNone/>
                      </a:pPr>
                      <a:r>
                        <a:rPr lang="en-US" sz="800" b="1">
                          <a:solidFill>
                            <a:schemeClr val="dk1"/>
                          </a:solidFill>
                        </a:rPr>
                        <a:t>590</a:t>
                      </a:r>
                      <a:endParaRPr/>
                    </a:p>
                    <a:p>
                      <a:pPr marL="0" marR="0" lvl="0" indent="0" algn="ctr" rtl="0">
                        <a:spcBef>
                          <a:spcPts val="0"/>
                        </a:spcBef>
                        <a:spcAft>
                          <a:spcPts val="0"/>
                        </a:spcAft>
                        <a:buNone/>
                      </a:pPr>
                      <a:r>
                        <a:rPr lang="en-US" sz="800" b="1">
                          <a:solidFill>
                            <a:schemeClr val="dk1"/>
                          </a:solidFill>
                        </a:rPr>
                        <a:t>600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1040</a:t>
                      </a:r>
                      <a:endParaRPr/>
                    </a:p>
                    <a:p>
                      <a:pPr marL="0" marR="0" lvl="0" indent="0" algn="ctr" rtl="0">
                        <a:spcBef>
                          <a:spcPts val="0"/>
                        </a:spcBef>
                        <a:spcAft>
                          <a:spcPts val="0"/>
                        </a:spcAft>
                        <a:buNone/>
                      </a:pPr>
                      <a:r>
                        <a:rPr lang="en-US" sz="800" b="1">
                          <a:solidFill>
                            <a:srgbClr val="0070C0"/>
                          </a:solidFill>
                        </a:rPr>
                        <a:t>1060</a:t>
                      </a:r>
                      <a:endParaRPr/>
                    </a:p>
                    <a:p>
                      <a:pPr marL="0" marR="0" lvl="0" indent="0" algn="ctr" rtl="0">
                        <a:spcBef>
                          <a:spcPts val="0"/>
                        </a:spcBef>
                        <a:spcAft>
                          <a:spcPts val="0"/>
                        </a:spcAft>
                        <a:buNone/>
                      </a:pPr>
                      <a:r>
                        <a:rPr lang="en-US" sz="800" b="1">
                          <a:solidFill>
                            <a:srgbClr val="0070C0"/>
                          </a:solidFill>
                        </a:rPr>
                        <a:t>1070</a:t>
                      </a:r>
                      <a:endParaRPr/>
                    </a:p>
                    <a:p>
                      <a:pPr marL="0" marR="0" lvl="0" indent="0" algn="ctr" rtl="0">
                        <a:spcBef>
                          <a:spcPts val="0"/>
                        </a:spcBef>
                        <a:spcAft>
                          <a:spcPts val="0"/>
                        </a:spcAft>
                        <a:buNone/>
                      </a:pPr>
                      <a:r>
                        <a:rPr lang="en-US" sz="800" b="1">
                          <a:solidFill>
                            <a:srgbClr val="0070C0"/>
                          </a:solidFill>
                        </a:rPr>
                        <a:t>1090</a:t>
                      </a:r>
                      <a:endParaRPr/>
                    </a:p>
                    <a:p>
                      <a:pPr marL="0" marR="0" lvl="0" indent="0" algn="ctr" rtl="0">
                        <a:spcBef>
                          <a:spcPts val="0"/>
                        </a:spcBef>
                        <a:spcAft>
                          <a:spcPts val="0"/>
                        </a:spcAft>
                        <a:buNone/>
                      </a:pPr>
                      <a:r>
                        <a:rPr lang="en-US" sz="800" b="1">
                          <a:solidFill>
                            <a:srgbClr val="0070C0"/>
                          </a:solidFill>
                        </a:rPr>
                        <a:t>1110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650</a:t>
                      </a:r>
                      <a:endParaRPr/>
                    </a:p>
                    <a:p>
                      <a:pPr marL="0" marR="0" lvl="0" indent="0" algn="ctr" rtl="0">
                        <a:spcBef>
                          <a:spcPts val="0"/>
                        </a:spcBef>
                        <a:spcAft>
                          <a:spcPts val="0"/>
                        </a:spcAft>
                        <a:buNone/>
                      </a:pPr>
                      <a:r>
                        <a:rPr lang="en-US" sz="800" b="1">
                          <a:solidFill>
                            <a:srgbClr val="00B050"/>
                          </a:solidFill>
                        </a:rPr>
                        <a:t>660</a:t>
                      </a:r>
                      <a:endParaRPr/>
                    </a:p>
                    <a:p>
                      <a:pPr marL="0" marR="0" lvl="0" indent="0" algn="ctr" rtl="0">
                        <a:spcBef>
                          <a:spcPts val="0"/>
                        </a:spcBef>
                        <a:spcAft>
                          <a:spcPts val="0"/>
                        </a:spcAft>
                        <a:buNone/>
                      </a:pPr>
                      <a:r>
                        <a:rPr lang="en-US" sz="800" b="1">
                          <a:solidFill>
                            <a:srgbClr val="00B050"/>
                          </a:solidFill>
                        </a:rPr>
                        <a:t>670</a:t>
                      </a:r>
                      <a:endParaRPr/>
                    </a:p>
                    <a:p>
                      <a:pPr marL="0" marR="0" lvl="0" indent="0" algn="ctr" rtl="0">
                        <a:spcBef>
                          <a:spcPts val="0"/>
                        </a:spcBef>
                        <a:spcAft>
                          <a:spcPts val="0"/>
                        </a:spcAft>
                        <a:buNone/>
                      </a:pPr>
                      <a:r>
                        <a:rPr lang="en-US" sz="800" b="1">
                          <a:solidFill>
                            <a:srgbClr val="00B050"/>
                          </a:solidFill>
                        </a:rPr>
                        <a:t>680</a:t>
                      </a:r>
                      <a:endParaRPr/>
                    </a:p>
                    <a:p>
                      <a:pPr marL="0" marR="0" lvl="0" indent="0" algn="ctr" rtl="0">
                        <a:spcBef>
                          <a:spcPts val="0"/>
                        </a:spcBef>
                        <a:spcAft>
                          <a:spcPts val="0"/>
                        </a:spcAft>
                        <a:buNone/>
                      </a:pPr>
                      <a:r>
                        <a:rPr lang="en-US" sz="800" b="1">
                          <a:solidFill>
                            <a:srgbClr val="00B050"/>
                          </a:solidFill>
                        </a:rPr>
                        <a:t>690</a:t>
                      </a:r>
                      <a:endParaRPr sz="800" b="1">
                        <a:solidFill>
                          <a:srgbClr val="00B050"/>
                        </a:solidFill>
                      </a:endParaRPr>
                    </a:p>
                  </a:txBody>
                  <a:tcPr marL="72000" marR="72000" marT="0" marB="0" anchor="ctr"/>
                </a:tc>
                <a:extLst>
                  <a:ext uri="{0D108BD9-81ED-4DB2-BD59-A6C34878D82A}">
                    <a16:rowId xmlns:a16="http://schemas.microsoft.com/office/drawing/2014/main" val="10006"/>
                  </a:ext>
                </a:extLst>
              </a:tr>
              <a:tr h="477275">
                <a:tc>
                  <a:txBody>
                    <a:bodyPr/>
                    <a:lstStyle/>
                    <a:p>
                      <a:pPr marL="0" marR="0" lvl="0" indent="0" algn="ctr" rtl="0">
                        <a:spcBef>
                          <a:spcPts val="0"/>
                        </a:spcBef>
                        <a:spcAft>
                          <a:spcPts val="0"/>
                        </a:spcAft>
                        <a:buNone/>
                      </a:pPr>
                      <a:r>
                        <a:rPr lang="en-US" sz="800" b="1">
                          <a:solidFill>
                            <a:schemeClr val="dk1"/>
                          </a:solidFill>
                        </a:rPr>
                        <a:t>610</a:t>
                      </a:r>
                      <a:endParaRPr/>
                    </a:p>
                    <a:p>
                      <a:pPr marL="0" marR="0" lvl="0" indent="0" algn="ctr" rtl="0">
                        <a:spcBef>
                          <a:spcPts val="0"/>
                        </a:spcBef>
                        <a:spcAft>
                          <a:spcPts val="0"/>
                        </a:spcAft>
                        <a:buNone/>
                      </a:pPr>
                      <a:r>
                        <a:rPr lang="en-US" sz="800" b="1">
                          <a:solidFill>
                            <a:schemeClr val="dk1"/>
                          </a:solidFill>
                        </a:rPr>
                        <a:t>620</a:t>
                      </a:r>
                      <a:endParaRPr/>
                    </a:p>
                    <a:p>
                      <a:pPr marL="0" marR="0" lvl="0" indent="0" algn="ctr" rtl="0">
                        <a:spcBef>
                          <a:spcPts val="0"/>
                        </a:spcBef>
                        <a:spcAft>
                          <a:spcPts val="0"/>
                        </a:spcAft>
                        <a:buNone/>
                      </a:pPr>
                      <a:r>
                        <a:rPr lang="en-US" sz="800" b="1">
                          <a:solidFill>
                            <a:schemeClr val="dk1"/>
                          </a:solidFill>
                        </a:rPr>
                        <a:t>630</a:t>
                      </a:r>
                      <a:endParaRPr/>
                    </a:p>
                    <a:p>
                      <a:pPr marL="0" marR="0" lvl="0" indent="0" algn="ctr" rtl="0">
                        <a:spcBef>
                          <a:spcPts val="0"/>
                        </a:spcBef>
                        <a:spcAft>
                          <a:spcPts val="0"/>
                        </a:spcAft>
                        <a:buNone/>
                      </a:pPr>
                      <a:r>
                        <a:rPr lang="en-US" sz="800" b="1">
                          <a:solidFill>
                            <a:schemeClr val="dk1"/>
                          </a:solidFill>
                        </a:rPr>
                        <a:t>640</a:t>
                      </a:r>
                      <a:endParaRPr/>
                    </a:p>
                    <a:p>
                      <a:pPr marL="0" marR="0" lvl="0" indent="0" algn="ctr" rtl="0">
                        <a:spcBef>
                          <a:spcPts val="0"/>
                        </a:spcBef>
                        <a:spcAft>
                          <a:spcPts val="0"/>
                        </a:spcAft>
                        <a:buNone/>
                      </a:pPr>
                      <a:r>
                        <a:rPr lang="en-US" sz="800" b="1">
                          <a:solidFill>
                            <a:schemeClr val="dk1"/>
                          </a:solidFill>
                        </a:rPr>
                        <a:t>650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1130</a:t>
                      </a:r>
                      <a:endParaRPr/>
                    </a:p>
                    <a:p>
                      <a:pPr marL="0" marR="0" lvl="0" indent="0" algn="ctr" rtl="0">
                        <a:spcBef>
                          <a:spcPts val="0"/>
                        </a:spcBef>
                        <a:spcAft>
                          <a:spcPts val="0"/>
                        </a:spcAft>
                        <a:buNone/>
                      </a:pPr>
                      <a:r>
                        <a:rPr lang="en-US" sz="800" b="1">
                          <a:solidFill>
                            <a:srgbClr val="0070C0"/>
                          </a:solidFill>
                        </a:rPr>
                        <a:t>1150</a:t>
                      </a:r>
                      <a:endParaRPr/>
                    </a:p>
                    <a:p>
                      <a:pPr marL="0" marR="0" lvl="0" indent="0" algn="ctr" rtl="0">
                        <a:spcBef>
                          <a:spcPts val="0"/>
                        </a:spcBef>
                        <a:spcAft>
                          <a:spcPts val="0"/>
                        </a:spcAft>
                        <a:buNone/>
                      </a:pPr>
                      <a:r>
                        <a:rPr lang="en-US" sz="800" b="1">
                          <a:solidFill>
                            <a:srgbClr val="0070C0"/>
                          </a:solidFill>
                        </a:rPr>
                        <a:t>1170</a:t>
                      </a:r>
                      <a:endParaRPr/>
                    </a:p>
                    <a:p>
                      <a:pPr marL="0" marR="0" lvl="0" indent="0" algn="ctr" rtl="0">
                        <a:spcBef>
                          <a:spcPts val="0"/>
                        </a:spcBef>
                        <a:spcAft>
                          <a:spcPts val="0"/>
                        </a:spcAft>
                        <a:buNone/>
                      </a:pPr>
                      <a:r>
                        <a:rPr lang="en-US" sz="800" b="1">
                          <a:solidFill>
                            <a:srgbClr val="0070C0"/>
                          </a:solidFill>
                        </a:rPr>
                        <a:t>1190</a:t>
                      </a:r>
                      <a:endParaRPr/>
                    </a:p>
                    <a:p>
                      <a:pPr marL="0" marR="0" lvl="0" indent="0" algn="ctr" rtl="0">
                        <a:spcBef>
                          <a:spcPts val="0"/>
                        </a:spcBef>
                        <a:spcAft>
                          <a:spcPts val="0"/>
                        </a:spcAft>
                        <a:buNone/>
                      </a:pPr>
                      <a:r>
                        <a:rPr lang="en-US" sz="800" b="1">
                          <a:solidFill>
                            <a:srgbClr val="0070C0"/>
                          </a:solidFill>
                        </a:rPr>
                        <a:t>1200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700</a:t>
                      </a:r>
                      <a:endParaRPr/>
                    </a:p>
                    <a:p>
                      <a:pPr marL="0" marR="0" lvl="0" indent="0" algn="ctr" rtl="0">
                        <a:spcBef>
                          <a:spcPts val="0"/>
                        </a:spcBef>
                        <a:spcAft>
                          <a:spcPts val="0"/>
                        </a:spcAft>
                        <a:buNone/>
                      </a:pPr>
                      <a:r>
                        <a:rPr lang="en-US" sz="800" b="1">
                          <a:solidFill>
                            <a:srgbClr val="00B050"/>
                          </a:solidFill>
                        </a:rPr>
                        <a:t>710</a:t>
                      </a:r>
                      <a:endParaRPr/>
                    </a:p>
                    <a:p>
                      <a:pPr marL="0" marR="0" lvl="0" indent="0" algn="ctr" rtl="0">
                        <a:spcBef>
                          <a:spcPts val="0"/>
                        </a:spcBef>
                        <a:spcAft>
                          <a:spcPts val="0"/>
                        </a:spcAft>
                        <a:buNone/>
                      </a:pPr>
                      <a:r>
                        <a:rPr lang="en-US" sz="800" b="1">
                          <a:solidFill>
                            <a:srgbClr val="00B050"/>
                          </a:solidFill>
                        </a:rPr>
                        <a:t>730</a:t>
                      </a:r>
                      <a:endParaRPr/>
                    </a:p>
                    <a:p>
                      <a:pPr marL="0" marR="0" lvl="0" indent="0" algn="ctr" rtl="0">
                        <a:spcBef>
                          <a:spcPts val="0"/>
                        </a:spcBef>
                        <a:spcAft>
                          <a:spcPts val="0"/>
                        </a:spcAft>
                        <a:buNone/>
                      </a:pPr>
                      <a:r>
                        <a:rPr lang="en-US" sz="800" b="1">
                          <a:solidFill>
                            <a:srgbClr val="00B050"/>
                          </a:solidFill>
                        </a:rPr>
                        <a:t>740</a:t>
                      </a:r>
                      <a:endParaRPr/>
                    </a:p>
                    <a:p>
                      <a:pPr marL="0" marR="0" lvl="0" indent="0" algn="ctr" rtl="0">
                        <a:spcBef>
                          <a:spcPts val="0"/>
                        </a:spcBef>
                        <a:spcAft>
                          <a:spcPts val="0"/>
                        </a:spcAft>
                        <a:buNone/>
                      </a:pPr>
                      <a:r>
                        <a:rPr lang="en-US" sz="800" b="1">
                          <a:solidFill>
                            <a:srgbClr val="00B050"/>
                          </a:solidFill>
                        </a:rPr>
                        <a:t>750</a:t>
                      </a:r>
                      <a:endParaRPr sz="800" b="1">
                        <a:solidFill>
                          <a:srgbClr val="00B050"/>
                        </a:solidFill>
                      </a:endParaRPr>
                    </a:p>
                  </a:txBody>
                  <a:tcPr marL="72000" marR="72000" marT="0" marB="0" anchor="ctr"/>
                </a:tc>
                <a:extLst>
                  <a:ext uri="{0D108BD9-81ED-4DB2-BD59-A6C34878D82A}">
                    <a16:rowId xmlns:a16="http://schemas.microsoft.com/office/drawing/2014/main" val="10007"/>
                  </a:ext>
                </a:extLst>
              </a:tr>
              <a:tr h="477275">
                <a:tc>
                  <a:txBody>
                    <a:bodyPr/>
                    <a:lstStyle/>
                    <a:p>
                      <a:pPr marL="0" marR="0" lvl="0" indent="0" algn="ctr" rtl="0">
                        <a:spcBef>
                          <a:spcPts val="0"/>
                        </a:spcBef>
                        <a:spcAft>
                          <a:spcPts val="0"/>
                        </a:spcAft>
                        <a:buNone/>
                      </a:pPr>
                      <a:r>
                        <a:rPr lang="en-US" sz="800" b="1">
                          <a:solidFill>
                            <a:schemeClr val="dk1"/>
                          </a:solidFill>
                        </a:rPr>
                        <a:t>660</a:t>
                      </a:r>
                      <a:endParaRPr/>
                    </a:p>
                    <a:p>
                      <a:pPr marL="0" marR="0" lvl="0" indent="0" algn="ctr" rtl="0">
                        <a:spcBef>
                          <a:spcPts val="0"/>
                        </a:spcBef>
                        <a:spcAft>
                          <a:spcPts val="0"/>
                        </a:spcAft>
                        <a:buNone/>
                      </a:pPr>
                      <a:r>
                        <a:rPr lang="en-US" sz="800" b="1">
                          <a:solidFill>
                            <a:schemeClr val="dk1"/>
                          </a:solidFill>
                        </a:rPr>
                        <a:t>670</a:t>
                      </a:r>
                      <a:endParaRPr/>
                    </a:p>
                    <a:p>
                      <a:pPr marL="0" marR="0" lvl="0" indent="0" algn="ctr" rtl="0">
                        <a:spcBef>
                          <a:spcPts val="0"/>
                        </a:spcBef>
                        <a:spcAft>
                          <a:spcPts val="0"/>
                        </a:spcAft>
                        <a:buNone/>
                      </a:pPr>
                      <a:r>
                        <a:rPr lang="en-US" sz="800" b="1">
                          <a:solidFill>
                            <a:schemeClr val="dk1"/>
                          </a:solidFill>
                        </a:rPr>
                        <a:t>680</a:t>
                      </a:r>
                      <a:endParaRPr/>
                    </a:p>
                    <a:p>
                      <a:pPr marL="0" marR="0" lvl="0" indent="0" algn="ctr" rtl="0">
                        <a:spcBef>
                          <a:spcPts val="0"/>
                        </a:spcBef>
                        <a:spcAft>
                          <a:spcPts val="0"/>
                        </a:spcAft>
                        <a:buNone/>
                      </a:pPr>
                      <a:r>
                        <a:rPr lang="en-US" sz="800" b="1">
                          <a:solidFill>
                            <a:schemeClr val="dk1"/>
                          </a:solidFill>
                        </a:rPr>
                        <a:t>690</a:t>
                      </a:r>
                      <a:endParaRPr/>
                    </a:p>
                    <a:p>
                      <a:pPr marL="0" marR="0" lvl="0" indent="0" algn="ctr" rtl="0">
                        <a:spcBef>
                          <a:spcPts val="0"/>
                        </a:spcBef>
                        <a:spcAft>
                          <a:spcPts val="0"/>
                        </a:spcAft>
                        <a:buNone/>
                      </a:pPr>
                      <a:r>
                        <a:rPr lang="en-US" sz="800" b="1">
                          <a:solidFill>
                            <a:schemeClr val="dk1"/>
                          </a:solidFill>
                        </a:rPr>
                        <a:t>700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1220</a:t>
                      </a:r>
                      <a:endParaRPr/>
                    </a:p>
                    <a:p>
                      <a:pPr marL="0" marR="0" lvl="0" indent="0" algn="ctr" rtl="0">
                        <a:spcBef>
                          <a:spcPts val="0"/>
                        </a:spcBef>
                        <a:spcAft>
                          <a:spcPts val="0"/>
                        </a:spcAft>
                        <a:buNone/>
                      </a:pPr>
                      <a:r>
                        <a:rPr lang="en-US" sz="800" b="1">
                          <a:solidFill>
                            <a:srgbClr val="0070C0"/>
                          </a:solidFill>
                        </a:rPr>
                        <a:t>1240</a:t>
                      </a:r>
                      <a:endParaRPr/>
                    </a:p>
                    <a:p>
                      <a:pPr marL="0" marR="0" lvl="0" indent="0" algn="ctr" rtl="0">
                        <a:spcBef>
                          <a:spcPts val="0"/>
                        </a:spcBef>
                        <a:spcAft>
                          <a:spcPts val="0"/>
                        </a:spcAft>
                        <a:buNone/>
                      </a:pPr>
                      <a:r>
                        <a:rPr lang="en-US" sz="800" b="1">
                          <a:solidFill>
                            <a:srgbClr val="0070C0"/>
                          </a:solidFill>
                        </a:rPr>
                        <a:t>1260</a:t>
                      </a:r>
                      <a:endParaRPr/>
                    </a:p>
                    <a:p>
                      <a:pPr marL="0" marR="0" lvl="0" indent="0" algn="ctr" rtl="0">
                        <a:spcBef>
                          <a:spcPts val="0"/>
                        </a:spcBef>
                        <a:spcAft>
                          <a:spcPts val="0"/>
                        </a:spcAft>
                        <a:buNone/>
                      </a:pPr>
                      <a:r>
                        <a:rPr lang="en-US" sz="800" b="1">
                          <a:solidFill>
                            <a:srgbClr val="0070C0"/>
                          </a:solidFill>
                        </a:rPr>
                        <a:t>1280</a:t>
                      </a:r>
                      <a:endParaRPr/>
                    </a:p>
                    <a:p>
                      <a:pPr marL="0" marR="0" lvl="0" indent="0" algn="ctr" rtl="0">
                        <a:spcBef>
                          <a:spcPts val="0"/>
                        </a:spcBef>
                        <a:spcAft>
                          <a:spcPts val="0"/>
                        </a:spcAft>
                        <a:buNone/>
                      </a:pPr>
                      <a:r>
                        <a:rPr lang="en-US" sz="800" b="1">
                          <a:solidFill>
                            <a:srgbClr val="0070C0"/>
                          </a:solidFill>
                        </a:rPr>
                        <a:t>1300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760</a:t>
                      </a:r>
                      <a:endParaRPr/>
                    </a:p>
                    <a:p>
                      <a:pPr marL="0" marR="0" lvl="0" indent="0" algn="ctr" rtl="0">
                        <a:spcBef>
                          <a:spcPts val="0"/>
                        </a:spcBef>
                        <a:spcAft>
                          <a:spcPts val="0"/>
                        </a:spcAft>
                        <a:buNone/>
                      </a:pPr>
                      <a:r>
                        <a:rPr lang="en-US" sz="800" b="1">
                          <a:solidFill>
                            <a:srgbClr val="00B050"/>
                          </a:solidFill>
                        </a:rPr>
                        <a:t>770</a:t>
                      </a:r>
                      <a:endParaRPr/>
                    </a:p>
                    <a:p>
                      <a:pPr marL="0" marR="0" lvl="0" indent="0" algn="ctr" rtl="0">
                        <a:spcBef>
                          <a:spcPts val="0"/>
                        </a:spcBef>
                        <a:spcAft>
                          <a:spcPts val="0"/>
                        </a:spcAft>
                        <a:buNone/>
                      </a:pPr>
                      <a:r>
                        <a:rPr lang="en-US" sz="800" b="1">
                          <a:solidFill>
                            <a:srgbClr val="00B050"/>
                          </a:solidFill>
                        </a:rPr>
                        <a:t>780</a:t>
                      </a:r>
                      <a:endParaRPr/>
                    </a:p>
                    <a:p>
                      <a:pPr marL="0" marR="0" lvl="0" indent="0" algn="ctr" rtl="0">
                        <a:spcBef>
                          <a:spcPts val="0"/>
                        </a:spcBef>
                        <a:spcAft>
                          <a:spcPts val="0"/>
                        </a:spcAft>
                        <a:buNone/>
                      </a:pPr>
                      <a:r>
                        <a:rPr lang="en-US" sz="800" b="1">
                          <a:solidFill>
                            <a:srgbClr val="00B050"/>
                          </a:solidFill>
                        </a:rPr>
                        <a:t>800</a:t>
                      </a:r>
                      <a:endParaRPr/>
                    </a:p>
                    <a:p>
                      <a:pPr marL="0" marR="0" lvl="0" indent="0" algn="ctr" rtl="0">
                        <a:spcBef>
                          <a:spcPts val="0"/>
                        </a:spcBef>
                        <a:spcAft>
                          <a:spcPts val="0"/>
                        </a:spcAft>
                        <a:buNone/>
                      </a:pPr>
                      <a:r>
                        <a:rPr lang="en-US" sz="800" b="1">
                          <a:solidFill>
                            <a:srgbClr val="00B050"/>
                          </a:solidFill>
                        </a:rPr>
                        <a:t>810</a:t>
                      </a:r>
                      <a:endParaRPr sz="800" b="1">
                        <a:solidFill>
                          <a:srgbClr val="00B050"/>
                        </a:solidFill>
                      </a:endParaRPr>
                    </a:p>
                  </a:txBody>
                  <a:tcPr marL="72000" marR="72000" marT="0" marB="0" anchor="ctr"/>
                </a:tc>
                <a:extLst>
                  <a:ext uri="{0D108BD9-81ED-4DB2-BD59-A6C34878D82A}">
                    <a16:rowId xmlns:a16="http://schemas.microsoft.com/office/drawing/2014/main" val="10008"/>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82B7BB68-C2C3-8A8A-A873-67FA51C2C3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15231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16423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그물">
  <a:themeElements>
    <a:clrScheme name="그물">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그물">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그물">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Mesh</Template>
  <TotalTime>72123</TotalTime>
  <Words>22080</Words>
  <Application>Microsoft Macintosh PowerPoint</Application>
  <PresentationFormat>사용자 지정</PresentationFormat>
  <Paragraphs>5138</Paragraphs>
  <Slides>99</Slides>
  <Notes>91</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99</vt:i4>
      </vt:variant>
    </vt:vector>
  </HeadingPairs>
  <TitlesOfParts>
    <vt:vector size="109" baseType="lpstr">
      <vt:lpstr>Britannic Bold</vt:lpstr>
      <vt:lpstr>맑은 고딕</vt:lpstr>
      <vt:lpstr>Gulim</vt:lpstr>
      <vt:lpstr>Helvetica Neue</vt:lpstr>
      <vt:lpstr>Arial</vt:lpstr>
      <vt:lpstr>Century Gothic</vt:lpstr>
      <vt:lpstr>Calibri</vt:lpstr>
      <vt:lpstr>Cambria Math</vt:lpstr>
      <vt:lpstr>Lato</vt:lpstr>
      <vt:lpstr>그물</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 deukhyeon</dc:creator>
  <cp:lastModifiedBy>deukhyeon cho</cp:lastModifiedBy>
  <cp:revision>535</cp:revision>
  <dcterms:created xsi:type="dcterms:W3CDTF">2022-05-17T08:00:10Z</dcterms:created>
  <dcterms:modified xsi:type="dcterms:W3CDTF">2025-06-24T10:57:40Z</dcterms:modified>
</cp:coreProperties>
</file>