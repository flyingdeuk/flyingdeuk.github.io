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5"/>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41" r:id="rId23"/>
    <p:sldId id="273" r:id="rId24"/>
    <p:sldId id="274" r:id="rId25"/>
    <p:sldId id="275" r:id="rId26"/>
    <p:sldId id="276" r:id="rId27"/>
    <p:sldId id="279" r:id="rId28"/>
    <p:sldId id="280" r:id="rId29"/>
    <p:sldId id="340" r:id="rId30"/>
    <p:sldId id="341" r:id="rId31"/>
    <p:sldId id="377" r:id="rId32"/>
    <p:sldId id="379" r:id="rId33"/>
    <p:sldId id="308" r:id="rId34"/>
    <p:sldId id="451" r:id="rId35"/>
    <p:sldId id="309" r:id="rId36"/>
    <p:sldId id="389" r:id="rId37"/>
    <p:sldId id="390" r:id="rId38"/>
    <p:sldId id="442" r:id="rId39"/>
    <p:sldId id="443" r:id="rId40"/>
    <p:sldId id="447" r:id="rId41"/>
    <p:sldId id="448" r:id="rId42"/>
    <p:sldId id="449" r:id="rId43"/>
    <p:sldId id="450" r:id="rId44"/>
    <p:sldId id="452" r:id="rId45"/>
    <p:sldId id="453" r:id="rId46"/>
    <p:sldId id="436" r:id="rId47"/>
    <p:sldId id="376" r:id="rId48"/>
    <p:sldId id="434" r:id="rId49"/>
    <p:sldId id="437" r:id="rId50"/>
    <p:sldId id="439" r:id="rId51"/>
    <p:sldId id="438" r:id="rId52"/>
    <p:sldId id="444" r:id="rId53"/>
    <p:sldId id="445" r:id="rId54"/>
    <p:sldId id="446" r:id="rId55"/>
    <p:sldId id="422" r:id="rId56"/>
    <p:sldId id="385" r:id="rId57"/>
    <p:sldId id="365" r:id="rId58"/>
    <p:sldId id="366" r:id="rId59"/>
    <p:sldId id="423" r:id="rId60"/>
    <p:sldId id="384" r:id="rId61"/>
    <p:sldId id="283" r:id="rId62"/>
    <p:sldId id="286" r:id="rId63"/>
    <p:sldId id="428" r:id="rId64"/>
    <p:sldId id="288" r:id="rId65"/>
    <p:sldId id="289" r:id="rId66"/>
    <p:sldId id="290" r:id="rId67"/>
    <p:sldId id="424" r:id="rId68"/>
    <p:sldId id="302" r:id="rId69"/>
    <p:sldId id="303" r:id="rId70"/>
    <p:sldId id="426" r:id="rId71"/>
    <p:sldId id="427" r:id="rId72"/>
    <p:sldId id="430" r:id="rId73"/>
    <p:sldId id="281" r:id="rId74"/>
  </p:sldIdLst>
  <p:sldSz cx="2328863" cy="5572125"/>
  <p:notesSz cx="6858000" cy="9144000"/>
  <p:embeddedFontLst>
    <p:embeddedFont>
      <p:font typeface="맑은 고딕" panose="020B0503020000020004" pitchFamily="34" charset="-127"/>
      <p:regular r:id="rId76"/>
      <p:bold r:id="rId77"/>
    </p:embeddedFont>
    <p:embeddedFont>
      <p:font typeface="Cambria Math" panose="02040503050406030204" pitchFamily="18" charset="0"/>
      <p:regular r:id="rId78"/>
    </p:embeddedFont>
    <p:embeddedFont>
      <p:font typeface="Century Gothic" panose="020B0502020202020204" pitchFamily="34" charset="0"/>
      <p:regular r:id="rId79"/>
      <p:bold r:id="rId80"/>
      <p:italic r:id="rId81"/>
      <p:boldItalic r:id="rId82"/>
    </p:embeddedFont>
    <p:embeddedFont>
      <p:font typeface="Helvetica Neue" panose="02000503000000020004" pitchFamily="2" charset="0"/>
      <p:regular r:id="rId83"/>
      <p:bold r:id="rId84"/>
      <p:italic r:id="rId85"/>
      <p:boldItalic r:id="rId86"/>
    </p:embeddedFont>
    <p:embeddedFont>
      <p:font typeface="Lato" panose="020F0502020204030203" pitchFamily="34" charset="0"/>
      <p:regular r:id="rId87"/>
      <p:bold r:id="rId88"/>
      <p:italic r:id="rId89"/>
      <p:boldItalic r:id="rId90"/>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46"/>
    <p:restoredTop sz="96966"/>
  </p:normalViewPr>
  <p:slideViewPr>
    <p:cSldViewPr snapToGrid="0" showGuides="1">
      <p:cViewPr>
        <p:scale>
          <a:sx n="200" d="100"/>
          <a:sy n="200" d="100"/>
        </p:scale>
        <p:origin x="3048" y="-192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9.fntdata"/><Relationship Id="rId89" Type="http://schemas.openxmlformats.org/officeDocument/2006/relationships/font" Target="fonts/font14.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font" Target="fonts/font15.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font" Target="fonts/font5.fntdata"/><Relationship Id="rId85" Type="http://schemas.openxmlformats.org/officeDocument/2006/relationships/font" Target="fonts/font10.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83" Type="http://schemas.openxmlformats.org/officeDocument/2006/relationships/font" Target="fonts/font8.fntdata"/><Relationship Id="rId88" Type="http://schemas.openxmlformats.org/officeDocument/2006/relationships/font" Target="fonts/font13.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3.fntdata"/><Relationship Id="rId81" Type="http://schemas.openxmlformats.org/officeDocument/2006/relationships/font" Target="fonts/font6.fntdata"/><Relationship Id="rId86" Type="http://schemas.openxmlformats.org/officeDocument/2006/relationships/font" Target="fonts/font11.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7.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55</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73</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0.xml"/><Relationship Id="rId18" Type="http://schemas.openxmlformats.org/officeDocument/2006/relationships/slide" Target="slide7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7.xml"/><Relationship Id="rId17" Type="http://schemas.openxmlformats.org/officeDocument/2006/relationships/slide" Target="slide70.xml"/><Relationship Id="rId2" Type="http://schemas.openxmlformats.org/officeDocument/2006/relationships/notesSlide" Target="../notesSlides/notesSlide1.xml"/><Relationship Id="rId16" Type="http://schemas.openxmlformats.org/officeDocument/2006/relationships/slide" Target="slide66.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6.xml"/><Relationship Id="rId5" Type="http://schemas.openxmlformats.org/officeDocument/2006/relationships/slide" Target="slide7.xml"/><Relationship Id="rId15" Type="http://schemas.openxmlformats.org/officeDocument/2006/relationships/slide" Target="slide64.xml"/><Relationship Id="rId10" Type="http://schemas.openxmlformats.org/officeDocument/2006/relationships/slide" Target="slide55.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2.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6.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0.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29.xml"/><Relationship Id="rId5" Type="http://schemas.openxmlformats.org/officeDocument/2006/relationships/slide" Target="slide23.xml"/><Relationship Id="rId10" Type="http://schemas.openxmlformats.org/officeDocument/2006/relationships/slide" Target="slide28.xml"/><Relationship Id="rId4" Type="http://schemas.openxmlformats.org/officeDocument/2006/relationships/slide" Target="slide22.xml"/><Relationship Id="rId9" Type="http://schemas.openxmlformats.org/officeDocument/2006/relationships/slide" Target="slide27.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1.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5.xml"/><Relationship Id="rId5" Type="http://schemas.openxmlformats.org/officeDocument/2006/relationships/slide" Target="slide33.xml"/><Relationship Id="rId4" Type="http://schemas.openxmlformats.org/officeDocument/2006/relationships/slide" Target="slide32.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1.xml"/><Relationship Id="rId3" Type="http://schemas.openxmlformats.org/officeDocument/2006/relationships/slide" Target="slide36.xml"/><Relationship Id="rId7" Type="http://schemas.openxmlformats.org/officeDocument/2006/relationships/slide" Target="slide40.xml"/><Relationship Id="rId12" Type="http://schemas.openxmlformats.org/officeDocument/2006/relationships/slide" Target="slide45.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39.xml"/><Relationship Id="rId11" Type="http://schemas.openxmlformats.org/officeDocument/2006/relationships/slide" Target="slide44.xml"/><Relationship Id="rId5" Type="http://schemas.openxmlformats.org/officeDocument/2006/relationships/slide" Target="slide38.xml"/><Relationship Id="rId10" Type="http://schemas.openxmlformats.org/officeDocument/2006/relationships/slide" Target="slide43.xml"/><Relationship Id="rId4" Type="http://schemas.openxmlformats.org/officeDocument/2006/relationships/slide" Target="slide37.xml"/><Relationship Id="rId9" Type="http://schemas.openxmlformats.org/officeDocument/2006/relationships/slide" Target="slide42.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4.xml"/><Relationship Id="rId3" Type="http://schemas.openxmlformats.org/officeDocument/2006/relationships/slide" Target="slide46.xml"/><Relationship Id="rId7" Type="http://schemas.openxmlformats.org/officeDocument/2006/relationships/slide" Target="slide52.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1.xml"/><Relationship Id="rId5" Type="http://schemas.openxmlformats.org/officeDocument/2006/relationships/slide" Target="slide49.xml"/><Relationship Id="rId4" Type="http://schemas.openxmlformats.org/officeDocument/2006/relationships/slide" Target="slide48.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68.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68.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68.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S-GMP/"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9.png"/><Relationship Id="rId4" Type="http://schemas.openxmlformats.org/officeDocument/2006/relationships/hyperlink" Target="https://flyingdeuk.github.io/posts/RKSI-ICN/"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0.jpe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1.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4.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2.jpeg"/><Relationship Id="rId4" Type="http://schemas.openxmlformats.org/officeDocument/2006/relationships/hyperlink" Target="https://flyingdeuk.github.io/posts/RKSI-ICN/"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68.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3.jpe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4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slide" Target="slide62.xm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4.xml"/><Relationship Id="rId1" Type="http://schemas.openxmlformats.org/officeDocument/2006/relationships/slideLayout" Target="../slideLayouts/slideLayout2.xml"/><Relationship Id="rId4" Type="http://schemas.openxmlformats.org/officeDocument/2006/relationships/slide" Target="slide62.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image" Target="../media/image18.jpeg"/><Relationship Id="rId4" Type="http://schemas.openxmlformats.org/officeDocument/2006/relationships/slide" Target="slide2.xml"/></Relationships>
</file>

<file path=ppt/slides/_rels/slide69.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368969762"/>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2182766833"/>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a:t>
                      </a:r>
                      <a:endParaRPr sz="800" b="1" dirty="0">
                        <a:solidFill>
                          <a:schemeClr val="bg1"/>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315744651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5814961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735382387"/>
              </p:ext>
            </p:extLst>
          </p:nvPr>
        </p:nvGraphicFramePr>
        <p:xfrm>
          <a:off x="0" y="1"/>
          <a:ext cx="2328875" cy="49319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2365580174"/>
              </p:ext>
            </p:extLst>
          </p:nvPr>
        </p:nvGraphicFramePr>
        <p:xfrm>
          <a:off x="0" y="1"/>
          <a:ext cx="2328875" cy="49815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79542984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1514798156"/>
              </p:ext>
            </p:extLst>
          </p:nvPr>
        </p:nvGraphicFramePr>
        <p:xfrm>
          <a:off x="0" y="1"/>
          <a:ext cx="2328875" cy="540014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41863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Port Moresby to YBBB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Before 15-45min</a:t>
                      </a:r>
                    </a:p>
                  </a:txBody>
                  <a:tcPr marL="36000" marR="36000" marT="36000" marB="36000"/>
                </a:tc>
                <a:extLst>
                  <a:ext uri="{0D108BD9-81ED-4DB2-BD59-A6C34878D82A}">
                    <a16:rowId xmlns:a16="http://schemas.microsoft.com/office/drawing/2014/main" val="2301160211"/>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82704"/>
            <a:chOff x="10990" y="3164515"/>
            <a:chExt cx="2317874" cy="782704"/>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2603797923"/>
                </p:ext>
              </p:extLst>
            </p:nvPr>
          </p:nvGraphicFramePr>
          <p:xfrm>
            <a:off x="10990" y="3164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81973"/>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spTree>
    <p:extLst>
      <p:ext uri="{BB962C8B-B14F-4D97-AF65-F5344CB8AC3E}">
        <p14:creationId xmlns:p14="http://schemas.microsoft.com/office/powerpoint/2010/main" val="398590726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3689528705"/>
              </p:ext>
            </p:extLst>
          </p:nvPr>
        </p:nvGraphicFramePr>
        <p:xfrm>
          <a:off x="-12" y="9492"/>
          <a:ext cx="2328875" cy="2405789"/>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t>
                      </a:r>
                      <a:r>
                        <a:rPr lang="en-US" altLang="ko-Kore-KR"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Disconnet</a:t>
                      </a: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then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50180904"/>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58755</TotalTime>
  <Words>15797</Words>
  <Application>Microsoft Macintosh PowerPoint</Application>
  <PresentationFormat>사용자 지정</PresentationFormat>
  <Paragraphs>3497</Paragraphs>
  <Slides>73</Slides>
  <Notes>71</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73</vt:i4>
      </vt:variant>
    </vt:vector>
  </HeadingPairs>
  <TitlesOfParts>
    <vt:vector size="83" baseType="lpstr">
      <vt:lpstr>맑은 고딕</vt:lpstr>
      <vt:lpstr>Gulim</vt:lpstr>
      <vt:lpstr>Arial</vt:lpstr>
      <vt:lpstr>Lato</vt:lpstr>
      <vt:lpstr>Helvetica Neue</vt:lpstr>
      <vt:lpstr>Century Gothic</vt:lpstr>
      <vt:lpstr>Calibri</vt:lpstr>
      <vt:lpstr>Cambria Math</vt:lpstr>
      <vt:lpstr>Britannic Bold</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474</cp:revision>
  <dcterms:created xsi:type="dcterms:W3CDTF">2022-05-17T08:00:10Z</dcterms:created>
  <dcterms:modified xsi:type="dcterms:W3CDTF">2025-04-07T11:17:57Z</dcterms:modified>
</cp:coreProperties>
</file>