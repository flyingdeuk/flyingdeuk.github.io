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41" r:id="rId23"/>
    <p:sldId id="273" r:id="rId24"/>
    <p:sldId id="274" r:id="rId25"/>
    <p:sldId id="275" r:id="rId26"/>
    <p:sldId id="276" r:id="rId27"/>
    <p:sldId id="279" r:id="rId28"/>
    <p:sldId id="280" r:id="rId29"/>
    <p:sldId id="340" r:id="rId30"/>
    <p:sldId id="341" r:id="rId31"/>
    <p:sldId id="377" r:id="rId32"/>
    <p:sldId id="379" r:id="rId33"/>
    <p:sldId id="308" r:id="rId34"/>
    <p:sldId id="451" r:id="rId35"/>
    <p:sldId id="309" r:id="rId36"/>
    <p:sldId id="389" r:id="rId37"/>
    <p:sldId id="390" r:id="rId38"/>
    <p:sldId id="442" r:id="rId39"/>
    <p:sldId id="443" r:id="rId40"/>
    <p:sldId id="447" r:id="rId41"/>
    <p:sldId id="448" r:id="rId42"/>
    <p:sldId id="449" r:id="rId43"/>
    <p:sldId id="450" r:id="rId44"/>
    <p:sldId id="452" r:id="rId45"/>
    <p:sldId id="453"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맑은 고딕" panose="020B0503020000020004" pitchFamily="34" charset="-127"/>
      <p:regular r:id="rId76"/>
      <p:bold r:id="rId77"/>
    </p:embeddedFon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46"/>
    <p:restoredTop sz="96966"/>
  </p:normalViewPr>
  <p:slideViewPr>
    <p:cSldViewPr snapToGrid="0" showGuides="1">
      <p:cViewPr>
        <p:scale>
          <a:sx n="294" d="100"/>
          <a:sy n="294" d="100"/>
        </p:scale>
        <p:origin x="2368" y="-9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89"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font" Target="fonts/font1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0.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29.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6.xml"/><Relationship Id="rId7" Type="http://schemas.openxmlformats.org/officeDocument/2006/relationships/slide" Target="slide40.xml"/><Relationship Id="rId12" Type="http://schemas.openxmlformats.org/officeDocument/2006/relationships/slide" Target="slide45.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39.xml"/><Relationship Id="rId11" Type="http://schemas.openxmlformats.org/officeDocument/2006/relationships/slide" Target="slide44.xml"/><Relationship Id="rId5" Type="http://schemas.openxmlformats.org/officeDocument/2006/relationships/slide" Target="slide38.xml"/><Relationship Id="rId10" Type="http://schemas.openxmlformats.org/officeDocument/2006/relationships/slide" Target="slide43.xml"/><Relationship Id="rId4" Type="http://schemas.openxmlformats.org/officeDocument/2006/relationships/slide" Target="slide37.xml"/><Relationship Id="rId9" Type="http://schemas.openxmlformats.org/officeDocument/2006/relationships/slide" Target="slide4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368969762"/>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182766833"/>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603797923"/>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59598</TotalTime>
  <Words>15805</Words>
  <Application>Microsoft Macintosh PowerPoint</Application>
  <PresentationFormat>사용자 지정</PresentationFormat>
  <Paragraphs>3499</Paragraphs>
  <Slides>73</Slides>
  <Notes>71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73</vt:i4>
      </vt:variant>
    </vt:vector>
  </HeadingPairs>
  <TitlesOfParts>
    <vt:vector size="83" baseType="lpstr">
      <vt:lpstr>Lato</vt:lpstr>
      <vt:lpstr>Century Gothic</vt:lpstr>
      <vt:lpstr>Calibri</vt:lpstr>
      <vt:lpstr>Cambria Math</vt:lpstr>
      <vt:lpstr>Helvetica Neue</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477</cp:revision>
  <dcterms:created xsi:type="dcterms:W3CDTF">2022-05-17T08:00:10Z</dcterms:created>
  <dcterms:modified xsi:type="dcterms:W3CDTF">2025-04-08T06:15:45Z</dcterms:modified>
</cp:coreProperties>
</file>