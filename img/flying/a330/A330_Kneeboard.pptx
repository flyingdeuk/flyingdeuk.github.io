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691"/>
    <p:restoredTop sz="96966"/>
  </p:normalViewPr>
  <p:slideViewPr>
    <p:cSldViewPr snapToGrid="0" showGuides="1">
      <p:cViewPr>
        <p:scale>
          <a:sx n="202" d="100"/>
          <a:sy n="202" d="100"/>
        </p:scale>
        <p:origin x="1152" y="-259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2.jpeg"/><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7.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9.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1.jpeg"/><Relationship Id="rId4" Type="http://schemas.openxmlformats.org/officeDocument/2006/relationships/image" Target="../media/image30.jpeg"/></Relationships>
</file>

<file path=ppt/slides/_rels/slide116.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10</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24</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5551953"/>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852327436"/>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594726955"/>
              </p:ext>
            </p:extLst>
          </p:nvPr>
        </p:nvGraphicFramePr>
        <p:xfrm>
          <a:off x="55" y="3820222"/>
          <a:ext cx="2333879" cy="173176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p>
                      <a:pPr marL="0" marR="0" lvl="0" indent="0" algn="ctr" rtl="0">
                        <a:lnSpc>
                          <a:spcPct val="100000"/>
                        </a:lnSpc>
                        <a:spcBef>
                          <a:spcPts val="0"/>
                        </a:spcBef>
                        <a:spcAft>
                          <a:spcPts val="0"/>
                        </a:spcAft>
                        <a:buClr>
                          <a:srgbClr val="00B050"/>
                        </a:buClr>
                        <a:buSzPts val="800"/>
                        <a:buFont typeface="Calibri"/>
                        <a:buNone/>
                      </a:pPr>
                      <a:r>
                        <a:rPr lang="en-US" sz="700" b="1" dirty="0">
                          <a:solidFill>
                            <a:srgbClr val="C00000"/>
                          </a:solidFill>
                        </a:rPr>
                        <a:t>AVBIK R014, LAROP R159, R183 (</a:t>
                      </a:r>
                      <a:r>
                        <a:rPr lang="en-US" sz="700" b="1" dirty="0" err="1">
                          <a:solidFill>
                            <a:srgbClr val="C00000"/>
                          </a:solidFill>
                        </a:rPr>
                        <a:t>두</a:t>
                      </a:r>
                      <a:r>
                        <a:rPr lang="ko-KR" altLang="en-US" sz="700" b="1" dirty="0">
                          <a:solidFill>
                            <a:srgbClr val="C00000"/>
                          </a:solidFill>
                        </a:rPr>
                        <a:t>점 연결</a:t>
                      </a:r>
                      <a:r>
                        <a:rPr lang="en-US" altLang="ko-KR" sz="700" b="1" dirty="0">
                          <a:solidFill>
                            <a:srgbClr val="C00000"/>
                          </a:solidFill>
                        </a:rPr>
                        <a: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C00000"/>
                          </a:solidFill>
                        </a:rPr>
                        <a:t>Apron CTC </a:t>
                      </a:r>
                      <a:r>
                        <a:rPr lang="ko-KR" altLang="en-US" sz="800" dirty="0">
                          <a:solidFill>
                            <a:srgbClr val="C00000"/>
                          </a:solidFill>
                        </a:rPr>
                        <a:t>주의</a:t>
                      </a:r>
                      <a:endParaRPr lang="en-US" altLang="ko-K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3913554380"/>
              </p:ext>
            </p:extLst>
          </p:nvPr>
        </p:nvGraphicFramePr>
        <p:xfrm>
          <a:off x="-4046" y="756451"/>
          <a:ext cx="2330557" cy="1548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97400">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lang="en-US" altLang="ko-Kore-KR" sz="800" u="none" strike="noStrike" cap="none" dirty="0">
                        <a:solidFill>
                          <a:srgbClr val="FFC000"/>
                        </a:solidFill>
                      </a:endParaRPr>
                    </a:p>
                  </a:txBody>
                  <a:tcPr marL="36000" marR="7200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h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lang="en-US" altLang="ko-Kore-KR" sz="800" b="0" u="none" strike="noStrike" cap="none"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a:t>
                      </a:r>
                      <a:endParaRPr lang="en-US" altLang="ko-Kore-KR" sz="600" b="1" dirty="0">
                        <a:solidFill>
                          <a:srgbClr val="0070C0"/>
                        </a:solidFill>
                      </a:endParaRPr>
                    </a:p>
                  </a:txBody>
                  <a:tcPr marL="0" marR="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b="1" dirty="0">
                        <a:solidFill>
                          <a:srgbClr val="0070C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512195DF-29A5-C6F9-51A0-967E35B14189}"/>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345690"/>
            <a:ext cx="1485605"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APP 119.4</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ICN 128.7 – APP 119.75</a:t>
            </a:r>
          </a:p>
        </p:txBody>
      </p:sp>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354577321"/>
              </p:ext>
            </p:extLst>
          </p:nvPr>
        </p:nvGraphicFramePr>
        <p:xfrm>
          <a:off x="55" y="3948143"/>
          <a:ext cx="2328808" cy="162073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3525546489"/>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3330892991"/>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DD53F3DB-BDD0-A09C-0137-003D1C63826F}"/>
              </a:ext>
            </a:extLst>
          </p:cNvPr>
          <p:cNvGraphicFramePr/>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A7350E79-F576-271A-4B69-E5F9B1098B6E}"/>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83100</TotalTime>
  <Words>27338</Words>
  <Application>Microsoft Macintosh PowerPoint</Application>
  <PresentationFormat>사용자 지정</PresentationFormat>
  <Paragraphs>6611</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Calibri</vt:lpstr>
      <vt:lpstr>Cambria Math</vt:lpstr>
      <vt:lpstr>Britannic Bold</vt:lpstr>
      <vt:lpstr>맑은 고딕</vt:lpstr>
      <vt:lpstr>Gulim</vt:lpstr>
      <vt:lpstr>Arial</vt:lpstr>
      <vt:lpstr>Lato</vt:lpstr>
      <vt:lpstr>Century Gothic</vt:lpstr>
      <vt:lpstr>Helvetica Neue</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584</cp:revision>
  <dcterms:created xsi:type="dcterms:W3CDTF">2022-05-17T08:00:10Z</dcterms:created>
  <dcterms:modified xsi:type="dcterms:W3CDTF">2025-10-26T03:10:59Z</dcterms:modified>
</cp:coreProperties>
</file>