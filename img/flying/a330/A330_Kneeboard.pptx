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4"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2"/>
    <p:restoredTop sz="96966"/>
  </p:normalViewPr>
  <p:slideViewPr>
    <p:cSldViewPr snapToGrid="0" showGuides="1">
      <p:cViewPr>
        <p:scale>
          <a:sx n="308" d="100"/>
          <a:sy n="308" d="100"/>
        </p:scale>
        <p:origin x="4296" y="-370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9D2EDABF-C212-7316-97DC-BC4576DA2BCC}"/>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BAA13982-88D1-4629-BF2E-6A157A5CA1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D0C39F39-BCE2-FC21-9F0E-057B3C4BCB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89905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870550029"/>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94702725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314CA6-8CAD-6519-0B4A-3DC33F50156C}"/>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AF6B8775-4B7D-6517-2BC5-64FF75739782}"/>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C8A16707-09F2-C752-56FF-AA72DFBDC41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65B32010-29A4-A1CE-A161-957211F52177}"/>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118ABE9F-29ED-2C4A-FDCD-04489B92AF14}"/>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08C6D453-1EEF-FD47-FBED-32BF7A8AA455}"/>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465B4E8C-A0CF-7691-1E7C-4820920674E4}"/>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38BA12C4-B61F-044A-978F-C2580B491938}"/>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E861ED41-C1CE-845A-237D-6F4B681F473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6F68568C-1341-64EF-4102-E92B3503A33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635F7024-8385-22FA-82E9-7A41D0F90E61}"/>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086F73D3-B77A-1173-3CEE-9C00D071D70B}"/>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A0FD52B3-9E84-EF84-63D2-19C84E8DF406}"/>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A3121276-4143-BD8C-E55A-8E38C394F7DB}"/>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14A3330-FD7E-A5B4-C1D5-A56D5CCE397A}"/>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0D6417B-A6FF-3A3A-E70C-14B01BFD6A40}"/>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B24781D8-D53B-5CEF-7354-EDEFC9FCCEBE}"/>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11842798-6118-4B41-CBE6-AEF1FA20AA1E}"/>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912E6C8B-3B62-B96C-2550-A858673F9C91}"/>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0B598DB3-9C94-C635-10DD-77DFE672CA03}"/>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F9E01307-8B00-8F9E-B42F-B5FFAFF3A20A}"/>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2EC20D6D-F973-C364-0F1D-36F8FA2825FC}"/>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58C3E386-32FC-6710-7C4F-7BD09B9A4902}"/>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031AD8BC-346B-98C4-8F4B-7A9DD1D9A1E2}"/>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BCEA578A-466D-8ADB-6EC0-E673862A85B4}"/>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5F26C91-83E4-C653-73B9-67B1F41F272D}"/>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448C2743-9AC2-4685-99B4-A964BB5DE899}"/>
                </a:ext>
              </a:extLst>
            </p:cNvPr>
            <p:cNvSpPr txBox="1"/>
            <p:nvPr/>
          </p:nvSpPr>
          <p:spPr>
            <a:xfrm>
              <a:off x="1011064" y="1022518"/>
              <a:ext cx="694422"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558852F9-0722-948D-BE68-EAA16E87214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EB5CE4E-3EA8-DC50-6749-8E006820E7D2}"/>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F9829A0E-8B30-8979-9F98-754152C89C1D}"/>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5536A54D-65B8-354D-5628-668FFAD74200}"/>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68462F74-BD7C-544E-80B0-2AC259B73CE3}"/>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AB1AC6A5-A426-978B-96B5-2B2519BF7DA9}"/>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0C5D2D52-BBDD-E906-EAEE-A51F18E3DE59}"/>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60D9C39D-9BE2-87FA-415A-55E2FE6ED084}"/>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E60B53C9-279E-3C87-D257-2E2BA20B2866}"/>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D7E08F68-CD02-463E-21EF-A6DD2519BB5A}"/>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0CEE841A-E4C1-14C5-5166-9E5E2970E1EF}"/>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F6B00E86-5ABF-5224-266A-DC5B65E81CB2}"/>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02E8FB6-F583-6295-8A8C-D6C122CAB486}"/>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B80A3FDE-C98E-AB41-80E6-47190A8358C6}"/>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2D660672-6047-C93E-051F-E7B00F2C61C8}"/>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6A375F86-368D-B7F5-3EBD-1CA555B32833}"/>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0EB8DD70-74F3-60BB-FD81-C105AF008205}"/>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FAEBE2FC-503E-866E-F5D6-3587FC1E22D7}"/>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8EBA1361-5411-6F11-C6D5-729A96FAA39F}"/>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1D888BA3-3661-89D9-9E59-7E965268F6AE}"/>
                </a:ext>
              </a:extLst>
            </p:cNvPr>
            <p:cNvSpPr txBox="1"/>
            <p:nvPr/>
          </p:nvSpPr>
          <p:spPr>
            <a:xfrm>
              <a:off x="541741"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46E2FAE7-928E-021A-7504-529E0AF2A690}"/>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645BA5A-F46F-73E6-43CC-4FBAA31FE9D7}"/>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AE97B60-3344-9309-F525-53E2427C431E}"/>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77689CF-C9B2-B881-0C01-F7DAD19BBA67}"/>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170AAC41-BAD9-1B79-0E78-C3E85A611BEF}"/>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1509EBB7-052B-BA9F-7E93-E9106A7F50C6}"/>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E11A0252-C7E4-45C2-EBB2-E39542830843}"/>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348548A3-C567-0846-1E2D-BB6C44D667C9}"/>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1698860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62024</TotalTime>
  <Words>16505</Words>
  <Application>Microsoft Macintosh PowerPoint</Application>
  <PresentationFormat>사용자 지정</PresentationFormat>
  <Paragraphs>3641</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Britannic Bold</vt:lpstr>
      <vt:lpstr>맑은 고딕</vt:lpstr>
      <vt:lpstr>Gulim</vt:lpstr>
      <vt:lpstr>Arial</vt:lpstr>
      <vt:lpstr>Helvetica Neue</vt:lpstr>
      <vt:lpstr>Century Gothic</vt:lpstr>
      <vt:lpstr>Calibri</vt:lpstr>
      <vt:lpstr>Cambria Math</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483</cp:revision>
  <dcterms:created xsi:type="dcterms:W3CDTF">2022-05-17T08:00:10Z</dcterms:created>
  <dcterms:modified xsi:type="dcterms:W3CDTF">2025-04-12T11:33:48Z</dcterms:modified>
</cp:coreProperties>
</file>