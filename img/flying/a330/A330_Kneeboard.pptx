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978" r:id="rId1"/>
  </p:sldMasterIdLst>
  <p:notesMasterIdLst>
    <p:notesMasterId r:id="rId42"/>
  </p:notesMasterIdLst>
  <p:sldIdLst>
    <p:sldId id="292" r:id="rId2"/>
    <p:sldId id="422" r:id="rId3"/>
    <p:sldId id="345" r:id="rId4"/>
    <p:sldId id="349" r:id="rId5"/>
    <p:sldId id="367" r:id="rId6"/>
    <p:sldId id="346" r:id="rId7"/>
    <p:sldId id="350" r:id="rId8"/>
    <p:sldId id="347" r:id="rId9"/>
    <p:sldId id="351" r:id="rId10"/>
    <p:sldId id="348" r:id="rId11"/>
    <p:sldId id="282" r:id="rId12"/>
    <p:sldId id="333" r:id="rId13"/>
    <p:sldId id="257" r:id="rId14"/>
    <p:sldId id="258" r:id="rId15"/>
    <p:sldId id="259" r:id="rId16"/>
    <p:sldId id="260" r:id="rId17"/>
    <p:sldId id="267" r:id="rId18"/>
    <p:sldId id="268" r:id="rId19"/>
    <p:sldId id="355" r:id="rId20"/>
    <p:sldId id="356" r:id="rId21"/>
    <p:sldId id="273" r:id="rId22"/>
    <p:sldId id="274" r:id="rId23"/>
    <p:sldId id="275" r:id="rId24"/>
    <p:sldId id="276" r:id="rId25"/>
    <p:sldId id="279" r:id="rId26"/>
    <p:sldId id="280" r:id="rId27"/>
    <p:sldId id="385" r:id="rId28"/>
    <p:sldId id="365" r:id="rId29"/>
    <p:sldId id="366" r:id="rId30"/>
    <p:sldId id="423" r:id="rId31"/>
    <p:sldId id="384" r:id="rId32"/>
    <p:sldId id="283" r:id="rId33"/>
    <p:sldId id="286" r:id="rId34"/>
    <p:sldId id="288" r:id="rId35"/>
    <p:sldId id="289" r:id="rId36"/>
    <p:sldId id="290" r:id="rId37"/>
    <p:sldId id="424" r:id="rId38"/>
    <p:sldId id="302" r:id="rId39"/>
    <p:sldId id="303" r:id="rId40"/>
    <p:sldId id="281" r:id="rId41"/>
  </p:sldIdLst>
  <p:sldSz cx="2328863" cy="5572125"/>
  <p:notesSz cx="6858000" cy="9144000"/>
  <p:embeddedFontLst>
    <p:embeddedFont>
      <p:font typeface="Cambria Math" panose="02040503050406030204" pitchFamily="18" charset="0"/>
      <p:regular r:id="rId43"/>
    </p:embeddedFont>
    <p:embeddedFont>
      <p:font typeface="Century Gothic" panose="020B0502020202020204" pitchFamily="34" charset="0"/>
      <p:regular r:id="rId44"/>
      <p:bold r:id="rId45"/>
      <p:italic r:id="rId46"/>
      <p:boldItalic r:id="rId47"/>
    </p:embeddedFont>
    <p:embeddedFont>
      <p:font typeface="Helvetica Neue" panose="02000503000000020004" pitchFamily="2" charset="0"/>
      <p:regular r:id="rId48"/>
      <p:bold r:id="rId49"/>
      <p:italic r:id="rId50"/>
      <p:boldItalic r:id="rId51"/>
    </p:embeddedFont>
  </p:embeddedFontLst>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755" userDrawn="1">
          <p15:clr>
            <a:srgbClr val="A4A3A4"/>
          </p15:clr>
        </p15:guide>
        <p15:guide id="2" pos="733" userDrawn="1">
          <p15:clr>
            <a:srgbClr val="A4A3A4"/>
          </p15:clr>
        </p15:guide>
      </p15:sldGuideLst>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174" roundtripDataSignature="AMtx7mhbwbpmZl6Umln1q/ckcX3dt/NVNw=="/>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AA47F5"/>
    <a:srgbClr val="FCFCF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521BE36-7E6F-4EC9-8D66-1CF97A6895EC}">
  <a:tblStyle styleId="{A521BE36-7E6F-4EC9-8D66-1CF97A6895EC}" styleName="Table_0">
    <a:wholeTbl>
      <a:tcTxStyle b="off" i="off">
        <a:font>
          <a:latin typeface="Calibri"/>
          <a:ea typeface="Calibri"/>
          <a:cs typeface="Calibri"/>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8EBF5"/>
          </a:solidFill>
        </a:fill>
      </a:tcStyle>
    </a:wholeTbl>
    <a:band1H>
      <a:tcTxStyle/>
      <a:tcStyle>
        <a:tcBdr/>
        <a:fill>
          <a:solidFill>
            <a:srgbClr val="CDD4EA"/>
          </a:solidFill>
        </a:fill>
      </a:tcStyle>
    </a:band1H>
    <a:band2H>
      <a:tcTxStyle/>
      <a:tcStyle>
        <a:tcBdr/>
      </a:tcStyle>
    </a:band2H>
    <a:band1V>
      <a:tcTxStyle/>
      <a:tcStyle>
        <a:tcBdr/>
        <a:fill>
          <a:solidFill>
            <a:srgbClr val="CDD4EA"/>
          </a:solidFill>
        </a:fill>
      </a:tcStyle>
    </a:band1V>
    <a:band2V>
      <a:tcTxStyle/>
      <a:tcStyle>
        <a:tcBdr/>
      </a:tcStyle>
    </a:band2V>
    <a:lastCol>
      <a:tcTxStyle b="on" i="off">
        <a:font>
          <a:latin typeface="Calibri"/>
          <a:ea typeface="Calibri"/>
          <a:cs typeface="Calibri"/>
        </a:font>
        <a:schemeClr val="lt1"/>
      </a:tcTxStyle>
      <a:tcStyle>
        <a:tcBdr/>
        <a:fill>
          <a:solidFill>
            <a:schemeClr val="accent1"/>
          </a:solidFill>
        </a:fill>
      </a:tcStyle>
    </a:lastCol>
    <a:firstCol>
      <a:tcTxStyle b="on" i="off">
        <a:font>
          <a:latin typeface="Calibri"/>
          <a:ea typeface="Calibri"/>
          <a:cs typeface="Calibri"/>
        </a:font>
        <a:schemeClr val="lt1"/>
      </a:tcTxStyle>
      <a:tcStyle>
        <a:tcBdr/>
        <a:fill>
          <a:solidFill>
            <a:schemeClr val="accent1"/>
          </a:solidFill>
        </a:fill>
      </a:tcStyle>
    </a:firstCol>
    <a:lastRow>
      <a:tcTxStyle b="on" i="off">
        <a:font>
          <a:latin typeface="Calibri"/>
          <a:ea typeface="Calibri"/>
          <a:cs typeface="Calibri"/>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TxStyle/>
      <a:tcStyle>
        <a:tcBdr/>
      </a:tcStyle>
    </a:seCell>
    <a:swCell>
      <a:tcTxStyle/>
      <a:tcStyle>
        <a:tcBdr/>
      </a:tcStyle>
    </a:swCell>
    <a:firstRow>
      <a:tcTxStyle b="on" i="off">
        <a:font>
          <a:latin typeface="Calibri"/>
          <a:ea typeface="Calibri"/>
          <a:cs typeface="Calibri"/>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TxStyle/>
      <a:tcStyle>
        <a:tcBdr/>
      </a:tcStyle>
    </a:neCell>
    <a:nwCell>
      <a:tcTxStyle/>
      <a:tcStyle>
        <a:tcBdr/>
      </a:tcStyle>
    </a:nwCell>
  </a:tblStyle>
  <a:tblStyle styleId="{3C2FFA5D-87B4-456A-9821-1D502468CF0F}" styleName="테마 스타일 1 - 강조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284E427A-3D55-4303-BF80-6455036E1DE7}" styleName="테마 스타일 1 - 강조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69C7853C-536D-4A76-A0AE-DD22124D55A5}" styleName="테마 스타일 1 - 강조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775DCB02-9BB8-47FD-8907-85C794F793BA}" styleName="테마 스타일 1 - 강조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9D7B26C5-4107-4FEC-AEDC-1716B250A1EF}" styleName="밝은 스타일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72833802-FEF1-4C79-8D5D-14CF1EAF98D9}" styleName="밝은 스타일 2 - 강조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1593"/>
    <p:restoredTop sz="94607"/>
  </p:normalViewPr>
  <p:slideViewPr>
    <p:cSldViewPr snapToGrid="0" showGuides="1">
      <p:cViewPr>
        <p:scale>
          <a:sx n="248" d="100"/>
          <a:sy n="248" d="100"/>
        </p:scale>
        <p:origin x="1184" y="144"/>
      </p:cViewPr>
      <p:guideLst>
        <p:guide orient="horz" pos="1755"/>
        <p:guide pos="733"/>
      </p:guideLst>
    </p:cSldViewPr>
  </p:slideViewPr>
  <p:notesTextViewPr>
    <p:cViewPr>
      <p:scale>
        <a:sx n="1" d="1"/>
        <a:sy n="1" d="1"/>
      </p:scale>
      <p:origin x="0" y="0"/>
    </p:cViewPr>
  </p:notesTextViewPr>
  <p:sorterViewPr>
    <p:cViewPr>
      <p:scale>
        <a:sx n="60" d="100"/>
        <a:sy n="60" d="100"/>
      </p:scale>
      <p:origin x="0" y="0"/>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notesMaster" Target="notesMasters/notesMaster1.xml"/><Relationship Id="rId47" Type="http://schemas.openxmlformats.org/officeDocument/2006/relationships/font" Target="fonts/font5.fntdata"/><Relationship Id="rId50" Type="http://schemas.openxmlformats.org/officeDocument/2006/relationships/font" Target="fonts/font8.fntdata"/><Relationship Id="rId175"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font" Target="fonts/font3.fntdata"/><Relationship Id="rId178"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2.fntdata"/><Relationship Id="rId177"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font" Target="fonts/font1.fntdata"/><Relationship Id="rId48" Type="http://schemas.openxmlformats.org/officeDocument/2006/relationships/font" Target="fonts/font6.fntdata"/><Relationship Id="rId8" Type="http://schemas.openxmlformats.org/officeDocument/2006/relationships/slide" Target="slides/slide7.xml"/><Relationship Id="rId51" Type="http://schemas.openxmlformats.org/officeDocument/2006/relationships/font" Target="fonts/font9.fntdata"/><Relationship Id="rId176" Type="http://schemas.openxmlformats.org/officeDocument/2006/relationships/viewProps" Target="view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font" Target="fonts/font4.fntdata"/><Relationship Id="rId20" Type="http://schemas.openxmlformats.org/officeDocument/2006/relationships/slide" Target="slides/slide19.xml"/><Relationship Id="rId41" Type="http://schemas.openxmlformats.org/officeDocument/2006/relationships/slide" Target="slides/slide40.xml"/><Relationship Id="rId174" Type="http://customschemas.google.com/relationships/presentationmetadata" Target="metadata"/><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font" Target="fonts/font7.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altLang="ko-KR" dirty="0"/>
              <a:t>Kneeboard</a:t>
            </a:r>
          </a:p>
          <a:p>
            <a:pPr marL="0" lvl="0" indent="0" algn="l" rtl="0">
              <a:spcBef>
                <a:spcPts val="0"/>
              </a:spcBef>
              <a:spcAft>
                <a:spcPts val="0"/>
              </a:spcAft>
              <a:buNone/>
            </a:pP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7264141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슬라이드 이미지 개체 틀 1"/>
          <p:cNvSpPr>
            <a:spLocks noGrp="1" noRot="1" noChangeAspect="1"/>
          </p:cNvSpPr>
          <p:nvPr>
            <p:ph type="sldImg"/>
          </p:nvPr>
        </p:nvSpPr>
        <p:spPr/>
      </p:sp>
      <p:sp>
        <p:nvSpPr>
          <p:cNvPr id="3" name="슬라이드 노트 개체 틀 2"/>
          <p:cNvSpPr>
            <a:spLocks noGrp="1"/>
          </p:cNvSpPr>
          <p:nvPr>
            <p:ph type="body" idx="1"/>
          </p:nvPr>
        </p:nvSpPr>
        <p:spPr/>
        <p:txBody>
          <a:bodyPr/>
          <a:lstStyle/>
          <a:p>
            <a:endParaRPr kumimoji="1" lang="ko-Kore-KR" altLang="en-US" dirty="0"/>
          </a:p>
        </p:txBody>
      </p:sp>
      <p:sp>
        <p:nvSpPr>
          <p:cNvPr id="4" name="슬라이드 번호 개체 틀 3"/>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1200" b="0" i="0" u="none" strike="noStrike" cap="none" smtClean="0">
                <a:solidFill>
                  <a:schemeClr val="dk1"/>
                </a:solidFill>
                <a:latin typeface="Calibri"/>
                <a:ea typeface="Calibri"/>
                <a:cs typeface="Calibri"/>
                <a:sym typeface="Calibri"/>
              </a:rPr>
              <a:t>2</a:t>
            </a:fld>
            <a:endParaRPr lang="en-US" sz="1200" b="0" i="0" u="none" strike="noStrike" cap="none">
              <a:solidFill>
                <a:schemeClr val="dk1"/>
              </a:solidFill>
              <a:latin typeface="Calibri"/>
              <a:ea typeface="Calibri"/>
              <a:cs typeface="Calibri"/>
              <a:sym typeface="Calibri"/>
            </a:endParaRPr>
          </a:p>
        </p:txBody>
      </p:sp>
    </p:spTree>
    <p:extLst>
      <p:ext uri="{BB962C8B-B14F-4D97-AF65-F5344CB8AC3E}">
        <p14:creationId xmlns:p14="http://schemas.microsoft.com/office/powerpoint/2010/main" val="5210354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err="1"/>
              <a:t>Dometic</a:t>
            </a:r>
            <a:endParaRPr dirty="0"/>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46613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Domestic PA</a:t>
            </a:r>
            <a:endParaRPr dirty="0"/>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731737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94092272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20380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4873798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126707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698269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4"/>
        <p:cNvGrpSpPr/>
        <p:nvPr/>
      </p:nvGrpSpPr>
      <p:grpSpPr>
        <a:xfrm>
          <a:off x="0" y="0"/>
          <a:ext cx="0" cy="0"/>
          <a:chOff x="0" y="0"/>
          <a:chExt cx="0" cy="0"/>
        </a:xfrm>
      </p:grpSpPr>
      <p:sp>
        <p:nvSpPr>
          <p:cNvPr id="85" name="Google Shape;85;p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 name="Google Shape;86;p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678923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0095887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66"/>
        <p:cNvGrpSpPr/>
        <p:nvPr/>
      </p:nvGrpSpPr>
      <p:grpSpPr>
        <a:xfrm>
          <a:off x="0" y="0"/>
          <a:ext cx="0" cy="0"/>
          <a:chOff x="0" y="0"/>
          <a:chExt cx="0" cy="0"/>
        </a:xfrm>
      </p:grpSpPr>
      <p:sp>
        <p:nvSpPr>
          <p:cNvPr id="367" name="Google Shape;367;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8" name="Google Shape;368;p2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2869774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3"/>
        <p:cNvGrpSpPr/>
        <p:nvPr/>
      </p:nvGrpSpPr>
      <p:grpSpPr>
        <a:xfrm>
          <a:off x="0" y="0"/>
          <a:ext cx="0" cy="0"/>
          <a:chOff x="0" y="0"/>
          <a:chExt cx="0" cy="0"/>
        </a:xfrm>
      </p:grpSpPr>
      <p:sp>
        <p:nvSpPr>
          <p:cNvPr id="94" name="Google Shape;94;p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95" name="Google Shape;95;p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2"/>
        <p:cNvGrpSpPr/>
        <p:nvPr/>
      </p:nvGrpSpPr>
      <p:grpSpPr>
        <a:xfrm>
          <a:off x="0" y="0"/>
          <a:ext cx="0" cy="0"/>
          <a:chOff x="0" y="0"/>
          <a:chExt cx="0" cy="0"/>
        </a:xfrm>
      </p:grpSpPr>
      <p:sp>
        <p:nvSpPr>
          <p:cNvPr id="113" name="Google Shape;113;p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14" name="Google Shape;114;p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52" name="Google Shape;152;p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1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31" name="Google Shape;231;p12: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9"/>
        <p:cNvGrpSpPr/>
        <p:nvPr/>
      </p:nvGrpSpPr>
      <p:grpSpPr>
        <a:xfrm>
          <a:off x="0" y="0"/>
          <a:ext cx="0" cy="0"/>
          <a:chOff x="0" y="0"/>
          <a:chExt cx="0" cy="0"/>
        </a:xfrm>
      </p:grpSpPr>
      <p:sp>
        <p:nvSpPr>
          <p:cNvPr id="240" name="Google Shape;240;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1" name="Google Shape;241;p1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0" name="Google Shape;270;p1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5591934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7"/>
        <p:cNvGrpSpPr/>
        <p:nvPr/>
      </p:nvGrpSpPr>
      <p:grpSpPr>
        <a:xfrm>
          <a:off x="0" y="0"/>
          <a:ext cx="0" cy="0"/>
          <a:chOff x="0" y="0"/>
          <a:chExt cx="0" cy="0"/>
        </a:xfrm>
      </p:grpSpPr>
      <p:sp>
        <p:nvSpPr>
          <p:cNvPr id="278" name="Google Shape;278;p1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9" name="Google Shape;279;p17: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1820320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86"/>
        <p:cNvGrpSpPr/>
        <p:nvPr/>
      </p:nvGrpSpPr>
      <p:grpSpPr>
        <a:xfrm>
          <a:off x="0" y="0"/>
          <a:ext cx="0" cy="0"/>
          <a:chOff x="0" y="0"/>
          <a:chExt cx="0" cy="0"/>
        </a:xfrm>
      </p:grpSpPr>
      <p:sp>
        <p:nvSpPr>
          <p:cNvPr id="287" name="Google Shape;287;p1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88" name="Google Shape;288;p1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5"/>
        <p:cNvGrpSpPr/>
        <p:nvPr/>
      </p:nvGrpSpPr>
      <p:grpSpPr>
        <a:xfrm>
          <a:off x="0" y="0"/>
          <a:ext cx="0" cy="0"/>
          <a:chOff x="0" y="0"/>
          <a:chExt cx="0" cy="0"/>
        </a:xfrm>
      </p:grpSpPr>
      <p:sp>
        <p:nvSpPr>
          <p:cNvPr id="296" name="Google Shape;296;p1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97" name="Google Shape;297;p19: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4"/>
        <p:cNvGrpSpPr/>
        <p:nvPr/>
      </p:nvGrpSpPr>
      <p:grpSpPr>
        <a:xfrm>
          <a:off x="0" y="0"/>
          <a:ext cx="0" cy="0"/>
          <a:chOff x="0" y="0"/>
          <a:chExt cx="0" cy="0"/>
        </a:xfrm>
      </p:grpSpPr>
      <p:sp>
        <p:nvSpPr>
          <p:cNvPr id="305" name="Google Shape;305;p2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06" name="Google Shape;306;p20: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2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15" name="Google Shape;315;p2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0"/>
        <p:cNvGrpSpPr/>
        <p:nvPr/>
      </p:nvGrpSpPr>
      <p:grpSpPr>
        <a:xfrm>
          <a:off x="0" y="0"/>
          <a:ext cx="0" cy="0"/>
          <a:chOff x="0" y="0"/>
          <a:chExt cx="0" cy="0"/>
        </a:xfrm>
      </p:grpSpPr>
      <p:sp>
        <p:nvSpPr>
          <p:cNvPr id="341" name="Google Shape;341;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42" name="Google Shape;342;p2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49"/>
        <p:cNvGrpSpPr/>
        <p:nvPr/>
      </p:nvGrpSpPr>
      <p:grpSpPr>
        <a:xfrm>
          <a:off x="0" y="0"/>
          <a:ext cx="0" cy="0"/>
          <a:chOff x="0" y="0"/>
          <a:chExt cx="0" cy="0"/>
        </a:xfrm>
      </p:grpSpPr>
      <p:sp>
        <p:nvSpPr>
          <p:cNvPr id="350" name="Google Shape;35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51" name="Google Shape;351;p2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63776738"/>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7963361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163048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011951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73"/>
        <p:cNvGrpSpPr/>
        <p:nvPr/>
      </p:nvGrpSpPr>
      <p:grpSpPr>
        <a:xfrm>
          <a:off x="0" y="0"/>
          <a:ext cx="0" cy="0"/>
          <a:chOff x="0" y="0"/>
          <a:chExt cx="0" cy="0"/>
        </a:xfrm>
      </p:grpSpPr>
      <p:sp>
        <p:nvSpPr>
          <p:cNvPr id="374" name="Google Shape;374;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75" name="Google Shape;375;p28: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98"/>
        <p:cNvGrpSpPr/>
        <p:nvPr/>
      </p:nvGrpSpPr>
      <p:grpSpPr>
        <a:xfrm>
          <a:off x="0" y="0"/>
          <a:ext cx="0" cy="0"/>
          <a:chOff x="0" y="0"/>
          <a:chExt cx="0" cy="0"/>
        </a:xfrm>
      </p:grpSpPr>
      <p:sp>
        <p:nvSpPr>
          <p:cNvPr id="399" name="Google Shape;399;p3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00" name="Google Shape;400;p31: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0"/>
        <p:cNvGrpSpPr/>
        <p:nvPr/>
      </p:nvGrpSpPr>
      <p:grpSpPr>
        <a:xfrm>
          <a:off x="0" y="0"/>
          <a:ext cx="0" cy="0"/>
          <a:chOff x="0" y="0"/>
          <a:chExt cx="0" cy="0"/>
        </a:xfrm>
      </p:grpSpPr>
      <p:sp>
        <p:nvSpPr>
          <p:cNvPr id="411" name="Google Shape;411;p3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2" name="Google Shape;412;p33: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p:cNvGrpSpPr/>
        <p:nvPr/>
      </p:nvGrpSpPr>
      <p:grpSpPr>
        <a:xfrm>
          <a:off x="0" y="0"/>
          <a:ext cx="0" cy="0"/>
          <a:chOff x="0" y="0"/>
          <a:chExt cx="0" cy="0"/>
        </a:xfrm>
      </p:grpSpPr>
      <p:sp>
        <p:nvSpPr>
          <p:cNvPr id="417" name="Google Shape;417;p3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26"/>
        <p:cNvGrpSpPr/>
        <p:nvPr/>
      </p:nvGrpSpPr>
      <p:grpSpPr>
        <a:xfrm>
          <a:off x="0" y="0"/>
          <a:ext cx="0" cy="0"/>
          <a:chOff x="0" y="0"/>
          <a:chExt cx="0" cy="0"/>
        </a:xfrm>
      </p:grpSpPr>
      <p:sp>
        <p:nvSpPr>
          <p:cNvPr id="427" name="Google Shape;427;p3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28" name="Google Shape;428;p35: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16">
          <a:extLst>
            <a:ext uri="{FF2B5EF4-FFF2-40B4-BE49-F238E27FC236}">
              <a16:creationId xmlns:a16="http://schemas.microsoft.com/office/drawing/2014/main" id="{B0633215-9475-5E5A-E5F6-5C8B42322BCD}"/>
            </a:ext>
          </a:extLst>
        </p:cNvPr>
        <p:cNvGrpSpPr/>
        <p:nvPr/>
      </p:nvGrpSpPr>
      <p:grpSpPr>
        <a:xfrm>
          <a:off x="0" y="0"/>
          <a:ext cx="0" cy="0"/>
          <a:chOff x="0" y="0"/>
          <a:chExt cx="0" cy="0"/>
        </a:xfrm>
      </p:grpSpPr>
      <p:sp>
        <p:nvSpPr>
          <p:cNvPr id="417" name="Google Shape;417;p34:notes">
            <a:extLst>
              <a:ext uri="{FF2B5EF4-FFF2-40B4-BE49-F238E27FC236}">
                <a16:creationId xmlns:a16="http://schemas.microsoft.com/office/drawing/2014/main" id="{065A1C4F-930B-E622-60E5-598B0DE9A64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18" name="Google Shape;418;p34:notes">
            <a:extLst>
              <a:ext uri="{FF2B5EF4-FFF2-40B4-BE49-F238E27FC236}">
                <a16:creationId xmlns:a16="http://schemas.microsoft.com/office/drawing/2014/main" id="{5E918B6A-0126-21A5-43ED-AC9E74291BD9}"/>
              </a:ext>
            </a:extLst>
          </p:cNvPr>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72988209"/>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008126148"/>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1"/>
        <p:cNvGrpSpPr/>
        <p:nvPr/>
      </p:nvGrpSpPr>
      <p:grpSpPr>
        <a:xfrm>
          <a:off x="0" y="0"/>
          <a:ext cx="0" cy="0"/>
          <a:chOff x="0" y="0"/>
          <a:chExt cx="0" cy="0"/>
        </a:xfrm>
      </p:grpSpPr>
      <p:sp>
        <p:nvSpPr>
          <p:cNvPr id="132" name="Google Shape;132;p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3" name="Google Shape;133;p4: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41429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59"/>
        <p:cNvGrpSpPr/>
        <p:nvPr/>
      </p:nvGrpSpPr>
      <p:grpSpPr>
        <a:xfrm>
          <a:off x="0" y="0"/>
          <a:ext cx="0" cy="0"/>
          <a:chOff x="0" y="0"/>
          <a:chExt cx="0" cy="0"/>
        </a:xfrm>
      </p:grpSpPr>
      <p:sp>
        <p:nvSpPr>
          <p:cNvPr id="360" name="Google Shape;360;p26:notes"/>
          <p:cNvSpPr>
            <a:spLocks noGrp="1" noRot="1" noChangeAspect="1"/>
          </p:cNvSpPr>
          <p:nvPr>
            <p:ph type="sldImg" idx="2"/>
          </p:nvPr>
        </p:nvSpPr>
        <p:spPr>
          <a:xfrm>
            <a:off x="2784475" y="1143000"/>
            <a:ext cx="128905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361" name="Google Shape;361;p26: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362" name="Google Shape;362;p26:notes"/>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lvl="0" indent="0" algn="r" rtl="0">
              <a:spcBef>
                <a:spcPts val="0"/>
              </a:spcBef>
              <a:spcAft>
                <a:spcPts val="0"/>
              </a:spcAft>
              <a:buNone/>
            </a:pPr>
            <a:fld id="{00000000-1234-1234-1234-123412341234}" type="slidenum">
              <a:rPr lang="en-US"/>
              <a:t>40</a:t>
            </a:fld>
            <a:endParaRPr/>
          </a:p>
        </p:txBody>
      </p:sp>
    </p:spTree>
    <p:extLst>
      <p:ext uri="{BB962C8B-B14F-4D97-AF65-F5344CB8AC3E}">
        <p14:creationId xmlns:p14="http://schemas.microsoft.com/office/powerpoint/2010/main" val="24022024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08669" y="484266"/>
            <a:ext cx="1912832" cy="2611360"/>
          </a:xfrm>
        </p:spPr>
        <p:txBody>
          <a:bodyPr anchor="b">
            <a:normAutofit/>
          </a:bodyPr>
          <a:lstStyle>
            <a:lvl1pPr algn="ctr">
              <a:defRPr sz="1019">
                <a:effectLst>
                  <a:glow rad="38100">
                    <a:schemeClr val="bg1">
                      <a:lumMod val="65000"/>
                      <a:lumOff val="35000"/>
                      <a:alpha val="50000"/>
                    </a:schemeClr>
                  </a:glow>
                  <a:outerShdw blurRad="28575" dist="31750" dir="13200000" algn="tl" rotWithShape="0">
                    <a:srgbClr val="000000">
                      <a:alpha val="25000"/>
                    </a:srgbClr>
                  </a:outerShdw>
                </a:effectLst>
              </a:defRPr>
            </a:lvl1pPr>
          </a:lstStyle>
          <a:p>
            <a:r>
              <a:rPr lang="ko-KR" altLang="en-US"/>
              <a:t>마스터 제목 스타일 편집</a:t>
            </a:r>
            <a:endParaRPr lang="en-US" dirty="0"/>
          </a:p>
        </p:txBody>
      </p:sp>
      <p:sp>
        <p:nvSpPr>
          <p:cNvPr id="3" name="Subtitle 2"/>
          <p:cNvSpPr>
            <a:spLocks noGrp="1"/>
          </p:cNvSpPr>
          <p:nvPr>
            <p:ph type="subTitle" idx="1"/>
          </p:nvPr>
        </p:nvSpPr>
        <p:spPr>
          <a:xfrm>
            <a:off x="208669" y="3157538"/>
            <a:ext cx="1912832" cy="1803025"/>
          </a:xfrm>
        </p:spPr>
        <p:txBody>
          <a:bodyPr anchor="t">
            <a:normAutofit/>
          </a:bodyPr>
          <a:lstStyle>
            <a:lvl1pPr marL="0" indent="0" algn="ctr">
              <a:buNone/>
              <a:defRPr sz="458">
                <a:gradFill flip="none" rotWithShape="1">
                  <a:gsLst>
                    <a:gs pos="0">
                      <a:schemeClr val="tx1"/>
                    </a:gs>
                    <a:gs pos="100000">
                      <a:schemeClr val="tx1">
                        <a:lumMod val="75000"/>
                      </a:schemeClr>
                    </a:gs>
                  </a:gsLst>
                  <a:lin ang="0" scaled="1"/>
                  <a:tileRect/>
                </a:gradFill>
              </a:defRPr>
            </a:lvl1pPr>
            <a:lvl2pPr marL="116449" indent="0" algn="ctr">
              <a:buNone/>
              <a:defRPr>
                <a:solidFill>
                  <a:schemeClr val="tx1">
                    <a:tint val="75000"/>
                  </a:schemeClr>
                </a:solidFill>
              </a:defRPr>
            </a:lvl2pPr>
            <a:lvl3pPr marL="232898" indent="0" algn="ctr">
              <a:buNone/>
              <a:defRPr>
                <a:solidFill>
                  <a:schemeClr val="tx1">
                    <a:tint val="75000"/>
                  </a:schemeClr>
                </a:solidFill>
              </a:defRPr>
            </a:lvl3pPr>
            <a:lvl4pPr marL="349347" indent="0" algn="ctr">
              <a:buNone/>
              <a:defRPr>
                <a:solidFill>
                  <a:schemeClr val="tx1">
                    <a:tint val="75000"/>
                  </a:schemeClr>
                </a:solidFill>
              </a:defRPr>
            </a:lvl4pPr>
            <a:lvl5pPr marL="465795" indent="0" algn="ctr">
              <a:buNone/>
              <a:defRPr>
                <a:solidFill>
                  <a:schemeClr val="tx1">
                    <a:tint val="75000"/>
                  </a:schemeClr>
                </a:solidFill>
              </a:defRPr>
            </a:lvl5pPr>
            <a:lvl6pPr marL="582244" indent="0" algn="ctr">
              <a:buNone/>
              <a:defRPr>
                <a:solidFill>
                  <a:schemeClr val="tx1">
                    <a:tint val="75000"/>
                  </a:schemeClr>
                </a:solidFill>
              </a:defRPr>
            </a:lvl6pPr>
            <a:lvl7pPr marL="698693" indent="0" algn="ctr">
              <a:buNone/>
              <a:defRPr>
                <a:solidFill>
                  <a:schemeClr val="tx1">
                    <a:tint val="75000"/>
                  </a:schemeClr>
                </a:solidFill>
              </a:defRPr>
            </a:lvl7pPr>
            <a:lvl8pPr marL="815142" indent="0" algn="ctr">
              <a:buNone/>
              <a:defRPr>
                <a:solidFill>
                  <a:schemeClr val="tx1">
                    <a:tint val="75000"/>
                  </a:schemeClr>
                </a:solidFill>
              </a:defRPr>
            </a:lvl8pPr>
            <a:lvl9pPr marL="931591" indent="0" algn="ctr">
              <a:buNone/>
              <a:defRPr>
                <a:solidFill>
                  <a:schemeClr val="tx1">
                    <a:tint val="75000"/>
                  </a:schemeClr>
                </a:solidFill>
              </a:defRPr>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201107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nchor="ct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41309219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8669" y="2657443"/>
            <a:ext cx="1912832" cy="1481435"/>
          </a:xfrm>
        </p:spPr>
        <p:txBody>
          <a:bodyPr anchor="b">
            <a:normAutofit/>
          </a:bodyPr>
          <a:lstStyle>
            <a:lvl1pPr algn="r">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669" y="4146846"/>
            <a:ext cx="1912832" cy="811078"/>
          </a:xfrm>
        </p:spPr>
        <p:txBody>
          <a:bodyPr anchor="t">
            <a:normAutofit/>
          </a:bodyPr>
          <a:lstStyle>
            <a:lvl1pPr marL="0" indent="0" algn="r">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879269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423" y="1674480"/>
            <a:ext cx="938542"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181898" y="1674479"/>
            <a:ext cx="939603" cy="3275456"/>
          </a:xfrm>
        </p:spPr>
        <p:txBody>
          <a:bodyPr>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5669615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ko-KR" altLang="en-US"/>
              <a:t>마스터 제목 스타일 편집</a:t>
            </a:r>
            <a:endParaRPr lang="en-US" dirty="0"/>
          </a:p>
        </p:txBody>
      </p:sp>
      <p:sp>
        <p:nvSpPr>
          <p:cNvPr id="3" name="Text Placeholder 2"/>
          <p:cNvSpPr>
            <a:spLocks noGrp="1"/>
          </p:cNvSpPr>
          <p:nvPr>
            <p:ph type="body" idx="1"/>
          </p:nvPr>
        </p:nvSpPr>
        <p:spPr>
          <a:xfrm>
            <a:off x="281763" y="1674480"/>
            <a:ext cx="865202" cy="59604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423" y="2263647"/>
            <a:ext cx="938542"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250554" y="1674480"/>
            <a:ext cx="870947" cy="589167"/>
          </a:xfrm>
        </p:spPr>
        <p:txBody>
          <a:bodyPr anchor="b">
            <a:noAutofit/>
          </a:bodyPr>
          <a:lstStyle>
            <a:lvl1pPr marL="0" indent="0">
              <a:buNone/>
              <a:defRPr sz="560" b="0"/>
            </a:lvl1pPr>
            <a:lvl2pPr marL="116449" indent="0">
              <a:buNone/>
              <a:defRPr sz="509" b="1"/>
            </a:lvl2pPr>
            <a:lvl3pPr marL="232898" indent="0">
              <a:buNone/>
              <a:defRPr sz="458" b="1"/>
            </a:lvl3pPr>
            <a:lvl4pPr marL="349347" indent="0">
              <a:buNone/>
              <a:defRPr sz="408" b="1"/>
            </a:lvl4pPr>
            <a:lvl5pPr marL="465795" indent="0">
              <a:buNone/>
              <a:defRPr sz="408" b="1"/>
            </a:lvl5pPr>
            <a:lvl6pPr marL="582244" indent="0">
              <a:buNone/>
              <a:defRPr sz="408" b="1"/>
            </a:lvl6pPr>
            <a:lvl7pPr marL="698693" indent="0">
              <a:buNone/>
              <a:defRPr sz="408" b="1"/>
            </a:lvl7pPr>
            <a:lvl8pPr marL="815142" indent="0">
              <a:buNone/>
              <a:defRPr sz="408" b="1"/>
            </a:lvl8pPr>
            <a:lvl9pPr marL="931591" indent="0">
              <a:buNone/>
              <a:defRPr sz="408"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178991" y="2263647"/>
            <a:ext cx="942731" cy="2694277"/>
          </a:xfrm>
        </p:spPr>
        <p:txBody>
          <a:bodyPr anchor="t">
            <a:normAutofit/>
          </a:bodyPr>
          <a:lstStyle>
            <a:lvl1pPr>
              <a:defRPr sz="408"/>
            </a:lvl1pPr>
            <a:lvl2pPr>
              <a:defRPr sz="357"/>
            </a:lvl2pPr>
            <a:lvl3pPr>
              <a:defRPr sz="306"/>
            </a:lvl3pPr>
            <a:lvl4pPr>
              <a:defRPr sz="280"/>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endParaRPr lang="ko-Kore-KR" altLang="en-US"/>
          </a:p>
        </p:txBody>
      </p:sp>
      <p:sp>
        <p:nvSpPr>
          <p:cNvPr id="8" name="Footer Placeholder 7"/>
          <p:cNvSpPr>
            <a:spLocks noGrp="1"/>
          </p:cNvSpPr>
          <p:nvPr>
            <p:ph type="ftr" sz="quarter" idx="11"/>
          </p:nvPr>
        </p:nvSpPr>
        <p:spPr/>
        <p:txBody>
          <a:bodyPr/>
          <a:lstStyle/>
          <a:p>
            <a:endParaRPr lang="ko-Kore-KR" altLang="en-US"/>
          </a:p>
        </p:txBody>
      </p:sp>
      <p:sp>
        <p:nvSpPr>
          <p:cNvPr id="9" name="Slide Number Placeholder 8"/>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221939177"/>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662"/>
            </a:lvl1p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endParaRPr lang="ko-Kore-KR" altLang="en-US"/>
          </a:p>
        </p:txBody>
      </p:sp>
      <p:sp>
        <p:nvSpPr>
          <p:cNvPr id="4" name="Footer Placeholder 3"/>
          <p:cNvSpPr>
            <a:spLocks noGrp="1"/>
          </p:cNvSpPr>
          <p:nvPr>
            <p:ph type="ftr" sz="quarter" idx="11"/>
          </p:nvPr>
        </p:nvSpPr>
        <p:spPr/>
        <p:txBody>
          <a:bodyPr/>
          <a:lstStyle/>
          <a:p>
            <a:endParaRPr lang="ko-Kore-KR" altLang="en-US"/>
          </a:p>
        </p:txBody>
      </p:sp>
      <p:sp>
        <p:nvSpPr>
          <p:cNvPr id="5" name="Slide Number Placeholder 4"/>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3313221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ko-Kore-KR" altLang="en-US"/>
          </a:p>
        </p:txBody>
      </p:sp>
      <p:sp>
        <p:nvSpPr>
          <p:cNvPr id="3" name="Footer Placeholder 2"/>
          <p:cNvSpPr>
            <a:spLocks noGrp="1"/>
          </p:cNvSpPr>
          <p:nvPr>
            <p:ph type="ftr" sz="quarter" idx="11"/>
          </p:nvPr>
        </p:nvSpPr>
        <p:spPr/>
        <p:txBody>
          <a:bodyPr/>
          <a:lstStyle/>
          <a:p>
            <a:endParaRPr lang="ko-Kore-KR" altLang="en-US"/>
          </a:p>
        </p:txBody>
      </p:sp>
      <p:sp>
        <p:nvSpPr>
          <p:cNvPr id="4" name="Slide Number Placeholder 3"/>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71368889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423" y="1425879"/>
            <a:ext cx="695176" cy="1114425"/>
          </a:xfrm>
        </p:spPr>
        <p:txBody>
          <a:bodyPr anchor="b">
            <a:normAutofit/>
          </a:bodyPr>
          <a:lstStyle>
            <a:lvl1pPr algn="l">
              <a:defRPr sz="560" b="0"/>
            </a:lvl1pPr>
          </a:lstStyle>
          <a:p>
            <a:r>
              <a:rPr lang="ko-KR" altLang="en-US"/>
              <a:t>마스터 제목 스타일 편집</a:t>
            </a:r>
            <a:endParaRPr lang="en-US" dirty="0"/>
          </a:p>
        </p:txBody>
      </p:sp>
      <p:sp>
        <p:nvSpPr>
          <p:cNvPr id="3" name="Content Placeholder 2"/>
          <p:cNvSpPr>
            <a:spLocks noGrp="1"/>
          </p:cNvSpPr>
          <p:nvPr>
            <p:ph idx="1"/>
          </p:nvPr>
        </p:nvSpPr>
        <p:spPr>
          <a:xfrm>
            <a:off x="975162" y="484265"/>
            <a:ext cx="1146340" cy="4473658"/>
          </a:xfrm>
        </p:spPr>
        <p:txBody>
          <a:bodyPr anchor="ctr">
            <a:normAutofit/>
          </a:bodyPr>
          <a:lstStyle>
            <a:lvl1pPr>
              <a:defRPr sz="458"/>
            </a:lvl1pPr>
            <a:lvl2pPr>
              <a:defRPr sz="408"/>
            </a:lvl2pPr>
            <a:lvl3pPr>
              <a:defRPr sz="357"/>
            </a:lvl3pPr>
            <a:lvl4pPr>
              <a:defRPr sz="306"/>
            </a:lvl4pPr>
            <a:lvl5pPr>
              <a:defRPr sz="280"/>
            </a:lvl5pPr>
            <a:lvl6pPr>
              <a:defRPr sz="280"/>
            </a:lvl6pPr>
            <a:lvl7pPr>
              <a:defRPr sz="280"/>
            </a:lvl7pPr>
            <a:lvl8pPr>
              <a:defRPr sz="280"/>
            </a:lvl8pPr>
            <a:lvl9pPr>
              <a:defRPr sz="280"/>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423" y="2540304"/>
            <a:ext cx="695176"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928161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423" y="1542344"/>
            <a:ext cx="1126688" cy="1114425"/>
          </a:xfrm>
        </p:spPr>
        <p:txBody>
          <a:bodyPr anchor="b">
            <a:normAutofit/>
          </a:bodyPr>
          <a:lstStyle>
            <a:lvl1pPr algn="l">
              <a:defRPr sz="611" b="0"/>
            </a:lvl1pPr>
          </a:lstStyle>
          <a:p>
            <a:r>
              <a:rPr lang="ko-KR" altLang="en-US"/>
              <a:t>마스터 제목 스타일 편집</a:t>
            </a:r>
            <a:endParaRPr lang="en-US" dirty="0"/>
          </a:p>
        </p:txBody>
      </p:sp>
      <p:sp>
        <p:nvSpPr>
          <p:cNvPr id="14" name="Picture Placeholder 2"/>
          <p:cNvSpPr>
            <a:spLocks noGrp="1" noChangeAspect="1"/>
          </p:cNvSpPr>
          <p:nvPr>
            <p:ph type="pic" idx="1"/>
          </p:nvPr>
        </p:nvSpPr>
        <p:spPr>
          <a:xfrm>
            <a:off x="1404714" y="-14859"/>
            <a:ext cx="636735" cy="5609273"/>
          </a:xfrm>
          <a:ln w="38100">
            <a:gradFill flip="none" rotWithShape="1">
              <a:gsLst>
                <a:gs pos="0">
                  <a:schemeClr val="bg2"/>
                </a:gs>
                <a:gs pos="100000">
                  <a:schemeClr val="bg2">
                    <a:lumMod val="75000"/>
                  </a:schemeClr>
                </a:gs>
              </a:gsLst>
              <a:lin ang="5400000" scaled="0"/>
              <a:tileRect/>
            </a:gradFill>
          </a:ln>
          <a:effectLst>
            <a:innerShdw blurRad="57150" dist="38100" dir="1080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161" y="2656769"/>
            <a:ext cx="1126688" cy="1485900"/>
          </a:xfrm>
        </p:spPr>
        <p:txBody>
          <a:bodyPr>
            <a:normAutofit/>
          </a:bodyPr>
          <a:lstStyle>
            <a:lvl1pPr marL="0" indent="0">
              <a:buNone/>
              <a:defRPr sz="408"/>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a:xfrm>
            <a:off x="1152117" y="5022342"/>
            <a:ext cx="182994" cy="296664"/>
          </a:xfrm>
        </p:spPr>
        <p:txBody>
          <a:bodyPr/>
          <a:lstStyle/>
          <a:p>
            <a:endParaRPr lang="ko-Kore-KR" altLang="en-US"/>
          </a:p>
        </p:txBody>
      </p:sp>
      <p:sp>
        <p:nvSpPr>
          <p:cNvPr id="6" name="Footer Placeholder 5"/>
          <p:cNvSpPr>
            <a:spLocks noGrp="1"/>
          </p:cNvSpPr>
          <p:nvPr>
            <p:ph type="ftr" sz="quarter" idx="11"/>
          </p:nvPr>
        </p:nvSpPr>
        <p:spPr>
          <a:xfrm>
            <a:off x="208423" y="5022342"/>
            <a:ext cx="943694" cy="296664"/>
          </a:xfrm>
        </p:spPr>
        <p:txBody>
          <a:bodyPr/>
          <a:lstStyle/>
          <a:p>
            <a:endParaRPr lang="ko-Kore-KR" altLang="en-US"/>
          </a:p>
        </p:txBody>
      </p:sp>
      <p:sp>
        <p:nvSpPr>
          <p:cNvPr id="7" name="Slide Number Placeholder 6"/>
          <p:cNvSpPr>
            <a:spLocks noGrp="1"/>
          </p:cNvSpPr>
          <p:nvPr>
            <p:ph type="sldNum" sz="quarter" idx="12"/>
          </p:nvPr>
        </p:nvSpPr>
        <p:spPr>
          <a:xfrm>
            <a:off x="2043680" y="5022342"/>
            <a:ext cx="77727" cy="267516"/>
          </a:xfrm>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924703266"/>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캡션 있는 파노라마 그림">
    <p:spTree>
      <p:nvGrpSpPr>
        <p:cNvPr id="1" name=""/>
        <p:cNvGrpSpPr/>
        <p:nvPr/>
      </p:nvGrpSpPr>
      <p:grpSpPr>
        <a:xfrm>
          <a:off x="0" y="0"/>
          <a:ext cx="0" cy="0"/>
          <a:chOff x="0" y="0"/>
          <a:chExt cx="0" cy="0"/>
        </a:xfrm>
      </p:grpSpPr>
      <p:sp>
        <p:nvSpPr>
          <p:cNvPr id="2" name="Title 1"/>
          <p:cNvSpPr>
            <a:spLocks noGrp="1"/>
          </p:cNvSpPr>
          <p:nvPr>
            <p:ph type="title"/>
          </p:nvPr>
        </p:nvSpPr>
        <p:spPr>
          <a:xfrm>
            <a:off x="233721" y="3556707"/>
            <a:ext cx="1888001" cy="737348"/>
          </a:xfrm>
        </p:spPr>
        <p:txBody>
          <a:bodyPr anchor="b">
            <a:normAutofit/>
          </a:bodyPr>
          <a:lstStyle>
            <a:lvl1pPr algn="l">
              <a:defRPr sz="509" b="0"/>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233721" y="809403"/>
            <a:ext cx="1859583" cy="2422165"/>
          </a:xfrm>
          <a:prstGeom prst="roundRect">
            <a:avLst>
              <a:gd name="adj" fmla="val 4380"/>
            </a:avLst>
          </a:prstGeom>
          <a:ln w="38100">
            <a:gradFill flip="none" rotWithShape="1">
              <a:gsLst>
                <a:gs pos="0">
                  <a:schemeClr val="bg2"/>
                </a:gs>
                <a:gs pos="100000">
                  <a:schemeClr val="bg2">
                    <a:lumMod val="75000"/>
                  </a:schemeClr>
                </a:gs>
              </a:gsLst>
              <a:lin ang="5400000" scaled="0"/>
              <a:tileRect/>
            </a:gradFill>
          </a:ln>
          <a:effectLst>
            <a:innerShdw blurRad="57150" dist="38100" dir="14460000">
              <a:srgbClr val="000000">
                <a:alpha val="70000"/>
              </a:srgbClr>
            </a:innerShdw>
          </a:effectLst>
        </p:spPr>
        <p:txBody>
          <a:bodyPr anchor="t">
            <a:normAutofit/>
          </a:bodyPr>
          <a:lstStyle>
            <a:lvl1pPr marL="0" indent="0" algn="ctr">
              <a:buNone/>
              <a:defRPr sz="408"/>
            </a:lvl1pPr>
            <a:lvl2pPr marL="116449" indent="0">
              <a:buNone/>
              <a:defRPr sz="408"/>
            </a:lvl2pPr>
            <a:lvl3pPr marL="232898" indent="0">
              <a:buNone/>
              <a:defRPr sz="408"/>
            </a:lvl3pPr>
            <a:lvl4pPr marL="349347" indent="0">
              <a:buNone/>
              <a:defRPr sz="408"/>
            </a:lvl4pPr>
            <a:lvl5pPr marL="465795" indent="0">
              <a:buNone/>
              <a:defRPr sz="408"/>
            </a:lvl5pPr>
            <a:lvl6pPr marL="582244" indent="0">
              <a:buNone/>
              <a:defRPr sz="408"/>
            </a:lvl6pPr>
            <a:lvl7pPr marL="698693" indent="0">
              <a:buNone/>
              <a:defRPr sz="408"/>
            </a:lvl7pPr>
            <a:lvl8pPr marL="815142" indent="0">
              <a:buNone/>
              <a:defRPr sz="408"/>
            </a:lvl8pPr>
            <a:lvl9pPr marL="931591" indent="0">
              <a:buNone/>
              <a:defRPr sz="408"/>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33721" y="4294055"/>
            <a:ext cx="1888001" cy="663869"/>
          </a:xfrm>
        </p:spPr>
        <p:txBody>
          <a:bodyPr>
            <a:normAutofit/>
          </a:bodyPr>
          <a:lstStyle>
            <a:lvl1pPr marL="0" indent="0">
              <a:buNone/>
              <a:defRPr sz="357"/>
            </a:lvl1pPr>
            <a:lvl2pPr marL="116449" indent="0">
              <a:buNone/>
              <a:defRPr sz="306"/>
            </a:lvl2pPr>
            <a:lvl3pPr marL="232898" indent="0">
              <a:buNone/>
              <a:defRPr sz="255"/>
            </a:lvl3pPr>
            <a:lvl4pPr marL="349347" indent="0">
              <a:buNone/>
              <a:defRPr sz="229"/>
            </a:lvl4pPr>
            <a:lvl5pPr marL="465795" indent="0">
              <a:buNone/>
              <a:defRPr sz="229"/>
            </a:lvl5pPr>
            <a:lvl6pPr marL="582244" indent="0">
              <a:buNone/>
              <a:defRPr sz="229"/>
            </a:lvl6pPr>
            <a:lvl7pPr marL="698693" indent="0">
              <a:buNone/>
              <a:defRPr sz="229"/>
            </a:lvl7pPr>
            <a:lvl8pPr marL="815142" indent="0">
              <a:buNone/>
              <a:defRPr sz="229"/>
            </a:lvl8pPr>
            <a:lvl9pPr marL="931591" indent="0">
              <a:buNone/>
              <a:defRPr sz="229"/>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endParaRPr lang="ko-Kore-KR" altLang="en-US"/>
          </a:p>
        </p:txBody>
      </p:sp>
      <p:sp>
        <p:nvSpPr>
          <p:cNvPr id="6" name="Footer Placeholder 5"/>
          <p:cNvSpPr>
            <a:spLocks noGrp="1"/>
          </p:cNvSpPr>
          <p:nvPr>
            <p:ph type="ftr" sz="quarter" idx="11"/>
          </p:nvPr>
        </p:nvSpPr>
        <p:spPr>
          <a:xfrm>
            <a:off x="233721" y="5022342"/>
            <a:ext cx="1359338" cy="296664"/>
          </a:xfrm>
        </p:spPr>
        <p:txBody>
          <a:bodyPr/>
          <a:lstStyle/>
          <a:p>
            <a:endParaRPr lang="ko-Kore-KR" altLang="en-US"/>
          </a:p>
        </p:txBody>
      </p:sp>
      <p:sp>
        <p:nvSpPr>
          <p:cNvPr id="7" name="Slide Number Placeholder 6"/>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660638895"/>
      </p:ext>
    </p:extLst>
  </p:cSld>
  <p:clrMapOvr>
    <a:masterClrMapping/>
  </p:clrMapOvr>
  <p:hf sldNum="0"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제목 및 캡션">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549448"/>
          </a:xfrm>
        </p:spPr>
        <p:txBody>
          <a:bodyPr anchor="ctr">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8423" y="3529013"/>
            <a:ext cx="1913079" cy="1428911"/>
          </a:xfrm>
        </p:spPr>
        <p:txBody>
          <a:bodyPr anchor="ctr">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86353272"/>
      </p:ext>
    </p:extLst>
  </p:cSld>
  <p:clrMapOvr>
    <a:masterClrMapping/>
  </p:clrMapOvr>
  <p:hf sldNum="0"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캡션 있는 인용문">
    <p:spTree>
      <p:nvGrpSpPr>
        <p:cNvPr id="1" name=""/>
        <p:cNvGrpSpPr/>
        <p:nvPr/>
      </p:nvGrpSpPr>
      <p:grpSpPr>
        <a:xfrm>
          <a:off x="0" y="0"/>
          <a:ext cx="0" cy="0"/>
          <a:chOff x="0" y="0"/>
          <a:chExt cx="0" cy="0"/>
        </a:xfrm>
      </p:grpSpPr>
      <p:sp>
        <p:nvSpPr>
          <p:cNvPr id="14" name="TextBox 13"/>
          <p:cNvSpPr txBox="1"/>
          <p:nvPr/>
        </p:nvSpPr>
        <p:spPr>
          <a:xfrm>
            <a:off x="148692" y="69897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5" name="TextBox 14"/>
          <p:cNvSpPr txBox="1"/>
          <p:nvPr/>
        </p:nvSpPr>
        <p:spPr>
          <a:xfrm>
            <a:off x="2009185" y="242606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473314"/>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319999" y="2966117"/>
            <a:ext cx="1688866" cy="309563"/>
          </a:xfrm>
        </p:spPr>
        <p:txBody>
          <a:bodyPr anchor="ctr">
            <a:normAutofit/>
          </a:bodyPr>
          <a:lstStyle>
            <a:lvl1pPr marL="0" indent="0">
              <a:buFontTx/>
              <a:buNone/>
              <a:defRPr sz="357"/>
            </a:lvl1pPr>
            <a:lvl2pPr marL="116449" indent="0">
              <a:buFontTx/>
              <a:buNone/>
              <a:defRPr/>
            </a:lvl2pPr>
            <a:lvl3pPr marL="232898" indent="0">
              <a:buFontTx/>
              <a:buNone/>
              <a:defRPr/>
            </a:lvl3pPr>
            <a:lvl4pPr marL="349347" indent="0">
              <a:buFontTx/>
              <a:buNone/>
              <a:defRPr/>
            </a:lvl4pPr>
            <a:lvl5pPr marL="465795" indent="0">
              <a:buFontTx/>
              <a:buNone/>
              <a:defRPr/>
            </a:lvl5pPr>
          </a:lstStyle>
          <a:p>
            <a:pPr lvl="0"/>
            <a:r>
              <a:rPr lang="ko-KR" altLang="en-US"/>
              <a:t>마스터 텍스트 스타일을 편집하려면 클릭</a:t>
            </a:r>
          </a:p>
        </p:txBody>
      </p:sp>
      <p:sp>
        <p:nvSpPr>
          <p:cNvPr id="3" name="Text Placeholder 2"/>
          <p:cNvSpPr>
            <a:spLocks noGrp="1"/>
          </p:cNvSpPr>
          <p:nvPr>
            <p:ph type="body" idx="1"/>
          </p:nvPr>
        </p:nvSpPr>
        <p:spPr>
          <a:xfrm>
            <a:off x="208423" y="3770980"/>
            <a:ext cx="1913079" cy="1176338"/>
          </a:xfrm>
        </p:spPr>
        <p:txBody>
          <a:bodyPr anchor="ctr">
            <a:normAutofit/>
          </a:bodyPr>
          <a:lstStyle>
            <a:lvl1pPr marL="0" indent="0" algn="l">
              <a:buNone/>
              <a:defRPr sz="458">
                <a:gradFill flip="none" rotWithShape="1">
                  <a:gsLst>
                    <a:gs pos="0">
                      <a:schemeClr val="tx1"/>
                    </a:gs>
                    <a:gs pos="100000">
                      <a:schemeClr val="tx1">
                        <a:lumMod val="75000"/>
                      </a:schemeClr>
                    </a:gs>
                  </a:gsLst>
                  <a:lin ang="0" scaled="1"/>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765680243"/>
      </p:ext>
    </p:extLst>
  </p:cSld>
  <p:clrMapOvr>
    <a:masterClrMapping/>
  </p:clrMapOvr>
  <p:hf sldNum="0"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명함">
    <p:spTree>
      <p:nvGrpSpPr>
        <p:cNvPr id="1" name=""/>
        <p:cNvGrpSpPr/>
        <p:nvPr/>
      </p:nvGrpSpPr>
      <p:grpSpPr>
        <a:xfrm>
          <a:off x="0" y="0"/>
          <a:ext cx="0" cy="0"/>
          <a:chOff x="0" y="0"/>
          <a:chExt cx="0" cy="0"/>
        </a:xfrm>
      </p:grpSpPr>
      <p:sp>
        <p:nvSpPr>
          <p:cNvPr id="2" name="Title 1"/>
          <p:cNvSpPr>
            <a:spLocks noGrp="1"/>
          </p:cNvSpPr>
          <p:nvPr>
            <p:ph type="title"/>
          </p:nvPr>
        </p:nvSpPr>
        <p:spPr>
          <a:xfrm>
            <a:off x="208423" y="2927897"/>
            <a:ext cx="1913299" cy="1193400"/>
          </a:xfrm>
        </p:spPr>
        <p:txBody>
          <a:bodyPr anchor="b">
            <a:normAutofit/>
          </a:bodyPr>
          <a:lstStyle>
            <a:lvl1pPr algn="l">
              <a:defRPr sz="713" b="0" cap="all"/>
            </a:lvl1pPr>
          </a:lstStyle>
          <a:p>
            <a:r>
              <a:rPr lang="ko-KR" altLang="en-US"/>
              <a:t>마스터 제목 스타일 편집</a:t>
            </a:r>
            <a:endParaRPr lang="en-US" dirty="0"/>
          </a:p>
        </p:txBody>
      </p:sp>
      <p:sp>
        <p:nvSpPr>
          <p:cNvPr id="3" name="Text Placeholder 2"/>
          <p:cNvSpPr>
            <a:spLocks noGrp="1"/>
          </p:cNvSpPr>
          <p:nvPr>
            <p:ph type="body" idx="1"/>
          </p:nvPr>
        </p:nvSpPr>
        <p:spPr>
          <a:xfrm>
            <a:off x="209103" y="4121298"/>
            <a:ext cx="1913299" cy="836626"/>
          </a:xfrm>
        </p:spPr>
        <p:txBody>
          <a:bodyPr anchor="t">
            <a:normAutofit/>
          </a:bodyPr>
          <a:lstStyle>
            <a:lvl1pPr marL="0" indent="0" algn="l">
              <a:buNone/>
              <a:defRPr sz="458">
                <a:gradFill flip="none" rotWithShape="1">
                  <a:gsLst>
                    <a:gs pos="0">
                      <a:schemeClr val="tx1"/>
                    </a:gs>
                    <a:gs pos="100000">
                      <a:schemeClr val="tx1">
                        <a:lumMod val="75000"/>
                      </a:schemeClr>
                    </a:gs>
                  </a:gsLst>
                  <a:lin ang="5400000" scaled="0"/>
                  <a:tileRect/>
                </a:gradFill>
              </a:defRPr>
            </a:lvl1pPr>
            <a:lvl2pPr marL="116449" indent="0">
              <a:buNone/>
              <a:defRPr sz="45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068214305"/>
      </p:ext>
    </p:extLst>
  </p:cSld>
  <p:clrMapOvr>
    <a:masterClrMapping/>
  </p:clrMapOvr>
  <p:hf sldNum="0"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인용문 있는 명함">
    <p:spTree>
      <p:nvGrpSpPr>
        <p:cNvPr id="1" name=""/>
        <p:cNvGrpSpPr/>
        <p:nvPr/>
      </p:nvGrpSpPr>
      <p:grpSpPr>
        <a:xfrm>
          <a:off x="0" y="0"/>
          <a:ext cx="0" cy="0"/>
          <a:chOff x="0" y="0"/>
          <a:chExt cx="0" cy="0"/>
        </a:xfrm>
      </p:grpSpPr>
      <p:sp>
        <p:nvSpPr>
          <p:cNvPr id="13" name="TextBox 12"/>
          <p:cNvSpPr txBox="1"/>
          <p:nvPr/>
        </p:nvSpPr>
        <p:spPr>
          <a:xfrm>
            <a:off x="148692" y="612504"/>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r>
              <a:rPr lang="en-US" sz="2038" dirty="0">
                <a:solidFill>
                  <a:schemeClr val="accent1"/>
                </a:solidFill>
              </a:rPr>
              <a:t>“</a:t>
            </a:r>
          </a:p>
        </p:txBody>
      </p:sp>
      <p:sp>
        <p:nvSpPr>
          <p:cNvPr id="16" name="TextBox 15"/>
          <p:cNvSpPr txBox="1"/>
          <p:nvPr/>
        </p:nvSpPr>
        <p:spPr>
          <a:xfrm>
            <a:off x="2008863" y="2339592"/>
            <a:ext cx="116473" cy="475131"/>
          </a:xfrm>
          <a:prstGeom prst="rect">
            <a:avLst/>
          </a:prstGeom>
        </p:spPr>
        <p:txBody>
          <a:bodyPr vert="horz" lIns="23289" tIns="11644" rIns="23289" bIns="11644" rtlCol="0" anchor="ctr">
            <a:noAutofit/>
          </a:bodyPr>
          <a:lstStyle>
            <a:lvl1pPr>
              <a:spcBef>
                <a:spcPct val="0"/>
              </a:spcBef>
              <a:buNone/>
              <a:defRPr sz="3200" b="0" cap="all">
                <a:ln w="3175" cmpd="sng">
                  <a:noFill/>
                </a:ln>
                <a:effectLst>
                  <a:glow rad="38100">
                    <a:schemeClr val="bg1">
                      <a:lumMod val="65000"/>
                      <a:lumOff val="35000"/>
                      <a:alpha val="40000"/>
                    </a:schemeClr>
                  </a:glow>
                  <a:outerShdw blurRad="28575" dist="38100" dir="14040000" algn="tl" rotWithShape="0">
                    <a:srgbClr val="000000">
                      <a:alpha val="25000"/>
                    </a:srgbClr>
                  </a:outerShdw>
                </a:effectLst>
              </a:defRPr>
            </a:lvl1pPr>
            <a:lvl2pPr>
              <a:defRPr>
                <a:solidFill>
                  <a:schemeClr val="tx2"/>
                </a:solidFill>
              </a:defRPr>
            </a:lvl2pPr>
            <a:lvl3pPr>
              <a:defRPr>
                <a:solidFill>
                  <a:schemeClr val="tx2"/>
                </a:solidFill>
              </a:defRPr>
            </a:lvl3pPr>
            <a:lvl4pPr>
              <a:defRPr>
                <a:solidFill>
                  <a:schemeClr val="tx2"/>
                </a:solidFill>
              </a:defRPr>
            </a:lvl4pPr>
            <a:lvl5pPr>
              <a:defRPr>
                <a:solidFill>
                  <a:schemeClr val="tx2"/>
                </a:solidFill>
              </a:defRPr>
            </a:lvl5pPr>
            <a:lvl6pPr>
              <a:defRPr>
                <a:solidFill>
                  <a:schemeClr val="tx2"/>
                </a:solidFill>
              </a:defRPr>
            </a:lvl6pPr>
            <a:lvl7pPr>
              <a:defRPr>
                <a:solidFill>
                  <a:schemeClr val="tx2"/>
                </a:solidFill>
              </a:defRPr>
            </a:lvl7pPr>
            <a:lvl8pPr>
              <a:defRPr>
                <a:solidFill>
                  <a:schemeClr val="tx2"/>
                </a:solidFill>
              </a:defRPr>
            </a:lvl8pPr>
            <a:lvl9pPr>
              <a:defRPr>
                <a:solidFill>
                  <a:schemeClr val="tx2"/>
                </a:solidFill>
              </a:defRPr>
            </a:lvl9pPr>
          </a:lstStyle>
          <a:p>
            <a:pPr lvl="0" algn="r"/>
            <a:r>
              <a:rPr lang="en-US" sz="2038" dirty="0">
                <a:solidFill>
                  <a:schemeClr val="accent1"/>
                </a:solidFill>
              </a:rPr>
              <a:t>”</a:t>
            </a:r>
          </a:p>
        </p:txBody>
      </p:sp>
      <p:sp>
        <p:nvSpPr>
          <p:cNvPr id="2" name="Title 1"/>
          <p:cNvSpPr>
            <a:spLocks noGrp="1"/>
          </p:cNvSpPr>
          <p:nvPr>
            <p:ph type="title"/>
          </p:nvPr>
        </p:nvSpPr>
        <p:spPr>
          <a:xfrm>
            <a:off x="276322" y="484265"/>
            <a:ext cx="1776220" cy="2311050"/>
          </a:xfrm>
        </p:spPr>
        <p:txBody>
          <a:bodyPr anchor="ctr">
            <a:normAutofit/>
          </a:bodyPr>
          <a:lstStyle>
            <a:lvl1pPr algn="l">
              <a:defRPr sz="713" b="0" cap="all">
                <a:gradFill flip="none" rotWithShape="1">
                  <a:gsLst>
                    <a:gs pos="0">
                      <a:schemeClr val="tx1"/>
                    </a:gs>
                    <a:gs pos="100000">
                      <a:schemeClr val="tx1">
                        <a:lumMod val="75000"/>
                      </a:schemeClr>
                    </a:gs>
                  </a:gsLst>
                  <a:lin ang="5400000" scaled="0"/>
                  <a:tileRect/>
                </a:gradFill>
              </a:defRPr>
            </a:lvl1pPr>
          </a:lstStyle>
          <a:p>
            <a:r>
              <a:rPr lang="ko-KR" altLang="en-US"/>
              <a:t>마스터 제목 스타일 편집</a:t>
            </a:r>
            <a:endParaRPr lang="en-US" dirty="0"/>
          </a:p>
        </p:txBody>
      </p:sp>
      <p:sp>
        <p:nvSpPr>
          <p:cNvPr id="10" name="Text Placeholder 9"/>
          <p:cNvSpPr>
            <a:spLocks noGrp="1"/>
          </p:cNvSpPr>
          <p:nvPr>
            <p:ph type="body" sz="quarter" idx="13"/>
          </p:nvPr>
        </p:nvSpPr>
        <p:spPr>
          <a:xfrm>
            <a:off x="208423" y="3157538"/>
            <a:ext cx="1913299" cy="856100"/>
          </a:xfrm>
        </p:spPr>
        <p:txBody>
          <a:bodyPr vert="horz" lIns="91440" tIns="45720" rIns="91440" bIns="45720" rtlCol="0" anchor="b">
            <a:normAutofit/>
          </a:bodyPr>
          <a:lstStyle>
            <a:lvl1pPr>
              <a:buNone/>
              <a:defRPr lang="en-US" sz="509" b="0" cap="all" dirty="0">
                <a:ln w="3175" cmpd="sng">
                  <a:noFill/>
                </a:ln>
                <a:gradFill flip="none" rotWithShape="1">
                  <a:gsLst>
                    <a:gs pos="0">
                      <a:schemeClr val="tx1"/>
                    </a:gs>
                    <a:gs pos="100000">
                      <a:schemeClr val="tx1">
                        <a:lumMod val="75000"/>
                      </a:schemeClr>
                    </a:gs>
                  </a:gsLst>
                  <a:lin ang="0" scaled="1"/>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4013638"/>
            <a:ext cx="1913299" cy="944286"/>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928643334"/>
      </p:ext>
    </p:extLst>
  </p:cSld>
  <p:clrMapOvr>
    <a:masterClrMapping/>
  </p:clrMapOvr>
  <p:hf sldNum="0"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참 또는 거짓">
    <p:spTree>
      <p:nvGrpSpPr>
        <p:cNvPr id="1" name=""/>
        <p:cNvGrpSpPr/>
        <p:nvPr/>
      </p:nvGrpSpPr>
      <p:grpSpPr>
        <a:xfrm>
          <a:off x="0" y="0"/>
          <a:ext cx="0" cy="0"/>
          <a:chOff x="0" y="0"/>
          <a:chExt cx="0" cy="0"/>
        </a:xfrm>
      </p:grpSpPr>
      <p:sp>
        <p:nvSpPr>
          <p:cNvPr id="2" name="Title 1"/>
          <p:cNvSpPr>
            <a:spLocks noGrp="1"/>
          </p:cNvSpPr>
          <p:nvPr>
            <p:ph type="title"/>
          </p:nvPr>
        </p:nvSpPr>
        <p:spPr>
          <a:xfrm>
            <a:off x="208423" y="484265"/>
            <a:ext cx="1913079" cy="2239886"/>
          </a:xfrm>
        </p:spPr>
        <p:txBody>
          <a:bodyPr vert="horz" lIns="91440" tIns="45720" rIns="91440" bIns="45720" rtlCol="0" anchor="ctr">
            <a:normAutofit/>
          </a:bodyPr>
          <a:lstStyle>
            <a:lvl1pPr>
              <a:defRPr lang="en-US" sz="713" b="0" dirty="0"/>
            </a:lvl1pPr>
          </a:lstStyle>
          <a:p>
            <a:pPr marL="0" lvl="0"/>
            <a:r>
              <a:rPr lang="ko-KR" altLang="en-US"/>
              <a:t>마스터 제목 스타일 편집</a:t>
            </a:r>
            <a:endParaRPr lang="en-US" dirty="0"/>
          </a:p>
        </p:txBody>
      </p:sp>
      <p:sp>
        <p:nvSpPr>
          <p:cNvPr id="10" name="Text Placeholder 9"/>
          <p:cNvSpPr>
            <a:spLocks noGrp="1"/>
          </p:cNvSpPr>
          <p:nvPr>
            <p:ph type="body" sz="quarter" idx="13"/>
          </p:nvPr>
        </p:nvSpPr>
        <p:spPr>
          <a:xfrm>
            <a:off x="208423" y="2992390"/>
            <a:ext cx="1913079" cy="852542"/>
          </a:xfrm>
        </p:spPr>
        <p:txBody>
          <a:bodyPr vert="horz" lIns="91440" tIns="45720" rIns="91440" bIns="45720" rtlCol="0" anchor="b">
            <a:normAutofit/>
          </a:bodyPr>
          <a:lstStyle>
            <a:lvl1pPr>
              <a:buNone/>
              <a:defRPr lang="en-US" sz="611" b="0" cap="all" dirty="0">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defRPr>
            </a:lvl1pPr>
          </a:lstStyle>
          <a:p>
            <a:pPr marL="0" lvl="0">
              <a:spcBef>
                <a:spcPct val="0"/>
              </a:spcBef>
              <a:buNone/>
            </a:pPr>
            <a:r>
              <a:rPr lang="ko-KR" altLang="en-US"/>
              <a:t>마스터 텍스트 스타일을 편집하려면 클릭</a:t>
            </a:r>
          </a:p>
        </p:txBody>
      </p:sp>
      <p:sp>
        <p:nvSpPr>
          <p:cNvPr id="3" name="Text Placeholder 2"/>
          <p:cNvSpPr>
            <a:spLocks noGrp="1"/>
          </p:cNvSpPr>
          <p:nvPr>
            <p:ph type="body" idx="1"/>
          </p:nvPr>
        </p:nvSpPr>
        <p:spPr>
          <a:xfrm>
            <a:off x="208423" y="3844932"/>
            <a:ext cx="1913078" cy="1112992"/>
          </a:xfrm>
        </p:spPr>
        <p:txBody>
          <a:bodyPr anchor="t">
            <a:normAutofit/>
          </a:bodyPr>
          <a:lstStyle>
            <a:lvl1pPr marL="0" indent="0" algn="l">
              <a:buNone/>
              <a:defRPr sz="408">
                <a:gradFill flip="none" rotWithShape="1">
                  <a:gsLst>
                    <a:gs pos="0">
                      <a:schemeClr val="tx1"/>
                    </a:gs>
                    <a:gs pos="100000">
                      <a:schemeClr val="tx1">
                        <a:lumMod val="75000"/>
                      </a:schemeClr>
                    </a:gs>
                  </a:gsLst>
                  <a:lin ang="5400000" scaled="0"/>
                  <a:tileRect/>
                </a:gradFill>
              </a:defRPr>
            </a:lvl1pPr>
            <a:lvl2pPr marL="116449" indent="0">
              <a:buNone/>
              <a:defRPr sz="408">
                <a:solidFill>
                  <a:schemeClr val="tx1">
                    <a:tint val="75000"/>
                  </a:schemeClr>
                </a:solidFill>
              </a:defRPr>
            </a:lvl2pPr>
            <a:lvl3pPr marL="232898" indent="0">
              <a:buNone/>
              <a:defRPr sz="408">
                <a:solidFill>
                  <a:schemeClr val="tx1">
                    <a:tint val="75000"/>
                  </a:schemeClr>
                </a:solidFill>
              </a:defRPr>
            </a:lvl3pPr>
            <a:lvl4pPr marL="349347" indent="0">
              <a:buNone/>
              <a:defRPr sz="357">
                <a:solidFill>
                  <a:schemeClr val="tx1">
                    <a:tint val="75000"/>
                  </a:schemeClr>
                </a:solidFill>
              </a:defRPr>
            </a:lvl4pPr>
            <a:lvl5pPr marL="465795" indent="0">
              <a:buNone/>
              <a:defRPr sz="357">
                <a:solidFill>
                  <a:schemeClr val="tx1">
                    <a:tint val="75000"/>
                  </a:schemeClr>
                </a:solidFill>
              </a:defRPr>
            </a:lvl5pPr>
            <a:lvl6pPr marL="582244" indent="0">
              <a:buNone/>
              <a:defRPr sz="357">
                <a:solidFill>
                  <a:schemeClr val="tx1">
                    <a:tint val="75000"/>
                  </a:schemeClr>
                </a:solidFill>
              </a:defRPr>
            </a:lvl6pPr>
            <a:lvl7pPr marL="698693" indent="0">
              <a:buNone/>
              <a:defRPr sz="357">
                <a:solidFill>
                  <a:schemeClr val="tx1">
                    <a:tint val="75000"/>
                  </a:schemeClr>
                </a:solidFill>
              </a:defRPr>
            </a:lvl7pPr>
            <a:lvl8pPr marL="815142" indent="0">
              <a:buNone/>
              <a:defRPr sz="357">
                <a:solidFill>
                  <a:schemeClr val="tx1">
                    <a:tint val="75000"/>
                  </a:schemeClr>
                </a:solidFill>
              </a:defRPr>
            </a:lvl8pPr>
            <a:lvl9pPr marL="931591" indent="0">
              <a:buNone/>
              <a:defRPr sz="35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704035948"/>
      </p:ext>
    </p:extLst>
  </p:cSld>
  <p:clrMapOvr>
    <a:masterClrMapping/>
  </p:clrMapOvr>
  <p:hf sldNum="0"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7" name="Title 1"/>
          <p:cNvSpPr>
            <a:spLocks noGrp="1"/>
          </p:cNvSpPr>
          <p:nvPr>
            <p:ph type="title"/>
          </p:nvPr>
        </p:nvSpPr>
        <p:spPr>
          <a:xfrm>
            <a:off x="208423" y="484265"/>
            <a:ext cx="1913079" cy="1066390"/>
          </a:xfrm>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222963681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1668638" y="484265"/>
            <a:ext cx="452863" cy="4473659"/>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423" y="484265"/>
            <a:ext cx="1432398" cy="4473659"/>
          </a:xfrm>
        </p:spPr>
        <p:txBody>
          <a:bodyPr vert="eaVert" ancho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endParaRPr lang="ko-Kore-KR" altLang="en-US"/>
          </a:p>
        </p:txBody>
      </p:sp>
      <p:sp>
        <p:nvSpPr>
          <p:cNvPr id="5" name="Footer Placeholder 4"/>
          <p:cNvSpPr>
            <a:spLocks noGrp="1"/>
          </p:cNvSpPr>
          <p:nvPr>
            <p:ph type="ftr" sz="quarter" idx="11"/>
          </p:nvPr>
        </p:nvSpPr>
        <p:spPr/>
        <p:txBody>
          <a:bodyPr/>
          <a:lstStyle/>
          <a:p>
            <a:endParaRPr lang="ko-Kore-KR" altLang="en-US"/>
          </a:p>
        </p:txBody>
      </p:sp>
      <p:sp>
        <p:nvSpPr>
          <p:cNvPr id="6" name="Slide Number Placeholder 5"/>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36757344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423" y="484265"/>
            <a:ext cx="1913079" cy="1066390"/>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423" y="1674480"/>
            <a:ext cx="1913078" cy="3283444"/>
          </a:xfrm>
          <a:prstGeom prst="rect">
            <a:avLst/>
          </a:prstGeom>
        </p:spPr>
        <p:txBody>
          <a:bodyPr vert="horz" lIns="91440" tIns="45720" rIns="91440" bIns="45720" rtlCol="0" anchor="ctr">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1668639" y="5019837"/>
            <a:ext cx="327901"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5" name="Footer Placeholder 4"/>
          <p:cNvSpPr>
            <a:spLocks noGrp="1"/>
          </p:cNvSpPr>
          <p:nvPr>
            <p:ph type="ftr" sz="quarter" idx="3"/>
          </p:nvPr>
        </p:nvSpPr>
        <p:spPr>
          <a:xfrm>
            <a:off x="208423" y="5019837"/>
            <a:ext cx="1432398" cy="296664"/>
          </a:xfrm>
          <a:prstGeom prst="rect">
            <a:avLst/>
          </a:prstGeom>
        </p:spPr>
        <p:txBody>
          <a:bodyPr vert="horz" lIns="91440" tIns="45720" rIns="91440" bIns="45720" rtlCol="0" anchor="ctr"/>
          <a:lstStyle>
            <a:lvl1pPr algn="l">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endParaRPr lang="ko-Kore-KR" altLang="en-US"/>
          </a:p>
        </p:txBody>
      </p:sp>
      <p:sp>
        <p:nvSpPr>
          <p:cNvPr id="6" name="Slide Number Placeholder 5"/>
          <p:cNvSpPr>
            <a:spLocks noGrp="1"/>
          </p:cNvSpPr>
          <p:nvPr>
            <p:ph type="sldNum" sz="quarter" idx="4"/>
          </p:nvPr>
        </p:nvSpPr>
        <p:spPr>
          <a:xfrm>
            <a:off x="2016413" y="5019837"/>
            <a:ext cx="105309" cy="296664"/>
          </a:xfrm>
          <a:prstGeom prst="rect">
            <a:avLst/>
          </a:prstGeom>
        </p:spPr>
        <p:txBody>
          <a:bodyPr vert="horz" lIns="91440" tIns="45720" rIns="91440" bIns="45720" rtlCol="0" anchor="ctr"/>
          <a:lstStyle>
            <a:lvl1pPr algn="r">
              <a:defRPr sz="204" b="1" i="0">
                <a:solidFill>
                  <a:schemeClr val="tx1">
                    <a:lumMod val="75000"/>
                  </a:schemeClr>
                </a:solidFill>
                <a:effectLst>
                  <a:outerShdw blurRad="50800" dist="38100" dir="2700000" algn="tl" rotWithShape="0">
                    <a:srgbClr val="000000">
                      <a:alpha val="43000"/>
                    </a:srgbClr>
                  </a:outerShdw>
                </a:effectLst>
                <a:latin typeface="+mn-lt"/>
              </a:defRPr>
            </a:lvl1pPr>
          </a:lstStyle>
          <a:p>
            <a:pPr marL="0" lvl="0" indent="0" algn="r" rtl="0">
              <a:spcBef>
                <a:spcPts val="0"/>
              </a:spcBef>
              <a:spcAft>
                <a:spcPts val="0"/>
              </a:spcAft>
              <a:buNone/>
            </a:pPr>
            <a:fld id="{00000000-1234-1234-1234-123412341234}" type="slidenum">
              <a:rPr lang="en-US" smtClean="0"/>
              <a:t>‹#›</a:t>
            </a:fld>
            <a:endParaRPr lang="en-US"/>
          </a:p>
        </p:txBody>
      </p:sp>
    </p:spTree>
    <p:extLst>
      <p:ext uri="{BB962C8B-B14F-4D97-AF65-F5344CB8AC3E}">
        <p14:creationId xmlns:p14="http://schemas.microsoft.com/office/powerpoint/2010/main" val="1440670511"/>
      </p:ext>
    </p:extLst>
  </p:cSld>
  <p:clrMap bg1="dk1" tx1="lt1" bg2="dk2" tx2="lt2" accent1="accent1" accent2="accent2" accent3="accent3" accent4="accent4" accent5="accent5" accent6="accent6" hlink="hlink" folHlink="folHlink"/>
  <p:sldLayoutIdLst>
    <p:sldLayoutId id="2147483979" r:id="rId1"/>
    <p:sldLayoutId id="2147483980" r:id="rId2"/>
    <p:sldLayoutId id="2147483981" r:id="rId3"/>
    <p:sldLayoutId id="2147483982" r:id="rId4"/>
    <p:sldLayoutId id="2147483983" r:id="rId5"/>
    <p:sldLayoutId id="2147483984" r:id="rId6"/>
    <p:sldLayoutId id="2147483985" r:id="rId7"/>
    <p:sldLayoutId id="2147483986" r:id="rId8"/>
    <p:sldLayoutId id="2147483987" r:id="rId9"/>
    <p:sldLayoutId id="2147483988" r:id="rId10"/>
    <p:sldLayoutId id="2147483989" r:id="rId11"/>
    <p:sldLayoutId id="2147483990" r:id="rId12"/>
    <p:sldLayoutId id="2147483991" r:id="rId13"/>
    <p:sldLayoutId id="2147483992" r:id="rId14"/>
    <p:sldLayoutId id="2147483993" r:id="rId15"/>
    <p:sldLayoutId id="2147483994" r:id="rId16"/>
    <p:sldLayoutId id="2147483995" r:id="rId17"/>
  </p:sldLayoutIdLst>
  <p:hf sldNum="0" hdr="0" ftr="0" dt="0"/>
  <p:txStyles>
    <p:titleStyle>
      <a:lvl1pPr algn="l" defTabSz="116449" rtl="0" eaLnBrk="1" latinLnBrk="0" hangingPunct="1">
        <a:spcBef>
          <a:spcPct val="0"/>
        </a:spcBef>
        <a:buNone/>
        <a:defRPr sz="713" kern="1200" cap="all">
          <a:ln w="3175" cmpd="sng">
            <a:noFill/>
          </a:ln>
          <a:gradFill flip="none" rotWithShape="1">
            <a:gsLst>
              <a:gs pos="0">
                <a:schemeClr val="tx1"/>
              </a:gs>
              <a:gs pos="100000">
                <a:schemeClr val="tx1">
                  <a:lumMod val="75000"/>
                </a:schemeClr>
              </a:gs>
            </a:gsLst>
            <a:lin ang="5400000" scaled="0"/>
            <a:tileRect/>
          </a:gradFill>
          <a:effectLst>
            <a:glow rad="38100">
              <a:schemeClr val="bg1">
                <a:lumMod val="65000"/>
                <a:lumOff val="35000"/>
                <a:alpha val="40000"/>
              </a:schemeClr>
            </a:glow>
            <a:outerShdw blurRad="28575" dist="38100" dir="14040000" algn="tl" rotWithShape="0">
              <a:srgbClr val="000000">
                <a:alpha val="25000"/>
              </a:srgbClr>
            </a:outerShdw>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72781" indent="-72781" algn="l" defTabSz="116449" rtl="0" eaLnBrk="1" latinLnBrk="0" hangingPunct="1">
        <a:spcBef>
          <a:spcPct val="20000"/>
        </a:spcBef>
        <a:spcAft>
          <a:spcPts val="153"/>
        </a:spcAft>
        <a:buClr>
          <a:schemeClr val="tx1"/>
        </a:buClr>
        <a:buSzPct val="130000"/>
        <a:buFont typeface="Arial"/>
        <a:buChar char="•"/>
        <a:defRPr sz="45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1pPr>
      <a:lvl2pPr marL="189229" indent="-72781" algn="l" defTabSz="116449" rtl="0" eaLnBrk="1" latinLnBrk="0" hangingPunct="1">
        <a:spcBef>
          <a:spcPct val="20000"/>
        </a:spcBef>
        <a:spcAft>
          <a:spcPts val="153"/>
        </a:spcAft>
        <a:buClr>
          <a:schemeClr val="tx1"/>
        </a:buClr>
        <a:buSzPct val="130000"/>
        <a:buFont typeface="Arial"/>
        <a:buChar char="•"/>
        <a:defRPr sz="408"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2pPr>
      <a:lvl3pPr marL="305678" indent="-72781"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3pPr>
      <a:lvl4pPr marL="393015" indent="-43668" algn="l" defTabSz="116449" rtl="0" eaLnBrk="1" latinLnBrk="0" hangingPunct="1">
        <a:spcBef>
          <a:spcPct val="20000"/>
        </a:spcBef>
        <a:spcAft>
          <a:spcPts val="153"/>
        </a:spcAft>
        <a:buClr>
          <a:schemeClr val="tx1"/>
        </a:buClr>
        <a:buSzPct val="130000"/>
        <a:buFont typeface="Arial"/>
        <a:buChar char="•"/>
        <a:defRPr sz="357"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4pPr>
      <a:lvl5pPr marL="509464" indent="-43668" algn="l" defTabSz="116449" rtl="0" eaLnBrk="1" latinLnBrk="0" hangingPunct="1">
        <a:spcBef>
          <a:spcPct val="20000"/>
        </a:spcBef>
        <a:spcAft>
          <a:spcPts val="153"/>
        </a:spcAft>
        <a:buClr>
          <a:schemeClr val="tx1"/>
        </a:buClr>
        <a:buSzPct val="130000"/>
        <a:buFont typeface="Arial"/>
        <a:buChar char="•"/>
        <a:defRPr sz="306"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5pPr>
      <a:lvl6pPr marL="640469"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6pPr>
      <a:lvl7pPr marL="756917"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7pPr>
      <a:lvl8pPr marL="873366" indent="-58224" algn="l" defTabSz="116449" rtl="0" eaLnBrk="1" latinLnBrk="0" hangingPunct="1">
        <a:spcBef>
          <a:spcPct val="20000"/>
        </a:spcBef>
        <a:spcAft>
          <a:spcPts val="153"/>
        </a:spcAft>
        <a:buClr>
          <a:schemeClr val="tx1"/>
        </a:buClr>
        <a:buSzPct val="13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8pPr>
      <a:lvl9pPr marL="989815" indent="-58224" algn="l" defTabSz="116449" rtl="0" eaLnBrk="1" latinLnBrk="0" hangingPunct="1">
        <a:spcBef>
          <a:spcPct val="20000"/>
        </a:spcBef>
        <a:spcAft>
          <a:spcPts val="153"/>
        </a:spcAft>
        <a:buClr>
          <a:schemeClr val="tx1"/>
        </a:buClr>
        <a:buSzPct val="100000"/>
        <a:buFont typeface="Arial"/>
        <a:buChar char="•"/>
        <a:defRPr sz="280" kern="1200" cap="small">
          <a:gradFill flip="none" rotWithShape="1">
            <a:gsLst>
              <a:gs pos="0">
                <a:schemeClr val="tx1"/>
              </a:gs>
              <a:gs pos="100000">
                <a:schemeClr val="tx1">
                  <a:lumMod val="75000"/>
                </a:schemeClr>
              </a:gs>
            </a:gsLst>
            <a:lin ang="5400000" scaled="0"/>
            <a:tileRect/>
          </a:gradFill>
          <a:effectLst>
            <a:glow rad="38100">
              <a:schemeClr val="bg1">
                <a:lumMod val="50000"/>
                <a:lumOff val="50000"/>
                <a:alpha val="20000"/>
              </a:schemeClr>
            </a:glow>
            <a:outerShdw blurRad="44450" dist="12700" dir="13860000" algn="tl" rotWithShape="0">
              <a:srgbClr val="000000">
                <a:alpha val="20000"/>
              </a:srgbClr>
            </a:outerShdw>
          </a:effectLst>
          <a:latin typeface="+mn-lt"/>
          <a:ea typeface="+mn-ea"/>
          <a:cs typeface="+mn-cs"/>
        </a:defRPr>
      </a:lvl9pPr>
    </p:bodyStyle>
    <p:otherStyle>
      <a:defPPr>
        <a:defRPr lang="en-US"/>
      </a:defPPr>
      <a:lvl1pPr marL="0" algn="l" defTabSz="116449" rtl="0" eaLnBrk="1" latinLnBrk="0" hangingPunct="1">
        <a:defRPr sz="458" kern="1200">
          <a:solidFill>
            <a:schemeClr val="tx1"/>
          </a:solidFill>
          <a:latin typeface="+mn-lt"/>
          <a:ea typeface="+mn-ea"/>
          <a:cs typeface="+mn-cs"/>
        </a:defRPr>
      </a:lvl1pPr>
      <a:lvl2pPr marL="116449" algn="l" defTabSz="116449" rtl="0" eaLnBrk="1" latinLnBrk="0" hangingPunct="1">
        <a:defRPr sz="458" kern="1200">
          <a:solidFill>
            <a:schemeClr val="tx1"/>
          </a:solidFill>
          <a:latin typeface="+mn-lt"/>
          <a:ea typeface="+mn-ea"/>
          <a:cs typeface="+mn-cs"/>
        </a:defRPr>
      </a:lvl2pPr>
      <a:lvl3pPr marL="232898" algn="l" defTabSz="116449" rtl="0" eaLnBrk="1" latinLnBrk="0" hangingPunct="1">
        <a:defRPr sz="458" kern="1200">
          <a:solidFill>
            <a:schemeClr val="tx1"/>
          </a:solidFill>
          <a:latin typeface="+mn-lt"/>
          <a:ea typeface="+mn-ea"/>
          <a:cs typeface="+mn-cs"/>
        </a:defRPr>
      </a:lvl3pPr>
      <a:lvl4pPr marL="349347" algn="l" defTabSz="116449" rtl="0" eaLnBrk="1" latinLnBrk="0" hangingPunct="1">
        <a:defRPr sz="458" kern="1200">
          <a:solidFill>
            <a:schemeClr val="tx1"/>
          </a:solidFill>
          <a:latin typeface="+mn-lt"/>
          <a:ea typeface="+mn-ea"/>
          <a:cs typeface="+mn-cs"/>
        </a:defRPr>
      </a:lvl4pPr>
      <a:lvl5pPr marL="465795" algn="l" defTabSz="116449" rtl="0" eaLnBrk="1" latinLnBrk="0" hangingPunct="1">
        <a:defRPr sz="458" kern="1200">
          <a:solidFill>
            <a:schemeClr val="tx1"/>
          </a:solidFill>
          <a:latin typeface="+mn-lt"/>
          <a:ea typeface="+mn-ea"/>
          <a:cs typeface="+mn-cs"/>
        </a:defRPr>
      </a:lvl5pPr>
      <a:lvl6pPr marL="582244" algn="l" defTabSz="116449" rtl="0" eaLnBrk="1" latinLnBrk="0" hangingPunct="1">
        <a:defRPr sz="458" kern="1200">
          <a:solidFill>
            <a:schemeClr val="tx1"/>
          </a:solidFill>
          <a:latin typeface="+mn-lt"/>
          <a:ea typeface="+mn-ea"/>
          <a:cs typeface="+mn-cs"/>
        </a:defRPr>
      </a:lvl6pPr>
      <a:lvl7pPr marL="698693" algn="l" defTabSz="116449" rtl="0" eaLnBrk="1" latinLnBrk="0" hangingPunct="1">
        <a:defRPr sz="458" kern="1200">
          <a:solidFill>
            <a:schemeClr val="tx1"/>
          </a:solidFill>
          <a:latin typeface="+mn-lt"/>
          <a:ea typeface="+mn-ea"/>
          <a:cs typeface="+mn-cs"/>
        </a:defRPr>
      </a:lvl7pPr>
      <a:lvl8pPr marL="815142" algn="l" defTabSz="116449" rtl="0" eaLnBrk="1" latinLnBrk="0" hangingPunct="1">
        <a:defRPr sz="458" kern="1200">
          <a:solidFill>
            <a:schemeClr val="tx1"/>
          </a:solidFill>
          <a:latin typeface="+mn-lt"/>
          <a:ea typeface="+mn-ea"/>
          <a:cs typeface="+mn-cs"/>
        </a:defRPr>
      </a:lvl8pPr>
      <a:lvl9pPr marL="931591" algn="l" defTabSz="116449" rtl="0" eaLnBrk="1" latinLnBrk="0" hangingPunct="1">
        <a:defRPr sz="458"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hyperlink" Target="https://flyingdeuk.github.io/posts/A330-kneeboard/" TargetMode="External"/><Relationship Id="rId13" Type="http://schemas.openxmlformats.org/officeDocument/2006/relationships/slide" Target="slide34.xml"/><Relationship Id="rId3" Type="http://schemas.openxmlformats.org/officeDocument/2006/relationships/slide" Target="slide3.xml"/><Relationship Id="rId7" Type="http://schemas.openxmlformats.org/officeDocument/2006/relationships/hyperlink" Target="https://flyingdeuk.github.io/posts/B737-kneeboard/" TargetMode="External"/><Relationship Id="rId12" Type="http://schemas.openxmlformats.org/officeDocument/2006/relationships/slide" Target="slide33.xml"/><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slide" Target="slide10.xml"/><Relationship Id="rId11" Type="http://schemas.openxmlformats.org/officeDocument/2006/relationships/slide" Target="slide31.xml"/><Relationship Id="rId5" Type="http://schemas.openxmlformats.org/officeDocument/2006/relationships/slide" Target="slide8.xml"/><Relationship Id="rId10" Type="http://schemas.openxmlformats.org/officeDocument/2006/relationships/slide" Target="slide28.xml"/><Relationship Id="rId4" Type="http://schemas.openxmlformats.org/officeDocument/2006/relationships/slide" Target="slide6.xml"/><Relationship Id="rId9" Type="http://schemas.openxmlformats.org/officeDocument/2006/relationships/slide" Target="slide27.xml"/><Relationship Id="rId14" Type="http://schemas.openxmlformats.org/officeDocument/2006/relationships/slide" Target="slide36.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8" Type="http://schemas.openxmlformats.org/officeDocument/2006/relationships/slide" Target="slide18.xml"/><Relationship Id="rId3" Type="http://schemas.openxmlformats.org/officeDocument/2006/relationships/slide" Target="slide13.xml"/><Relationship Id="rId7" Type="http://schemas.openxmlformats.org/officeDocument/2006/relationships/slide" Target="slide17.xml"/><Relationship Id="rId2" Type="http://schemas.openxmlformats.org/officeDocument/2006/relationships/notesSlide" Target="../notesSlides/notesSlide3.xml"/><Relationship Id="rId1" Type="http://schemas.openxmlformats.org/officeDocument/2006/relationships/slideLayout" Target="../slideLayouts/slideLayout1.xml"/><Relationship Id="rId6" Type="http://schemas.openxmlformats.org/officeDocument/2006/relationships/slide" Target="slide16.xml"/><Relationship Id="rId5" Type="http://schemas.openxmlformats.org/officeDocument/2006/relationships/slide" Target="slide15.xml"/><Relationship Id="rId10" Type="http://schemas.openxmlformats.org/officeDocument/2006/relationships/slide" Target="slide20.xml"/><Relationship Id="rId4" Type="http://schemas.openxmlformats.org/officeDocument/2006/relationships/slide" Target="slide14.xml"/><Relationship Id="rId9" Type="http://schemas.openxmlformats.org/officeDocument/2006/relationships/slide" Target="slide19.xml"/></Relationships>
</file>

<file path=ppt/slides/_rels/slide4.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slide" Target="slide3.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8" Type="http://schemas.openxmlformats.org/officeDocument/2006/relationships/slide" Target="slide26.xml"/><Relationship Id="rId13" Type="http://schemas.openxmlformats.org/officeDocument/2006/relationships/slide" Target="slide33.xml"/><Relationship Id="rId18" Type="http://schemas.openxmlformats.org/officeDocument/2006/relationships/slide" Target="slide38.xml"/><Relationship Id="rId3" Type="http://schemas.openxmlformats.org/officeDocument/2006/relationships/slide" Target="slide21.xml"/><Relationship Id="rId7" Type="http://schemas.openxmlformats.org/officeDocument/2006/relationships/slide" Target="slide25.xml"/><Relationship Id="rId12" Type="http://schemas.openxmlformats.org/officeDocument/2006/relationships/slide" Target="slide32.xml"/><Relationship Id="rId17" Type="http://schemas.openxmlformats.org/officeDocument/2006/relationships/slide" Target="slide37.xml"/><Relationship Id="rId2" Type="http://schemas.openxmlformats.org/officeDocument/2006/relationships/notesSlide" Target="../notesSlides/notesSlide6.xml"/><Relationship Id="rId16" Type="http://schemas.openxmlformats.org/officeDocument/2006/relationships/slide" Target="slide36.xml"/><Relationship Id="rId1" Type="http://schemas.openxmlformats.org/officeDocument/2006/relationships/slideLayout" Target="../slideLayouts/slideLayout1.xml"/><Relationship Id="rId6" Type="http://schemas.openxmlformats.org/officeDocument/2006/relationships/slide" Target="slide24.xml"/><Relationship Id="rId11" Type="http://schemas.openxmlformats.org/officeDocument/2006/relationships/slide" Target="slide31.xml"/><Relationship Id="rId5" Type="http://schemas.openxmlformats.org/officeDocument/2006/relationships/slide" Target="slide23.xml"/><Relationship Id="rId15" Type="http://schemas.openxmlformats.org/officeDocument/2006/relationships/slide" Target="slide35.xml"/><Relationship Id="rId10" Type="http://schemas.openxmlformats.org/officeDocument/2006/relationships/slide" Target="slide30.xml"/><Relationship Id="rId4" Type="http://schemas.openxmlformats.org/officeDocument/2006/relationships/slide" Target="slide22.xml"/><Relationship Id="rId9" Type="http://schemas.openxmlformats.org/officeDocument/2006/relationships/slide" Target="slide29.xml"/><Relationship Id="rId14" Type="http://schemas.openxmlformats.org/officeDocument/2006/relationships/slide" Target="slide34.xml"/></Relationships>
</file>

<file path=ppt/slides/_rels/slide7.xml.rels><?xml version="1.0" encoding="UTF-8" standalone="yes"?>
<Relationships xmlns="http://schemas.openxmlformats.org/package/2006/relationships"><Relationship Id="rId3" Type="http://schemas.openxmlformats.org/officeDocument/2006/relationships/slide" Target="slide6.xml"/><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slide" Target="slide39.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slide" Target="slide10.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SS-GMP/" TargetMode="External"/><Relationship Id="rId7" Type="http://schemas.openxmlformats.org/officeDocument/2006/relationships/slide" Target="slide3.xml"/><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4.jpg"/><Relationship Id="rId5" Type="http://schemas.openxmlformats.org/officeDocument/2006/relationships/image" Target="../media/image3.png"/><Relationship Id="rId4" Type="http://schemas.openxmlformats.org/officeDocument/2006/relationships/hyperlink" Target="https://flyingdeuk.github.io/posts/RKPC-CJU/" TargetMode="External"/></Relationships>
</file>

<file path=ppt/slides/_rels/slide14.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jpg"/><Relationship Id="rId4" Type="http://schemas.openxmlformats.org/officeDocument/2006/relationships/hyperlink" Target="https://flyingdeuk.github.io/posts/RKSS-GMP/" TargetMode="External"/></Relationships>
</file>

<file path=ppt/slides/_rels/slide15.xml.rels><?xml version="1.0" encoding="UTF-8" standalone="yes"?>
<Relationships xmlns="http://schemas.openxmlformats.org/package/2006/relationships"><Relationship Id="rId8" Type="http://schemas.openxmlformats.org/officeDocument/2006/relationships/slide" Target="slide3.xml"/><Relationship Id="rId3" Type="http://schemas.openxmlformats.org/officeDocument/2006/relationships/image" Target="../media/image4.jpg"/><Relationship Id="rId7"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hyperlink" Target="https://flyingdeuk.github.io/posts/RKPK-PUS/" TargetMode="External"/><Relationship Id="rId5" Type="http://schemas.openxmlformats.org/officeDocument/2006/relationships/hyperlink" Target="https://flyingdeuk.github.io/posts/RKSS-GMP/" TargetMode="External"/><Relationship Id="rId4" Type="http://schemas.openxmlformats.org/officeDocument/2006/relationships/slide" Target="slide38.xml"/><Relationship Id="rId9" Type="http://schemas.openxmlformats.org/officeDocument/2006/relationships/slide" Target="slide4.xml"/></Relationships>
</file>

<file path=ppt/slides/_rels/slide16.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K-PUS/" TargetMode="External"/><Relationship Id="rId7" Type="http://schemas.openxmlformats.org/officeDocument/2006/relationships/slide" Target="slide3.xml"/><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7.jpg"/><Relationship Id="rId4" Type="http://schemas.openxmlformats.org/officeDocument/2006/relationships/hyperlink" Target="https://flyingdeuk.github.io/posts/RKSS-GMP/" TargetMode="External"/></Relationships>
</file>

<file path=ppt/slides/_rels/slide17.xml.rels><?xml version="1.0" encoding="UTF-8" standalone="yes"?>
<Relationships xmlns="http://schemas.openxmlformats.org/package/2006/relationships"><Relationship Id="rId8" Type="http://schemas.openxmlformats.org/officeDocument/2006/relationships/slide" Target="slide4.xml"/><Relationship Id="rId3" Type="http://schemas.openxmlformats.org/officeDocument/2006/relationships/hyperlink" Target="https://flyingdeuk.github.io/posts/RKPC-CJU/" TargetMode="External"/><Relationship Id="rId7" Type="http://schemas.openxmlformats.org/officeDocument/2006/relationships/slide" Target="slide3.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slide" Target="slide38.xml"/><Relationship Id="rId5" Type="http://schemas.openxmlformats.org/officeDocument/2006/relationships/image" Target="../media/image8.jpg"/><Relationship Id="rId4" Type="http://schemas.openxmlformats.org/officeDocument/2006/relationships/hyperlink" Target="https://flyingdeuk.github.io/posts/RKPK-PUS/" TargetMode="External"/></Relationships>
</file>

<file path=ppt/slides/_rels/slide18.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slide" Target="slide4.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image" Target="../media/image9.jpg"/><Relationship Id="rId4" Type="http://schemas.openxmlformats.org/officeDocument/2006/relationships/hyperlink" Target="https://flyingdeuk.github.io/posts/RKPC-CJU/" TargetMode="External"/></Relationships>
</file>

<file path=ppt/slides/_rels/slide19.xml.rels><?xml version="1.0" encoding="UTF-8" standalone="yes"?>
<Relationships xmlns="http://schemas.openxmlformats.org/package/2006/relationships"><Relationship Id="rId3" Type="http://schemas.openxmlformats.org/officeDocument/2006/relationships/slide" Target="slide38.xml"/><Relationship Id="rId7" Type="http://schemas.openxmlformats.org/officeDocument/2006/relationships/slide" Target="slide4.xml"/><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slide" Target="slide3.xml"/><Relationship Id="rId5" Type="http://schemas.openxmlformats.org/officeDocument/2006/relationships/hyperlink" Target="https://flyingdeuk.github.io/posts/RKPK-PUS/" TargetMode="External"/><Relationship Id="rId4" Type="http://schemas.openxmlformats.org/officeDocument/2006/relationships/hyperlink" Target="https://flyingdeuk.github.io/posts/RKSI-ICN/" TargetMode="External"/></Relationships>
</file>

<file path=ppt/slides/_rels/slide20.xml.rels><?xml version="1.0" encoding="UTF-8" standalone="yes"?>
<Relationships xmlns="http://schemas.openxmlformats.org/package/2006/relationships"><Relationship Id="rId3" Type="http://schemas.openxmlformats.org/officeDocument/2006/relationships/hyperlink" Target="https://flyingdeuk.github.io/posts/RKPK-PUS/" TargetMode="External"/><Relationship Id="rId7" Type="http://schemas.openxmlformats.org/officeDocument/2006/relationships/image" Target="../media/image9.jp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3.xml"/><Relationship Id="rId4" Type="http://schemas.openxmlformats.org/officeDocument/2006/relationships/hyperlink" Target="https://flyingdeuk.github.io/posts/RKSI-ICN/" TargetMode="External"/></Relationships>
</file>

<file path=ppt/slides/_rels/slide21.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BB-KIX/" TargetMode="External"/></Relationships>
</file>

<file path=ppt/slides/_rels/slide22.xml.rels><?xml version="1.0" encoding="UTF-8" standalone="yes"?>
<Relationships xmlns="http://schemas.openxmlformats.org/package/2006/relationships"><Relationship Id="rId3" Type="http://schemas.openxmlformats.org/officeDocument/2006/relationships/hyperlink" Target="https://flyingdeuk.github.io/posts/RJBB-KIX/" TargetMode="External"/><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slide" Target="slide4.xml"/><Relationship Id="rId4" Type="http://schemas.openxmlformats.org/officeDocument/2006/relationships/hyperlink" Target="https://flyingdeuk.github.io/posts/RKSI-ICN/"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AA-NRT/" TargetMode="External"/></Relationships>
</file>

<file path=ppt/slides/_rels/slide24.xml.rels><?xml version="1.0" encoding="UTF-8" standalone="yes"?>
<Relationships xmlns="http://schemas.openxmlformats.org/package/2006/relationships"><Relationship Id="rId3" Type="http://schemas.openxmlformats.org/officeDocument/2006/relationships/hyperlink" Target="https://flyingdeuk.github.io/posts/RJAA-NRT/" TargetMode="External"/><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slide" Target="slide4.xml"/><Relationship Id="rId5" Type="http://schemas.openxmlformats.org/officeDocument/2006/relationships/slide" Target="slide6.xml"/><Relationship Id="rId4" Type="http://schemas.openxmlformats.org/officeDocument/2006/relationships/hyperlink" Target="https://flyingdeuk.github.io/posts/RKSI-ICN/" TargetMode="External"/></Relationships>
</file>

<file path=ppt/slides/_rels/slide25.xml.rels><?xml version="1.0" encoding="UTF-8" standalone="yes"?>
<Relationships xmlns="http://schemas.openxmlformats.org/package/2006/relationships"><Relationship Id="rId3" Type="http://schemas.openxmlformats.org/officeDocument/2006/relationships/hyperlink" Target="https://flyingdeuk.github.io/posts/RKSI-ICN/" TargetMode="External"/><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slide" Target="slide7.xml"/><Relationship Id="rId5" Type="http://schemas.openxmlformats.org/officeDocument/2006/relationships/slide" Target="slide6.xml"/><Relationship Id="rId4" Type="http://schemas.openxmlformats.org/officeDocument/2006/relationships/hyperlink" Target="https://flyingdeuk.github.io/posts/RJTT-HND/" TargetMode="External"/></Relationships>
</file>

<file path=ppt/slides/_rels/slide26.xml.rels><?xml version="1.0" encoding="UTF-8" standalone="yes"?>
<Relationships xmlns="http://schemas.openxmlformats.org/package/2006/relationships"><Relationship Id="rId3" Type="http://schemas.openxmlformats.org/officeDocument/2006/relationships/hyperlink" Target="https://flyingdeuk.github.io/posts/RJTT-HND/" TargetMode="External"/><Relationship Id="rId7" Type="http://schemas.openxmlformats.org/officeDocument/2006/relationships/slide" Target="slide4.xml"/><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slide" Target="slide6.xml"/><Relationship Id="rId5" Type="http://schemas.openxmlformats.org/officeDocument/2006/relationships/image" Target="../media/image10.png"/><Relationship Id="rId4" Type="http://schemas.openxmlformats.org/officeDocument/2006/relationships/hyperlink" Target="https://flyingdeuk.github.io/posts/RKSI-ICN/" TargetMode="Externa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slide" Target="slide8.xml"/><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slide" Target="slide3.xml"/><Relationship Id="rId4" Type="http://schemas.openxmlformats.org/officeDocument/2006/relationships/slide" Target="slide6.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slide" Target="slide33.xml"/><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310.png"/><Relationship Id="rId2" Type="http://schemas.openxmlformats.org/officeDocument/2006/relationships/notesSlide" Target="../notesSlides/notesSlide35.xml"/><Relationship Id="rId1" Type="http://schemas.openxmlformats.org/officeDocument/2006/relationships/slideLayout" Target="../slideLayouts/slideLayout2.xml"/><Relationship Id="rId4" Type="http://schemas.openxmlformats.org/officeDocument/2006/relationships/slide" Target="slide33.xml"/></Relationships>
</file>

<file path=ppt/slides/_rels/slide3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39.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slide" Target="slide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692784493"/>
              </p:ext>
            </p:extLst>
          </p:nvPr>
        </p:nvGraphicFramePr>
        <p:xfrm>
          <a:off x="98101" y="1122494"/>
          <a:ext cx="2132650" cy="1973732"/>
        </p:xfrm>
        <a:graphic>
          <a:graphicData uri="http://schemas.openxmlformats.org/drawingml/2006/table">
            <a:tbl>
              <a:tblPr firstRow="1" bandRow="1">
                <a:noFill/>
                <a:tableStyleId>{A521BE36-7E6F-4EC9-8D66-1CF97A6895EC}</a:tableStyleId>
              </a:tblPr>
              <a:tblGrid>
                <a:gridCol w="2132650">
                  <a:extLst>
                    <a:ext uri="{9D8B030D-6E8A-4147-A177-3AD203B41FA5}">
                      <a16:colId xmlns:a16="http://schemas.microsoft.com/office/drawing/2014/main" val="20000"/>
                    </a:ext>
                  </a:extLst>
                </a:gridCol>
              </a:tblGrid>
              <a:tr h="493433">
                <a:tc>
                  <a:txBody>
                    <a:bodyPr/>
                    <a:lstStyle/>
                    <a:p>
                      <a:pPr marL="0" marR="0" lvl="0" indent="0" algn="ctr" rtl="0">
                        <a:spcBef>
                          <a:spcPts val="0"/>
                        </a:spcBef>
                        <a:spcAft>
                          <a:spcPts val="0"/>
                        </a:spcAft>
                        <a:buNone/>
                      </a:pPr>
                      <a:r>
                        <a:rPr lang="en-US" sz="2400" b="1" u="none" strike="noStrike" cap="none" dirty="0">
                          <a:solidFill>
                            <a:schemeClr val="bg1"/>
                          </a:solidFill>
                          <a:latin typeface="Calibri"/>
                          <a:cs typeface="Calibri"/>
                          <a:sym typeface="Calibri"/>
                          <a:hlinkClick r:id="rId3" action="ppaction://hlinksldjump">
                            <a:extLst>
                              <a:ext uri="{A12FA001-AC4F-418D-AE19-62706E023703}">
                                <ahyp:hlinkClr xmlns:ahyp="http://schemas.microsoft.com/office/drawing/2018/hyperlinkcolor" val="tx"/>
                              </a:ext>
                            </a:extLst>
                          </a:hlinkClick>
                        </a:rPr>
                        <a:t>Domestic</a:t>
                      </a:r>
                      <a:endParaRPr sz="2400" b="1" u="none" strike="noStrike" cap="none" dirty="0">
                        <a:solidFill>
                          <a:schemeClr val="bg1"/>
                        </a:solidFill>
                        <a:latin typeface="Calibri"/>
                        <a:cs typeface="Calibri"/>
                        <a:sym typeface="Calibri"/>
                      </a:endParaRPr>
                    </a:p>
                  </a:txBody>
                  <a:tcPr marL="0" marR="0" marT="0" marB="0" anchor="ctr"/>
                </a:tc>
                <a:extLst>
                  <a:ext uri="{0D108BD9-81ED-4DB2-BD59-A6C34878D82A}">
                    <a16:rowId xmlns:a16="http://schemas.microsoft.com/office/drawing/2014/main" val="10000"/>
                  </a:ext>
                </a:extLst>
              </a:tr>
              <a:tr h="493433">
                <a:tc>
                  <a:txBody>
                    <a:bodyPr/>
                    <a:lstStyle/>
                    <a:p>
                      <a:pPr marL="0" marR="0" lvl="0" indent="0" algn="ctr" rtl="0">
                        <a:spcBef>
                          <a:spcPts val="0"/>
                        </a:spcBef>
                        <a:spcAft>
                          <a:spcPts val="0"/>
                        </a:spcAft>
                        <a:buNone/>
                      </a:pPr>
                      <a:r>
                        <a:rPr lang="en-US" sz="2400" b="1" u="none" strike="noStrike" cap="none" dirty="0">
                          <a:solidFill>
                            <a:srgbClr val="0070C0"/>
                          </a:solidFill>
                          <a:latin typeface="Calibri"/>
                          <a:ea typeface="Calibri"/>
                          <a:cs typeface="Calibri"/>
                          <a:sym typeface="Calibri"/>
                          <a:hlinkClick r:id="rId4" action="ppaction://hlinksldjump">
                            <a:extLst>
                              <a:ext uri="{A12FA001-AC4F-418D-AE19-62706E023703}">
                                <ahyp:hlinkClr xmlns:ahyp="http://schemas.microsoft.com/office/drawing/2018/hyperlinkcolor" val="tx"/>
                              </a:ext>
                            </a:extLst>
                          </a:hlinkClick>
                        </a:rPr>
                        <a:t>Japan</a:t>
                      </a:r>
                      <a:endParaRPr sz="2400" b="1" u="none" strike="noStrike" cap="none" dirty="0">
                        <a:solidFill>
                          <a:srgbClr val="0070C0"/>
                        </a:solidFill>
                        <a:latin typeface="Calibri"/>
                        <a:cs typeface="Calibri"/>
                        <a:sym typeface="Calibri"/>
                      </a:endParaRPr>
                    </a:p>
                  </a:txBody>
                  <a:tcPr marL="0" marR="0" marT="0" marB="0" anchor="ctr"/>
                </a:tc>
                <a:extLst>
                  <a:ext uri="{0D108BD9-81ED-4DB2-BD59-A6C34878D82A}">
                    <a16:rowId xmlns:a16="http://schemas.microsoft.com/office/drawing/2014/main" val="10001"/>
                  </a:ext>
                </a:extLst>
              </a:tr>
              <a:tr h="493433">
                <a:tc>
                  <a:txBody>
                    <a:bodyPr/>
                    <a:lstStyle/>
                    <a:p>
                      <a:pPr marL="0" marR="0" lvl="0" indent="0" algn="ctr" rtl="0">
                        <a:spcBef>
                          <a:spcPts val="0"/>
                        </a:spcBef>
                        <a:spcAft>
                          <a:spcPts val="0"/>
                        </a:spcAft>
                        <a:buNone/>
                      </a:pPr>
                      <a:r>
                        <a:rPr lang="en-US" sz="2400" b="1" u="none" strike="noStrike" cap="none" dirty="0">
                          <a:solidFill>
                            <a:srgbClr val="00B050"/>
                          </a:solidFill>
                          <a:latin typeface="Calibri"/>
                          <a:ea typeface="Calibri"/>
                          <a:cs typeface="Calibri"/>
                          <a:sym typeface="Calibri"/>
                          <a:hlinkClick r:id="rId5" action="ppaction://hlinksldjump">
                            <a:extLst>
                              <a:ext uri="{A12FA001-AC4F-418D-AE19-62706E023703}">
                                <ahyp:hlinkClr xmlns:ahyp="http://schemas.microsoft.com/office/drawing/2018/hyperlinkcolor" val="tx"/>
                              </a:ext>
                            </a:extLst>
                          </a:hlinkClick>
                        </a:rPr>
                        <a:t>China</a:t>
                      </a:r>
                      <a:endParaRPr lang="en-US" altLang="ko-Kore-KR" sz="2400" b="1" u="none" strike="noStrike" cap="none" dirty="0">
                        <a:solidFill>
                          <a:srgbClr val="00B050"/>
                        </a:solidFill>
                        <a:latin typeface="Calibri"/>
                        <a:cs typeface="Calibri"/>
                        <a:sym typeface="Calibri"/>
                      </a:endParaRPr>
                    </a:p>
                  </a:txBody>
                  <a:tcPr marL="0" marR="0" marT="0" marB="0" anchor="ctr"/>
                </a:tc>
                <a:extLst>
                  <a:ext uri="{0D108BD9-81ED-4DB2-BD59-A6C34878D82A}">
                    <a16:rowId xmlns:a16="http://schemas.microsoft.com/office/drawing/2014/main" val="10002"/>
                  </a:ext>
                </a:extLst>
              </a:tr>
              <a:tr h="493433">
                <a:tc>
                  <a:txBody>
                    <a:bodyPr/>
                    <a:lstStyle/>
                    <a:p>
                      <a:pPr marL="0" marR="0" lvl="0" indent="0" algn="ctr" rtl="0">
                        <a:spcBef>
                          <a:spcPts val="0"/>
                        </a:spcBef>
                        <a:spcAft>
                          <a:spcPts val="0"/>
                        </a:spcAft>
                        <a:buNone/>
                      </a:pPr>
                      <a:r>
                        <a:rPr lang="en-US" sz="2400" b="1" u="none" strike="noStrike" cap="none" dirty="0">
                          <a:solidFill>
                            <a:srgbClr val="AA47F5"/>
                          </a:solidFill>
                          <a:latin typeface="Calibri"/>
                          <a:ea typeface="Calibri"/>
                          <a:cs typeface="Calibri"/>
                          <a:sym typeface="Calibri"/>
                          <a:hlinkClick r:id="rId6" action="ppaction://hlinksldjump">
                            <a:extLst>
                              <a:ext uri="{A12FA001-AC4F-418D-AE19-62706E023703}">
                                <ahyp:hlinkClr xmlns:ahyp="http://schemas.microsoft.com/office/drawing/2018/hyperlinkcolor" val="tx"/>
                              </a:ext>
                            </a:extLst>
                          </a:hlinkClick>
                        </a:rPr>
                        <a:t>S.E Asia(GUM)</a:t>
                      </a:r>
                      <a:endParaRPr lang="en-US" altLang="ko-Kore-KR" sz="2400" b="1" u="none" strike="noStrike" cap="none" dirty="0">
                        <a:solidFill>
                          <a:srgbClr val="AA47F5"/>
                        </a:solidFill>
                        <a:latin typeface="Calibri"/>
                        <a:cs typeface="Calibri"/>
                        <a:sym typeface="Calibri"/>
                      </a:endParaRPr>
                    </a:p>
                  </a:txBody>
                  <a:tcPr marL="0" marR="0" marT="0" marB="0" anchor="ctr"/>
                </a:tc>
                <a:extLst>
                  <a:ext uri="{0D108BD9-81ED-4DB2-BD59-A6C34878D82A}">
                    <a16:rowId xmlns:a16="http://schemas.microsoft.com/office/drawing/2014/main" val="10003"/>
                  </a:ext>
                </a:extLst>
              </a:tr>
            </a:tbl>
          </a:graphicData>
        </a:graphic>
      </p:graphicFrame>
      <p:sp>
        <p:nvSpPr>
          <p:cNvPr id="89" name="Google Shape;89;p1">
            <a:hlinkClick r:id="rId7"/>
          </p:cNvPr>
          <p:cNvSpPr/>
          <p:nvPr/>
        </p:nvSpPr>
        <p:spPr>
          <a:xfrm>
            <a:off x="11947" y="-38794"/>
            <a:ext cx="2332054" cy="861734"/>
          </a:xfrm>
          <a:prstGeom prst="rect">
            <a:avLst/>
          </a:prstGeom>
          <a:noFill/>
          <a:ln>
            <a:noFill/>
          </a:ln>
        </p:spPr>
        <p:txBody>
          <a:bodyPr spcFirstLastPara="1" wrap="square" lIns="36000" tIns="45700" rIns="36000" bIns="45700" anchor="ctr" anchorCtr="0">
            <a:spAutoFit/>
          </a:bodyPr>
          <a:lstStyle/>
          <a:p>
            <a:pPr marL="0" marR="0" lvl="0" indent="0" rtl="0">
              <a:spcBef>
                <a:spcPts val="0"/>
              </a:spcBef>
              <a:spcAft>
                <a:spcPts val="0"/>
              </a:spcAft>
              <a:buNone/>
            </a:pPr>
            <a:r>
              <a:rPr lang="en-US"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A330</a:t>
            </a:r>
          </a:p>
          <a:p>
            <a:pPr marL="0" marR="0" lvl="0" indent="0" algn="ctr" rtl="0">
              <a:spcBef>
                <a:spcPts val="0"/>
              </a:spcBef>
              <a:spcAft>
                <a:spcPts val="0"/>
              </a:spcAft>
              <a:buNone/>
            </a:pPr>
            <a:r>
              <a:rPr lang="en-US"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hlinkClick r:id="rId8"/>
              </a:rPr>
              <a:t>KneeBoard</a:t>
            </a:r>
            <a:endParaRPr sz="3200" b="1" i="0" u="none" strike="noStrike" dirty="0">
              <a:ln w="9525">
                <a:solidFill>
                  <a:schemeClr val="bg1"/>
                </a:solidFill>
                <a:prstDash val="solid"/>
              </a:ln>
              <a:solidFill>
                <a:schemeClr val="tx1"/>
              </a:solidFill>
              <a:effectLst>
                <a:outerShdw blurRad="50800" dist="38100" algn="l" rotWithShape="0">
                  <a:prstClr val="black">
                    <a:alpha val="40000"/>
                  </a:prstClr>
                </a:outerShdw>
                <a:reflection blurRad="6350" stA="55000" endA="300" endPos="45500" dir="5400000" sy="-100000" algn="bl" rotWithShape="0"/>
              </a:effectLst>
              <a:latin typeface="+mj-lt"/>
              <a:ea typeface="BM DoHyeon OTF" panose="020B0600000101010101" pitchFamily="34" charset="-127"/>
              <a:cs typeface="Calibri"/>
              <a:sym typeface="Calibri"/>
            </a:endParaRPr>
          </a:p>
        </p:txBody>
      </p:sp>
      <p:graphicFrame>
        <p:nvGraphicFramePr>
          <p:cNvPr id="90" name="Google Shape;90;p1"/>
          <p:cNvGraphicFramePr/>
          <p:nvPr>
            <p:extLst>
              <p:ext uri="{D42A27DB-BD31-4B8C-83A1-F6EECF244321}">
                <p14:modId xmlns:p14="http://schemas.microsoft.com/office/powerpoint/2010/main" val="3276498700"/>
              </p:ext>
            </p:extLst>
          </p:nvPr>
        </p:nvGraphicFramePr>
        <p:xfrm>
          <a:off x="185895" y="3288168"/>
          <a:ext cx="1969476" cy="1977948"/>
        </p:xfrm>
        <a:graphic>
          <a:graphicData uri="http://schemas.openxmlformats.org/drawingml/2006/table">
            <a:tbl>
              <a:tblPr firstRow="1" bandRow="1">
                <a:noFill/>
                <a:tableStyleId>{A521BE36-7E6F-4EC9-8D66-1CF97A6895EC}</a:tableStyleId>
              </a:tblPr>
              <a:tblGrid>
                <a:gridCol w="984738">
                  <a:extLst>
                    <a:ext uri="{9D8B030D-6E8A-4147-A177-3AD203B41FA5}">
                      <a16:colId xmlns:a16="http://schemas.microsoft.com/office/drawing/2014/main" val="20000"/>
                    </a:ext>
                  </a:extLst>
                </a:gridCol>
                <a:gridCol w="984738">
                  <a:extLst>
                    <a:ext uri="{9D8B030D-6E8A-4147-A177-3AD203B41FA5}">
                      <a16:colId xmlns:a16="http://schemas.microsoft.com/office/drawing/2014/main" val="20001"/>
                    </a:ext>
                  </a:extLst>
                </a:gridCol>
              </a:tblGrid>
              <a:tr h="329658">
                <a:tc gridSpan="2">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Supplement</a:t>
                      </a:r>
                      <a:endParaRPr sz="1400" b="1" u="none" strike="noStrike" cap="none" dirty="0">
                        <a:solidFill>
                          <a:schemeClr val="bg1"/>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0"/>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9" action="ppaction://hlinksldjump">
                            <a:extLst>
                              <a:ext uri="{A12FA001-AC4F-418D-AE19-62706E023703}">
                                <ahyp:hlinkClr xmlns:ahyp="http://schemas.microsoft.com/office/drawing/2018/hyperlinkcolor" val="tx"/>
                              </a:ext>
                            </a:extLst>
                          </a:hlinkClick>
                        </a:rPr>
                        <a:t>FUEL Consumption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ltLang="en-US"/>
                    </a:p>
                  </a:txBody>
                  <a:tcPr/>
                </a:tc>
                <a:extLst>
                  <a:ext uri="{0D108BD9-81ED-4DB2-BD59-A6C34878D82A}">
                    <a16:rowId xmlns:a16="http://schemas.microsoft.com/office/drawing/2014/main" val="966151611"/>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0" action="ppaction://hlinksldjump">
                            <a:extLst>
                              <a:ext uri="{A12FA001-AC4F-418D-AE19-62706E023703}">
                                <ahyp:hlinkClr xmlns:ahyp="http://schemas.microsoft.com/office/drawing/2018/hyperlinkcolor" val="tx"/>
                              </a:ext>
                            </a:extLst>
                          </a:hlinkClick>
                        </a:rPr>
                        <a:t>LP Aircon/ HP StartUnit</a:t>
                      </a:r>
                      <a:r>
                        <a:rPr lang="en-US" altLang="ko-Kore-KR" sz="1400" b="1" u="none" strike="noStrike" cap="none" dirty="0">
                          <a:solidFill>
                            <a:schemeClr val="bg1">
                              <a:lumMod val="50000"/>
                              <a:lumOff val="50000"/>
                            </a:schemeClr>
                          </a:solidFill>
                          <a:latin typeface="Calibri"/>
                          <a:ea typeface="Calibri"/>
                          <a:cs typeface="Calibri"/>
                          <a:sym typeface="Calibri"/>
                        </a:rPr>
                        <a:t> </a:t>
                      </a:r>
                    </a:p>
                  </a:txBody>
                  <a:tcPr marL="91450" marR="91450" marT="0" marB="0" anchor="ctr"/>
                </a:tc>
                <a:tc hMerge="1">
                  <a:txBody>
                    <a:bodyPr/>
                    <a:lstStyle/>
                    <a:p>
                      <a:endParaRPr lang="ko-Kore-KR" altLang="en-US"/>
                    </a:p>
                  </a:txBody>
                  <a:tcPr/>
                </a:tc>
                <a:extLst>
                  <a:ext uri="{0D108BD9-81ED-4DB2-BD59-A6C34878D82A}">
                    <a16:rowId xmlns:a16="http://schemas.microsoft.com/office/drawing/2014/main" val="211395324"/>
                  </a:ext>
                </a:extLst>
              </a:tr>
              <a:tr h="329658">
                <a:tc gridSpan="2">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1" u="none" strike="noStrike" cap="none" dirty="0">
                          <a:solidFill>
                            <a:schemeClr val="bg1">
                              <a:lumMod val="50000"/>
                              <a:lumOff val="50000"/>
                            </a:schemeClr>
                          </a:solidFill>
                          <a:latin typeface="Calibri"/>
                          <a:ea typeface="Calibri"/>
                          <a:cs typeface="Calibri"/>
                          <a:sym typeface="Calibri"/>
                          <a:hlinkClick r:id="rId11" action="ppaction://hlinksldjump">
                            <a:extLst>
                              <a:ext uri="{A12FA001-AC4F-418D-AE19-62706E023703}">
                                <ahyp:hlinkClr xmlns:ahyp="http://schemas.microsoft.com/office/drawing/2018/hyperlinkcolor" val="tx"/>
                              </a:ext>
                            </a:extLst>
                          </a:hlinkClick>
                        </a:rPr>
                        <a:t>Cold Temp Correction</a:t>
                      </a:r>
                      <a:endParaRPr lang="en-US" altLang="ko-Kore-K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2"/>
                  </a:ext>
                </a:extLst>
              </a:tr>
              <a:tr h="329658">
                <a:tc gridSpan="2">
                  <a:txBody>
                    <a:bodyPr/>
                    <a:lstStyle/>
                    <a:p>
                      <a:pPr marL="0" marR="0" lvl="0" indent="0" algn="ctr" rtl="0">
                        <a:spcBef>
                          <a:spcPts val="0"/>
                        </a:spcBef>
                        <a:spcAft>
                          <a:spcPts val="0"/>
                        </a:spcAft>
                        <a:buNone/>
                      </a:pP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Cold </a:t>
                      </a:r>
                      <a:r>
                        <a:rPr lang="en-US" sz="1400" b="1" u="none" strike="noStrike" cap="none" dirty="0" err="1">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Wx</a:t>
                      </a:r>
                      <a:r>
                        <a:rPr lang="en-US" sz="1400" b="1" u="none" strike="noStrike" cap="none" dirty="0">
                          <a:solidFill>
                            <a:schemeClr val="bg1">
                              <a:lumMod val="50000"/>
                              <a:lumOff val="50000"/>
                            </a:schemeClr>
                          </a:solidFill>
                          <a:latin typeface="Calibri"/>
                          <a:ea typeface="Calibri"/>
                          <a:cs typeface="Calibri"/>
                          <a:sym typeface="Calibri"/>
                          <a:hlinkClick r:id="rId12" action="ppaction://hlinksldjump">
                            <a:extLst>
                              <a:ext uri="{A12FA001-AC4F-418D-AE19-62706E023703}">
                                <ahyp:hlinkClr xmlns:ahyp="http://schemas.microsoft.com/office/drawing/2018/hyperlinkcolor" val="tx"/>
                              </a:ext>
                            </a:extLst>
                          </a:hlinkClick>
                        </a:rPr>
                        <a:t> Operation</a:t>
                      </a:r>
                      <a:endParaRPr sz="1400" b="1" u="none" strike="noStrike" cap="none" dirty="0">
                        <a:solidFill>
                          <a:schemeClr val="bg1">
                            <a:lumMod val="50000"/>
                            <a:lumOff val="50000"/>
                          </a:schemeClr>
                        </a:solidFill>
                        <a:latin typeface="Calibri"/>
                        <a:ea typeface="Calibri"/>
                        <a:cs typeface="Calibri"/>
                        <a:sym typeface="Calibri"/>
                      </a:endParaRPr>
                    </a:p>
                  </a:txBody>
                  <a:tcPr marL="91450" marR="91450" marT="0" marB="0" anchor="ctr"/>
                </a:tc>
                <a:tc hMerge="1">
                  <a:txBody>
                    <a:bodyPr/>
                    <a:lstStyle/>
                    <a:p>
                      <a:endParaRPr lang="ko-Kore-KR"/>
                    </a:p>
                  </a:txBody>
                  <a:tcPr/>
                </a:tc>
                <a:extLst>
                  <a:ext uri="{0D108BD9-81ED-4DB2-BD59-A6C34878D82A}">
                    <a16:rowId xmlns:a16="http://schemas.microsoft.com/office/drawing/2014/main" val="10003"/>
                  </a:ext>
                </a:extLst>
              </a:tr>
              <a:tr h="329658">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ENG ON </a:t>
                      </a:r>
                      <a:r>
                        <a:rPr lang="en-US" sz="900" b="1" u="none" strike="noStrike" cap="none" dirty="0">
                          <a:solidFill>
                            <a:schemeClr val="bg1">
                              <a:lumMod val="50000"/>
                              <a:lumOff val="50000"/>
                            </a:schemeClr>
                          </a:solidFill>
                          <a:latin typeface="Calibri"/>
                          <a:ea typeface="Calibri"/>
                          <a:cs typeface="Calibri"/>
                          <a:sym typeface="Calibri"/>
                          <a:hlinkClick r:id="rId13"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tc>
                  <a:txBody>
                    <a:bodyPr/>
                    <a:lstStyle/>
                    <a:p>
                      <a:pPr marL="0" marR="0" lvl="0" indent="0" algn="ctr" rtl="0">
                        <a:spcBef>
                          <a:spcPts val="0"/>
                        </a:spcBef>
                        <a:spcAft>
                          <a:spcPts val="0"/>
                        </a:spcAft>
                        <a:buNone/>
                      </a:pPr>
                      <a:r>
                        <a:rPr lang="en-US" sz="12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ENG OFF</a:t>
                      </a:r>
                      <a:r>
                        <a:rPr lang="en-US" sz="900" b="1" u="none" strike="noStrike" cap="none" dirty="0">
                          <a:solidFill>
                            <a:schemeClr val="bg1">
                              <a:lumMod val="50000"/>
                              <a:lumOff val="50000"/>
                            </a:schemeClr>
                          </a:solidFill>
                          <a:latin typeface="Calibri"/>
                          <a:ea typeface="Calibri"/>
                          <a:cs typeface="Calibri"/>
                          <a:sym typeface="Calibri"/>
                          <a:hlinkClick r:id="rId14" action="ppaction://hlinksldjump">
                            <a:extLst>
                              <a:ext uri="{A12FA001-AC4F-418D-AE19-62706E023703}">
                                <ahyp:hlinkClr xmlns:ahyp="http://schemas.microsoft.com/office/drawing/2018/hyperlinkcolor" val="tx"/>
                              </a:ext>
                            </a:extLst>
                          </a:hlinkClick>
                        </a:rPr>
                        <a:t>Deicing</a:t>
                      </a:r>
                      <a:endParaRPr sz="1200" b="1" u="none" strike="noStrike" cap="none" dirty="0">
                        <a:solidFill>
                          <a:schemeClr val="bg1">
                            <a:lumMod val="50000"/>
                            <a:lumOff val="50000"/>
                          </a:schemeClr>
                        </a:solidFill>
                        <a:latin typeface="Calibri"/>
                        <a:ea typeface="Calibri"/>
                        <a:cs typeface="Calibri"/>
                        <a:sym typeface="Calibri"/>
                      </a:endParaRPr>
                    </a:p>
                  </a:txBody>
                  <a:tcPr marL="36000" marR="36000" marT="0" marB="0" anchor="ctr"/>
                </a:tc>
                <a:extLst>
                  <a:ext uri="{0D108BD9-81ED-4DB2-BD59-A6C34878D82A}">
                    <a16:rowId xmlns:a16="http://schemas.microsoft.com/office/drawing/2014/main" val="10004"/>
                  </a:ext>
                </a:extLst>
              </a:tr>
            </a:tbl>
          </a:graphicData>
        </a:graphic>
      </p:graphicFrame>
      <p:sp>
        <p:nvSpPr>
          <p:cNvPr id="91" name="Google Shape;91;p1"/>
          <p:cNvSpPr txBox="1"/>
          <p:nvPr/>
        </p:nvSpPr>
        <p:spPr>
          <a:xfrm>
            <a:off x="1384420" y="818320"/>
            <a:ext cx="920606"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i="0" u="none" strike="noStrike" cap="none" dirty="0">
                <a:solidFill>
                  <a:schemeClr val="dk1"/>
                </a:solidFill>
                <a:latin typeface="Calibri"/>
                <a:ea typeface="Calibri"/>
                <a:cs typeface="Calibri"/>
                <a:sym typeface="Calibri"/>
              </a:rPr>
              <a:t>by </a:t>
            </a:r>
            <a:r>
              <a:rPr lang="en-US" sz="1000" b="1" i="0" u="none" strike="noStrike" cap="none" dirty="0" err="1">
                <a:solidFill>
                  <a:schemeClr val="dk1"/>
                </a:solidFill>
                <a:latin typeface="Calibri"/>
                <a:ea typeface="Calibri"/>
                <a:cs typeface="Calibri"/>
                <a:sym typeface="Calibri"/>
              </a:rPr>
              <a:t>Flyingdeuk</a:t>
            </a:r>
            <a:endParaRPr sz="1000" b="1" dirty="0">
              <a:solidFill>
                <a:schemeClr val="dk1"/>
              </a:solidFill>
              <a:latin typeface="Calibri"/>
              <a:ea typeface="Calibri"/>
              <a:cs typeface="Calibri"/>
              <a:sym typeface="Calibri"/>
            </a:endParaRPr>
          </a:p>
        </p:txBody>
      </p:sp>
      <p:sp>
        <p:nvSpPr>
          <p:cNvPr id="92" name="Google Shape;92;p1"/>
          <p:cNvSpPr txBox="1"/>
          <p:nvPr/>
        </p:nvSpPr>
        <p:spPr>
          <a:xfrm>
            <a:off x="1298961" y="58256"/>
            <a:ext cx="1025795" cy="24618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00" b="1" dirty="0">
                <a:solidFill>
                  <a:srgbClr val="0070C0"/>
                </a:solidFill>
                <a:latin typeface="Calibri"/>
                <a:ea typeface="Calibri"/>
                <a:cs typeface="Calibri"/>
                <a:sym typeface="Calibri"/>
              </a:rPr>
              <a:t>VER. 25.1.15</a:t>
            </a:r>
            <a:endParaRPr sz="1000" b="1" dirty="0">
              <a:solidFill>
                <a:srgbClr val="0070C0"/>
              </a:solidFill>
              <a:latin typeface="Calibri"/>
              <a:ea typeface="Calibri"/>
              <a:cs typeface="Calibri"/>
              <a:sym typeface="Calibri"/>
            </a:endParaRPr>
          </a:p>
        </p:txBody>
      </p:sp>
      <p:sp>
        <p:nvSpPr>
          <p:cNvPr id="2" name="TextBox 1">
            <a:extLst>
              <a:ext uri="{FF2B5EF4-FFF2-40B4-BE49-F238E27FC236}">
                <a16:creationId xmlns:a16="http://schemas.microsoft.com/office/drawing/2014/main" id="{0057724C-88B0-A932-6665-9CCC34DC2660}"/>
              </a:ext>
            </a:extLst>
          </p:cNvPr>
          <p:cNvSpPr txBox="1"/>
          <p:nvPr/>
        </p:nvSpPr>
        <p:spPr>
          <a:xfrm>
            <a:off x="84097" y="808050"/>
            <a:ext cx="1393563" cy="246221"/>
          </a:xfrm>
          <a:prstGeom prst="rect">
            <a:avLst/>
          </a:prstGeom>
          <a:noFill/>
        </p:spPr>
        <p:txBody>
          <a:bodyPr wrap="square" rtlCol="0">
            <a:spAutoFit/>
          </a:bodyPr>
          <a:lstStyle/>
          <a:p>
            <a:r>
              <a:rPr lang="en-US" altLang="ko-Kore-KR" sz="1000" u="none" strike="noStrike" cap="none" dirty="0">
                <a:latin typeface="Calibri"/>
                <a:ea typeface="Calibri"/>
                <a:cs typeface="Calibri"/>
                <a:sym typeface="Calibri"/>
              </a:rPr>
              <a:t>☝️ </a:t>
            </a:r>
            <a:r>
              <a:rPr kumimoji="1" lang="en-US" altLang="ko-Kore-KR" sz="900" b="1" u="sng" dirty="0">
                <a:solidFill>
                  <a:schemeClr val="accent1"/>
                </a:solidFill>
              </a:rPr>
              <a:t>Click for Update</a:t>
            </a:r>
            <a:endParaRPr kumimoji="1" lang="ko-Kore-KR" altLang="en-US" sz="900" b="1" u="sng" dirty="0">
              <a:solidFill>
                <a:schemeClr val="accent1"/>
              </a:solidFill>
            </a:endParaRPr>
          </a:p>
        </p:txBody>
      </p:sp>
    </p:spTree>
    <p:extLst>
      <p:ext uri="{BB962C8B-B14F-4D97-AF65-F5344CB8AC3E}">
        <p14:creationId xmlns:p14="http://schemas.microsoft.com/office/powerpoint/2010/main" val="17839529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Google Shape;371;p27">
            <a:extLst>
              <a:ext uri="{FF2B5EF4-FFF2-40B4-BE49-F238E27FC236}">
                <a16:creationId xmlns:a16="http://schemas.microsoft.com/office/drawing/2014/main" id="{4D02F53F-7837-826A-0E25-CAC7064CE638}"/>
              </a:ext>
            </a:extLst>
          </p:cNvPr>
          <p:cNvGraphicFramePr/>
          <p:nvPr>
            <p:extLst>
              <p:ext uri="{D42A27DB-BD31-4B8C-83A1-F6EECF244321}">
                <p14:modId xmlns:p14="http://schemas.microsoft.com/office/powerpoint/2010/main" val="3431025797"/>
              </p:ext>
            </p:extLst>
          </p:nvPr>
        </p:nvGraphicFramePr>
        <p:xfrm>
          <a:off x="3659" y="55636"/>
          <a:ext cx="2306998" cy="1770040"/>
        </p:xfrm>
        <a:graphic>
          <a:graphicData uri="http://schemas.openxmlformats.org/drawingml/2006/table">
            <a:tbl>
              <a:tblPr firstRow="1" bandRow="1">
                <a:tableStyleId>{A521BE36-7E6F-4EC9-8D66-1CF97A6895EC}</a:tableStyleId>
              </a:tblPr>
              <a:tblGrid>
                <a:gridCol w="566738">
                  <a:extLst>
                    <a:ext uri="{9D8B030D-6E8A-4147-A177-3AD203B41FA5}">
                      <a16:colId xmlns:a16="http://schemas.microsoft.com/office/drawing/2014/main" val="20000"/>
                    </a:ext>
                  </a:extLst>
                </a:gridCol>
                <a:gridCol w="298336">
                  <a:extLst>
                    <a:ext uri="{9D8B030D-6E8A-4147-A177-3AD203B41FA5}">
                      <a16:colId xmlns:a16="http://schemas.microsoft.com/office/drawing/2014/main" val="20001"/>
                    </a:ext>
                  </a:extLst>
                </a:gridCol>
                <a:gridCol w="738188">
                  <a:extLst>
                    <a:ext uri="{9D8B030D-6E8A-4147-A177-3AD203B41FA5}">
                      <a16:colId xmlns:a16="http://schemas.microsoft.com/office/drawing/2014/main" val="197832846"/>
                    </a:ext>
                  </a:extLst>
                </a:gridCol>
                <a:gridCol w="703736">
                  <a:extLst>
                    <a:ext uri="{9D8B030D-6E8A-4147-A177-3AD203B41FA5}">
                      <a16:colId xmlns:a16="http://schemas.microsoft.com/office/drawing/2014/main" val="2845834582"/>
                    </a:ext>
                  </a:extLst>
                </a:gridCol>
              </a:tblGrid>
              <a:tr h="238275">
                <a:tc gridSpan="4">
                  <a:txBody>
                    <a:bodyPr/>
                    <a:lstStyle/>
                    <a:p>
                      <a:pPr marL="0" marR="0" lvl="0" indent="0" algn="ctr" rtl="0">
                        <a:spcBef>
                          <a:spcPts val="0"/>
                        </a:spcBef>
                        <a:spcAft>
                          <a:spcPts val="0"/>
                        </a:spcAft>
                        <a:buNone/>
                      </a:pPr>
                      <a:r>
                        <a:rPr lang="en-US" sz="1400" b="1" dirty="0"/>
                        <a:t>Differences</a:t>
                      </a:r>
                      <a:r>
                        <a:rPr lang="ko-KR" altLang="en-US" sz="1400" b="1" dirty="0"/>
                        <a:t> </a:t>
                      </a:r>
                      <a:r>
                        <a:rPr lang="en-US" altLang="ko-KR" sz="1100" b="1" dirty="0">
                          <a:solidFill>
                            <a:srgbClr val="FFC000"/>
                          </a:solidFill>
                        </a:rPr>
                        <a:t>(ATS</a:t>
                      </a:r>
                      <a:r>
                        <a:rPr lang="ko-KR" altLang="en-US" sz="1100" b="1" dirty="0">
                          <a:solidFill>
                            <a:srgbClr val="FFC000"/>
                          </a:solidFill>
                        </a:rPr>
                        <a:t> </a:t>
                      </a:r>
                      <a:r>
                        <a:rPr lang="en-US" altLang="ko-KR" sz="1100" b="1" dirty="0">
                          <a:solidFill>
                            <a:srgbClr val="FFC000"/>
                          </a:solidFill>
                        </a:rPr>
                        <a:t>A333)</a:t>
                      </a:r>
                      <a:endParaRPr sz="1200" b="1" dirty="0">
                        <a:solidFill>
                          <a:srgbClr val="FFC000"/>
                        </a:solidFill>
                      </a:endParaRPr>
                    </a:p>
                  </a:txBody>
                  <a:tcPr marL="0" marR="0" marT="0" marB="0"/>
                </a:tc>
                <a:tc hMerge="1">
                  <a:txBody>
                    <a:bodyPr/>
                    <a:lstStyle/>
                    <a:p>
                      <a:pPr marL="0" marR="0" lvl="0" indent="0" algn="ctr" rtl="0">
                        <a:spcBef>
                          <a:spcPts val="0"/>
                        </a:spcBef>
                        <a:spcAft>
                          <a:spcPts val="0"/>
                        </a:spcAft>
                        <a:buNone/>
                      </a:pPr>
                      <a:endParaRPr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tc hMerge="1">
                  <a:txBody>
                    <a:bodyPr/>
                    <a:lstStyle/>
                    <a:p>
                      <a:pPr marL="0" marR="0" lvl="0" indent="0" algn="ctr" rtl="0">
                        <a:spcBef>
                          <a:spcPts val="0"/>
                        </a:spcBef>
                        <a:spcAft>
                          <a:spcPts val="0"/>
                        </a:spcAft>
                        <a:buNone/>
                      </a:pPr>
                      <a:endParaRPr sz="1400" b="0" dirty="0"/>
                    </a:p>
                  </a:txBody>
                  <a:tcPr marL="0" marR="0" marT="0" marB="0"/>
                </a:tc>
                <a:extLst>
                  <a:ext uri="{0D108BD9-81ED-4DB2-BD59-A6C34878D82A}">
                    <a16:rowId xmlns:a16="http://schemas.microsoft.com/office/drawing/2014/main" val="1412390786"/>
                  </a:ext>
                </a:extLst>
              </a:tr>
              <a:tr h="306353">
                <a:tc>
                  <a:txBody>
                    <a:bodyPr/>
                    <a:lstStyle/>
                    <a:p>
                      <a:pPr marL="0" marR="0" lvl="0" indent="0" algn="ctr" rtl="0">
                        <a:spcBef>
                          <a:spcPts val="0"/>
                        </a:spcBef>
                        <a:spcAft>
                          <a:spcPts val="0"/>
                        </a:spcAft>
                        <a:buNone/>
                      </a:pPr>
                      <a:r>
                        <a:rPr lang="en-US" sz="1000" b="1" dirty="0"/>
                        <a:t>A322(5)</a:t>
                      </a:r>
                      <a:endParaRPr lang="en-US" sz="800" b="0" dirty="0"/>
                    </a:p>
                    <a:p>
                      <a:pPr marL="0" marR="0" lvl="0" indent="0" algn="ctr" rtl="0">
                        <a:spcBef>
                          <a:spcPts val="0"/>
                        </a:spcBef>
                        <a:spcAft>
                          <a:spcPts val="0"/>
                        </a:spcAft>
                        <a:buNone/>
                      </a:pPr>
                      <a:r>
                        <a:rPr lang="en-US" sz="800" b="0" dirty="0"/>
                        <a:t>HL7524-7551</a:t>
                      </a:r>
                      <a:endParaRPr sz="800" b="0" dirty="0"/>
                    </a:p>
                  </a:txBody>
                  <a:tcPr marL="0" marR="0" marT="0" marB="0" anchor="ctr"/>
                </a:tc>
                <a:tc rowSpan="2">
                  <a:txBody>
                    <a:bodyPr/>
                    <a:lstStyle/>
                    <a:p>
                      <a:pPr marL="0" marR="0" lvl="0" indent="0" algn="ctr" rtl="0">
                        <a:spcBef>
                          <a:spcPts val="0"/>
                        </a:spcBef>
                        <a:spcAft>
                          <a:spcPts val="0"/>
                        </a:spcAft>
                        <a:buNone/>
                      </a:pPr>
                      <a:r>
                        <a:rPr lang="en-US" sz="800" b="1" dirty="0">
                          <a:solidFill>
                            <a:srgbClr val="0070C0"/>
                          </a:solidFill>
                        </a:rPr>
                        <a:t>APMS</a:t>
                      </a:r>
                      <a:endParaRPr sz="800" b="1" dirty="0">
                        <a:solidFill>
                          <a:srgbClr val="0070C0"/>
                        </a:solidFill>
                      </a:endParaRPr>
                    </a:p>
                  </a:txBody>
                  <a:tcPr marL="0" marR="0" marT="0" marB="0" anchor="ctr"/>
                </a:tc>
                <a:tc rowSpan="2">
                  <a:txBody>
                    <a:bodyPr/>
                    <a:lstStyle/>
                    <a:p>
                      <a:pPr marL="0" marR="0" lvl="0" indent="0" algn="ctr" rtl="0">
                        <a:spcBef>
                          <a:spcPts val="0"/>
                        </a:spcBef>
                        <a:spcAft>
                          <a:spcPts val="0"/>
                        </a:spcAft>
                        <a:buNone/>
                      </a:pPr>
                      <a:r>
                        <a:rPr lang="en-US" sz="900" b="1" dirty="0"/>
                        <a:t>EY 252 (</a:t>
                      </a:r>
                      <a:r>
                        <a:rPr lang="en-US" sz="900" b="1" dirty="0">
                          <a:solidFill>
                            <a:srgbClr val="00B050"/>
                          </a:solidFill>
                        </a:rPr>
                        <a:t>151</a:t>
                      </a:r>
                      <a:r>
                        <a:rPr lang="en-US" sz="900" b="1" dirty="0"/>
                        <a:t>)</a:t>
                      </a:r>
                    </a:p>
                    <a:p>
                      <a:pPr marL="0" marR="0" lvl="0" indent="0" algn="ctr" rtl="0">
                        <a:spcBef>
                          <a:spcPts val="0"/>
                        </a:spcBef>
                        <a:spcAft>
                          <a:spcPts val="0"/>
                        </a:spcAft>
                        <a:buNone/>
                      </a:pPr>
                      <a:r>
                        <a:rPr lang="en-US" sz="900" b="1" dirty="0"/>
                        <a:t>EY 260 (</a:t>
                      </a:r>
                      <a:r>
                        <a:rPr lang="en-US" sz="900" b="1" dirty="0">
                          <a:solidFill>
                            <a:srgbClr val="00B050"/>
                          </a:solidFill>
                        </a:rPr>
                        <a:t>156</a:t>
                      </a:r>
                      <a:r>
                        <a:rPr lang="en-US" sz="900" b="1" dirty="0"/>
                        <a:t>)</a:t>
                      </a:r>
                      <a:endParaRPr lang="en-US" sz="900" b="1" dirty="0">
                        <a:solidFill>
                          <a:srgbClr val="0070C0"/>
                        </a:solidFill>
                      </a:endParaRPr>
                    </a:p>
                  </a:txBody>
                  <a:tcPr marL="0" marR="0" marT="0" marB="0" anchor="ctr"/>
                </a:tc>
                <a:tc rowSpan="4">
                  <a:txBody>
                    <a:bodyPr/>
                    <a:lstStyle/>
                    <a:p>
                      <a:pPr marL="0" marR="0" lvl="0" indent="0" algn="ctr" rtl="0">
                        <a:spcBef>
                          <a:spcPts val="0"/>
                        </a:spcBef>
                        <a:spcAft>
                          <a:spcPts val="0"/>
                        </a:spcAft>
                        <a:buNone/>
                      </a:pPr>
                      <a:r>
                        <a:rPr lang="en-US" sz="800" b="1" dirty="0">
                          <a:solidFill>
                            <a:srgbClr val="0070C0"/>
                          </a:solidFill>
                        </a:rPr>
                        <a:t>Total </a:t>
                      </a:r>
                    </a:p>
                    <a:p>
                      <a:pPr marL="0" marR="0" lvl="0" indent="0" algn="ctr" rtl="0">
                        <a:spcBef>
                          <a:spcPts val="0"/>
                        </a:spcBef>
                        <a:spcAft>
                          <a:spcPts val="0"/>
                        </a:spcAft>
                        <a:buNone/>
                      </a:pPr>
                      <a:r>
                        <a:rPr lang="en-US" sz="800" b="1" dirty="0">
                          <a:solidFill>
                            <a:srgbClr val="0070C0"/>
                          </a:solidFill>
                        </a:rPr>
                        <a:t>PAX 200 NOR</a:t>
                      </a:r>
                    </a:p>
                    <a:p>
                      <a:pPr marL="0" marR="0" lvl="0" indent="0" algn="ctr" rtl="0">
                        <a:spcBef>
                          <a:spcPts val="0"/>
                        </a:spcBef>
                        <a:spcAft>
                          <a:spcPts val="0"/>
                        </a:spcAft>
                        <a:buNone/>
                      </a:pPr>
                      <a:endParaRPr lang="en-US" sz="800" b="1" dirty="0">
                        <a:solidFill>
                          <a:srgbClr val="0070C0"/>
                        </a:solidFill>
                      </a:endParaRPr>
                    </a:p>
                    <a:p>
                      <a:pPr marL="0" marR="0" lvl="0" indent="0" algn="ctr" rtl="0">
                        <a:spcBef>
                          <a:spcPts val="0"/>
                        </a:spcBef>
                        <a:spcAft>
                          <a:spcPts val="0"/>
                        </a:spcAft>
                        <a:buNone/>
                      </a:pPr>
                      <a:r>
                        <a:rPr lang="en-US" sz="700" b="1" dirty="0">
                          <a:solidFill>
                            <a:schemeClr val="bg1"/>
                          </a:solidFill>
                        </a:rPr>
                        <a:t>CHK OFP PAX No</a:t>
                      </a:r>
                    </a:p>
                    <a:p>
                      <a:pPr marL="0" marR="0" lvl="0" indent="0" algn="ctr" rtl="0">
                        <a:spcBef>
                          <a:spcPts val="0"/>
                        </a:spcBef>
                        <a:spcAft>
                          <a:spcPts val="0"/>
                        </a:spcAft>
                        <a:buNone/>
                      </a:pPr>
                      <a:endParaRPr lang="en-US" sz="700" b="1" dirty="0">
                        <a:solidFill>
                          <a:schemeClr val="bg1"/>
                        </a:solidFill>
                      </a:endParaRPr>
                    </a:p>
                    <a:p>
                      <a:pPr marL="0" marR="0" lvl="0" indent="0" algn="ctr" rtl="0">
                        <a:spcBef>
                          <a:spcPts val="0"/>
                        </a:spcBef>
                        <a:spcAft>
                          <a:spcPts val="0"/>
                        </a:spcAft>
                        <a:buNone/>
                      </a:pPr>
                      <a:r>
                        <a:rPr lang="en-US" sz="700" b="1" dirty="0">
                          <a:solidFill>
                            <a:srgbClr val="00B050"/>
                          </a:solidFill>
                        </a:rPr>
                        <a:t>HL 8026, 8027 </a:t>
                      </a:r>
                    </a:p>
                    <a:p>
                      <a:pPr marL="0" marR="0" lvl="0" indent="0" algn="ctr" rtl="0">
                        <a:spcBef>
                          <a:spcPts val="0"/>
                        </a:spcBef>
                        <a:spcAft>
                          <a:spcPts val="0"/>
                        </a:spcAft>
                        <a:buNone/>
                      </a:pPr>
                      <a:r>
                        <a:rPr lang="en-US" sz="700" b="1" dirty="0">
                          <a:solidFill>
                            <a:srgbClr val="00B050"/>
                          </a:solidFill>
                        </a:rPr>
                        <a:t>PAX AUTO</a:t>
                      </a:r>
                      <a:endParaRPr sz="700" b="1" dirty="0">
                        <a:solidFill>
                          <a:srgbClr val="00B050"/>
                        </a:solidFill>
                      </a:endParaRPr>
                    </a:p>
                  </a:txBody>
                  <a:tcPr marL="0" marR="0" marT="0" marB="0" anchor="ctr"/>
                </a:tc>
                <a:extLst>
                  <a:ext uri="{0D108BD9-81ED-4DB2-BD59-A6C34878D82A}">
                    <a16:rowId xmlns:a16="http://schemas.microsoft.com/office/drawing/2014/main" val="10000"/>
                  </a:ext>
                </a:extLst>
              </a:tr>
              <a:tr h="306353">
                <a:tc>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1000" b="1" i="0" u="none" strike="noStrike" kern="1200" cap="none" spc="0" normalizeH="0" baseline="0" noProof="0" dirty="0">
                          <a:ln>
                            <a:noFill/>
                          </a:ln>
                          <a:solidFill>
                            <a:prstClr val="black"/>
                          </a:solidFill>
                          <a:effectLst/>
                          <a:uLnTx/>
                          <a:uFillTx/>
                          <a:latin typeface="Calibri"/>
                          <a:cs typeface="Calibri"/>
                        </a:rPr>
                        <a:t>A323(11)</a:t>
                      </a:r>
                      <a:endParaRPr kumimoji="0" lang="en-US" altLang="ko-Kore-KR" sz="800"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HL7553-7720</a:t>
                      </a:r>
                    </a:p>
                  </a:txBody>
                  <a:tcPr marL="0" marR="0" marT="0" marB="0" anchor="ctr"/>
                </a:tc>
                <a:tc v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vMerge="1">
                  <a:txBody>
                    <a:bodyPr/>
                    <a:lstStyle/>
                    <a:p>
                      <a:pPr marL="0" marR="0" lvl="0" indent="0" algn="ctr" rtl="0">
                        <a:spcBef>
                          <a:spcPts val="0"/>
                        </a:spcBef>
                        <a:spcAft>
                          <a:spcPts val="0"/>
                        </a:spcAft>
                        <a:buNone/>
                      </a:pPr>
                      <a:endParaRPr lang="en-US" sz="800" b="0" dirty="0">
                        <a:solidFill>
                          <a:srgbClr val="0070C0"/>
                        </a:solidFill>
                      </a:endParaRPr>
                    </a:p>
                  </a:txBody>
                  <a:tcPr marL="0" marR="0" marT="0" marB="0" anchor="ctr"/>
                </a:tc>
                <a:tc vMerge="1">
                  <a:txBody>
                    <a:bodyPr/>
                    <a:lstStyle/>
                    <a:p>
                      <a:endParaRPr lang="ko-Kore-KR" altLang="en-US"/>
                    </a:p>
                  </a:txBody>
                  <a:tcPr/>
                </a:tc>
                <a:extLst>
                  <a:ext uri="{0D108BD9-81ED-4DB2-BD59-A6C34878D82A}">
                    <a16:rowId xmlns:a16="http://schemas.microsoft.com/office/drawing/2014/main" val="3285894375"/>
                  </a:ext>
                </a:extLst>
              </a:tr>
              <a:tr h="306353">
                <a:tc>
                  <a:txBody>
                    <a:bodyPr/>
                    <a:lstStyle/>
                    <a:p>
                      <a:pPr marL="0" marR="0" lvl="0" indent="0" algn="ctr" rtl="0">
                        <a:spcBef>
                          <a:spcPts val="0"/>
                        </a:spcBef>
                        <a:spcAft>
                          <a:spcPts val="0"/>
                        </a:spcAft>
                        <a:buNone/>
                      </a:pPr>
                      <a:r>
                        <a:rPr lang="en-US" sz="1000" b="1" dirty="0"/>
                        <a:t>A223E(3)</a:t>
                      </a:r>
                    </a:p>
                    <a:p>
                      <a:pPr marL="0" marR="0" lvl="0" indent="0" algn="ctr" rtl="0">
                        <a:spcBef>
                          <a:spcPts val="0"/>
                        </a:spcBef>
                        <a:spcAft>
                          <a:spcPts val="0"/>
                        </a:spcAft>
                        <a:buNone/>
                      </a:pPr>
                      <a:r>
                        <a:rPr lang="en-US" sz="800" dirty="0"/>
                        <a:t>HL82xx</a:t>
                      </a:r>
                      <a:endParaRPr sz="800" dirty="0"/>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-2.5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EY 188 (</a:t>
                      </a:r>
                      <a:r>
                        <a:rPr lang="en-US" sz="900" b="1" dirty="0">
                          <a:solidFill>
                            <a:srgbClr val="00B050"/>
                          </a:solidFill>
                        </a:rPr>
                        <a:t>112</a:t>
                      </a:r>
                      <a:r>
                        <a:rPr lang="en-US" sz="900" b="1" dirty="0"/>
                        <a:t>)</a:t>
                      </a:r>
                    </a:p>
                  </a:txBody>
                  <a:tcPr marL="0" marR="0" marT="0" marB="0" anchor="ctr"/>
                </a:tc>
                <a:tc vMerge="1">
                  <a:txBody>
                    <a:bodyPr/>
                    <a:lstStyle/>
                    <a:p>
                      <a:pPr marL="0" marR="0" lvl="0" indent="0" algn="ctr" rtl="0">
                        <a:spcBef>
                          <a:spcPts val="0"/>
                        </a:spcBef>
                        <a:spcAft>
                          <a:spcPts val="0"/>
                        </a:spcAft>
                        <a:buNone/>
                      </a:pPr>
                      <a:endParaRPr lang="en-US" sz="900" dirty="0"/>
                    </a:p>
                  </a:txBody>
                  <a:tcPr marL="0" marR="0" marT="0" marB="0" anchor="ctr"/>
                </a:tc>
                <a:extLst>
                  <a:ext uri="{0D108BD9-81ED-4DB2-BD59-A6C34878D82A}">
                    <a16:rowId xmlns:a16="http://schemas.microsoft.com/office/drawing/2014/main" val="10001"/>
                  </a:ext>
                </a:extLst>
              </a:tr>
              <a:tr h="306353">
                <a:tc>
                  <a:txBody>
                    <a:bodyPr/>
                    <a:lstStyle/>
                    <a:p>
                      <a:pPr marL="0" marR="0" lvl="0" indent="0" algn="ctr" rtl="0">
                        <a:spcBef>
                          <a:spcPts val="0"/>
                        </a:spcBef>
                        <a:spcAft>
                          <a:spcPts val="0"/>
                        </a:spcAft>
                        <a:buNone/>
                      </a:pPr>
                      <a:r>
                        <a:rPr lang="en-US" sz="1000" b="1" dirty="0"/>
                        <a:t>A323E(6)</a:t>
                      </a:r>
                    </a:p>
                    <a:p>
                      <a:pPr marL="0" marR="0" lvl="0" indent="0" algn="ctr" rtl="0">
                        <a:spcBef>
                          <a:spcPts val="0"/>
                        </a:spcBef>
                        <a:spcAft>
                          <a:spcPts val="0"/>
                        </a:spcAft>
                        <a:buNone/>
                      </a:pPr>
                      <a:r>
                        <a:rPr lang="en-US" sz="800" dirty="0"/>
                        <a:t>HL80xx</a:t>
                      </a:r>
                    </a:p>
                  </a:txBody>
                  <a:tcPr marL="0" marR="0" marT="0" marB="0" anchor="ctr"/>
                </a:tc>
                <a:tc>
                  <a:txBody>
                    <a:bodyPr/>
                    <a:lstStyle/>
                    <a:p>
                      <a:pPr marL="0" marR="0" lvl="0" indent="0" algn="ctr" rtl="0">
                        <a:spcBef>
                          <a:spcPts val="0"/>
                        </a:spcBef>
                        <a:spcAft>
                          <a:spcPts val="0"/>
                        </a:spcAft>
                        <a:buNone/>
                      </a:pPr>
                      <a:r>
                        <a:rPr lang="en-US" sz="800" b="1" dirty="0">
                          <a:solidFill>
                            <a:srgbClr val="0070C0"/>
                          </a:solidFill>
                        </a:rPr>
                        <a:t>APMS</a:t>
                      </a:r>
                    </a:p>
                    <a:p>
                      <a:pPr marL="0" marR="0" lvl="0" indent="0" algn="ctr" rtl="0">
                        <a:spcBef>
                          <a:spcPts val="0"/>
                        </a:spcBef>
                        <a:spcAft>
                          <a:spcPts val="0"/>
                        </a:spcAft>
                        <a:buNone/>
                      </a:pPr>
                      <a:r>
                        <a:rPr lang="en-US" sz="800" b="1" dirty="0">
                          <a:solidFill>
                            <a:srgbClr val="0070C0"/>
                          </a:solidFill>
                        </a:rPr>
                        <a:t>-1.5</a:t>
                      </a: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900" b="1" dirty="0">
                          <a:solidFill>
                            <a:schemeClr val="bg1"/>
                          </a:solidFill>
                        </a:rPr>
                        <a:t>EY 248 (</a:t>
                      </a:r>
                      <a:r>
                        <a:rPr lang="en-US" altLang="ko-Kore-KR" sz="900" b="1" dirty="0">
                          <a:solidFill>
                            <a:srgbClr val="00B050"/>
                          </a:solidFill>
                        </a:rPr>
                        <a:t>148</a:t>
                      </a:r>
                      <a:r>
                        <a:rPr lang="en-US" altLang="ko-Kore-KR" sz="900" b="1" dirty="0">
                          <a:solidFill>
                            <a:schemeClr val="bg1"/>
                          </a:solidFill>
                        </a:rPr>
                        <a:t>)</a:t>
                      </a:r>
                    </a:p>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srgbClr val="C00000"/>
                          </a:solidFill>
                          <a:effectLst/>
                          <a:uLnTx/>
                          <a:uFillTx/>
                          <a:latin typeface="Calibri"/>
                          <a:cs typeface="Calibri"/>
                        </a:rPr>
                        <a:t>HL8001 RNP AR</a:t>
                      </a:r>
                      <a:r>
                        <a:rPr kumimoji="0" lang="ko-KR" altLang="en-US" sz="800" b="0" i="0" u="none" strike="noStrike" kern="1200" cap="none" spc="0" normalizeH="0" baseline="0" noProof="0" dirty="0">
                          <a:ln>
                            <a:noFill/>
                          </a:ln>
                          <a:solidFill>
                            <a:srgbClr val="C00000"/>
                          </a:solidFill>
                          <a:effectLst/>
                          <a:uLnTx/>
                          <a:uFillTx/>
                          <a:latin typeface="Calibri"/>
                          <a:cs typeface="Calibri"/>
                        </a:rPr>
                        <a:t> </a:t>
                      </a:r>
                      <a:r>
                        <a:rPr kumimoji="0" lang="en-US" altLang="ko-KR" sz="800" b="0" i="0" u="none" strike="noStrike" kern="1200" cap="none" spc="0" normalizeH="0" baseline="0" noProof="0" dirty="0">
                          <a:ln>
                            <a:noFill/>
                          </a:ln>
                          <a:solidFill>
                            <a:srgbClr val="C00000"/>
                          </a:solidFill>
                          <a:effectLst/>
                          <a:uLnTx/>
                          <a:uFillTx/>
                          <a:latin typeface="Calibri"/>
                          <a:cs typeface="Calibri"/>
                        </a:rPr>
                        <a:t>X</a:t>
                      </a:r>
                      <a:endParaRPr kumimoji="0" lang="en-US" altLang="ko-Kore-KR" sz="800" b="0" i="0" u="none" strike="noStrike" kern="1200" cap="none" spc="0" normalizeH="0" baseline="0" noProof="0" dirty="0">
                        <a:ln>
                          <a:noFill/>
                        </a:ln>
                        <a:solidFill>
                          <a:srgbClr val="C00000"/>
                        </a:solidFill>
                        <a:effectLst/>
                        <a:uLnTx/>
                        <a:uFillTx/>
                        <a:latin typeface="Calibri"/>
                        <a:cs typeface="Calibri"/>
                      </a:endParaRPr>
                    </a:p>
                  </a:txBody>
                  <a:tcPr marL="0" marR="0" marT="0" marB="0" anchor="ctr"/>
                </a:tc>
                <a:tc vMerge="1">
                  <a:txBody>
                    <a:bodyPr/>
                    <a:lstStyle/>
                    <a:p>
                      <a:pPr marL="0" marR="0" lvl="0" indent="0" algn="ctr" rtl="0">
                        <a:spcBef>
                          <a:spcPts val="0"/>
                        </a:spcBef>
                        <a:spcAft>
                          <a:spcPts val="0"/>
                        </a:spcAft>
                        <a:buNone/>
                      </a:pPr>
                      <a:endParaRPr lang="en-US" altLang="ko-Kore-KR" sz="800" dirty="0">
                        <a:solidFill>
                          <a:srgbClr val="0070C0"/>
                        </a:solidFill>
                      </a:endParaRPr>
                    </a:p>
                  </a:txBody>
                  <a:tcPr marL="0" marR="0" marT="0" marB="0" anchor="ctr"/>
                </a:tc>
                <a:extLst>
                  <a:ext uri="{0D108BD9-81ED-4DB2-BD59-A6C34878D82A}">
                    <a16:rowId xmlns:a16="http://schemas.microsoft.com/office/drawing/2014/main" val="1495032429"/>
                  </a:ext>
                </a:extLst>
              </a:tr>
              <a:tr h="306353">
                <a:tc gridSpan="2">
                  <a:txBody>
                    <a:bodyPr/>
                    <a:lstStyle/>
                    <a:p>
                      <a:pPr marL="0" marR="0" lvl="0" indent="0" algn="ctr" rtl="0">
                        <a:spcBef>
                          <a:spcPts val="0"/>
                        </a:spcBef>
                        <a:spcAft>
                          <a:spcPts val="0"/>
                        </a:spcAft>
                        <a:buNone/>
                      </a:pPr>
                      <a:r>
                        <a:rPr lang="en-US" sz="800" b="1" dirty="0">
                          <a:solidFill>
                            <a:schemeClr val="tx1"/>
                          </a:solidFill>
                        </a:rPr>
                        <a:t>ENG START</a:t>
                      </a:r>
                      <a:endParaRPr sz="800" b="1" dirty="0">
                        <a:solidFill>
                          <a:schemeClr val="tx1"/>
                        </a:solidFill>
                      </a:endParaRPr>
                    </a:p>
                  </a:txBody>
                  <a:tcPr marL="0" marR="0" marT="0" marB="0" anchor="ctr">
                    <a:solidFill>
                      <a:schemeClr val="accent1"/>
                    </a:solidFill>
                  </a:tcPr>
                </a:tc>
                <a:tc hMerge="1">
                  <a:txBody>
                    <a:bodyPr/>
                    <a:lstStyle/>
                    <a:p>
                      <a:pPr marL="0" marR="0" lvl="0" indent="0" algn="ctr" rtl="0">
                        <a:spcBef>
                          <a:spcPts val="0"/>
                        </a:spcBef>
                        <a:spcAft>
                          <a:spcPts val="0"/>
                        </a:spcAft>
                        <a:buNone/>
                      </a:pPr>
                      <a:endParaRPr sz="8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altLang="ko-Kore-KR" sz="800" b="1" dirty="0">
                          <a:solidFill>
                            <a:schemeClr val="bg1"/>
                          </a:solidFill>
                        </a:rPr>
                        <a:t>HL7xxx 43-48%</a:t>
                      </a:r>
                    </a:p>
                  </a:txBody>
                  <a:tcPr marL="0" marR="0" marT="0" marB="0" anchor="ctr"/>
                </a:tc>
                <a:tc>
                  <a:txBody>
                    <a:bodyPr/>
                    <a:lstStyle/>
                    <a:p>
                      <a:pPr marL="0" marR="0" lvl="0" indent="0" algn="ctr" rtl="0">
                        <a:spcBef>
                          <a:spcPts val="0"/>
                        </a:spcBef>
                        <a:spcAft>
                          <a:spcPts val="0"/>
                        </a:spcAft>
                        <a:buNone/>
                      </a:pPr>
                      <a:r>
                        <a:rPr lang="en-US" sz="800" b="1" dirty="0">
                          <a:solidFill>
                            <a:schemeClr val="bg1"/>
                          </a:solidFill>
                        </a:rPr>
                        <a:t>HL8xxx 52-54%</a:t>
                      </a:r>
                      <a:endParaRPr sz="800" b="1" dirty="0">
                        <a:solidFill>
                          <a:schemeClr val="bg1"/>
                        </a:solidFill>
                      </a:endParaRPr>
                    </a:p>
                  </a:txBody>
                  <a:tcPr marL="0" marR="0" marT="0" marB="0" anchor="ctr"/>
                </a:tc>
                <a:extLst>
                  <a:ext uri="{0D108BD9-81ED-4DB2-BD59-A6C34878D82A}">
                    <a16:rowId xmlns:a16="http://schemas.microsoft.com/office/drawing/2014/main" val="1204448837"/>
                  </a:ext>
                </a:extLst>
              </a:tr>
            </a:tbl>
          </a:graphicData>
        </a:graphic>
      </p:graphicFrame>
      <p:sp>
        <p:nvSpPr>
          <p:cNvPr id="18" name="직사각형 17">
            <a:hlinkClick r:id="" action="ppaction://hlinkshowjump?jump=firstslide"/>
            <a:extLst>
              <a:ext uri="{FF2B5EF4-FFF2-40B4-BE49-F238E27FC236}">
                <a16:creationId xmlns:a16="http://schemas.microsoft.com/office/drawing/2014/main" id="{B3112A3B-610B-125E-A8F9-BF40AA4D19D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pSp>
        <p:nvGrpSpPr>
          <p:cNvPr id="6" name="그룹 5">
            <a:extLst>
              <a:ext uri="{FF2B5EF4-FFF2-40B4-BE49-F238E27FC236}">
                <a16:creationId xmlns:a16="http://schemas.microsoft.com/office/drawing/2014/main" id="{E6E774DD-7707-C18D-7D47-F7C6304A48E6}"/>
              </a:ext>
            </a:extLst>
          </p:cNvPr>
          <p:cNvGrpSpPr/>
          <p:nvPr/>
        </p:nvGrpSpPr>
        <p:grpSpPr>
          <a:xfrm>
            <a:off x="0" y="1862173"/>
            <a:ext cx="2328863" cy="1190611"/>
            <a:chOff x="0" y="1862173"/>
            <a:chExt cx="2328863" cy="1190611"/>
          </a:xfrm>
        </p:grpSpPr>
        <p:grpSp>
          <p:nvGrpSpPr>
            <p:cNvPr id="3" name="그룹 2">
              <a:extLst>
                <a:ext uri="{FF2B5EF4-FFF2-40B4-BE49-F238E27FC236}">
                  <a16:creationId xmlns:a16="http://schemas.microsoft.com/office/drawing/2014/main" id="{3BE6A6AA-987E-10E1-F9A8-89FCBA32AFA9}"/>
                </a:ext>
              </a:extLst>
            </p:cNvPr>
            <p:cNvGrpSpPr/>
            <p:nvPr/>
          </p:nvGrpSpPr>
          <p:grpSpPr>
            <a:xfrm>
              <a:off x="0" y="1862173"/>
              <a:ext cx="2328863" cy="1190611"/>
              <a:chOff x="0" y="1772965"/>
              <a:chExt cx="2328863" cy="1190611"/>
            </a:xfrm>
          </p:grpSpPr>
          <p:pic>
            <p:nvPicPr>
              <p:cNvPr id="1026" name="Picture 2" descr="AIRCRAFT DIFFERENCES &#10;PRINCIPAL DIMENSION &#10;A330-3001300E &#10;63.69 m &#10;208.92 ft &#10;60.30 m &#10;197.83 ft &#10;16.83 m &#10;55.25 ft &#10;25.37 m &#10;83.25 ft &#10;10.68 m &#10;35.08 ft &#10;A330-200 1 200E &#10;LENGTH &#10;WING SPAN &#10;HEIGHT &#10;WHEEL BASE &#10;WHEEL TREAD &#10;58.37 m &#10;60.30 m &#10;17.80 m / &#10;17.30 m &#10;22.18 m &#10;10.68 m &#10;191.25 ft &#10;197.83 ft &#10;58.42 ft/ &#10;56.67 ft &#10;72.75 ft &#10;35.08 ft &#10;Refer to FCOM DSC-20-20 Principal Dimensions ">
                <a:extLst>
                  <a:ext uri="{FF2B5EF4-FFF2-40B4-BE49-F238E27FC236}">
                    <a16:creationId xmlns:a16="http://schemas.microsoft.com/office/drawing/2014/main" id="{F259DAB8-9767-8A55-9C6D-43D00F9887B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3113"/>
              <a:stretch/>
            </p:blipFill>
            <p:spPr bwMode="auto">
              <a:xfrm>
                <a:off x="0" y="1793903"/>
                <a:ext cx="2328863" cy="1169673"/>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878F22F8-477B-8EEA-D382-745299F020BE}"/>
                  </a:ext>
                </a:extLst>
              </p:cNvPr>
              <p:cNvSpPr txBox="1"/>
              <p:nvPr/>
            </p:nvSpPr>
            <p:spPr>
              <a:xfrm>
                <a:off x="1123799" y="1772965"/>
                <a:ext cx="1043876" cy="246221"/>
              </a:xfrm>
              <a:prstGeom prst="rect">
                <a:avLst/>
              </a:prstGeom>
              <a:noFill/>
            </p:spPr>
            <p:txBody>
              <a:bodyPr wrap="none" rtlCol="0">
                <a:spAutoFit/>
              </a:bodyPr>
              <a:lstStyle/>
              <a:p>
                <a:r>
                  <a:rPr kumimoji="1" lang="en-US" altLang="ko-Kore-KR" sz="500" b="1" dirty="0">
                    <a:solidFill>
                      <a:srgbClr val="0070C0"/>
                    </a:solidFill>
                    <a:latin typeface="Arial" panose="020B0604020202020204" pitchFamily="34" charset="0"/>
                    <a:cs typeface="Arial" panose="020B0604020202020204" pitchFamily="34" charset="0"/>
                  </a:rPr>
                  <a:t>WINGSPAN : ICAO E, FAA V</a:t>
                </a:r>
              </a:p>
              <a:p>
                <a:r>
                  <a:rPr kumimoji="1" lang="en-US" altLang="ko-Kore-KR" sz="500" b="1" dirty="0">
                    <a:solidFill>
                      <a:srgbClr val="0070C0"/>
                    </a:solidFill>
                    <a:latin typeface="Arial" panose="020B0604020202020204" pitchFamily="34" charset="0"/>
                    <a:cs typeface="Arial" panose="020B0604020202020204" pitchFamily="34" charset="0"/>
                  </a:rPr>
                  <a:t>Weight CAT : Heavy</a:t>
                </a:r>
                <a:endParaRPr kumimoji="1" lang="ko-Kore-KR" altLang="en-US" sz="500" b="1" dirty="0">
                  <a:solidFill>
                    <a:srgbClr val="0070C0"/>
                  </a:solidFill>
                  <a:latin typeface="Arial" panose="020B0604020202020204" pitchFamily="34" charset="0"/>
                  <a:cs typeface="Arial" panose="020B0604020202020204" pitchFamily="34" charset="0"/>
                </a:endParaRPr>
              </a:p>
            </p:txBody>
          </p:sp>
        </p:grpSp>
        <p:sp>
          <p:nvSpPr>
            <p:cNvPr id="5" name="TextBox 4">
              <a:extLst>
                <a:ext uri="{FF2B5EF4-FFF2-40B4-BE49-F238E27FC236}">
                  <a16:creationId xmlns:a16="http://schemas.microsoft.com/office/drawing/2014/main" id="{D511136D-3120-4FDA-C601-570D4D0BA4A0}"/>
                </a:ext>
              </a:extLst>
            </p:cNvPr>
            <p:cNvSpPr txBox="1"/>
            <p:nvPr/>
          </p:nvSpPr>
          <p:spPr>
            <a:xfrm>
              <a:off x="1433334" y="2939345"/>
              <a:ext cx="853366" cy="76944"/>
            </a:xfrm>
            <a:prstGeom prst="rect">
              <a:avLst/>
            </a:prstGeom>
            <a:solidFill>
              <a:srgbClr val="FCFCFC"/>
            </a:solidFill>
          </p:spPr>
          <p:txBody>
            <a:bodyPr wrap="none" lIns="36000" tIns="0" rIns="36000" bIns="0" rtlCol="0">
              <a:spAutoFit/>
            </a:bodyPr>
            <a:lstStyle/>
            <a:p>
              <a:r>
                <a:rPr kumimoji="1" lang="en-US" altLang="ko-Kore-KR" sz="500" b="1" dirty="0">
                  <a:solidFill>
                    <a:srgbClr val="C00000"/>
                  </a:solidFill>
                  <a:latin typeface="Arial" panose="020B0604020202020204" pitchFamily="34" charset="0"/>
                  <a:cs typeface="Arial" panose="020B0604020202020204" pitchFamily="34" charset="0"/>
                </a:rPr>
                <a:t>180 Back 72</a:t>
              </a:r>
              <a:r>
                <a:rPr kumimoji="1" lang="ko-KR" altLang="en-US" sz="500" b="1" dirty="0">
                  <a:solidFill>
                    <a:srgbClr val="C00000"/>
                  </a:solidFill>
                  <a:latin typeface="Arial" panose="020B0604020202020204" pitchFamily="34" charset="0"/>
                  <a:cs typeface="Arial" panose="020B0604020202020204" pitchFamily="34" charset="0"/>
                </a:rPr>
                <a:t>도 </a:t>
              </a:r>
              <a:r>
                <a:rPr kumimoji="1" lang="en-US" altLang="ko-KR" sz="500" b="1" dirty="0">
                  <a:solidFill>
                    <a:srgbClr val="C00000"/>
                  </a:solidFill>
                  <a:latin typeface="Arial" panose="020B0604020202020204" pitchFamily="34" charset="0"/>
                  <a:cs typeface="Arial" panose="020B0604020202020204" pitchFamily="34" charset="0"/>
                </a:rPr>
                <a:t>48m/(157ft)</a:t>
              </a:r>
              <a:endParaRPr kumimoji="1" lang="en-US" altLang="ko-Kore-KR" sz="500" b="1" dirty="0">
                <a:solidFill>
                  <a:srgbClr val="C00000"/>
                </a:solidFill>
                <a:latin typeface="Arial" panose="020B0604020202020204" pitchFamily="34" charset="0"/>
                <a:cs typeface="Arial" panose="020B0604020202020204" pitchFamily="34" charset="0"/>
              </a:endParaRPr>
            </a:p>
          </p:txBody>
        </p:sp>
      </p:grpSp>
      <p:sp>
        <p:nvSpPr>
          <p:cNvPr id="7" name="액자 6">
            <a:extLst>
              <a:ext uri="{FF2B5EF4-FFF2-40B4-BE49-F238E27FC236}">
                <a16:creationId xmlns:a16="http://schemas.microsoft.com/office/drawing/2014/main" id="{32867CEA-17FF-A75A-0FF2-280EF11D0E9E}"/>
              </a:ext>
            </a:extLst>
          </p:cNvPr>
          <p:cNvSpPr/>
          <p:nvPr/>
        </p:nvSpPr>
        <p:spPr>
          <a:xfrm>
            <a:off x="621612" y="2324288"/>
            <a:ext cx="1665088" cy="144142"/>
          </a:xfrm>
          <a:prstGeom prst="frame">
            <a:avLst/>
          </a:prstGeom>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ko-Kore-KR" altLang="en-US">
              <a:solidFill>
                <a:schemeClr val="tx1"/>
              </a:solidFill>
            </a:endParaRPr>
          </a:p>
        </p:txBody>
      </p:sp>
      <p:graphicFrame>
        <p:nvGraphicFramePr>
          <p:cNvPr id="8" name="Google Shape;371;p27">
            <a:extLst>
              <a:ext uri="{FF2B5EF4-FFF2-40B4-BE49-F238E27FC236}">
                <a16:creationId xmlns:a16="http://schemas.microsoft.com/office/drawing/2014/main" id="{968524BE-DACB-3A48-27BF-61446DA252B6}"/>
              </a:ext>
            </a:extLst>
          </p:cNvPr>
          <p:cNvGraphicFramePr/>
          <p:nvPr>
            <p:extLst>
              <p:ext uri="{D42A27DB-BD31-4B8C-83A1-F6EECF244321}">
                <p14:modId xmlns:p14="http://schemas.microsoft.com/office/powerpoint/2010/main" val="194349698"/>
              </p:ext>
            </p:extLst>
          </p:nvPr>
        </p:nvGraphicFramePr>
        <p:xfrm>
          <a:off x="10990" y="3109515"/>
          <a:ext cx="2317874" cy="782704"/>
        </p:xfrm>
        <a:graphic>
          <a:graphicData uri="http://schemas.openxmlformats.org/drawingml/2006/table">
            <a:tbl>
              <a:tblPr firstRow="1" bandRow="1">
                <a:tableStyleId>{A521BE36-7E6F-4EC9-8D66-1CF97A6895EC}</a:tableStyleId>
              </a:tblPr>
              <a:tblGrid>
                <a:gridCol w="478536">
                  <a:extLst>
                    <a:ext uri="{9D8B030D-6E8A-4147-A177-3AD203B41FA5}">
                      <a16:colId xmlns:a16="http://schemas.microsoft.com/office/drawing/2014/main" val="20000"/>
                    </a:ext>
                  </a:extLst>
                </a:gridCol>
                <a:gridCol w="682964">
                  <a:extLst>
                    <a:ext uri="{9D8B030D-6E8A-4147-A177-3AD203B41FA5}">
                      <a16:colId xmlns:a16="http://schemas.microsoft.com/office/drawing/2014/main" val="1710634008"/>
                    </a:ext>
                  </a:extLst>
                </a:gridCol>
                <a:gridCol w="430009">
                  <a:extLst>
                    <a:ext uri="{9D8B030D-6E8A-4147-A177-3AD203B41FA5}">
                      <a16:colId xmlns:a16="http://schemas.microsoft.com/office/drawing/2014/main" val="237343090"/>
                    </a:ext>
                  </a:extLst>
                </a:gridCol>
                <a:gridCol w="726365">
                  <a:extLst>
                    <a:ext uri="{9D8B030D-6E8A-4147-A177-3AD203B41FA5}">
                      <a16:colId xmlns:a16="http://schemas.microsoft.com/office/drawing/2014/main" val="3123104972"/>
                    </a:ext>
                  </a:extLst>
                </a:gridCol>
              </a:tblGrid>
              <a:tr h="257703">
                <a:tc gridSpan="4">
                  <a:txBody>
                    <a:bodyPr/>
                    <a:lstStyle/>
                    <a:p>
                      <a:pPr marL="0" marR="0" lvl="0" indent="0" algn="ctr" rtl="0">
                        <a:spcBef>
                          <a:spcPts val="0"/>
                        </a:spcBef>
                        <a:spcAft>
                          <a:spcPts val="0"/>
                        </a:spcAft>
                        <a:buNone/>
                      </a:pPr>
                      <a:r>
                        <a:rPr lang="en-US" altLang="ko-KR" sz="1100" b="1" dirty="0"/>
                        <a:t>MTOW</a:t>
                      </a:r>
                      <a:endParaRPr sz="1100" b="1" dirty="0"/>
                    </a:p>
                  </a:txBody>
                  <a:tcPr marL="0" marR="0" marT="0" marB="0" anchor="ctr"/>
                </a:tc>
                <a:tc hMerge="1">
                  <a:txBody>
                    <a:bodyPr/>
                    <a:lstStyle/>
                    <a:p>
                      <a:endParaRPr lang="ko-Kore-KR" altLang="en-US"/>
                    </a:p>
                  </a:txBody>
                  <a:tcPr/>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412390786"/>
                  </a:ext>
                </a:extLst>
              </a:tr>
              <a:tr h="193667">
                <a:tc>
                  <a:txBody>
                    <a:bodyPr/>
                    <a:lstStyle/>
                    <a:p>
                      <a:pPr marL="0" marR="0" lvl="0" indent="0" algn="ctr" rtl="0">
                        <a:spcBef>
                          <a:spcPts val="0"/>
                        </a:spcBef>
                        <a:spcAft>
                          <a:spcPts val="0"/>
                        </a:spcAft>
                        <a:buNone/>
                      </a:pPr>
                      <a:r>
                        <a:rPr lang="en-US" altLang="ko-KR" sz="900" b="1" dirty="0">
                          <a:solidFill>
                            <a:srgbClr val="0070C0"/>
                          </a:solidFill>
                        </a:rPr>
                        <a:t>238T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524,700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230T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507,063 </a:t>
                      </a:r>
                      <a:r>
                        <a:rPr lang="en-US" sz="900" b="1" dirty="0" err="1"/>
                        <a:t>lbs</a:t>
                      </a:r>
                      <a:endParaRPr sz="900" b="1" dirty="0"/>
                    </a:p>
                  </a:txBody>
                  <a:tcPr marL="0" marR="0" marT="0" marB="0" anchor="ctr"/>
                </a:tc>
                <a:extLst>
                  <a:ext uri="{0D108BD9-81ED-4DB2-BD59-A6C34878D82A}">
                    <a16:rowId xmlns:a16="http://schemas.microsoft.com/office/drawing/2014/main" val="707937932"/>
                  </a:ext>
                </a:extLst>
              </a:tr>
              <a:tr h="165667">
                <a:tc>
                  <a:txBody>
                    <a:bodyPr/>
                    <a:lstStyle/>
                    <a:p>
                      <a:pPr marL="0" marR="0" lvl="0" indent="0" algn="ctr" rtl="0">
                        <a:spcBef>
                          <a:spcPts val="0"/>
                        </a:spcBef>
                        <a:spcAft>
                          <a:spcPts val="0"/>
                        </a:spcAft>
                        <a:buNone/>
                      </a:pPr>
                      <a:r>
                        <a:rPr lang="en-US" sz="900" b="1" dirty="0">
                          <a:solidFill>
                            <a:srgbClr val="0070C0"/>
                          </a:solidFill>
                        </a:rPr>
                        <a:t>217T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468,402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r>
                        <a:rPr lang="en-US" sz="900" b="1" dirty="0">
                          <a:solidFill>
                            <a:srgbClr val="0070C0"/>
                          </a:solidFill>
                        </a:rPr>
                        <a:t>198T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436,515 </a:t>
                      </a:r>
                      <a:r>
                        <a:rPr lang="en-US" sz="900" b="1" dirty="0" err="1"/>
                        <a:t>lbs</a:t>
                      </a:r>
                      <a:endParaRPr sz="900" b="1" dirty="0"/>
                    </a:p>
                  </a:txBody>
                  <a:tcPr marL="0" marR="0" marT="0" marB="0" anchor="ctr"/>
                </a:tc>
                <a:extLst>
                  <a:ext uri="{0D108BD9-81ED-4DB2-BD59-A6C34878D82A}">
                    <a16:rowId xmlns:a16="http://schemas.microsoft.com/office/drawing/2014/main" val="896249924"/>
                  </a:ext>
                </a:extLst>
              </a:tr>
              <a:tr h="165667">
                <a:tc>
                  <a:txBody>
                    <a:bodyPr/>
                    <a:lstStyle/>
                    <a:p>
                      <a:pPr marL="0" marR="0" lvl="0" indent="0" algn="ctr" rtl="0">
                        <a:spcBef>
                          <a:spcPts val="0"/>
                        </a:spcBef>
                        <a:spcAft>
                          <a:spcPts val="0"/>
                        </a:spcAft>
                        <a:buNone/>
                      </a:pPr>
                      <a:r>
                        <a:rPr lang="en-US" sz="900" b="1" dirty="0">
                          <a:solidFill>
                            <a:srgbClr val="0070C0"/>
                          </a:solidFill>
                        </a:rPr>
                        <a:t>192T</a:t>
                      </a: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1" dirty="0"/>
                        <a:t>423,287 </a:t>
                      </a:r>
                      <a:r>
                        <a:rPr lang="en-US" sz="900" b="1" dirty="0" err="1"/>
                        <a:t>lbs</a:t>
                      </a:r>
                      <a:endParaRPr sz="900" b="1" dirty="0"/>
                    </a:p>
                  </a:txBody>
                  <a:tcPr marL="0" marR="0" marT="0" marB="0" anchor="ctr"/>
                </a:tc>
                <a:tc>
                  <a:txBody>
                    <a:bodyPr/>
                    <a:lstStyle/>
                    <a:p>
                      <a:pPr marL="0" marR="0" lvl="0" indent="0" algn="ctr" rtl="0">
                        <a:spcBef>
                          <a:spcPts val="0"/>
                        </a:spcBef>
                        <a:spcAft>
                          <a:spcPts val="0"/>
                        </a:spcAft>
                        <a:buNone/>
                      </a:pPr>
                      <a:endParaRPr sz="900" b="1" dirty="0">
                        <a:solidFill>
                          <a:srgbClr val="0070C0"/>
                        </a:solidFill>
                      </a:endParaRPr>
                    </a:p>
                  </a:txBody>
                  <a:tcPr marL="0" marR="0" marT="0" marB="0" anchor="ctr"/>
                </a:tc>
                <a:tc>
                  <a:txBody>
                    <a:bodyPr/>
                    <a:lstStyle/>
                    <a:p>
                      <a:pPr marL="0" marR="0" lvl="0" indent="0" algn="ctr" rtl="0">
                        <a:spcBef>
                          <a:spcPts val="0"/>
                        </a:spcBef>
                        <a:spcAft>
                          <a:spcPts val="0"/>
                        </a:spcAft>
                        <a:buNone/>
                      </a:pPr>
                      <a:endParaRPr sz="900" b="1" dirty="0"/>
                    </a:p>
                  </a:txBody>
                  <a:tcPr marL="0" marR="0" marT="0" marB="0" anchor="ctr"/>
                </a:tc>
                <a:extLst>
                  <a:ext uri="{0D108BD9-81ED-4DB2-BD59-A6C34878D82A}">
                    <a16:rowId xmlns:a16="http://schemas.microsoft.com/office/drawing/2014/main" val="902440045"/>
                  </a:ext>
                </a:extLst>
              </a:tr>
            </a:tbl>
          </a:graphicData>
        </a:graphic>
      </p:graphicFrame>
    </p:spTree>
    <p:extLst>
      <p:ext uri="{BB962C8B-B14F-4D97-AF65-F5344CB8AC3E}">
        <p14:creationId xmlns:p14="http://schemas.microsoft.com/office/powerpoint/2010/main" val="2209153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2145460809"/>
              </p:ext>
            </p:extLst>
          </p:nvPr>
        </p:nvGraphicFramePr>
        <p:xfrm>
          <a:off x="98101" y="132865"/>
          <a:ext cx="2132650" cy="1989962"/>
        </p:xfrm>
        <a:graphic>
          <a:graphicData uri="http://schemas.openxmlformats.org/drawingml/2006/table">
            <a:tbl>
              <a:tblPr firstRow="1" bandRow="1">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972615961"/>
                    </a:ext>
                  </a:extLst>
                </a:gridCol>
              </a:tblGrid>
              <a:tr h="460602">
                <a:tc gridSpan="2">
                  <a:txBody>
                    <a:bodyPr/>
                    <a:lstStyle/>
                    <a:p>
                      <a:pPr marL="0" marR="0" lvl="0" indent="0" algn="ctr" rtl="0">
                        <a:spcBef>
                          <a:spcPts val="0"/>
                        </a:spcBef>
                        <a:spcAft>
                          <a:spcPts val="0"/>
                        </a:spcAft>
                        <a:buNone/>
                      </a:pPr>
                      <a:r>
                        <a:rPr lang="en-US" sz="2800" b="1" u="none" strike="noStrike" cap="none" dirty="0">
                          <a:solidFill>
                            <a:schemeClr val="bg1"/>
                          </a:solidFill>
                          <a:sym typeface="Calibri"/>
                        </a:rPr>
                        <a:t>Domestic</a:t>
                      </a:r>
                      <a:endParaRPr sz="28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82340">
                <a:tc>
                  <a:txBody>
                    <a:bodyPr/>
                    <a:lstStyle/>
                    <a:p>
                      <a:pPr marL="0" marR="0" lvl="0" indent="0" algn="ctr" rtl="0">
                        <a:spcBef>
                          <a:spcPts val="0"/>
                        </a:spcBef>
                        <a:spcAft>
                          <a:spcPts val="0"/>
                        </a:spcAft>
                        <a:buNone/>
                      </a:pPr>
                      <a:r>
                        <a:rPr lang="en-US" sz="2000" b="1" i="0" u="none" strike="noStrike" cap="none" dirty="0">
                          <a:solidFill>
                            <a:schemeClr val="bg1"/>
                          </a:solidFill>
                          <a:latin typeface="Calibri" panose="020F0502020204030204" pitchFamily="34" charset="0"/>
                          <a:ea typeface="+mj-ea"/>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sz="2000" b="1" i="0" u="none" strike="noStrike" cap="none" dirty="0">
                        <a:solidFill>
                          <a:schemeClr val="bg1"/>
                        </a:solidFill>
                        <a:latin typeface="Calibri" panose="020F0502020204030204" pitchFamily="34" charset="0"/>
                        <a:ea typeface="+mj-ea"/>
                        <a:cs typeface="Calibri" panose="020F0502020204030204" pitchFamily="34" charset="0"/>
                        <a:sym typeface="Calibri"/>
                      </a:endParaRPr>
                    </a:p>
                  </a:txBody>
                  <a:tcPr marL="0" marR="0" marT="0" marB="0" anchor="ctr"/>
                </a:tc>
                <a:tc>
                  <a:txBody>
                    <a:bodyPr/>
                    <a:lstStyle/>
                    <a:p>
                      <a:pPr marL="0" marR="0" lvl="0" indent="0" algn="ctr" rtl="0">
                        <a:spcBef>
                          <a:spcPts val="0"/>
                        </a:spcBef>
                        <a:spcAft>
                          <a:spcPts val="0"/>
                        </a:spcAft>
                        <a:buNone/>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382340">
                <a:tc>
                  <a:txBody>
                    <a:bodyPr/>
                    <a:lstStyle/>
                    <a:p>
                      <a:pPr marL="0" marR="0" lvl="0" indent="0" algn="ctr" rtl="0">
                        <a:spcBef>
                          <a:spcPts val="0"/>
                        </a:spcBef>
                        <a:spcAft>
                          <a:spcPts val="0"/>
                        </a:spcAft>
                        <a:buNone/>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GMP</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3823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chemeClr val="bg1"/>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bl>
          </a:graphicData>
        </a:graphic>
      </p:graphicFrame>
      <p:graphicFrame>
        <p:nvGraphicFramePr>
          <p:cNvPr id="90" name="Google Shape;90;p1"/>
          <p:cNvGraphicFramePr/>
          <p:nvPr>
            <p:extLst>
              <p:ext uri="{D42A27DB-BD31-4B8C-83A1-F6EECF244321}">
                <p14:modId xmlns:p14="http://schemas.microsoft.com/office/powerpoint/2010/main" val="3099304272"/>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166FA5EE-DE6A-B27F-96EF-30D8A6622BEF}"/>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8261727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830274576"/>
              </p:ext>
            </p:extLst>
          </p:nvPr>
        </p:nvGraphicFramePr>
        <p:xfrm>
          <a:off x="0" y="-1"/>
          <a:ext cx="2328875" cy="376285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50342">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a:t>
                      </a:r>
                      <a:endParaRPr sz="11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622843">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1622843">
                <a:tc>
                  <a:txBody>
                    <a:bodyPr/>
                    <a:lstStyle/>
                    <a:p>
                      <a:pPr marL="0" marR="0" lvl="0" indent="0" algn="l" rtl="0">
                        <a:lnSpc>
                          <a:spcPct val="100000"/>
                        </a:lnSpc>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Welcome aboard Korean Air.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lnSpc>
                          <a:spcPct val="100000"/>
                        </a:lnSpc>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lnSpc>
                          <a:spcPct val="100000"/>
                        </a:lnSpc>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3487273803"/>
              </p:ext>
            </p:extLst>
          </p:nvPr>
        </p:nvGraphicFramePr>
        <p:xfrm>
          <a:off x="109959" y="3860577"/>
          <a:ext cx="2112380" cy="861672"/>
        </p:xfrm>
        <a:graphic>
          <a:graphicData uri="http://schemas.openxmlformats.org/drawingml/2006/table">
            <a:tbl>
              <a:tblPr firstRow="1" bandRow="1">
                <a:noFill/>
                <a:tableStyleId>{A521BE36-7E6F-4EC9-8D66-1CF97A6895EC}</a:tableStyleId>
              </a:tblPr>
              <a:tblGrid>
                <a:gridCol w="447464">
                  <a:extLst>
                    <a:ext uri="{9D8B030D-6E8A-4147-A177-3AD203B41FA5}">
                      <a16:colId xmlns:a16="http://schemas.microsoft.com/office/drawing/2014/main" val="20000"/>
                    </a:ext>
                  </a:extLst>
                </a:gridCol>
                <a:gridCol w="1664916">
                  <a:extLst>
                    <a:ext uri="{9D8B030D-6E8A-4147-A177-3AD203B41FA5}">
                      <a16:colId xmlns:a16="http://schemas.microsoft.com/office/drawing/2014/main" val="20001"/>
                    </a:ext>
                  </a:extLst>
                </a:gridCol>
              </a:tblGrid>
              <a:tr h="184386">
                <a:tc gridSpan="2">
                  <a:txBody>
                    <a:bodyPr/>
                    <a:lstStyle/>
                    <a:p>
                      <a:pPr marL="0" marR="0" lvl="0" indent="0" algn="ctr" rtl="0">
                        <a:spcBef>
                          <a:spcPts val="0"/>
                        </a:spcBef>
                        <a:spcAft>
                          <a:spcPts val="0"/>
                        </a:spcAft>
                        <a:buNone/>
                      </a:pPr>
                      <a:r>
                        <a:rPr lang="en-US" sz="1400" b="0" dirty="0"/>
                        <a:t>Domestic</a:t>
                      </a:r>
                      <a:endParaRPr sz="1400" b="0" dirty="0"/>
                    </a:p>
                  </a:txBody>
                  <a:tcPr marL="0" marR="0" marT="0" marB="0"/>
                </a:tc>
                <a:tc hMerge="1">
                  <a:txBody>
                    <a:bodyPr/>
                    <a:lstStyle/>
                    <a:p>
                      <a:pPr marL="0" marR="0" lvl="0" indent="0" algn="ctr" rtl="0">
                        <a:spcBef>
                          <a:spcPts val="0"/>
                        </a:spcBef>
                        <a:spcAft>
                          <a:spcPts val="0"/>
                        </a:spcAft>
                        <a:buNone/>
                      </a:pPr>
                      <a:endParaRPr b="0" dirty="0"/>
                    </a:p>
                  </a:txBody>
                  <a:tcPr marL="0" marR="0" marT="0" marB="0"/>
                </a:tc>
                <a:extLst>
                  <a:ext uri="{0D108BD9-81ED-4DB2-BD59-A6C34878D82A}">
                    <a16:rowId xmlns:a16="http://schemas.microsoft.com/office/drawing/2014/main" val="1412390786"/>
                  </a:ext>
                </a:extLst>
              </a:tr>
              <a:tr h="162078">
                <a:tc>
                  <a:txBody>
                    <a:bodyPr/>
                    <a:lstStyle/>
                    <a:p>
                      <a:pPr marL="0" marR="0" lvl="0" indent="0" algn="ctr" rtl="0">
                        <a:spcBef>
                          <a:spcPts val="0"/>
                        </a:spcBef>
                        <a:spcAft>
                          <a:spcPts val="0"/>
                        </a:spcAft>
                        <a:buNone/>
                      </a:pPr>
                      <a:r>
                        <a:rPr lang="en-US" sz="900" b="0" dirty="0"/>
                        <a:t>GMP</a:t>
                      </a:r>
                      <a:endParaRPr sz="900" b="0" dirty="0"/>
                    </a:p>
                  </a:txBody>
                  <a:tcPr marL="0" marR="0" marT="0" marB="0"/>
                </a:tc>
                <a:tc>
                  <a:txBody>
                    <a:bodyPr/>
                    <a:lstStyle/>
                    <a:p>
                      <a:pPr marL="0" marR="0" lvl="0" indent="0" algn="ctr" rtl="0">
                        <a:spcBef>
                          <a:spcPts val="0"/>
                        </a:spcBef>
                        <a:spcAft>
                          <a:spcPts val="0"/>
                        </a:spcAft>
                        <a:buNone/>
                      </a:pPr>
                      <a:r>
                        <a:rPr lang="en-US" sz="900" b="0" dirty="0" err="1"/>
                        <a:t>서울</a:t>
                      </a:r>
                      <a:r>
                        <a:rPr lang="en-US" sz="900" b="0" dirty="0"/>
                        <a:t>/</a:t>
                      </a:r>
                      <a:r>
                        <a:rPr lang="en-US" sz="900" b="0" dirty="0" err="1"/>
                        <a:t>김포국제</a:t>
                      </a:r>
                      <a:endParaRPr sz="1600" b="0" dirty="0"/>
                    </a:p>
                  </a:txBody>
                  <a:tcPr marL="0" marR="0" marT="0" marB="0"/>
                </a:tc>
                <a:extLst>
                  <a:ext uri="{0D108BD9-81ED-4DB2-BD59-A6C34878D82A}">
                    <a16:rowId xmlns:a16="http://schemas.microsoft.com/office/drawing/2014/main" val="10000"/>
                  </a:ext>
                </a:extLst>
              </a:tr>
              <a:tr h="162078">
                <a:tc>
                  <a:txBody>
                    <a:bodyPr/>
                    <a:lstStyle/>
                    <a:p>
                      <a:pPr marL="0" marR="0" lvl="0" indent="0" algn="ctr" rtl="0">
                        <a:spcBef>
                          <a:spcPts val="0"/>
                        </a:spcBef>
                        <a:spcAft>
                          <a:spcPts val="0"/>
                        </a:spcAft>
                        <a:buNone/>
                      </a:pPr>
                      <a:r>
                        <a:rPr lang="en-US" sz="900" dirty="0"/>
                        <a:t>ICN</a:t>
                      </a:r>
                      <a:endParaRPr sz="900" dirty="0"/>
                    </a:p>
                  </a:txBody>
                  <a:tcPr marL="0" marR="0" marT="0" marB="0"/>
                </a:tc>
                <a:tc>
                  <a:txBody>
                    <a:bodyPr/>
                    <a:lstStyle/>
                    <a:p>
                      <a:pPr marL="0" marR="0" lvl="0" indent="0" algn="ctr" rtl="0">
                        <a:spcBef>
                          <a:spcPts val="0"/>
                        </a:spcBef>
                        <a:spcAft>
                          <a:spcPts val="0"/>
                        </a:spcAft>
                        <a:buNone/>
                      </a:pPr>
                      <a:r>
                        <a:rPr lang="en-US" sz="900" dirty="0" err="1"/>
                        <a:t>서울</a:t>
                      </a:r>
                      <a:r>
                        <a:rPr lang="en-US" sz="900" dirty="0"/>
                        <a:t>/</a:t>
                      </a:r>
                      <a:r>
                        <a:rPr lang="en-US" sz="900" dirty="0" err="1"/>
                        <a:t>인천국제</a:t>
                      </a:r>
                      <a:endParaRPr sz="1600" dirty="0"/>
                    </a:p>
                  </a:txBody>
                  <a:tcPr marL="0" marR="0" marT="0" marB="0"/>
                </a:tc>
                <a:extLst>
                  <a:ext uri="{0D108BD9-81ED-4DB2-BD59-A6C34878D82A}">
                    <a16:rowId xmlns:a16="http://schemas.microsoft.com/office/drawing/2014/main" val="10001"/>
                  </a:ext>
                </a:extLst>
              </a:tr>
              <a:tr h="162078">
                <a:tc>
                  <a:txBody>
                    <a:bodyPr/>
                    <a:lstStyle/>
                    <a:p>
                      <a:pPr marL="0" marR="0" lvl="0" indent="0" algn="ctr" rtl="0">
                        <a:spcBef>
                          <a:spcPts val="0"/>
                        </a:spcBef>
                        <a:spcAft>
                          <a:spcPts val="0"/>
                        </a:spcAft>
                        <a:buNone/>
                      </a:pPr>
                      <a:r>
                        <a:rPr lang="en-US" sz="900" dirty="0"/>
                        <a:t>CJU</a:t>
                      </a:r>
                      <a:endParaRPr sz="900" dirty="0"/>
                    </a:p>
                  </a:txBody>
                  <a:tcPr marL="0" marR="0" marT="0" marB="0"/>
                </a:tc>
                <a:tc>
                  <a:txBody>
                    <a:bodyPr/>
                    <a:lstStyle/>
                    <a:p>
                      <a:pPr marL="0" marR="0" lvl="0" indent="0" algn="ctr" rtl="0">
                        <a:spcBef>
                          <a:spcPts val="0"/>
                        </a:spcBef>
                        <a:spcAft>
                          <a:spcPts val="0"/>
                        </a:spcAft>
                        <a:buNone/>
                      </a:pPr>
                      <a:r>
                        <a:rPr lang="en-US" sz="900" dirty="0" err="1"/>
                        <a:t>제주국제</a:t>
                      </a:r>
                      <a:endParaRPr sz="1600" dirty="0"/>
                    </a:p>
                  </a:txBody>
                  <a:tcPr marL="0" marR="0" marT="0" marB="0"/>
                </a:tc>
                <a:extLst>
                  <a:ext uri="{0D108BD9-81ED-4DB2-BD59-A6C34878D82A}">
                    <a16:rowId xmlns:a16="http://schemas.microsoft.com/office/drawing/2014/main" val="10002"/>
                  </a:ext>
                </a:extLst>
              </a:tr>
              <a:tr h="162078">
                <a:tc>
                  <a:txBody>
                    <a:bodyPr/>
                    <a:lstStyle/>
                    <a:p>
                      <a:pPr marL="0" marR="0" lvl="0" indent="0" algn="ctr" rtl="0">
                        <a:spcBef>
                          <a:spcPts val="0"/>
                        </a:spcBef>
                        <a:spcAft>
                          <a:spcPts val="0"/>
                        </a:spcAft>
                        <a:buNone/>
                      </a:pPr>
                      <a:r>
                        <a:rPr lang="en-US" sz="900" dirty="0"/>
                        <a:t>PUS</a:t>
                      </a:r>
                      <a:endParaRPr sz="900" dirty="0"/>
                    </a:p>
                  </a:txBody>
                  <a:tcPr marL="0" marR="0" marT="0" marB="0"/>
                </a:tc>
                <a:tc>
                  <a:txBody>
                    <a:bodyPr/>
                    <a:lstStyle/>
                    <a:p>
                      <a:pPr marL="0" marR="0" lvl="0" indent="0" algn="ctr" rtl="0">
                        <a:spcBef>
                          <a:spcPts val="0"/>
                        </a:spcBef>
                        <a:spcAft>
                          <a:spcPts val="0"/>
                        </a:spcAft>
                        <a:buNone/>
                      </a:pPr>
                      <a:r>
                        <a:rPr lang="en-US" sz="900" dirty="0" err="1"/>
                        <a:t>부산</a:t>
                      </a:r>
                      <a:r>
                        <a:rPr lang="en-US" sz="900" dirty="0"/>
                        <a:t>/</a:t>
                      </a:r>
                      <a:r>
                        <a:rPr lang="en-US" sz="900" dirty="0" err="1"/>
                        <a:t>김해국제</a:t>
                      </a:r>
                      <a:endParaRPr sz="900" dirty="0"/>
                    </a:p>
                  </a:txBody>
                  <a:tcPr marL="0" marR="0" marT="0" marB="0"/>
                </a:tc>
                <a:extLst>
                  <a:ext uri="{0D108BD9-81ED-4DB2-BD59-A6C34878D82A}">
                    <a16:rowId xmlns:a16="http://schemas.microsoft.com/office/drawing/2014/main" val="10003"/>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02671" y="519421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88375B34-8C64-6DD0-9FBE-ACB2C6F75CC8}"/>
              </a:ext>
            </a:extLst>
          </p:cNvPr>
          <p:cNvSpPr txBox="1"/>
          <p:nvPr/>
        </p:nvSpPr>
        <p:spPr>
          <a:xfrm>
            <a:off x="1708763" y="514601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
        <p:nvSpPr>
          <p:cNvPr id="4" name="직사각형 3">
            <a:hlinkClick r:id="" action="ppaction://hlinkshowjump?jump=firstslide"/>
            <a:extLst>
              <a:ext uri="{FF2B5EF4-FFF2-40B4-BE49-F238E27FC236}">
                <a16:creationId xmlns:a16="http://schemas.microsoft.com/office/drawing/2014/main" id="{CCDF1224-C7E5-5FD7-658D-99524AF467D7}"/>
              </a:ext>
            </a:extLst>
          </p:cNvPr>
          <p:cNvSpPr/>
          <p:nvPr/>
        </p:nvSpPr>
        <p:spPr>
          <a:xfrm>
            <a:off x="59469" y="5182349"/>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93675017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1763560716"/>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rtl="0">
                        <a:spcBef>
                          <a:spcPts val="0"/>
                        </a:spcBef>
                        <a:spcAft>
                          <a:spcPts val="0"/>
                        </a:spcAft>
                        <a:buNone/>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a:t>
                      </a:r>
                      <a:r>
                        <a:rPr lang="ko-KR" altLang="en-US" sz="1000" b="0" dirty="0">
                          <a:solidFill>
                            <a:srgbClr val="FFC000"/>
                          </a:solidFill>
                          <a:latin typeface="Calibri"/>
                          <a:ea typeface="Calibri"/>
                          <a:cs typeface="Calibri"/>
                          <a:sym typeface="Calibri"/>
                        </a:rPr>
                        <a:t> </a:t>
                      </a:r>
                      <a:endParaRP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(NAVBLUE </a:t>
                      </a:r>
                      <a:r>
                        <a:rPr lang="ko-KR" altLang="en-US" sz="700" b="0" dirty="0">
                          <a:solidFill>
                            <a:srgbClr val="00B050"/>
                          </a:solidFill>
                          <a:latin typeface="Calibri"/>
                          <a:ea typeface="Calibri"/>
                          <a:cs typeface="Calibri"/>
                          <a:sym typeface="Calibri"/>
                        </a:rPr>
                        <a:t>참조</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2" name="직사각형 1">
            <a:hlinkClick r:id="" action="ppaction://hlinkshowjump?jump=firstslide"/>
            <a:extLst>
              <a:ext uri="{FF2B5EF4-FFF2-40B4-BE49-F238E27FC236}">
                <a16:creationId xmlns:a16="http://schemas.microsoft.com/office/drawing/2014/main" id="{2A58EF91-7A59-ED4B-8C85-329D79A12166}"/>
              </a:ext>
            </a:extLst>
          </p:cNvPr>
          <p:cNvSpPr/>
          <p:nvPr/>
        </p:nvSpPr>
        <p:spPr>
          <a:xfrm>
            <a:off x="702671" y="5277971"/>
            <a:ext cx="1085619"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Domestic</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82770574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1668347208"/>
              </p:ext>
            </p:extLst>
          </p:nvPr>
        </p:nvGraphicFramePr>
        <p:xfrm>
          <a:off x="98101" y="132867"/>
          <a:ext cx="2132650" cy="3708108"/>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400549661"/>
                    </a:ext>
                  </a:extLst>
                </a:gridCol>
              </a:tblGrid>
              <a:tr h="397298">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Japan</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4" action="ppaction://hlinksldjump">
                            <a:extLst>
                              <a:ext uri="{A12FA001-AC4F-418D-AE19-62706E023703}">
                                <ahyp:hlinkClr xmlns:ahyp="http://schemas.microsoft.com/office/drawing/2018/hyperlinkcolor" val="tx"/>
                              </a:ext>
                            </a:extLst>
                          </a:hlinkClick>
                        </a:rPr>
                        <a:t>KIX</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6"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CTS</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7"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8" action="ppaction://hlinksldjump">
                            <a:extLst>
                              <a:ext uri="{A12FA001-AC4F-418D-AE19-62706E023703}">
                                <ahyp:hlinkClr xmlns:ahyp="http://schemas.microsoft.com/office/drawing/2018/hyperlinkcolor" val="tx"/>
                              </a:ext>
                            </a:extLst>
                          </a:hlinkClick>
                        </a:rPr>
                        <a:t>HND</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9"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0" action="ppaction://hlinksldjump">
                            <a:extLst>
                              <a:ext uri="{A12FA001-AC4F-418D-AE19-62706E023703}">
                                <ahyp:hlinkClr xmlns:ahyp="http://schemas.microsoft.com/office/drawing/2018/hyperlinkcolor" val="tx"/>
                              </a:ext>
                            </a:extLst>
                          </a:hlinkClick>
                        </a:rPr>
                        <a:t>NGO</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31081">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1"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2" action="ppaction://hlinksldjump">
                            <a:extLst>
                              <a:ext uri="{A12FA001-AC4F-418D-AE19-62706E023703}">
                                <ahyp:hlinkClr xmlns:ahyp="http://schemas.microsoft.com/office/drawing/2018/hyperlinkcolor" val="tx"/>
                              </a:ext>
                            </a:extLst>
                          </a:hlinkClick>
                        </a:rPr>
                        <a:t>FUK</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3"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4" action="ppaction://hlinksldjump">
                            <a:extLst>
                              <a:ext uri="{A12FA001-AC4F-418D-AE19-62706E023703}">
                                <ahyp:hlinkClr xmlns:ahyp="http://schemas.microsoft.com/office/drawing/2018/hyperlinkcolor" val="tx"/>
                              </a:ext>
                            </a:extLst>
                          </a:hlinkClick>
                        </a:rPr>
                        <a:t>AOJ</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3843214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5" action="ppaction://hlinksldjump">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6" action="ppaction://hlinksldjump">
                            <a:extLst>
                              <a:ext uri="{A12FA001-AC4F-418D-AE19-62706E023703}">
                                <ahyp:hlinkClr xmlns:ahyp="http://schemas.microsoft.com/office/drawing/2018/hyperlinkcolor" val="tx"/>
                              </a:ext>
                            </a:extLst>
                          </a:hlinkClick>
                        </a:rPr>
                        <a:t>KIJ</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1894762"/>
                  </a:ext>
                </a:extLst>
              </a:tr>
              <a:tr h="331081">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rId17" action="ppaction://hlinksldjump">
                            <a:extLst>
                              <a:ext uri="{A12FA001-AC4F-418D-AE19-62706E023703}">
                                <ahyp:hlinkClr xmlns:ahyp="http://schemas.microsoft.com/office/drawing/2018/hyperlinkcolor" val="tx"/>
                              </a:ext>
                            </a:extLst>
                          </a:hlinkClick>
                        </a:rPr>
                        <a:t>CJU</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hlinkClick r:id="rId18" action="ppaction://hlinksldjump">
                            <a:extLst>
                              <a:ext uri="{A12FA001-AC4F-418D-AE19-62706E023703}">
                                <ahyp:hlinkClr xmlns:ahyp="http://schemas.microsoft.com/office/drawing/2018/hyperlinkcolor" val="tx"/>
                              </a:ext>
                            </a:extLst>
                          </a:hlinkClick>
                        </a:rPr>
                        <a:t>NRT</a:t>
                      </a:r>
                      <a:endParaRPr lang="en-US" altLang="ko-Kore-KR" sz="2000" b="1" i="0" u="none" strike="noStrike" cap="none" dirty="0">
                        <a:solidFill>
                          <a:srgbClr val="0070C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97213989"/>
                  </a:ext>
                </a:extLst>
              </a:tr>
            </a:tbl>
          </a:graphicData>
        </a:graphic>
      </p:graphicFrame>
      <p:sp>
        <p:nvSpPr>
          <p:cNvPr id="3" name="직사각형 2">
            <a:hlinkClick r:id="" action="ppaction://hlinkshowjump?jump=firstslide"/>
            <a:extLst>
              <a:ext uri="{FF2B5EF4-FFF2-40B4-BE49-F238E27FC236}">
                <a16:creationId xmlns:a16="http://schemas.microsoft.com/office/drawing/2014/main" id="{FF3491A8-D925-6BB2-F309-8A3F0C288540}"/>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890059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3333811122"/>
              </p:ext>
            </p:extLst>
          </p:nvPr>
        </p:nvGraphicFramePr>
        <p:xfrm>
          <a:off x="0" y="0"/>
          <a:ext cx="2328875" cy="37360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877125">
                <a:tc>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5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2992022177"/>
              </p:ext>
            </p:extLst>
          </p:nvPr>
        </p:nvGraphicFramePr>
        <p:xfrm>
          <a:off x="81023" y="3711435"/>
          <a:ext cx="2129742" cy="1566534"/>
        </p:xfrm>
        <a:graphic>
          <a:graphicData uri="http://schemas.openxmlformats.org/drawingml/2006/table">
            <a:tbl>
              <a:tblPr firstRow="1" bandRow="1">
                <a:noFill/>
                <a:tableStyleId>{A521BE36-7E6F-4EC9-8D66-1CF97A6895EC}</a:tableStyleId>
              </a:tblPr>
              <a:tblGrid>
                <a:gridCol w="451142">
                  <a:extLst>
                    <a:ext uri="{9D8B030D-6E8A-4147-A177-3AD203B41FA5}">
                      <a16:colId xmlns:a16="http://schemas.microsoft.com/office/drawing/2014/main" val="20000"/>
                    </a:ext>
                  </a:extLst>
                </a:gridCol>
                <a:gridCol w="1678600">
                  <a:extLst>
                    <a:ext uri="{9D8B030D-6E8A-4147-A177-3AD203B41FA5}">
                      <a16:colId xmlns:a16="http://schemas.microsoft.com/office/drawing/2014/main" val="20001"/>
                    </a:ext>
                  </a:extLst>
                </a:gridCol>
              </a:tblGrid>
              <a:tr h="180558">
                <a:tc gridSpan="2">
                  <a:txBody>
                    <a:bodyPr/>
                    <a:lstStyle/>
                    <a:p>
                      <a:pPr marL="0" marR="0" lvl="0" indent="0" algn="ctr" rtl="0">
                        <a:spcBef>
                          <a:spcPts val="0"/>
                        </a:spcBef>
                        <a:spcAft>
                          <a:spcPts val="0"/>
                        </a:spcAft>
                        <a:buNone/>
                      </a:pPr>
                      <a:r>
                        <a:rPr lang="en-US" sz="1100" b="0" dirty="0">
                          <a:solidFill>
                            <a:schemeClr val="bg1"/>
                          </a:solidFill>
                        </a:rPr>
                        <a:t>Japan</a:t>
                      </a:r>
                      <a:endParaRPr sz="1100" b="0" dirty="0">
                        <a:solidFill>
                          <a:schemeClr val="bg1"/>
                        </a:solidFill>
                      </a:endParaRPr>
                    </a:p>
                  </a:txBody>
                  <a:tcPr marL="0" marR="0" marT="0" marB="0" anchor="ctr"/>
                </a:tc>
                <a:tc hMerge="1">
                  <a:txBody>
                    <a:bodyPr/>
                    <a:lstStyle/>
                    <a:p>
                      <a:pPr marL="0" marR="0" lvl="0" indent="0" algn="ctr" rtl="0">
                        <a:spcBef>
                          <a:spcPts val="0"/>
                        </a:spcBef>
                        <a:spcAft>
                          <a:spcPts val="0"/>
                        </a:spcAft>
                        <a:buNone/>
                      </a:pPr>
                      <a:endParaRPr sz="800" b="0" dirty="0">
                        <a:solidFill>
                          <a:srgbClr val="0070C0"/>
                        </a:solidFill>
                      </a:endParaRPr>
                    </a:p>
                  </a:txBody>
                  <a:tcPr marL="0" marR="0" marT="0" marB="0"/>
                </a:tc>
                <a:extLst>
                  <a:ext uri="{0D108BD9-81ED-4DB2-BD59-A6C34878D82A}">
                    <a16:rowId xmlns:a16="http://schemas.microsoft.com/office/drawing/2014/main" val="4210945862"/>
                  </a:ext>
                </a:extLst>
              </a:tr>
              <a:tr h="173247">
                <a:tc>
                  <a:txBody>
                    <a:bodyPr/>
                    <a:lstStyle/>
                    <a:p>
                      <a:pPr marL="0" marR="0" lvl="0" indent="0" algn="ctr" rtl="0">
                        <a:spcBef>
                          <a:spcPts val="0"/>
                        </a:spcBef>
                        <a:spcAft>
                          <a:spcPts val="0"/>
                        </a:spcAft>
                        <a:buNone/>
                      </a:pPr>
                      <a:r>
                        <a:rPr lang="en-US" sz="900" b="0" dirty="0">
                          <a:solidFill>
                            <a:srgbClr val="0070C0"/>
                          </a:solidFill>
                        </a:rPr>
                        <a:t>KIX</a:t>
                      </a:r>
                      <a:endParaRPr sz="900" b="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오사카</a:t>
                      </a:r>
                      <a:r>
                        <a:rPr lang="en-US" sz="900" b="0" dirty="0">
                          <a:solidFill>
                            <a:srgbClr val="0070C0"/>
                          </a:solidFill>
                        </a:rPr>
                        <a:t>/</a:t>
                      </a:r>
                      <a:r>
                        <a:rPr lang="en-US" sz="900" b="0" dirty="0" err="1">
                          <a:solidFill>
                            <a:srgbClr val="0070C0"/>
                          </a:solidFill>
                        </a:rPr>
                        <a:t>간사이</a:t>
                      </a:r>
                      <a:endParaRPr sz="900" b="0" dirty="0">
                        <a:solidFill>
                          <a:srgbClr val="0070C0"/>
                        </a:solidFill>
                      </a:endParaRPr>
                    </a:p>
                  </a:txBody>
                  <a:tcPr marL="0" marR="0" marT="0" marB="0" anchor="ctr"/>
                </a:tc>
                <a:extLst>
                  <a:ext uri="{0D108BD9-81ED-4DB2-BD59-A6C34878D82A}">
                    <a16:rowId xmlns:a16="http://schemas.microsoft.com/office/drawing/2014/main" val="10007"/>
                  </a:ext>
                </a:extLst>
              </a:tr>
              <a:tr h="173247">
                <a:tc>
                  <a:txBody>
                    <a:bodyPr/>
                    <a:lstStyle/>
                    <a:p>
                      <a:pPr marL="0" marR="0" lvl="0" indent="0" algn="ctr" rtl="0">
                        <a:spcBef>
                          <a:spcPts val="0"/>
                        </a:spcBef>
                        <a:spcAft>
                          <a:spcPts val="0"/>
                        </a:spcAft>
                        <a:buNone/>
                      </a:pPr>
                      <a:r>
                        <a:rPr lang="en-US" sz="900" dirty="0">
                          <a:solidFill>
                            <a:srgbClr val="0070C0"/>
                          </a:solidFill>
                        </a:rPr>
                        <a:t>HND</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하네다</a:t>
                      </a:r>
                      <a:endParaRPr sz="900" b="0" dirty="0">
                        <a:solidFill>
                          <a:srgbClr val="0070C0"/>
                        </a:solidFill>
                      </a:endParaRPr>
                    </a:p>
                  </a:txBody>
                  <a:tcPr marL="0" marR="0" marT="0" marB="0" anchor="ctr"/>
                </a:tc>
                <a:extLst>
                  <a:ext uri="{0D108BD9-81ED-4DB2-BD59-A6C34878D82A}">
                    <a16:rowId xmlns:a16="http://schemas.microsoft.com/office/drawing/2014/main" val="1188143320"/>
                  </a:ext>
                </a:extLst>
              </a:tr>
              <a:tr h="173247">
                <a:tc>
                  <a:txBody>
                    <a:bodyPr/>
                    <a:lstStyle/>
                    <a:p>
                      <a:pPr marL="0" marR="0" lvl="0" indent="0" algn="ctr" rtl="0">
                        <a:spcBef>
                          <a:spcPts val="0"/>
                        </a:spcBef>
                        <a:spcAft>
                          <a:spcPts val="0"/>
                        </a:spcAft>
                        <a:buNone/>
                      </a:pPr>
                      <a:r>
                        <a:rPr lang="en-US" sz="900" dirty="0">
                          <a:solidFill>
                            <a:srgbClr val="0070C0"/>
                          </a:solidFill>
                        </a:rPr>
                        <a:t>NRT</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도쿄</a:t>
                      </a:r>
                      <a:r>
                        <a:rPr lang="en-US" sz="900" b="0" dirty="0">
                          <a:solidFill>
                            <a:srgbClr val="0070C0"/>
                          </a:solidFill>
                        </a:rPr>
                        <a:t>/</a:t>
                      </a:r>
                      <a:r>
                        <a:rPr lang="en-US" sz="900" b="0" dirty="0" err="1">
                          <a:solidFill>
                            <a:srgbClr val="0070C0"/>
                          </a:solidFill>
                        </a:rPr>
                        <a:t>나리타</a:t>
                      </a:r>
                      <a:endParaRPr sz="900" b="0" dirty="0">
                        <a:solidFill>
                          <a:srgbClr val="0070C0"/>
                        </a:solidFill>
                      </a:endParaRPr>
                    </a:p>
                  </a:txBody>
                  <a:tcPr marL="0" marR="0" marT="0" marB="0" anchor="ctr"/>
                </a:tc>
                <a:extLst>
                  <a:ext uri="{0D108BD9-81ED-4DB2-BD59-A6C34878D82A}">
                    <a16:rowId xmlns:a16="http://schemas.microsoft.com/office/drawing/2014/main" val="3275921985"/>
                  </a:ext>
                </a:extLst>
              </a:tr>
              <a:tr h="173247">
                <a:tc>
                  <a:txBody>
                    <a:bodyPr/>
                    <a:lstStyle/>
                    <a:p>
                      <a:pPr marL="0" marR="0" lvl="0" indent="0" algn="ctr" rtl="0">
                        <a:spcBef>
                          <a:spcPts val="0"/>
                        </a:spcBef>
                        <a:spcAft>
                          <a:spcPts val="0"/>
                        </a:spcAft>
                        <a:buNone/>
                      </a:pPr>
                      <a:r>
                        <a:rPr lang="en-US" sz="900" dirty="0">
                          <a:solidFill>
                            <a:srgbClr val="0070C0"/>
                          </a:solidFill>
                        </a:rPr>
                        <a:t>CTS</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en-US" sz="900" b="0" dirty="0" err="1">
                          <a:solidFill>
                            <a:srgbClr val="0070C0"/>
                          </a:solidFill>
                        </a:rPr>
                        <a:t>삿포로</a:t>
                      </a:r>
                      <a:r>
                        <a:rPr lang="en-US" sz="900" b="0" dirty="0">
                          <a:solidFill>
                            <a:srgbClr val="0070C0"/>
                          </a:solidFill>
                        </a:rPr>
                        <a:t>/</a:t>
                      </a:r>
                      <a:r>
                        <a:rPr lang="en-US" sz="900" b="0" dirty="0" err="1">
                          <a:solidFill>
                            <a:srgbClr val="0070C0"/>
                          </a:solidFill>
                        </a:rPr>
                        <a:t>신</a:t>
                      </a:r>
                      <a:r>
                        <a:rPr lang="en-US" sz="900" b="0" dirty="0">
                          <a:solidFill>
                            <a:srgbClr val="0070C0"/>
                          </a:solidFill>
                        </a:rPr>
                        <a:t>(New) </a:t>
                      </a:r>
                      <a:r>
                        <a:rPr lang="en-US" sz="900" b="0" dirty="0" err="1">
                          <a:solidFill>
                            <a:srgbClr val="0070C0"/>
                          </a:solidFill>
                        </a:rPr>
                        <a:t>치토세</a:t>
                      </a:r>
                      <a:endParaRPr sz="900" b="0" dirty="0">
                        <a:solidFill>
                          <a:srgbClr val="0070C0"/>
                        </a:solidFill>
                      </a:endParaRPr>
                    </a:p>
                  </a:txBody>
                  <a:tcPr marL="0" marR="0" marT="0" marB="0" anchor="ctr"/>
                </a:tc>
                <a:extLst>
                  <a:ext uri="{0D108BD9-81ED-4DB2-BD59-A6C34878D82A}">
                    <a16:rowId xmlns:a16="http://schemas.microsoft.com/office/drawing/2014/main" val="2751862034"/>
                  </a:ext>
                </a:extLst>
              </a:tr>
              <a:tr h="173247">
                <a:tc>
                  <a:txBody>
                    <a:bodyPr/>
                    <a:lstStyle/>
                    <a:p>
                      <a:pPr marL="0" marR="0" lvl="0" indent="0" algn="ctr" rtl="0">
                        <a:spcBef>
                          <a:spcPts val="0"/>
                        </a:spcBef>
                        <a:spcAft>
                          <a:spcPts val="0"/>
                        </a:spcAft>
                        <a:buNone/>
                      </a:pPr>
                      <a:r>
                        <a:rPr lang="en-US" sz="900" dirty="0">
                          <a:solidFill>
                            <a:srgbClr val="0070C0"/>
                          </a:solidFill>
                        </a:rPr>
                        <a:t>NGO</a:t>
                      </a:r>
                      <a:endParaRPr sz="900" dirty="0">
                        <a:solidFill>
                          <a:srgbClr val="0070C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0070C0"/>
                          </a:solidFill>
                        </a:rPr>
                        <a:t>나고야</a:t>
                      </a:r>
                      <a:r>
                        <a:rPr lang="en-US" altLang="ko-KR" sz="900" b="0" dirty="0">
                          <a:solidFill>
                            <a:srgbClr val="0070C0"/>
                          </a:solidFill>
                        </a:rPr>
                        <a:t>/</a:t>
                      </a:r>
                      <a:r>
                        <a:rPr lang="ko-KR" altLang="en-US" sz="900" b="0" dirty="0">
                          <a:solidFill>
                            <a:srgbClr val="0070C0"/>
                          </a:solidFill>
                        </a:rPr>
                        <a:t>주부</a:t>
                      </a:r>
                      <a:r>
                        <a:rPr lang="en-US" altLang="ko-KR" sz="900" b="0" dirty="0">
                          <a:solidFill>
                            <a:srgbClr val="0070C0"/>
                          </a:solidFill>
                        </a:rPr>
                        <a:t>(Chubu </a:t>
                      </a:r>
                      <a:r>
                        <a:rPr lang="en-US" altLang="ko-KR" sz="900" b="0" dirty="0" err="1">
                          <a:solidFill>
                            <a:srgbClr val="0070C0"/>
                          </a:solidFill>
                        </a:rPr>
                        <a:t>Centrair</a:t>
                      </a:r>
                      <a:r>
                        <a:rPr lang="en-US" altLang="ko-KR" sz="900" b="0" dirty="0">
                          <a:solidFill>
                            <a:srgbClr val="0070C0"/>
                          </a:solidFill>
                        </a:rPr>
                        <a:t>)</a:t>
                      </a:r>
                      <a:endParaRPr sz="900" b="0" dirty="0">
                        <a:solidFill>
                          <a:srgbClr val="0070C0"/>
                        </a:solidFill>
                      </a:endParaRPr>
                    </a:p>
                  </a:txBody>
                  <a:tcPr marL="0" marR="0" marT="0" marB="0" anchor="ctr"/>
                </a:tc>
                <a:extLst>
                  <a:ext uri="{0D108BD9-81ED-4DB2-BD59-A6C34878D82A}">
                    <a16:rowId xmlns:a16="http://schemas.microsoft.com/office/drawing/2014/main" val="2116662300"/>
                  </a:ext>
                </a:extLst>
              </a:tr>
              <a:tr h="173247">
                <a:tc>
                  <a:txBody>
                    <a:bodyPr/>
                    <a:lstStyle/>
                    <a:p>
                      <a:pPr marL="0" marR="0" lvl="0" indent="0" algn="ctr" rtl="0">
                        <a:spcBef>
                          <a:spcPts val="0"/>
                        </a:spcBef>
                        <a:spcAft>
                          <a:spcPts val="0"/>
                        </a:spcAft>
                        <a:buNone/>
                      </a:pPr>
                      <a:r>
                        <a:rPr lang="en-US" sz="900" dirty="0">
                          <a:solidFill>
                            <a:srgbClr val="0070C0"/>
                          </a:solidFill>
                        </a:rPr>
                        <a:t>FUK</a:t>
                      </a:r>
                      <a:endParaRPr sz="900" dirty="0"/>
                    </a:p>
                  </a:txBody>
                  <a:tcPr marL="0" marR="0" marT="0" marB="0" anchor="ctr"/>
                </a:tc>
                <a:tc>
                  <a:txBody>
                    <a:bodyPr/>
                    <a:lstStyle/>
                    <a:p>
                      <a:pPr marL="0" marR="0" lvl="0" indent="0" algn="ctr" rtl="0">
                        <a:spcBef>
                          <a:spcPts val="0"/>
                        </a:spcBef>
                        <a:spcAft>
                          <a:spcPts val="0"/>
                        </a:spcAft>
                        <a:buNone/>
                      </a:pPr>
                      <a:r>
                        <a:rPr lang="ko-KR" altLang="en-US" sz="900" dirty="0">
                          <a:solidFill>
                            <a:srgbClr val="0070C0"/>
                          </a:solidFill>
                        </a:rPr>
                        <a:t>후쿠오카</a:t>
                      </a:r>
                      <a:endParaRPr sz="900" dirty="0"/>
                    </a:p>
                  </a:txBody>
                  <a:tcPr marL="0" marR="0" marT="0" marB="0" anchor="ctr"/>
                </a:tc>
                <a:extLst>
                  <a:ext uri="{0D108BD9-81ED-4DB2-BD59-A6C34878D82A}">
                    <a16:rowId xmlns:a16="http://schemas.microsoft.com/office/drawing/2014/main" val="132924141"/>
                  </a:ext>
                </a:extLst>
              </a:tr>
              <a:tr h="173247">
                <a:tc>
                  <a:txBody>
                    <a:bodyPr/>
                    <a:lstStyle/>
                    <a:p>
                      <a:pPr marL="0" marR="0" lvl="0" indent="0" algn="ctr" rtl="0">
                        <a:spcBef>
                          <a:spcPts val="0"/>
                        </a:spcBef>
                        <a:spcAft>
                          <a:spcPts val="0"/>
                        </a:spcAft>
                        <a:buNone/>
                      </a:pPr>
                      <a:r>
                        <a:rPr lang="en-US" altLang="ko-Kore-KR" sz="900" dirty="0">
                          <a:solidFill>
                            <a:srgbClr val="0070C0"/>
                          </a:solidFill>
                        </a:rPr>
                        <a:t>AOJ</a:t>
                      </a:r>
                      <a:endParaRP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아오모리</a:t>
                      </a:r>
                      <a:endParaRPr lang="ko-KR" altLang="en-US" sz="900" dirty="0"/>
                    </a:p>
                  </a:txBody>
                  <a:tcPr marL="0" marR="0" marT="0" marB="0" anchor="ctr"/>
                </a:tc>
                <a:extLst>
                  <a:ext uri="{0D108BD9-81ED-4DB2-BD59-A6C34878D82A}">
                    <a16:rowId xmlns:a16="http://schemas.microsoft.com/office/drawing/2014/main" val="3288258191"/>
                  </a:ext>
                </a:extLst>
              </a:tr>
              <a:tr h="173247">
                <a:tc>
                  <a:txBody>
                    <a:bodyPr/>
                    <a:lstStyle/>
                    <a:p>
                      <a:pPr marL="0" marR="0" lvl="0" indent="0" algn="ctr" rtl="0">
                        <a:spcBef>
                          <a:spcPts val="0"/>
                        </a:spcBef>
                        <a:spcAft>
                          <a:spcPts val="0"/>
                        </a:spcAft>
                        <a:buNone/>
                      </a:pPr>
                      <a:r>
                        <a:rPr lang="en-US" altLang="ko-Kore-KR" sz="900" dirty="0">
                          <a:solidFill>
                            <a:srgbClr val="0070C0"/>
                          </a:solidFill>
                        </a:rPr>
                        <a:t>KIJ</a:t>
                      </a:r>
                      <a:endParaRPr lang="en-US" altLang="ko-Kore-KR" sz="900" dirty="0"/>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70C0"/>
                          </a:solidFill>
                        </a:rPr>
                        <a:t>니가타</a:t>
                      </a:r>
                      <a:endParaRPr lang="ko-KR" altLang="en-US" sz="900" dirty="0"/>
                    </a:p>
                  </a:txBody>
                  <a:tcPr marL="0" marR="0" marT="0" marB="0" anchor="ctr"/>
                </a:tc>
                <a:extLst>
                  <a:ext uri="{0D108BD9-81ED-4DB2-BD59-A6C34878D82A}">
                    <a16:rowId xmlns:a16="http://schemas.microsoft.com/office/drawing/2014/main" val="3717996534"/>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847353" y="52779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38239254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3469401366"/>
              </p:ext>
            </p:extLst>
          </p:nvPr>
        </p:nvGraphicFramePr>
        <p:xfrm>
          <a:off x="55371" y="3173"/>
          <a:ext cx="1874000" cy="5547360"/>
        </p:xfrm>
        <a:graphic>
          <a:graphicData uri="http://schemas.openxmlformats.org/drawingml/2006/table">
            <a:tbl>
              <a:tblPr firstRow="1" bandRow="1">
                <a:noFill/>
                <a:tableStyleId>{A521BE36-7E6F-4EC9-8D66-1CF97A6895EC}</a:tableStyleId>
              </a:tblPr>
              <a:tblGrid>
                <a:gridCol w="937000">
                  <a:extLst>
                    <a:ext uri="{9D8B030D-6E8A-4147-A177-3AD203B41FA5}">
                      <a16:colId xmlns:a16="http://schemas.microsoft.com/office/drawing/2014/main" val="20000"/>
                    </a:ext>
                  </a:extLst>
                </a:gridCol>
                <a:gridCol w="937000">
                  <a:extLst>
                    <a:ext uri="{9D8B030D-6E8A-4147-A177-3AD203B41FA5}">
                      <a16:colId xmlns:a16="http://schemas.microsoft.com/office/drawing/2014/main" val="2763461019"/>
                    </a:ext>
                  </a:extLst>
                </a:gridCol>
              </a:tblGrid>
              <a:tr h="176667">
                <a:tc gridSpan="2">
                  <a:txBody>
                    <a:bodyPr/>
                    <a:lstStyle/>
                    <a:p>
                      <a:pPr marL="0" marR="0" lvl="0" indent="0" algn="ctr" rtl="0">
                        <a:spcBef>
                          <a:spcPts val="0"/>
                        </a:spcBef>
                        <a:spcAft>
                          <a:spcPts val="0"/>
                        </a:spcAft>
                        <a:buNone/>
                      </a:pPr>
                      <a:r>
                        <a:rPr lang="en-US" sz="1200" b="1" u="none" strike="noStrike" cap="none" dirty="0">
                          <a:solidFill>
                            <a:schemeClr val="bg1"/>
                          </a:solidFill>
                          <a:latin typeface="Calibri"/>
                          <a:ea typeface="Calibri"/>
                          <a:cs typeface="Calibri"/>
                          <a:sym typeface="Calibri"/>
                        </a:rPr>
                        <a:t>China </a:t>
                      </a:r>
                      <a:endParaRPr sz="12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rId3" action="ppaction://hlinksldjump">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SHA</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0"/>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GMP</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2"/>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CJU</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3"/>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1600" b="1" i="0" u="none" strike="noStrike" cap="none" dirty="0">
                        <a:solidFill>
                          <a:srgbClr val="FF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251775616"/>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NKG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4"/>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TAO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5"/>
                  </a:ext>
                </a:extLst>
              </a:tr>
              <a:tr h="22761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PEK</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PVG</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YNJ</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0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1600" b="0" u="none" strike="noStrike" cap="none" dirty="0">
                          <a:solidFill>
                            <a:srgbClr val="00B05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1600" b="0" u="none" strike="noStrike" cap="none" dirty="0">
                        <a:solidFill>
                          <a:srgbClr val="00B05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HGH</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0"/>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WHE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963828124"/>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XIY</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5271945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CSX</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333127348"/>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HKG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931509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TSN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6937921"/>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CGO</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46554646"/>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DYG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66972211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DLC</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252244187"/>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HFE</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88364482"/>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KMG</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830567129"/>
                  </a:ext>
                </a:extLst>
              </a:tr>
              <a:tr h="227612">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1600" b="1" i="0" u="none" strike="noStrike" cap="none" dirty="0">
                        <a:solidFill>
                          <a:srgbClr val="00B05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MFM</a:t>
                      </a:r>
                      <a:endParaRPr lang="en-US" altLang="ko-Kore-KR" sz="16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124054371"/>
                  </a:ext>
                </a:extLst>
              </a:tr>
            </a:tbl>
          </a:graphicData>
        </a:graphic>
      </p:graphicFrame>
      <p:sp>
        <p:nvSpPr>
          <p:cNvPr id="4" name="직사각형 3">
            <a:hlinkClick r:id="" action="ppaction://hlinkshowjump?jump=firstslide"/>
            <a:extLst>
              <a:ext uri="{FF2B5EF4-FFF2-40B4-BE49-F238E27FC236}">
                <a16:creationId xmlns:a16="http://schemas.microsoft.com/office/drawing/2014/main" id="{1A5500FA-F79C-DB43-B11F-C2A523428F55}"/>
              </a:ext>
            </a:extLst>
          </p:cNvPr>
          <p:cNvSpPr/>
          <p:nvPr/>
        </p:nvSpPr>
        <p:spPr>
          <a:xfrm>
            <a:off x="1807162" y="2015807"/>
            <a:ext cx="644531" cy="1384995"/>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O</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M</a:t>
            </a:r>
          </a:p>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E</a:t>
            </a:r>
          </a:p>
          <a:p>
            <a:pPr algn="ct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39836938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1" name="Google Shape;371;p27"/>
          <p:cNvGraphicFramePr/>
          <p:nvPr>
            <p:extLst>
              <p:ext uri="{D42A27DB-BD31-4B8C-83A1-F6EECF244321}">
                <p14:modId xmlns:p14="http://schemas.microsoft.com/office/powerpoint/2010/main" val="2514459259"/>
              </p:ext>
            </p:extLst>
          </p:nvPr>
        </p:nvGraphicFramePr>
        <p:xfrm>
          <a:off x="66044" y="2829146"/>
          <a:ext cx="1878761" cy="2736769"/>
        </p:xfrm>
        <a:graphic>
          <a:graphicData uri="http://schemas.openxmlformats.org/drawingml/2006/table">
            <a:tbl>
              <a:tblPr firstRow="1" bandRow="1">
                <a:noFill/>
                <a:tableStyleId>{A521BE36-7E6F-4EC9-8D66-1CF97A6895EC}</a:tableStyleId>
              </a:tblPr>
              <a:tblGrid>
                <a:gridCol w="472773">
                  <a:extLst>
                    <a:ext uri="{9D8B030D-6E8A-4147-A177-3AD203B41FA5}">
                      <a16:colId xmlns:a16="http://schemas.microsoft.com/office/drawing/2014/main" val="20002"/>
                    </a:ext>
                  </a:extLst>
                </a:gridCol>
                <a:gridCol w="1405988">
                  <a:extLst>
                    <a:ext uri="{9D8B030D-6E8A-4147-A177-3AD203B41FA5}">
                      <a16:colId xmlns:a16="http://schemas.microsoft.com/office/drawing/2014/main" val="20003"/>
                    </a:ext>
                  </a:extLst>
                </a:gridCol>
              </a:tblGrid>
              <a:tr h="130729">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800" b="1" dirty="0">
                          <a:solidFill>
                            <a:schemeClr val="bg1"/>
                          </a:solidFill>
                        </a:rPr>
                        <a:t>China</a:t>
                      </a:r>
                    </a:p>
                  </a:txBody>
                  <a:tcPr marL="0" marR="0" marT="0" marB="0"/>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b="0" dirty="0">
                          <a:solidFill>
                            <a:schemeClr val="bg1"/>
                          </a:solidFill>
                        </a:rPr>
                        <a:t>China</a:t>
                      </a:r>
                    </a:p>
                  </a:txBody>
                  <a:tcPr marL="0" marR="0" marT="0" marB="0"/>
                </a:tc>
                <a:extLst>
                  <a:ext uri="{0D108BD9-81ED-4DB2-BD59-A6C34878D82A}">
                    <a16:rowId xmlns:a16="http://schemas.microsoft.com/office/drawing/2014/main" val="2912171646"/>
                  </a:ext>
                </a:extLst>
              </a:tr>
              <a:tr h="130729">
                <a:tc>
                  <a:txBody>
                    <a:bodyPr/>
                    <a:lstStyle/>
                    <a:p>
                      <a:pPr marL="0" marR="0" lvl="0" indent="0" algn="ctr" rtl="0">
                        <a:spcBef>
                          <a:spcPts val="0"/>
                        </a:spcBef>
                        <a:spcAft>
                          <a:spcPts val="0"/>
                        </a:spcAft>
                        <a:buNone/>
                      </a:pPr>
                      <a:r>
                        <a:rPr lang="en-US" sz="900" dirty="0">
                          <a:solidFill>
                            <a:srgbClr val="00B050"/>
                          </a:solidFill>
                        </a:rPr>
                        <a:t>SHA</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홍차오</a:t>
                      </a:r>
                      <a:endParaRPr sz="900" b="0" dirty="0">
                        <a:solidFill>
                          <a:srgbClr val="00B050"/>
                        </a:solidFill>
                      </a:endParaRPr>
                    </a:p>
                  </a:txBody>
                  <a:tcPr marL="0" marR="0" marT="0" marB="0"/>
                </a:tc>
                <a:extLst>
                  <a:ext uri="{0D108BD9-81ED-4DB2-BD59-A6C34878D82A}">
                    <a16:rowId xmlns:a16="http://schemas.microsoft.com/office/drawing/2014/main" val="10000"/>
                  </a:ext>
                </a:extLst>
              </a:tr>
              <a:tr h="130729">
                <a:tc>
                  <a:txBody>
                    <a:bodyPr/>
                    <a:lstStyle/>
                    <a:p>
                      <a:pPr marL="0" marR="0" lvl="0" indent="0" algn="ctr" rtl="0">
                        <a:spcBef>
                          <a:spcPts val="0"/>
                        </a:spcBef>
                        <a:spcAft>
                          <a:spcPts val="0"/>
                        </a:spcAft>
                        <a:buNone/>
                      </a:pPr>
                      <a:r>
                        <a:rPr lang="en-US" sz="900" dirty="0">
                          <a:solidFill>
                            <a:srgbClr val="00B050"/>
                          </a:solidFill>
                        </a:rPr>
                        <a:t>NKG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난징</a:t>
                      </a:r>
                      <a:r>
                        <a:rPr lang="en-US" altLang="ko-KR" sz="900" b="0" dirty="0">
                          <a:solidFill>
                            <a:srgbClr val="00B050"/>
                          </a:solidFill>
                        </a:rPr>
                        <a:t>/</a:t>
                      </a:r>
                      <a:r>
                        <a:rPr lang="ko-KR" altLang="en-US" sz="900" b="0" dirty="0" err="1">
                          <a:solidFill>
                            <a:srgbClr val="00B050"/>
                          </a:solidFill>
                        </a:rPr>
                        <a:t>루커우</a:t>
                      </a:r>
                      <a:endParaRPr sz="900" b="0" dirty="0">
                        <a:solidFill>
                          <a:srgbClr val="00B050"/>
                        </a:solidFill>
                      </a:endParaRPr>
                    </a:p>
                  </a:txBody>
                  <a:tcPr marL="0" marR="0" marT="0" marB="0"/>
                </a:tc>
                <a:extLst>
                  <a:ext uri="{0D108BD9-81ED-4DB2-BD59-A6C34878D82A}">
                    <a16:rowId xmlns:a16="http://schemas.microsoft.com/office/drawing/2014/main" val="10001"/>
                  </a:ext>
                </a:extLst>
              </a:tr>
              <a:tr h="130729">
                <a:tc>
                  <a:txBody>
                    <a:bodyPr/>
                    <a:lstStyle/>
                    <a:p>
                      <a:pPr marL="0" marR="0" lvl="0" indent="0" algn="ctr" rtl="0">
                        <a:spcBef>
                          <a:spcPts val="0"/>
                        </a:spcBef>
                        <a:spcAft>
                          <a:spcPts val="0"/>
                        </a:spcAft>
                        <a:buNone/>
                      </a:pPr>
                      <a:r>
                        <a:rPr lang="en-US" sz="900" dirty="0">
                          <a:solidFill>
                            <a:srgbClr val="00B050"/>
                          </a:solidFill>
                        </a:rPr>
                        <a:t>TAO</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칭다오</a:t>
                      </a:r>
                      <a:r>
                        <a:rPr lang="en-US" altLang="ko-KR" sz="900" b="0" dirty="0">
                          <a:solidFill>
                            <a:srgbClr val="00B050"/>
                          </a:solidFill>
                        </a:rPr>
                        <a:t>/</a:t>
                      </a:r>
                      <a:r>
                        <a:rPr lang="ko-KR" altLang="en-US" sz="900" b="0" dirty="0" err="1">
                          <a:solidFill>
                            <a:srgbClr val="00B050"/>
                          </a:solidFill>
                        </a:rPr>
                        <a:t>자오동</a:t>
                      </a:r>
                      <a:endParaRPr sz="900" b="0" dirty="0">
                        <a:solidFill>
                          <a:srgbClr val="00B050"/>
                        </a:solidFill>
                      </a:endParaRPr>
                    </a:p>
                  </a:txBody>
                  <a:tcPr marL="0" marR="0" marT="0" marB="0"/>
                </a:tc>
                <a:extLst>
                  <a:ext uri="{0D108BD9-81ED-4DB2-BD59-A6C34878D82A}">
                    <a16:rowId xmlns:a16="http://schemas.microsoft.com/office/drawing/2014/main" val="10002"/>
                  </a:ext>
                </a:extLst>
              </a:tr>
              <a:tr h="130729">
                <a:tc>
                  <a:txBody>
                    <a:bodyPr/>
                    <a:lstStyle/>
                    <a:p>
                      <a:pPr marL="0" marR="0" lvl="0" indent="0" algn="ctr" rtl="0">
                        <a:spcBef>
                          <a:spcPts val="0"/>
                        </a:spcBef>
                        <a:spcAft>
                          <a:spcPts val="0"/>
                        </a:spcAft>
                        <a:buNone/>
                      </a:pPr>
                      <a:r>
                        <a:rPr lang="en-US" sz="900" dirty="0">
                          <a:solidFill>
                            <a:srgbClr val="00B050"/>
                          </a:solidFill>
                        </a:rPr>
                        <a:t>PEK</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베이징</a:t>
                      </a:r>
                      <a:r>
                        <a:rPr lang="en-US" altLang="ko-KR" sz="900" b="0" dirty="0">
                          <a:solidFill>
                            <a:srgbClr val="00B050"/>
                          </a:solidFill>
                        </a:rPr>
                        <a:t>/</a:t>
                      </a:r>
                      <a:r>
                        <a:rPr lang="ko-KR" altLang="en-US" sz="900" b="0" dirty="0" err="1">
                          <a:solidFill>
                            <a:srgbClr val="00B050"/>
                          </a:solidFill>
                        </a:rPr>
                        <a:t>소우뚜</a:t>
                      </a:r>
                      <a:r>
                        <a:rPr lang="en-US" altLang="ko-KR" sz="900" b="0" dirty="0">
                          <a:solidFill>
                            <a:srgbClr val="00B050"/>
                          </a:solidFill>
                        </a:rPr>
                        <a:t>(Capital)</a:t>
                      </a:r>
                      <a:endParaRPr sz="900" b="0" dirty="0">
                        <a:solidFill>
                          <a:srgbClr val="00B050"/>
                        </a:solidFill>
                      </a:endParaRPr>
                    </a:p>
                  </a:txBody>
                  <a:tcPr marL="0" marR="0" marT="0" marB="0" anchor="ctr"/>
                </a:tc>
                <a:extLst>
                  <a:ext uri="{0D108BD9-81ED-4DB2-BD59-A6C34878D82A}">
                    <a16:rowId xmlns:a16="http://schemas.microsoft.com/office/drawing/2014/main" val="10003"/>
                  </a:ext>
                </a:extLst>
              </a:tr>
              <a:tr h="130729">
                <a:tc>
                  <a:txBody>
                    <a:bodyPr/>
                    <a:lstStyle/>
                    <a:p>
                      <a:pPr marL="0" marR="0" lvl="0" indent="0" algn="ctr" rtl="0">
                        <a:spcBef>
                          <a:spcPts val="0"/>
                        </a:spcBef>
                        <a:spcAft>
                          <a:spcPts val="0"/>
                        </a:spcAft>
                        <a:buNone/>
                      </a:pPr>
                      <a:r>
                        <a:rPr lang="en-US" sz="900" dirty="0">
                          <a:solidFill>
                            <a:srgbClr val="00B050"/>
                          </a:solidFill>
                        </a:rPr>
                        <a:t>SHE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선양</a:t>
                      </a:r>
                      <a:r>
                        <a:rPr lang="en-US" altLang="ko-KR" sz="900" b="0" dirty="0">
                          <a:solidFill>
                            <a:srgbClr val="00B050"/>
                          </a:solidFill>
                        </a:rPr>
                        <a:t>/</a:t>
                      </a:r>
                      <a:r>
                        <a:rPr lang="ko-KR" altLang="en-US" sz="900" b="0" dirty="0" err="1">
                          <a:solidFill>
                            <a:srgbClr val="00B050"/>
                          </a:solidFill>
                        </a:rPr>
                        <a:t>탸오쎈</a:t>
                      </a:r>
                      <a:endParaRPr sz="900" b="0" dirty="0">
                        <a:solidFill>
                          <a:srgbClr val="00B050"/>
                        </a:solidFill>
                      </a:endParaRPr>
                    </a:p>
                  </a:txBody>
                  <a:tcPr marL="0" marR="0" marT="0" marB="0" anchor="ctr"/>
                </a:tc>
                <a:extLst>
                  <a:ext uri="{0D108BD9-81ED-4DB2-BD59-A6C34878D82A}">
                    <a16:rowId xmlns:a16="http://schemas.microsoft.com/office/drawing/2014/main" val="10004"/>
                  </a:ext>
                </a:extLst>
              </a:tr>
              <a:tr h="130729">
                <a:tc>
                  <a:txBody>
                    <a:bodyPr/>
                    <a:lstStyle/>
                    <a:p>
                      <a:pPr marL="0" marR="0" lvl="0" indent="0" algn="ctr" rtl="0">
                        <a:spcBef>
                          <a:spcPts val="0"/>
                        </a:spcBef>
                        <a:spcAft>
                          <a:spcPts val="0"/>
                        </a:spcAft>
                        <a:buNone/>
                      </a:pPr>
                      <a:r>
                        <a:rPr lang="en-US" sz="900" dirty="0">
                          <a:solidFill>
                            <a:srgbClr val="00B050"/>
                          </a:solidFill>
                        </a:rPr>
                        <a:t>PVG</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상하이</a:t>
                      </a:r>
                      <a:r>
                        <a:rPr lang="en-US" altLang="ko-KR" sz="900" b="0" dirty="0">
                          <a:solidFill>
                            <a:srgbClr val="00B050"/>
                          </a:solidFill>
                        </a:rPr>
                        <a:t>/</a:t>
                      </a:r>
                      <a:r>
                        <a:rPr lang="ko-KR" altLang="en-US" sz="900" b="0" dirty="0" err="1">
                          <a:solidFill>
                            <a:srgbClr val="00B050"/>
                          </a:solidFill>
                        </a:rPr>
                        <a:t>푸동</a:t>
                      </a:r>
                      <a:endParaRPr sz="900" b="0" dirty="0">
                        <a:solidFill>
                          <a:srgbClr val="00B050"/>
                        </a:solidFill>
                      </a:endParaRPr>
                    </a:p>
                  </a:txBody>
                  <a:tcPr marL="0" marR="0" marT="0" marB="0" anchor="ctr"/>
                </a:tc>
                <a:extLst>
                  <a:ext uri="{0D108BD9-81ED-4DB2-BD59-A6C34878D82A}">
                    <a16:rowId xmlns:a16="http://schemas.microsoft.com/office/drawing/2014/main" val="10005"/>
                  </a:ext>
                </a:extLst>
              </a:tr>
              <a:tr h="130729">
                <a:tc>
                  <a:txBody>
                    <a:bodyPr/>
                    <a:lstStyle/>
                    <a:p>
                      <a:pPr marL="0" marR="0" lvl="0" indent="0" algn="ctr" rtl="0">
                        <a:spcBef>
                          <a:spcPts val="0"/>
                        </a:spcBef>
                        <a:spcAft>
                          <a:spcPts val="0"/>
                        </a:spcAft>
                        <a:buNone/>
                      </a:pPr>
                      <a:r>
                        <a:rPr lang="en-US" sz="900" dirty="0">
                          <a:solidFill>
                            <a:srgbClr val="00B050"/>
                          </a:solidFill>
                        </a:rPr>
                        <a:t>YNJ</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a:solidFill>
                            <a:srgbClr val="00B050"/>
                          </a:solidFill>
                        </a:rPr>
                        <a:t>옌지</a:t>
                      </a:r>
                      <a:endParaRPr sz="900" b="0" dirty="0">
                        <a:solidFill>
                          <a:srgbClr val="00B050"/>
                        </a:solidFill>
                      </a:endParaRPr>
                    </a:p>
                  </a:txBody>
                  <a:tcPr marL="0" marR="0" marT="0" marB="0" anchor="ctr"/>
                </a:tc>
                <a:extLst>
                  <a:ext uri="{0D108BD9-81ED-4DB2-BD59-A6C34878D82A}">
                    <a16:rowId xmlns:a16="http://schemas.microsoft.com/office/drawing/2014/main" val="10006"/>
                  </a:ext>
                </a:extLst>
              </a:tr>
              <a:tr h="130729">
                <a:tc>
                  <a:txBody>
                    <a:bodyPr/>
                    <a:lstStyle/>
                    <a:p>
                      <a:pPr marL="0" marR="0" lvl="0" indent="0" algn="ctr" rtl="0">
                        <a:spcBef>
                          <a:spcPts val="0"/>
                        </a:spcBef>
                        <a:spcAft>
                          <a:spcPts val="0"/>
                        </a:spcAft>
                        <a:buNone/>
                      </a:pPr>
                      <a:r>
                        <a:rPr lang="en-US" sz="900" dirty="0">
                          <a:solidFill>
                            <a:srgbClr val="00B050"/>
                          </a:solidFill>
                        </a:rPr>
                        <a:t>HGH</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황저우</a:t>
                      </a:r>
                      <a:r>
                        <a:rPr lang="en-US" altLang="ko-KR" sz="900" b="0" dirty="0">
                          <a:solidFill>
                            <a:srgbClr val="00B050"/>
                          </a:solidFill>
                        </a:rPr>
                        <a:t>/</a:t>
                      </a:r>
                      <a:r>
                        <a:rPr lang="ko-KR" altLang="en-US" sz="900" b="0" dirty="0">
                          <a:solidFill>
                            <a:srgbClr val="00B050"/>
                          </a:solidFill>
                        </a:rPr>
                        <a:t>샤오산</a:t>
                      </a:r>
                      <a:endParaRPr sz="900" b="0" dirty="0">
                        <a:solidFill>
                          <a:srgbClr val="00B050"/>
                        </a:solidFill>
                      </a:endParaRPr>
                    </a:p>
                  </a:txBody>
                  <a:tcPr marL="0" marR="0" marT="0" marB="0" anchor="ctr"/>
                </a:tc>
                <a:extLst>
                  <a:ext uri="{0D108BD9-81ED-4DB2-BD59-A6C34878D82A}">
                    <a16:rowId xmlns:a16="http://schemas.microsoft.com/office/drawing/2014/main" val="10007"/>
                  </a:ext>
                </a:extLst>
              </a:tr>
              <a:tr h="130729">
                <a:tc>
                  <a:txBody>
                    <a:bodyPr/>
                    <a:lstStyle/>
                    <a:p>
                      <a:pPr marL="0" marR="0" lvl="0" indent="0" algn="ctr" rtl="0">
                        <a:spcBef>
                          <a:spcPts val="0"/>
                        </a:spcBef>
                        <a:spcAft>
                          <a:spcPts val="0"/>
                        </a:spcAft>
                        <a:buNone/>
                      </a:pPr>
                      <a:r>
                        <a:rPr lang="en-US" sz="900" dirty="0">
                          <a:solidFill>
                            <a:srgbClr val="00B050"/>
                          </a:solidFill>
                        </a:rPr>
                        <a:t>WHE</a:t>
                      </a:r>
                      <a:endParaRPr sz="900" dirty="0">
                        <a:solidFill>
                          <a:srgbClr val="00B050"/>
                        </a:solidFill>
                      </a:endParaRPr>
                    </a:p>
                  </a:txBody>
                  <a:tcPr marL="0" marR="0" marT="0" marB="0"/>
                </a:tc>
                <a:tc>
                  <a:txBody>
                    <a:bodyPr/>
                    <a:lstStyle/>
                    <a:p>
                      <a:pPr marL="0" marR="0" lvl="0" indent="0" algn="ctr" rtl="0">
                        <a:spcBef>
                          <a:spcPts val="0"/>
                        </a:spcBef>
                        <a:spcAft>
                          <a:spcPts val="0"/>
                        </a:spcAft>
                        <a:buNone/>
                      </a:pPr>
                      <a:r>
                        <a:rPr lang="ko-KR" altLang="en-US" sz="900" b="0" dirty="0" err="1">
                          <a:solidFill>
                            <a:srgbClr val="00B050"/>
                          </a:solidFill>
                        </a:rPr>
                        <a:t>웨이하이</a:t>
                      </a:r>
                      <a:r>
                        <a:rPr lang="en-US" altLang="ko-KR" sz="900" b="0" dirty="0">
                          <a:solidFill>
                            <a:srgbClr val="00B050"/>
                          </a:solidFill>
                        </a:rPr>
                        <a:t>/</a:t>
                      </a:r>
                      <a:r>
                        <a:rPr lang="ko-KR" altLang="en-US" sz="900" b="0" dirty="0" err="1">
                          <a:solidFill>
                            <a:srgbClr val="00B050"/>
                          </a:solidFill>
                        </a:rPr>
                        <a:t>따쉐이푸오</a:t>
                      </a:r>
                      <a:endParaRPr sz="900" b="0" dirty="0">
                        <a:solidFill>
                          <a:srgbClr val="00B050"/>
                        </a:solidFill>
                      </a:endParaRPr>
                    </a:p>
                  </a:txBody>
                  <a:tcPr marL="0" marR="0" marT="0" marB="0" anchor="ctr"/>
                </a:tc>
                <a:extLst>
                  <a:ext uri="{0D108BD9-81ED-4DB2-BD59-A6C34878D82A}">
                    <a16:rowId xmlns:a16="http://schemas.microsoft.com/office/drawing/2014/main" val="1188143320"/>
                  </a:ext>
                </a:extLst>
              </a:tr>
              <a:tr h="130729">
                <a:tc>
                  <a:txBody>
                    <a:bodyPr/>
                    <a:lstStyle/>
                    <a:p>
                      <a:pPr marL="0" marR="0" lvl="0" indent="0" algn="ctr" rtl="0">
                        <a:spcBef>
                          <a:spcPts val="0"/>
                        </a:spcBef>
                        <a:spcAft>
                          <a:spcPts val="0"/>
                        </a:spcAft>
                        <a:buNone/>
                      </a:pPr>
                      <a:r>
                        <a:rPr lang="en-US" sz="900" dirty="0">
                          <a:solidFill>
                            <a:srgbClr val="00B050"/>
                          </a:solidFill>
                        </a:rPr>
                        <a:t>XIY</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ore-KR" altLang="en-US" sz="900" dirty="0">
                          <a:solidFill>
                            <a:srgbClr val="00B050"/>
                          </a:solidFill>
                        </a:rPr>
                        <a:t>시안</a:t>
                      </a:r>
                      <a:r>
                        <a:rPr lang="en-US" altLang="ko-Kore-KR" sz="900" dirty="0">
                          <a:solidFill>
                            <a:srgbClr val="00B050"/>
                          </a:solidFill>
                        </a:rPr>
                        <a:t>/</a:t>
                      </a:r>
                      <a:r>
                        <a:rPr lang="ko-KR" altLang="en-US" sz="900" dirty="0" err="1">
                          <a:solidFill>
                            <a:srgbClr val="00B050"/>
                          </a:solidFill>
                        </a:rPr>
                        <a:t>시엔양</a:t>
                      </a:r>
                      <a:endParaRPr sz="900" b="0" dirty="0">
                        <a:solidFill>
                          <a:srgbClr val="AA47F5"/>
                        </a:solidFill>
                      </a:endParaRPr>
                    </a:p>
                  </a:txBody>
                  <a:tcPr marL="0" marR="0" marT="0" marB="0" anchor="ctr"/>
                </a:tc>
                <a:extLst>
                  <a:ext uri="{0D108BD9-81ED-4DB2-BD59-A6C34878D82A}">
                    <a16:rowId xmlns:a16="http://schemas.microsoft.com/office/drawing/2014/main" val="3275921985"/>
                  </a:ext>
                </a:extLst>
              </a:tr>
              <a:tr h="130729">
                <a:tc>
                  <a:txBody>
                    <a:bodyPr/>
                    <a:lstStyle/>
                    <a:p>
                      <a:pPr marL="0" marR="0" lvl="0" indent="0" algn="ctr" rtl="0">
                        <a:spcBef>
                          <a:spcPts val="0"/>
                        </a:spcBef>
                        <a:spcAft>
                          <a:spcPts val="0"/>
                        </a:spcAft>
                        <a:buNone/>
                      </a:pPr>
                      <a:r>
                        <a:rPr lang="en-US" sz="900" dirty="0">
                          <a:solidFill>
                            <a:srgbClr val="00B050"/>
                          </a:solidFill>
                        </a:rPr>
                        <a:t>CSX</a:t>
                      </a:r>
                      <a:endParaRPr sz="900" dirty="0">
                        <a:solidFill>
                          <a:srgbClr val="AA47F5"/>
                        </a:solidFill>
                      </a:endParaRPr>
                    </a:p>
                  </a:txBody>
                  <a:tcPr marL="0" marR="0" marT="0" marB="0"/>
                </a:tc>
                <a:tc>
                  <a:txBody>
                    <a:bodyPr/>
                    <a:lstStyle/>
                    <a:p>
                      <a:pPr marL="0" marR="0" lvl="0" indent="0" algn="ctr" rtl="0">
                        <a:spcBef>
                          <a:spcPts val="0"/>
                        </a:spcBef>
                        <a:spcAft>
                          <a:spcPts val="0"/>
                        </a:spcAft>
                        <a:buNone/>
                      </a:pPr>
                      <a:r>
                        <a:rPr lang="ko-KR" altLang="en-US" sz="900" dirty="0">
                          <a:solidFill>
                            <a:srgbClr val="00B050"/>
                          </a:solidFill>
                        </a:rPr>
                        <a:t>창사</a:t>
                      </a:r>
                      <a:r>
                        <a:rPr lang="en-US" altLang="ko-Kore-KR" sz="900" dirty="0">
                          <a:solidFill>
                            <a:srgbClr val="00B050"/>
                          </a:solidFill>
                        </a:rPr>
                        <a:t>/</a:t>
                      </a:r>
                      <a:r>
                        <a:rPr lang="ko-KR" altLang="en-US" sz="900" dirty="0" err="1">
                          <a:solidFill>
                            <a:srgbClr val="00B050"/>
                          </a:solidFill>
                        </a:rPr>
                        <a:t>후앙후아</a:t>
                      </a:r>
                      <a:endParaRPr sz="900" b="0" dirty="0">
                        <a:solidFill>
                          <a:srgbClr val="AA47F5"/>
                        </a:solidFill>
                      </a:endParaRPr>
                    </a:p>
                  </a:txBody>
                  <a:tcPr marL="0" marR="0" marT="0" marB="0" anchor="ctr"/>
                </a:tc>
                <a:extLst>
                  <a:ext uri="{0D108BD9-81ED-4DB2-BD59-A6C34878D82A}">
                    <a16:rowId xmlns:a16="http://schemas.microsoft.com/office/drawing/2014/main" val="49140911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HKG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홍콩</a:t>
                      </a:r>
                      <a:endParaRPr lang="en-US" altLang="ko-Kore-KR" sz="900" dirty="0">
                        <a:solidFill>
                          <a:srgbClr val="AA47F5"/>
                        </a:solidFill>
                      </a:endParaRPr>
                    </a:p>
                  </a:txBody>
                  <a:tcPr marL="0" marR="0" marT="0" marB="0" anchor="ctr"/>
                </a:tc>
                <a:extLst>
                  <a:ext uri="{0D108BD9-81ED-4DB2-BD59-A6C34878D82A}">
                    <a16:rowId xmlns:a16="http://schemas.microsoft.com/office/drawing/2014/main" val="3246085828"/>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TSN</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톈진</a:t>
                      </a:r>
                      <a:r>
                        <a:rPr lang="en-US" altLang="ko-KR" sz="900" dirty="0">
                          <a:solidFill>
                            <a:srgbClr val="00B050"/>
                          </a:solidFill>
                        </a:rPr>
                        <a:t>/</a:t>
                      </a:r>
                      <a:r>
                        <a:rPr lang="ko-KR" altLang="en-US" sz="900" dirty="0" err="1">
                          <a:solidFill>
                            <a:srgbClr val="00B050"/>
                          </a:solidFill>
                        </a:rPr>
                        <a:t>빈하이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232204917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CGO</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정저우</a:t>
                      </a:r>
                      <a:endParaRPr lang="en-US" altLang="ko-Kore-KR" sz="900" dirty="0">
                        <a:solidFill>
                          <a:srgbClr val="AA47F5"/>
                        </a:solidFill>
                      </a:endParaRPr>
                    </a:p>
                  </a:txBody>
                  <a:tcPr marL="0" marR="0" marT="0" marB="0" anchor="ctr"/>
                </a:tc>
                <a:extLst>
                  <a:ext uri="{0D108BD9-81ED-4DB2-BD59-A6C34878D82A}">
                    <a16:rowId xmlns:a16="http://schemas.microsoft.com/office/drawing/2014/main" val="245996186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DYG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err="1">
                          <a:solidFill>
                            <a:srgbClr val="00B050"/>
                          </a:solidFill>
                        </a:rPr>
                        <a:t>장자제</a:t>
                      </a:r>
                      <a:r>
                        <a:rPr lang="en-US" altLang="ko-KR" sz="900" dirty="0">
                          <a:solidFill>
                            <a:srgbClr val="00B050"/>
                          </a:solidFill>
                        </a:rPr>
                        <a:t>/</a:t>
                      </a:r>
                      <a:r>
                        <a:rPr lang="ko-KR" altLang="en-US" sz="900" dirty="0">
                          <a:solidFill>
                            <a:srgbClr val="00B050"/>
                          </a:solidFill>
                        </a:rPr>
                        <a:t>허화</a:t>
                      </a:r>
                      <a:endParaRPr lang="en-US" altLang="ko-Kore-KR" sz="900" dirty="0">
                        <a:solidFill>
                          <a:srgbClr val="AA47F5"/>
                        </a:solidFill>
                      </a:endParaRPr>
                    </a:p>
                  </a:txBody>
                  <a:tcPr marL="0" marR="0" marT="0" marB="0" anchor="ctr"/>
                </a:tc>
                <a:extLst>
                  <a:ext uri="{0D108BD9-81ED-4DB2-BD59-A6C34878D82A}">
                    <a16:rowId xmlns:a16="http://schemas.microsoft.com/office/drawing/2014/main" val="46132794"/>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DLC</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다롄</a:t>
                      </a:r>
                      <a:r>
                        <a:rPr lang="en-US" altLang="ko-KR" sz="900" dirty="0">
                          <a:solidFill>
                            <a:srgbClr val="00B050"/>
                          </a:solidFill>
                        </a:rPr>
                        <a:t>/</a:t>
                      </a:r>
                      <a:r>
                        <a:rPr lang="ko-KR" altLang="en-US" sz="900" dirty="0" err="1">
                          <a:solidFill>
                            <a:srgbClr val="00B050"/>
                          </a:solidFill>
                        </a:rPr>
                        <a:t>쪼우쑤이쯔</a:t>
                      </a:r>
                      <a:endParaRPr lang="en-US" altLang="ko-Kore-KR" sz="900" dirty="0">
                        <a:solidFill>
                          <a:srgbClr val="AA47F5"/>
                        </a:solidFill>
                      </a:endParaRPr>
                    </a:p>
                  </a:txBody>
                  <a:tcPr marL="0" marR="0" marT="0" marB="0" anchor="ctr"/>
                </a:tc>
                <a:extLst>
                  <a:ext uri="{0D108BD9-81ED-4DB2-BD59-A6C34878D82A}">
                    <a16:rowId xmlns:a16="http://schemas.microsoft.com/office/drawing/2014/main" val="1944538903"/>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HFE</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허페이</a:t>
                      </a:r>
                      <a:r>
                        <a:rPr lang="en-US" altLang="ko-KR" sz="900" dirty="0">
                          <a:solidFill>
                            <a:srgbClr val="00B050"/>
                          </a:solidFill>
                        </a:rPr>
                        <a:t>/</a:t>
                      </a:r>
                      <a:r>
                        <a:rPr lang="ko-KR" altLang="en-US" sz="900" dirty="0" err="1">
                          <a:solidFill>
                            <a:srgbClr val="00B050"/>
                          </a:solidFill>
                        </a:rPr>
                        <a:t>신치아오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28517652"/>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KMG</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쿤밍</a:t>
                      </a:r>
                      <a:r>
                        <a:rPr lang="en-US" altLang="ko-KR" sz="900" dirty="0">
                          <a:solidFill>
                            <a:srgbClr val="00B050"/>
                          </a:solidFill>
                        </a:rPr>
                        <a:t>/</a:t>
                      </a:r>
                      <a:r>
                        <a:rPr lang="ko-KR" altLang="en-US" sz="900" dirty="0" err="1">
                          <a:solidFill>
                            <a:srgbClr val="00B050"/>
                          </a:solidFill>
                        </a:rPr>
                        <a:t>창쉐이</a:t>
                      </a:r>
                      <a:endParaRPr lang="en-US" altLang="ko-Kore-KR" sz="900" dirty="0">
                        <a:solidFill>
                          <a:srgbClr val="AA47F5"/>
                        </a:solidFill>
                      </a:endParaRPr>
                    </a:p>
                  </a:txBody>
                  <a:tcPr marL="0" marR="0" marT="0" marB="0" anchor="ctr"/>
                </a:tc>
                <a:extLst>
                  <a:ext uri="{0D108BD9-81ED-4DB2-BD59-A6C34878D82A}">
                    <a16:rowId xmlns:a16="http://schemas.microsoft.com/office/drawing/2014/main" val="1191254911"/>
                  </a:ext>
                </a:extLst>
              </a:tr>
              <a:tr h="130729">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900" dirty="0">
                          <a:solidFill>
                            <a:srgbClr val="00B050"/>
                          </a:solidFill>
                        </a:rPr>
                        <a:t>MFM</a:t>
                      </a:r>
                      <a:endParaRPr lang="en-US" altLang="ko-Kore-KR" sz="900" dirty="0">
                        <a:solidFill>
                          <a:srgbClr val="AA47F5"/>
                        </a:solidFill>
                      </a:endParaRPr>
                    </a:p>
                  </a:txBody>
                  <a:tcPr marL="0" marR="0" marT="0" marB="0"/>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dirty="0">
                          <a:solidFill>
                            <a:srgbClr val="00B050"/>
                          </a:solidFill>
                        </a:rPr>
                        <a:t>마카오</a:t>
                      </a:r>
                      <a:endParaRPr lang="en-US" altLang="ko-Kore-KR" sz="900" dirty="0">
                        <a:solidFill>
                          <a:srgbClr val="AA47F5"/>
                        </a:solidFill>
                      </a:endParaRPr>
                    </a:p>
                  </a:txBody>
                  <a:tcPr marL="0" marR="0" marT="0" marB="0" anchor="ctr"/>
                </a:tc>
                <a:extLst>
                  <a:ext uri="{0D108BD9-81ED-4DB2-BD59-A6C34878D82A}">
                    <a16:rowId xmlns:a16="http://schemas.microsoft.com/office/drawing/2014/main" val="3358851044"/>
                  </a:ext>
                </a:extLst>
              </a:tr>
            </a:tbl>
          </a:graphicData>
        </a:graphic>
      </p:graphicFrame>
      <p:graphicFrame>
        <p:nvGraphicFramePr>
          <p:cNvPr id="370" name="Google Shape;370;p27"/>
          <p:cNvGraphicFramePr/>
          <p:nvPr>
            <p:extLst>
              <p:ext uri="{D42A27DB-BD31-4B8C-83A1-F6EECF244321}">
                <p14:modId xmlns:p14="http://schemas.microsoft.com/office/powerpoint/2010/main" val="3485572267"/>
              </p:ext>
            </p:extLst>
          </p:nvPr>
        </p:nvGraphicFramePr>
        <p:xfrm>
          <a:off x="0" y="0"/>
          <a:ext cx="2328875" cy="28498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100" b="1" dirty="0">
                          <a:latin typeface="Calibri"/>
                          <a:ea typeface="Calibri"/>
                          <a:cs typeface="Calibri"/>
                          <a:sym typeface="Calibri"/>
                        </a:rPr>
                        <a:t>WELCOME PA </a:t>
                      </a:r>
                      <a:endParaRPr sz="1100" b="1" dirty="0">
                        <a:solidFill>
                          <a:srgbClr val="FFC000"/>
                        </a:solidFill>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202038">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sz="800" b="1" dirty="0">
                          <a:latin typeface="Calibri"/>
                          <a:ea typeface="Calibri"/>
                          <a:cs typeface="Calibri"/>
                          <a:sym typeface="Calibri"/>
                        </a:rPr>
                        <a:t> (</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sz="800" b="1" dirty="0">
                        <a:latin typeface="Calibri"/>
                        <a:ea typeface="Calibri"/>
                        <a:cs typeface="Calibri"/>
                        <a:sym typeface="Calibri"/>
                      </a:endParaRPr>
                    </a:p>
                  </a:txBody>
                  <a:tcPr marL="0" marR="0" marT="0" marB="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0" marR="0" marT="0" marB="0"/>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1829993" y="3464323"/>
            <a:ext cx="644531" cy="1384995"/>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H</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I</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N</a:t>
            </a:r>
          </a:p>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A</a:t>
            </a:r>
          </a:p>
        </p:txBody>
      </p:sp>
    </p:spTree>
    <p:extLst>
      <p:ext uri="{BB962C8B-B14F-4D97-AF65-F5344CB8AC3E}">
        <p14:creationId xmlns:p14="http://schemas.microsoft.com/office/powerpoint/2010/main" val="264058566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87"/>
        <p:cNvGrpSpPr/>
        <p:nvPr/>
      </p:nvGrpSpPr>
      <p:grpSpPr>
        <a:xfrm>
          <a:off x="0" y="0"/>
          <a:ext cx="0" cy="0"/>
          <a:chOff x="0" y="0"/>
          <a:chExt cx="0" cy="0"/>
        </a:xfrm>
      </p:grpSpPr>
      <p:graphicFrame>
        <p:nvGraphicFramePr>
          <p:cNvPr id="88" name="Google Shape;88;p1"/>
          <p:cNvGraphicFramePr/>
          <p:nvPr>
            <p:extLst>
              <p:ext uri="{D42A27DB-BD31-4B8C-83A1-F6EECF244321}">
                <p14:modId xmlns:p14="http://schemas.microsoft.com/office/powerpoint/2010/main" val="4119683204"/>
              </p:ext>
            </p:extLst>
          </p:nvPr>
        </p:nvGraphicFramePr>
        <p:xfrm>
          <a:off x="98101" y="184953"/>
          <a:ext cx="2132650" cy="3851663"/>
        </p:xfrm>
        <a:graphic>
          <a:graphicData uri="http://schemas.openxmlformats.org/drawingml/2006/table">
            <a:tbl>
              <a:tblPr firstRow="1" bandRow="1">
                <a:noFill/>
                <a:tableStyleId>{A521BE36-7E6F-4EC9-8D66-1CF97A6895EC}</a:tableStyleId>
              </a:tblPr>
              <a:tblGrid>
                <a:gridCol w="1066325">
                  <a:extLst>
                    <a:ext uri="{9D8B030D-6E8A-4147-A177-3AD203B41FA5}">
                      <a16:colId xmlns:a16="http://schemas.microsoft.com/office/drawing/2014/main" val="20000"/>
                    </a:ext>
                  </a:extLst>
                </a:gridCol>
                <a:gridCol w="1066325">
                  <a:extLst>
                    <a:ext uri="{9D8B030D-6E8A-4147-A177-3AD203B41FA5}">
                      <a16:colId xmlns:a16="http://schemas.microsoft.com/office/drawing/2014/main" val="2055015791"/>
                    </a:ext>
                  </a:extLst>
                </a:gridCol>
              </a:tblGrid>
              <a:tr h="453137">
                <a:tc gridSpan="2">
                  <a:txBody>
                    <a:bodyPr/>
                    <a:lstStyle/>
                    <a:p>
                      <a:pPr marL="0" marR="0" lvl="0" indent="0" algn="ctr" rtl="0">
                        <a:spcBef>
                          <a:spcPts val="0"/>
                        </a:spcBef>
                        <a:spcAft>
                          <a:spcPts val="0"/>
                        </a:spcAft>
                        <a:buNone/>
                      </a:pPr>
                      <a:r>
                        <a:rPr lang="en-US" sz="2400" b="1" u="none" strike="noStrike" cap="none" dirty="0">
                          <a:solidFill>
                            <a:schemeClr val="bg1"/>
                          </a:solidFill>
                          <a:latin typeface="Calibri"/>
                          <a:ea typeface="Calibri"/>
                          <a:cs typeface="Calibri"/>
                          <a:sym typeface="Calibri"/>
                        </a:rPr>
                        <a:t>S.E Asia</a:t>
                      </a:r>
                      <a:endParaRPr sz="2400" b="1" u="none" strike="noStrike" cap="none" dirty="0">
                        <a:solidFill>
                          <a:schemeClr val="bg1"/>
                        </a:solidFill>
                        <a:latin typeface="Calibri"/>
                        <a:ea typeface="Calibri"/>
                        <a:cs typeface="Calibri"/>
                        <a:sym typeface="Calibri"/>
                      </a:endParaRPr>
                    </a:p>
                  </a:txBody>
                  <a:tcPr marL="0" marR="0" marT="0" marB="0" anchor="ctr"/>
                </a:tc>
                <a:tc hMerge="1">
                  <a:txBody>
                    <a:bodyPr/>
                    <a:lstStyle/>
                    <a:p>
                      <a:endParaRPr lang="ko-Kore-KR" altLang="en-US"/>
                    </a:p>
                  </a:txBody>
                  <a:tcPr/>
                </a:tc>
                <a:extLst>
                  <a:ext uri="{0D108BD9-81ED-4DB2-BD59-A6C34878D82A}">
                    <a16:rowId xmlns:a16="http://schemas.microsoft.com/office/drawing/2014/main" val="1473297171"/>
                  </a:ext>
                </a:extLst>
              </a:tr>
              <a:tr h="377614">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CXR</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10011"/>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SGN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823778637"/>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PNH</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0645477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MNL</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931868389"/>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RMQ</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209742540"/>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r>
                        <a:rPr lang="en-US" altLang="ko-Kore-KR" sz="2000" b="0" u="none" strike="noStrike" cap="none" dirty="0">
                          <a:solidFill>
                            <a:srgbClr val="7030A0"/>
                          </a:solidFill>
                          <a:latin typeface="Calibri"/>
                          <a:cs typeface="Calibri"/>
                          <a:sym typeface="Calibri"/>
                          <a:hlinkClick r:id="" action="ppaction://noaction">
                            <a:extLst>
                              <a:ext uri="{A12FA001-AC4F-418D-AE19-62706E023703}">
                                <ahyp:hlinkClr xmlns:ahyp="http://schemas.microsoft.com/office/drawing/2018/hyperlinkcolor" val="tx"/>
                              </a:ext>
                            </a:extLst>
                          </a:hlinkClick>
                        </a:rPr>
                        <a:t> </a:t>
                      </a:r>
                      <a:endParaRPr lang="en-US" altLang="ko-Kore-KR" sz="2000" b="0" u="none" strike="noStrike" cap="none" dirty="0">
                        <a:solidFill>
                          <a:srgbClr val="7030A0"/>
                        </a:solidFill>
                        <a:latin typeface="Calibri"/>
                        <a:cs typeface="Calibri"/>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4171315063"/>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TPE</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211506459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ICN</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GUM</a:t>
                      </a:r>
                      <a:endParaRPr lang="en-US" altLang="ko-Kore-KR" sz="2000" b="1" i="0" u="none" strike="noStrike" cap="none" dirty="0">
                        <a:solidFill>
                          <a:srgbClr val="FFFF0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061931844"/>
                  </a:ext>
                </a:extLst>
              </a:tr>
              <a:tr h="377614">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PUS</a:t>
                      </a:r>
                      <a:endParaRPr lang="en-US" altLang="ko-Kore-KR" sz="2000" b="1" i="0" u="none" strike="noStrike" cap="none" dirty="0">
                        <a:solidFill>
                          <a:srgbClr val="C00000"/>
                        </a:solidFill>
                        <a:latin typeface="Calibri" panose="020F0502020204030204" pitchFamily="34" charset="0"/>
                        <a:ea typeface="Calibri"/>
                        <a:cs typeface="Calibri" panose="020F0502020204030204" pitchFamily="34" charset="0"/>
                        <a:sym typeface="Calibri"/>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hlinkClick r:id="" action="ppaction://noaction">
                            <a:extLst>
                              <a:ext uri="{A12FA001-AC4F-418D-AE19-62706E023703}">
                                <ahyp:hlinkClr xmlns:ahyp="http://schemas.microsoft.com/office/drawing/2018/hyperlinkcolor" val="tx"/>
                              </a:ext>
                            </a:extLst>
                          </a:hlinkClick>
                        </a:rPr>
                        <a:t>BKK</a:t>
                      </a:r>
                      <a:endParaRPr lang="en-US" altLang="ko-Kore-KR" sz="2000" b="1" i="0" u="none" strike="noStrike" cap="none" dirty="0">
                        <a:solidFill>
                          <a:srgbClr val="7030A0"/>
                        </a:solidFill>
                        <a:latin typeface="Calibri" panose="020F0502020204030204" pitchFamily="34" charset="0"/>
                        <a:ea typeface="Calibri"/>
                        <a:cs typeface="Calibri" panose="020F0502020204030204" pitchFamily="34" charset="0"/>
                        <a:sym typeface="Calibri"/>
                      </a:endParaRPr>
                    </a:p>
                  </a:txBody>
                  <a:tcPr marL="0" marR="0" marT="0" marB="0" anchor="ctr"/>
                </a:tc>
                <a:extLst>
                  <a:ext uri="{0D108BD9-81ED-4DB2-BD59-A6C34878D82A}">
                    <a16:rowId xmlns:a16="http://schemas.microsoft.com/office/drawing/2014/main" val="3261878942"/>
                  </a:ext>
                </a:extLst>
              </a:tr>
            </a:tbl>
          </a:graphicData>
        </a:graphic>
      </p:graphicFrame>
      <p:graphicFrame>
        <p:nvGraphicFramePr>
          <p:cNvPr id="2" name="Google Shape;90;p1">
            <a:extLst>
              <a:ext uri="{FF2B5EF4-FFF2-40B4-BE49-F238E27FC236}">
                <a16:creationId xmlns:a16="http://schemas.microsoft.com/office/drawing/2014/main" id="{420D4B99-E8E2-695D-C567-AA64CB4A507C}"/>
              </a:ext>
            </a:extLst>
          </p:cNvPr>
          <p:cNvGraphicFramePr/>
          <p:nvPr>
            <p:extLst>
              <p:ext uri="{D42A27DB-BD31-4B8C-83A1-F6EECF244321}">
                <p14:modId xmlns:p14="http://schemas.microsoft.com/office/powerpoint/2010/main" val="2695471260"/>
              </p:ext>
            </p:extLst>
          </p:nvPr>
        </p:nvGraphicFramePr>
        <p:xfrm>
          <a:off x="185895" y="4446365"/>
          <a:ext cx="1969476" cy="556300"/>
        </p:xfrm>
        <a:graphic>
          <a:graphicData uri="http://schemas.openxmlformats.org/drawingml/2006/table">
            <a:tbl>
              <a:tblPr firstRow="1" bandRow="1">
                <a:noFill/>
                <a:tableStyleId>{A521BE36-7E6F-4EC9-8D66-1CF97A6895EC}</a:tableStyleId>
              </a:tblPr>
              <a:tblGrid>
                <a:gridCol w="1969476">
                  <a:extLst>
                    <a:ext uri="{9D8B030D-6E8A-4147-A177-3AD203B41FA5}">
                      <a16:colId xmlns:a16="http://schemas.microsoft.com/office/drawing/2014/main" val="20000"/>
                    </a:ext>
                  </a:extLst>
                </a:gridCol>
              </a:tblGrid>
              <a:tr h="278150">
                <a:tc>
                  <a:txBody>
                    <a:bodyPr/>
                    <a:lstStyle/>
                    <a:p>
                      <a:pPr marL="0" marR="0" lvl="0" indent="0" algn="ctr" rtl="0">
                        <a:spcBef>
                          <a:spcPts val="0"/>
                        </a:spcBef>
                        <a:spcAft>
                          <a:spcPts val="0"/>
                        </a:spcAft>
                        <a:buNone/>
                      </a:pPr>
                      <a:r>
                        <a:rPr lang="en-US" sz="1400" b="1" u="none" strike="noStrike" cap="none" dirty="0">
                          <a:solidFill>
                            <a:schemeClr val="bg1"/>
                          </a:solidFill>
                          <a:latin typeface="Calibri"/>
                          <a:ea typeface="Calibri"/>
                          <a:cs typeface="Calibri"/>
                          <a:sym typeface="Calibri"/>
                        </a:rPr>
                        <a:t>Welcome PA</a:t>
                      </a:r>
                      <a:endParaRPr sz="1400" b="1" u="none" strike="noStrike" cap="none" dirty="0">
                        <a:solidFill>
                          <a:schemeClr val="bg1"/>
                        </a:solidFill>
                        <a:latin typeface="Calibri"/>
                        <a:ea typeface="Calibri"/>
                        <a:cs typeface="Calibri"/>
                        <a:sym typeface="Calibri"/>
                      </a:endParaRPr>
                    </a:p>
                  </a:txBody>
                  <a:tcPr marL="91450" marR="91450" marT="0" marB="0" anchor="ctr"/>
                </a:tc>
                <a:extLst>
                  <a:ext uri="{0D108BD9-81ED-4DB2-BD59-A6C34878D82A}">
                    <a16:rowId xmlns:a16="http://schemas.microsoft.com/office/drawing/2014/main" val="10000"/>
                  </a:ext>
                </a:extLst>
              </a:tr>
              <a:tr h="278150">
                <a:tc>
                  <a:txBody>
                    <a:bodyPr/>
                    <a:lstStyle/>
                    <a:p>
                      <a:pPr marL="0" marR="0" lvl="0" indent="0" algn="ctr" defTabSz="914400" rtl="0" eaLnBrk="1" fontAlgn="auto" latinLnBrk="0" hangingPunct="1">
                        <a:lnSpc>
                          <a:spcPct val="100000"/>
                        </a:lnSpc>
                        <a:spcBef>
                          <a:spcPts val="0"/>
                        </a:spcBef>
                        <a:spcAft>
                          <a:spcPts val="0"/>
                        </a:spcAft>
                        <a:buClr>
                          <a:schemeClr val="dk1"/>
                        </a:buClr>
                        <a:buSzPts val="1200"/>
                        <a:buFont typeface="Calibri"/>
                        <a:buNone/>
                        <a:tabLst/>
                        <a:defRPr/>
                      </a:pPr>
                      <a:r>
                        <a:rPr lang="en-US" altLang="ko-Kore-KR" sz="1400" b="0" u="none" strike="noStrike" cap="none" dirty="0">
                          <a:solidFill>
                            <a:schemeClr val="tx1"/>
                          </a:solidFill>
                          <a:latin typeface="Calibri"/>
                          <a:ea typeface="Calibri"/>
                          <a:cs typeface="Calibri"/>
                          <a:sym typeface="Calibri"/>
                        </a:rPr>
                        <a:t>Next Page</a:t>
                      </a:r>
                    </a:p>
                  </a:txBody>
                  <a:tcPr marL="91450" marR="91450" marT="0" marB="0" anchor="ctr"/>
                </a:tc>
                <a:extLst>
                  <a:ext uri="{0D108BD9-81ED-4DB2-BD59-A6C34878D82A}">
                    <a16:rowId xmlns:a16="http://schemas.microsoft.com/office/drawing/2014/main" val="10002"/>
                  </a:ext>
                </a:extLst>
              </a:tr>
            </a:tbl>
          </a:graphicData>
        </a:graphic>
      </p:graphicFrame>
      <p:sp>
        <p:nvSpPr>
          <p:cNvPr id="3" name="직사각형 2">
            <a:hlinkClick r:id="" action="ppaction://hlinkshowjump?jump=firstslide"/>
            <a:extLst>
              <a:ext uri="{FF2B5EF4-FFF2-40B4-BE49-F238E27FC236}">
                <a16:creationId xmlns:a16="http://schemas.microsoft.com/office/drawing/2014/main" id="{F67BBAE9-B926-F113-1CFE-703A0FA7B23A}"/>
              </a:ext>
            </a:extLst>
          </p:cNvPr>
          <p:cNvSpPr/>
          <p:nvPr/>
        </p:nvSpPr>
        <p:spPr>
          <a:xfrm>
            <a:off x="847353" y="522010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091165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71327333"/>
              </p:ext>
            </p:extLst>
          </p:nvPr>
        </p:nvGraphicFramePr>
        <p:xfrm>
          <a:off x="0" y="0"/>
          <a:ext cx="2328875" cy="314629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0">
                <a:tc>
                  <a:txBody>
                    <a:bodyPr/>
                    <a:lstStyle/>
                    <a:p>
                      <a:pPr marL="0" marR="0" lvl="0" indent="0" algn="l" rtl="0">
                        <a:spcBef>
                          <a:spcPts val="0"/>
                        </a:spcBef>
                        <a:spcAft>
                          <a:spcPts val="0"/>
                        </a:spcAft>
                        <a:buNone/>
                      </a:pPr>
                      <a:r>
                        <a:rPr lang="en-US" sz="1200" b="1" dirty="0">
                          <a:latin typeface="Calibri"/>
                          <a:ea typeface="Calibri"/>
                          <a:cs typeface="Calibri"/>
                          <a:sym typeface="Calibri"/>
                        </a:rPr>
                        <a:t>WELCOME PA</a:t>
                      </a:r>
                      <a:endParaRPr sz="1200" b="1" dirty="0">
                        <a:latin typeface="Calibri"/>
                        <a:ea typeface="Calibri"/>
                        <a:cs typeface="Calibri"/>
                        <a:sym typeface="Calibri"/>
                      </a:endParaRPr>
                    </a:p>
                  </a:txBody>
                  <a:tcPr marL="91450" marR="91450" marT="45725" marB="45725"/>
                </a:tc>
                <a:extLst>
                  <a:ext uri="{0D108BD9-81ED-4DB2-BD59-A6C34878D82A}">
                    <a16:rowId xmlns:a16="http://schemas.microsoft.com/office/drawing/2014/main" val="10000"/>
                  </a:ext>
                </a:extLst>
              </a:tr>
              <a:tr h="1203249">
                <a:tc>
                  <a:txBody>
                    <a:bodyPr/>
                    <a:lstStyle/>
                    <a:p>
                      <a:pPr marL="0" marR="0" lvl="0" indent="0" algn="l" rtl="0">
                        <a:lnSpc>
                          <a:spcPct val="10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en-US" sz="800" b="1" dirty="0" err="1">
                          <a:latin typeface="Calibri"/>
                          <a:ea typeface="Calibri"/>
                          <a:cs typeface="Calibri"/>
                          <a:sym typeface="Calibri"/>
                        </a:rPr>
                        <a:t>안녕하십니까</a:t>
                      </a:r>
                      <a:r>
                        <a:rPr lang="en-US" sz="800" b="1" dirty="0">
                          <a:latin typeface="Calibri"/>
                          <a:ea typeface="Calibri"/>
                          <a:cs typeface="Calibri"/>
                          <a:sym typeface="Calibri"/>
                        </a:rPr>
                        <a:t>? </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저는</a:t>
                      </a:r>
                      <a:r>
                        <a:rPr lang="en-US" sz="800" b="1" dirty="0">
                          <a:latin typeface="Calibri"/>
                          <a:ea typeface="Calibri"/>
                          <a:cs typeface="Calibri"/>
                          <a:sym typeface="Calibri"/>
                        </a:rPr>
                        <a:t> </a:t>
                      </a:r>
                      <a:r>
                        <a:rPr lang="ko-KR" altLang="en-US" sz="800" b="1" dirty="0">
                          <a:latin typeface="Calibri"/>
                          <a:ea typeface="Calibri"/>
                          <a:cs typeface="Calibri"/>
                          <a:sym typeface="Calibri"/>
                        </a:rPr>
                        <a:t>여러분을 모시고 가는 </a:t>
                      </a:r>
                      <a:r>
                        <a:rPr lang="en-US" sz="800" b="1" dirty="0" err="1">
                          <a:latin typeface="Calibri"/>
                          <a:ea typeface="Calibri"/>
                          <a:cs typeface="Calibri"/>
                          <a:sym typeface="Calibri"/>
                        </a:rPr>
                        <a:t>기장</a:t>
                      </a:r>
                      <a:r>
                        <a:rPr lang="en-US" sz="800" b="1" dirty="0">
                          <a:latin typeface="Calibri"/>
                          <a:ea typeface="Calibri"/>
                          <a:cs typeface="Calibri"/>
                          <a:sym typeface="Calibri"/>
                        </a:rPr>
                        <a:t> ___</a:t>
                      </a:r>
                      <a:r>
                        <a:rPr lang="en-US" sz="800" b="1" dirty="0" err="1">
                          <a:latin typeface="Calibri"/>
                          <a:ea typeface="Calibri"/>
                          <a:cs typeface="Calibri"/>
                          <a:sym typeface="Calibri"/>
                        </a:rPr>
                        <a:t>입니다</a:t>
                      </a:r>
                      <a:r>
                        <a:rPr lang="en-US"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err="1">
                          <a:latin typeface="Calibri"/>
                          <a:ea typeface="Calibri"/>
                          <a:cs typeface="Calibri"/>
                          <a:sym typeface="Calibri"/>
                        </a:rPr>
                        <a:t>저희</a:t>
                      </a:r>
                      <a:r>
                        <a:rPr lang="en-US" sz="800" b="1" dirty="0">
                          <a:latin typeface="Calibri"/>
                          <a:ea typeface="Calibri"/>
                          <a:cs typeface="Calibri"/>
                          <a:sym typeface="Calibri"/>
                        </a:rPr>
                        <a:t> </a:t>
                      </a:r>
                      <a:r>
                        <a:rPr lang="en-US" sz="800" b="1" dirty="0" err="1">
                          <a:latin typeface="Calibri"/>
                          <a:ea typeface="Calibri"/>
                          <a:cs typeface="Calibri"/>
                          <a:sym typeface="Calibri"/>
                        </a:rPr>
                        <a:t>대한항공을</a:t>
                      </a:r>
                      <a:r>
                        <a:rPr lang="en-US" sz="800" b="1" dirty="0">
                          <a:latin typeface="Calibri"/>
                          <a:ea typeface="Calibri"/>
                          <a:cs typeface="Calibri"/>
                          <a:sym typeface="Calibri"/>
                        </a:rPr>
                        <a:t> </a:t>
                      </a:r>
                      <a:r>
                        <a:rPr lang="en-US" sz="800" b="1" dirty="0" err="1">
                          <a:latin typeface="Calibri"/>
                          <a:ea typeface="Calibri"/>
                          <a:cs typeface="Calibri"/>
                          <a:sym typeface="Calibri"/>
                        </a:rPr>
                        <a:t>이용해</a:t>
                      </a:r>
                      <a:r>
                        <a:rPr lang="en-US" sz="800" b="1" dirty="0">
                          <a:latin typeface="Calibri"/>
                          <a:ea typeface="Calibri"/>
                          <a:cs typeface="Calibri"/>
                          <a:sym typeface="Calibri"/>
                        </a:rPr>
                        <a:t> </a:t>
                      </a:r>
                      <a:r>
                        <a:rPr lang="en-US" sz="800" b="1" dirty="0" err="1">
                          <a:latin typeface="Calibri"/>
                          <a:ea typeface="Calibri"/>
                          <a:cs typeface="Calibri"/>
                          <a:sym typeface="Calibri"/>
                        </a:rPr>
                        <a:t>주셔서</a:t>
                      </a:r>
                      <a:r>
                        <a:rPr lang="en-US" sz="800" b="1" dirty="0">
                          <a:latin typeface="Calibri"/>
                          <a:ea typeface="Calibri"/>
                          <a:cs typeface="Calibri"/>
                          <a:sym typeface="Calibri"/>
                        </a:rPr>
                        <a:t> </a:t>
                      </a:r>
                      <a:r>
                        <a:rPr lang="en-US" sz="800" b="1" dirty="0" err="1">
                          <a:latin typeface="Calibri"/>
                          <a:ea typeface="Calibri"/>
                          <a:cs typeface="Calibri"/>
                          <a:sym typeface="Calibri"/>
                        </a:rPr>
                        <a:t>대단히</a:t>
                      </a:r>
                      <a:r>
                        <a:rPr lang="en-US" sz="800" b="1" dirty="0">
                          <a:latin typeface="Calibri"/>
                          <a:ea typeface="Calibri"/>
                          <a:cs typeface="Calibri"/>
                          <a:sym typeface="Calibri"/>
                        </a:rPr>
                        <a:t> </a:t>
                      </a:r>
                      <a:r>
                        <a:rPr lang="ko-KR" altLang="en-US" sz="800" b="1" dirty="0">
                          <a:latin typeface="Calibri"/>
                          <a:ea typeface="Calibri"/>
                          <a:cs typeface="Calibri"/>
                          <a:sym typeface="Calibri"/>
                        </a:rPr>
                        <a:t>고맙습니다</a:t>
                      </a:r>
                      <a:r>
                        <a:rPr lang="en-US" altLang="ko-KR" sz="800" b="1" dirty="0">
                          <a:latin typeface="Calibri"/>
                          <a:ea typeface="Calibri"/>
                          <a:cs typeface="Calibri"/>
                          <a:sym typeface="Calibri"/>
                        </a:rPr>
                        <a:t>.</a:t>
                      </a:r>
                      <a:endParaRPr lang="ko-Kore-KR" altLang="en-US" sz="800" dirty="0"/>
                    </a:p>
                    <a:p>
                      <a:pPr marL="0" marR="0" lvl="0" indent="0" algn="l" rtl="0">
                        <a:lnSpc>
                          <a:spcPct val="100000"/>
                        </a:lnSpc>
                        <a:spcBef>
                          <a:spcPts val="0"/>
                        </a:spcBef>
                        <a:spcAft>
                          <a:spcPts val="0"/>
                        </a:spcAft>
                        <a:buNone/>
                      </a:pPr>
                      <a:r>
                        <a:rPr lang="en-US" sz="800" b="1" dirty="0">
                          <a:latin typeface="Calibri"/>
                          <a:ea typeface="Calibri"/>
                          <a:cs typeface="Calibri"/>
                          <a:sym typeface="Calibri"/>
                        </a:rPr>
                        <a:t>___ (</a:t>
                      </a:r>
                      <a:r>
                        <a:rPr lang="en-US" sz="800" b="1" dirty="0" err="1">
                          <a:latin typeface="Calibri"/>
                          <a:ea typeface="Calibri"/>
                          <a:cs typeface="Calibri"/>
                          <a:sym typeface="Calibri"/>
                        </a:rPr>
                        <a:t>국제</a:t>
                      </a:r>
                      <a:r>
                        <a:rPr lang="en-US" sz="800" b="1" dirty="0">
                          <a:latin typeface="Calibri"/>
                          <a:ea typeface="Calibri"/>
                          <a:cs typeface="Calibri"/>
                          <a:sym typeface="Calibri"/>
                        </a:rPr>
                        <a:t>)</a:t>
                      </a:r>
                      <a:r>
                        <a:rPr lang="en-US" sz="800" b="1" dirty="0" err="1">
                          <a:latin typeface="Calibri"/>
                          <a:ea typeface="Calibri"/>
                          <a:cs typeface="Calibri"/>
                          <a:sym typeface="Calibri"/>
                        </a:rPr>
                        <a:t>공항까지</a:t>
                      </a:r>
                      <a:r>
                        <a:rPr lang="en-US" sz="800" b="1" dirty="0">
                          <a:latin typeface="Calibri"/>
                          <a:ea typeface="Calibri"/>
                          <a:cs typeface="Calibri"/>
                          <a:sym typeface="Calibri"/>
                        </a:rPr>
                        <a:t> </a:t>
                      </a:r>
                      <a:r>
                        <a:rPr lang="ko-KR" altLang="en-US" sz="800" b="1" dirty="0">
                          <a:latin typeface="Calibri"/>
                          <a:ea typeface="Calibri"/>
                          <a:cs typeface="Calibri"/>
                          <a:sym typeface="Calibri"/>
                        </a:rPr>
                        <a:t>비행시간은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시간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분 </a:t>
                      </a:r>
                      <a:r>
                        <a:rPr lang="ko-KR" altLang="en-US" sz="800" b="1" dirty="0" err="1">
                          <a:latin typeface="Calibri"/>
                          <a:ea typeface="Calibri"/>
                          <a:cs typeface="Calibri"/>
                          <a:sym typeface="Calibri"/>
                        </a:rPr>
                        <a:t>으로</a:t>
                      </a:r>
                      <a:r>
                        <a:rPr lang="ko-KR" altLang="en-US" sz="800" b="1" dirty="0">
                          <a:latin typeface="Calibri"/>
                          <a:ea typeface="Calibri"/>
                          <a:cs typeface="Calibri"/>
                          <a:sym typeface="Calibri"/>
                        </a:rPr>
                        <a:t> 예상됩니다</a:t>
                      </a:r>
                      <a:r>
                        <a:rPr lang="en-US" altLang="ko-KR" sz="800" b="1" dirty="0">
                          <a:latin typeface="Calibri"/>
                          <a:ea typeface="Calibri"/>
                          <a:cs typeface="Calibri"/>
                          <a:sym typeface="Calibri"/>
                        </a:rPr>
                        <a:t>.</a:t>
                      </a: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비행 중에는 항공기가 갑자기 흔들릴 수도 있으니</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자리에 않아 계실 때에는 항상 좌석벨트를 매주시기 바랍니다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ore-KR" sz="800" b="1" dirty="0">
                          <a:latin typeface="Calibri"/>
                          <a:ea typeface="Calibri"/>
                          <a:cs typeface="Calibri"/>
                          <a:sym typeface="Calibri"/>
                        </a:rPr>
                        <a:t>(</a:t>
                      </a:r>
                      <a:r>
                        <a:rPr lang="ko-KR" altLang="en-US" sz="800" b="1" dirty="0">
                          <a:latin typeface="Calibri"/>
                          <a:ea typeface="Calibri"/>
                          <a:cs typeface="Calibri"/>
                          <a:sym typeface="Calibri"/>
                        </a:rPr>
                        <a:t>저희 승무원 모두는</a:t>
                      </a:r>
                      <a:r>
                        <a:rPr lang="en-US" altLang="ko-KR" sz="800" b="1" dirty="0">
                          <a:latin typeface="Calibri"/>
                          <a:ea typeface="Calibri"/>
                          <a:cs typeface="Calibri"/>
                          <a:sym typeface="Calibri"/>
                        </a:rPr>
                        <a:t>)</a:t>
                      </a:r>
                      <a:endParaRPr sz="800" b="1" dirty="0">
                        <a:latin typeface="Calibri"/>
                        <a:ea typeface="Calibri"/>
                        <a:cs typeface="Calibri"/>
                        <a:sym typeface="Calibri"/>
                      </a:endParaRPr>
                    </a:p>
                    <a:p>
                      <a:pPr marL="0" marR="0" lvl="0" indent="0" algn="l" rtl="0">
                        <a:lnSpc>
                          <a:spcPct val="100000"/>
                        </a:lnSpc>
                        <a:spcBef>
                          <a:spcPts val="0"/>
                        </a:spcBef>
                        <a:spcAft>
                          <a:spcPts val="0"/>
                        </a:spcAft>
                        <a:buNone/>
                      </a:pPr>
                      <a:r>
                        <a:rPr lang="ko-KR" altLang="en-US" sz="800" b="1" dirty="0">
                          <a:latin typeface="Calibri"/>
                          <a:ea typeface="Calibri"/>
                          <a:cs typeface="Calibri"/>
                          <a:sym typeface="Calibri"/>
                        </a:rPr>
                        <a:t>저는 여러분을 안전하게 모시기 위해 최선을 다하겠습니다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고맙습니다</a:t>
                      </a:r>
                      <a:r>
                        <a:rPr lang="en-US" sz="800" b="1" dirty="0">
                          <a:latin typeface="Calibri"/>
                          <a:ea typeface="Calibri"/>
                          <a:cs typeface="Calibri"/>
                          <a:sym typeface="Calibri"/>
                        </a:rPr>
                        <a:t>.</a:t>
                      </a:r>
                      <a:endParaRPr sz="8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1"/>
                  </a:ext>
                </a:extLst>
              </a:tr>
              <a:tr h="500625">
                <a:tc>
                  <a:txBody>
                    <a:bodyPr/>
                    <a:lstStyle/>
                    <a:p>
                      <a:pPr marL="0" marR="0" lvl="0" indent="0" algn="l" rtl="0">
                        <a:spcBef>
                          <a:spcPts val="0"/>
                        </a:spcBef>
                        <a:spcAft>
                          <a:spcPts val="0"/>
                        </a:spcAft>
                        <a:buNone/>
                      </a:pPr>
                      <a:r>
                        <a:rPr lang="en-US" sz="900" b="1" dirty="0">
                          <a:latin typeface="Calibri"/>
                          <a:ea typeface="Calibri"/>
                          <a:cs typeface="Calibri"/>
                          <a:sym typeface="Calibri"/>
                        </a:rPr>
                        <a:t>Good morning (afternoon /evening), ladies and gentlemen.</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This is captain </a:t>
                      </a:r>
                      <a:r>
                        <a:rPr lang="en-US" sz="900" b="1" u="sng" dirty="0">
                          <a:latin typeface="Calibri"/>
                          <a:ea typeface="Calibri"/>
                          <a:cs typeface="Calibri"/>
                          <a:sym typeface="Calibri"/>
                        </a:rPr>
                        <a:t>last name</a:t>
                      </a:r>
                      <a:r>
                        <a:rPr lang="en-US" sz="900" b="1" dirty="0">
                          <a:latin typeface="Calibri"/>
                          <a:ea typeface="Calibri"/>
                          <a:cs typeface="Calibri"/>
                          <a:sym typeface="Calibri"/>
                        </a:rPr>
                        <a:t> speaking.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Welcome aboard Korean Air. </a:t>
                      </a:r>
                    </a:p>
                    <a:p>
                      <a:pPr marL="0" marR="0" lvl="0" indent="0" algn="l" rtl="0">
                        <a:spcBef>
                          <a:spcPts val="0"/>
                        </a:spcBef>
                        <a:spcAft>
                          <a:spcPts val="0"/>
                        </a:spcAft>
                        <a:buNone/>
                      </a:pPr>
                      <a:r>
                        <a:rPr lang="en-US" sz="900" b="1" dirty="0">
                          <a:latin typeface="Calibri"/>
                          <a:ea typeface="Calibri"/>
                          <a:cs typeface="Calibri"/>
                          <a:sym typeface="Calibri"/>
                        </a:rPr>
                        <a:t>This flight is bound for ___(international) airport</a:t>
                      </a:r>
                      <a:r>
                        <a:rPr lang="ko-KR" altLang="en-US" sz="900" b="1" dirty="0">
                          <a:latin typeface="Calibri"/>
                          <a:ea typeface="Calibri"/>
                          <a:cs typeface="Calibri"/>
                          <a:sym typeface="Calibri"/>
                        </a:rPr>
                        <a:t> </a:t>
                      </a:r>
                      <a:r>
                        <a:rPr lang="en-US" altLang="ko-KR" sz="900" b="1" dirty="0">
                          <a:latin typeface="Calibri"/>
                          <a:ea typeface="Calibri"/>
                          <a:cs typeface="Calibri"/>
                          <a:sym typeface="Calibri"/>
                        </a:rPr>
                        <a:t>and our flight time is ___ hours(s) and minutes.</a:t>
                      </a:r>
                      <a:r>
                        <a:rPr lang="en-US" sz="900" b="1" dirty="0">
                          <a:latin typeface="Calibri"/>
                          <a:ea typeface="Calibri"/>
                          <a:cs typeface="Calibri"/>
                          <a:sym typeface="Calibri"/>
                        </a:rPr>
                        <a:t> </a:t>
                      </a:r>
                      <a:endParaRPr lang="ko-Kore-KR" altLang="en-US" sz="900" b="1" dirty="0">
                        <a:latin typeface="Calibri"/>
                        <a:ea typeface="Calibri"/>
                        <a:cs typeface="Calibri"/>
                        <a:sym typeface="Calibri"/>
                      </a:endParaRPr>
                    </a:p>
                    <a:p>
                      <a:pPr marL="0" marR="0" lvl="0" indent="0" algn="l" rtl="0">
                        <a:spcBef>
                          <a:spcPts val="0"/>
                        </a:spcBef>
                        <a:spcAft>
                          <a:spcPts val="0"/>
                        </a:spcAft>
                        <a:buNone/>
                      </a:pPr>
                      <a:r>
                        <a:rPr lang="en-US" sz="900" b="1" dirty="0">
                          <a:latin typeface="Calibri"/>
                          <a:ea typeface="Calibri"/>
                          <a:cs typeface="Calibri"/>
                          <a:sym typeface="Calibri"/>
                        </a:rPr>
                        <a:t>For your safety, keep your seatbelts fastened while you are seated. </a:t>
                      </a:r>
                    </a:p>
                    <a:p>
                      <a:pPr marL="0" marR="0" lvl="0" indent="0" algn="l" rtl="0">
                        <a:spcBef>
                          <a:spcPts val="0"/>
                        </a:spcBef>
                        <a:spcAft>
                          <a:spcPts val="0"/>
                        </a:spcAft>
                        <a:buNone/>
                      </a:pPr>
                      <a:r>
                        <a:rPr lang="en-US" sz="900" b="1" dirty="0">
                          <a:latin typeface="Calibri"/>
                          <a:ea typeface="Calibri"/>
                          <a:cs typeface="Calibri"/>
                          <a:sym typeface="Calibri"/>
                        </a:rPr>
                        <a:t>Thank you for choosing </a:t>
                      </a:r>
                      <a:r>
                        <a:rPr lang="en-US" sz="900" b="1" dirty="0" err="1">
                          <a:latin typeface="Calibri"/>
                          <a:ea typeface="Calibri"/>
                          <a:cs typeface="Calibri"/>
                          <a:sym typeface="Calibri"/>
                        </a:rPr>
                        <a:t>Koreanair</a:t>
                      </a:r>
                      <a:r>
                        <a:rPr lang="en-US" sz="900" b="1" dirty="0">
                          <a:latin typeface="Calibri"/>
                          <a:ea typeface="Calibri"/>
                          <a:cs typeface="Calibri"/>
                          <a:sym typeface="Calibri"/>
                        </a:rPr>
                        <a:t>. </a:t>
                      </a:r>
                    </a:p>
                    <a:p>
                      <a:pPr marL="0" marR="0" lvl="0" indent="0" algn="l" rtl="0">
                        <a:spcBef>
                          <a:spcPts val="0"/>
                        </a:spcBef>
                        <a:spcAft>
                          <a:spcPts val="0"/>
                        </a:spcAft>
                        <a:buNone/>
                      </a:pPr>
                      <a:r>
                        <a:rPr lang="en-US" sz="900" b="1" dirty="0">
                          <a:latin typeface="Calibri"/>
                          <a:ea typeface="Calibri"/>
                          <a:cs typeface="Calibri"/>
                          <a:sym typeface="Calibri"/>
                        </a:rPr>
                        <a:t>Please enjoy your flight. </a:t>
                      </a:r>
                      <a:endParaRPr sz="9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10002"/>
                  </a:ext>
                </a:extLst>
              </a:tr>
            </a:tbl>
          </a:graphicData>
        </a:graphic>
      </p:graphicFrame>
      <p:graphicFrame>
        <p:nvGraphicFramePr>
          <p:cNvPr id="371" name="Google Shape;371;p27"/>
          <p:cNvGraphicFramePr/>
          <p:nvPr>
            <p:extLst>
              <p:ext uri="{D42A27DB-BD31-4B8C-83A1-F6EECF244321}">
                <p14:modId xmlns:p14="http://schemas.microsoft.com/office/powerpoint/2010/main" val="4049633542"/>
              </p:ext>
            </p:extLst>
          </p:nvPr>
        </p:nvGraphicFramePr>
        <p:xfrm>
          <a:off x="114028" y="3146290"/>
          <a:ext cx="2100805" cy="1685375"/>
        </p:xfrm>
        <a:graphic>
          <a:graphicData uri="http://schemas.openxmlformats.org/drawingml/2006/table">
            <a:tbl>
              <a:tblPr firstRow="1" bandRow="1">
                <a:noFill/>
                <a:tableStyleId>{A521BE36-7E6F-4EC9-8D66-1CF97A6895EC}</a:tableStyleId>
              </a:tblPr>
              <a:tblGrid>
                <a:gridCol w="528649">
                  <a:extLst>
                    <a:ext uri="{9D8B030D-6E8A-4147-A177-3AD203B41FA5}">
                      <a16:colId xmlns:a16="http://schemas.microsoft.com/office/drawing/2014/main" val="20002"/>
                    </a:ext>
                  </a:extLst>
                </a:gridCol>
                <a:gridCol w="1572156">
                  <a:extLst>
                    <a:ext uri="{9D8B030D-6E8A-4147-A177-3AD203B41FA5}">
                      <a16:colId xmlns:a16="http://schemas.microsoft.com/office/drawing/2014/main" val="20003"/>
                    </a:ext>
                  </a:extLst>
                </a:gridCol>
              </a:tblGrid>
              <a:tr h="194255">
                <a:tc gridSpan="2">
                  <a:txBody>
                    <a:bodyPr/>
                    <a:lstStyle/>
                    <a:p>
                      <a:pPr marL="0" marR="0" lvl="0" indent="0" algn="ctr" rtl="0">
                        <a:spcBef>
                          <a:spcPts val="0"/>
                        </a:spcBef>
                        <a:spcAft>
                          <a:spcPts val="0"/>
                        </a:spcAft>
                        <a:buNone/>
                      </a:pPr>
                      <a:r>
                        <a:rPr lang="en-US" sz="1100" dirty="0">
                          <a:solidFill>
                            <a:schemeClr val="bg1"/>
                          </a:solidFill>
                        </a:rPr>
                        <a:t>S.E Asia</a:t>
                      </a:r>
                      <a:endParaRPr sz="1100" b="0" dirty="0">
                        <a:solidFill>
                          <a:schemeClr val="bg1"/>
                        </a:solidFill>
                      </a:endParaRPr>
                    </a:p>
                  </a:txBody>
                  <a:tcPr marL="0" marR="0" marT="0" marB="0"/>
                </a:tc>
                <a:tc hMerge="1">
                  <a:txBody>
                    <a:bodyPr/>
                    <a:lstStyle/>
                    <a:p>
                      <a:pPr marL="0" marR="0" lvl="0" indent="0" algn="ctr" rtl="0">
                        <a:spcBef>
                          <a:spcPts val="0"/>
                        </a:spcBef>
                        <a:spcAft>
                          <a:spcPts val="0"/>
                        </a:spcAft>
                        <a:buNone/>
                      </a:pPr>
                      <a:r>
                        <a:rPr lang="ko-KR" altLang="en-US" sz="800" b="0" dirty="0">
                          <a:solidFill>
                            <a:srgbClr val="00B050"/>
                          </a:solidFill>
                        </a:rPr>
                        <a:t>상하이</a:t>
                      </a:r>
                      <a:r>
                        <a:rPr lang="en-US" altLang="ko-KR" sz="800" b="0" dirty="0">
                          <a:solidFill>
                            <a:srgbClr val="00B050"/>
                          </a:solidFill>
                        </a:rPr>
                        <a:t>/</a:t>
                      </a:r>
                      <a:r>
                        <a:rPr lang="ko-KR" altLang="en-US" sz="800" b="0" dirty="0" err="1">
                          <a:solidFill>
                            <a:srgbClr val="00B050"/>
                          </a:solidFill>
                        </a:rPr>
                        <a:t>홍차오</a:t>
                      </a:r>
                      <a:endParaRPr sz="800" b="0" dirty="0">
                        <a:solidFill>
                          <a:srgbClr val="00B050"/>
                        </a:solidFill>
                      </a:endParaRPr>
                    </a:p>
                  </a:txBody>
                  <a:tcPr marL="0" marR="0" marT="0" marB="0"/>
                </a:tc>
                <a:extLst>
                  <a:ext uri="{0D108BD9-81ED-4DB2-BD59-A6C34878D82A}">
                    <a16:rowId xmlns:a16="http://schemas.microsoft.com/office/drawing/2014/main" val="10000"/>
                  </a:ext>
                </a:extLst>
              </a:tr>
              <a:tr h="186390">
                <a:tc>
                  <a:txBody>
                    <a:bodyPr/>
                    <a:lstStyle/>
                    <a:p>
                      <a:pPr marL="0" marR="0" lvl="0" indent="0" algn="ctr" rtl="0">
                        <a:spcBef>
                          <a:spcPts val="0"/>
                        </a:spcBef>
                        <a:spcAft>
                          <a:spcPts val="0"/>
                        </a:spcAft>
                        <a:buNone/>
                      </a:pPr>
                      <a:r>
                        <a:rPr lang="en-US" sz="900" dirty="0">
                          <a:solidFill>
                            <a:srgbClr val="7030A0"/>
                          </a:solidFill>
                        </a:rPr>
                        <a:t>CXR</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a:t>
                      </a:r>
                      <a:r>
                        <a:rPr lang="ko-KR" altLang="en-US" sz="900" b="0" dirty="0" err="1">
                          <a:solidFill>
                            <a:srgbClr val="7030A0"/>
                          </a:solidFill>
                        </a:rPr>
                        <a:t>나짱</a:t>
                      </a:r>
                      <a:r>
                        <a:rPr lang="en-US" altLang="ko-KR" sz="900" b="0" dirty="0">
                          <a:solidFill>
                            <a:srgbClr val="7030A0"/>
                          </a:solidFill>
                        </a:rPr>
                        <a:t>(</a:t>
                      </a:r>
                      <a:r>
                        <a:rPr lang="en-US" altLang="ko-KR" sz="900" b="0" dirty="0" err="1">
                          <a:solidFill>
                            <a:srgbClr val="7030A0"/>
                          </a:solidFill>
                        </a:rPr>
                        <a:t>Nha</a:t>
                      </a:r>
                      <a:r>
                        <a:rPr lang="en-US" altLang="ko-KR" sz="900" b="0" dirty="0">
                          <a:solidFill>
                            <a:srgbClr val="7030A0"/>
                          </a:solidFill>
                        </a:rPr>
                        <a:t> Trang)/</a:t>
                      </a:r>
                      <a:r>
                        <a:rPr lang="ko-KR" altLang="en-US" sz="900" b="0" dirty="0" err="1">
                          <a:solidFill>
                            <a:srgbClr val="7030A0"/>
                          </a:solidFill>
                        </a:rPr>
                        <a:t>깜라인</a:t>
                      </a:r>
                      <a:endParaRPr sz="900" b="0" dirty="0">
                        <a:solidFill>
                          <a:srgbClr val="7030A0"/>
                        </a:solidFill>
                      </a:endParaRPr>
                    </a:p>
                  </a:txBody>
                  <a:tcPr marL="0" marR="0" marT="0" marB="0" anchor="ctr"/>
                </a:tc>
                <a:extLst>
                  <a:ext uri="{0D108BD9-81ED-4DB2-BD59-A6C34878D82A}">
                    <a16:rowId xmlns:a16="http://schemas.microsoft.com/office/drawing/2014/main" val="2751862034"/>
                  </a:ext>
                </a:extLst>
              </a:tr>
              <a:tr h="186390">
                <a:tc>
                  <a:txBody>
                    <a:bodyPr/>
                    <a:lstStyle/>
                    <a:p>
                      <a:pPr marL="0" marR="0" lvl="0" indent="0" algn="ctr" rtl="0">
                        <a:spcBef>
                          <a:spcPts val="0"/>
                        </a:spcBef>
                        <a:spcAft>
                          <a:spcPts val="0"/>
                        </a:spcAft>
                        <a:buNone/>
                      </a:pPr>
                      <a:r>
                        <a:rPr lang="en-US" sz="900" dirty="0">
                          <a:solidFill>
                            <a:srgbClr val="7030A0"/>
                          </a:solidFill>
                        </a:rPr>
                        <a:t>SGN</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베트남 호찌민</a:t>
                      </a:r>
                      <a:r>
                        <a:rPr lang="en-US" altLang="ko-KR" sz="900" b="0" dirty="0">
                          <a:solidFill>
                            <a:srgbClr val="7030A0"/>
                          </a:solidFill>
                        </a:rPr>
                        <a:t>/</a:t>
                      </a:r>
                      <a:r>
                        <a:rPr lang="ko-KR" altLang="en-US" sz="900" b="0" dirty="0" err="1">
                          <a:solidFill>
                            <a:srgbClr val="7030A0"/>
                          </a:solidFill>
                        </a:rPr>
                        <a:t>탄소넛</a:t>
                      </a:r>
                      <a:endParaRPr sz="900" b="0" dirty="0">
                        <a:solidFill>
                          <a:srgbClr val="7030A0"/>
                        </a:solidFill>
                      </a:endParaRPr>
                    </a:p>
                  </a:txBody>
                  <a:tcPr marL="0" marR="0" marT="0" marB="0" anchor="ctr"/>
                </a:tc>
                <a:extLst>
                  <a:ext uri="{0D108BD9-81ED-4DB2-BD59-A6C34878D82A}">
                    <a16:rowId xmlns:a16="http://schemas.microsoft.com/office/drawing/2014/main" val="2116662300"/>
                  </a:ext>
                </a:extLst>
              </a:tr>
              <a:tr h="186390">
                <a:tc>
                  <a:txBody>
                    <a:bodyPr/>
                    <a:lstStyle/>
                    <a:p>
                      <a:pPr marL="0" marR="0" lvl="0" indent="0" algn="ctr" rtl="0">
                        <a:spcBef>
                          <a:spcPts val="0"/>
                        </a:spcBef>
                        <a:spcAft>
                          <a:spcPts val="0"/>
                        </a:spcAft>
                        <a:buNone/>
                      </a:pPr>
                      <a:r>
                        <a:rPr lang="en-US" sz="900" dirty="0">
                          <a:solidFill>
                            <a:srgbClr val="7030A0"/>
                          </a:solidFill>
                        </a:rPr>
                        <a:t>PNH</a:t>
                      </a:r>
                      <a:endParaRPr sz="900" dirty="0">
                        <a:solidFill>
                          <a:srgbClr val="7030A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7030A0"/>
                          </a:solidFill>
                        </a:rPr>
                        <a:t>캄보디아 프놈펜</a:t>
                      </a:r>
                      <a:endParaRPr sz="900" b="0" dirty="0">
                        <a:solidFill>
                          <a:srgbClr val="7030A0"/>
                        </a:solidFill>
                      </a:endParaRPr>
                    </a:p>
                  </a:txBody>
                  <a:tcPr marL="0" marR="0" marT="0" marB="0" anchor="ctr"/>
                </a:tc>
                <a:extLst>
                  <a:ext uri="{0D108BD9-81ED-4DB2-BD59-A6C34878D82A}">
                    <a16:rowId xmlns:a16="http://schemas.microsoft.com/office/drawing/2014/main" val="2526617030"/>
                  </a:ext>
                </a:extLst>
              </a:tr>
              <a:tr h="186390">
                <a:tc>
                  <a:txBody>
                    <a:bodyPr/>
                    <a:lstStyle/>
                    <a:p>
                      <a:pPr marL="0" marR="0" lvl="0" indent="0" algn="ctr" rtl="0">
                        <a:spcBef>
                          <a:spcPts val="0"/>
                        </a:spcBef>
                        <a:spcAft>
                          <a:spcPts val="0"/>
                        </a:spcAft>
                        <a:buNone/>
                      </a:pPr>
                      <a:r>
                        <a:rPr lang="en-US" sz="900" dirty="0">
                          <a:solidFill>
                            <a:srgbClr val="7030A0"/>
                          </a:solidFill>
                        </a:rPr>
                        <a:t>MNL</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필리핀 마닐라</a:t>
                      </a:r>
                      <a:r>
                        <a:rPr lang="en-US" altLang="ko-KR" sz="900" b="0" dirty="0">
                          <a:solidFill>
                            <a:srgbClr val="7030A0"/>
                          </a:solidFill>
                        </a:rPr>
                        <a:t>/</a:t>
                      </a:r>
                      <a:r>
                        <a:rPr lang="ko-KR" altLang="en-US" sz="900" b="0" dirty="0" err="1">
                          <a:solidFill>
                            <a:srgbClr val="7030A0"/>
                          </a:solidFill>
                        </a:rPr>
                        <a:t>니노이</a:t>
                      </a:r>
                      <a:r>
                        <a:rPr lang="ko-KR" altLang="en-US" sz="900" b="0" dirty="0">
                          <a:solidFill>
                            <a:srgbClr val="7030A0"/>
                          </a:solidFill>
                        </a:rPr>
                        <a:t> </a:t>
                      </a:r>
                      <a:r>
                        <a:rPr lang="ko-KR" altLang="en-US" sz="900" b="0" dirty="0" err="1">
                          <a:solidFill>
                            <a:srgbClr val="7030A0"/>
                          </a:solidFill>
                        </a:rPr>
                        <a:t>아키노</a:t>
                      </a:r>
                      <a:endParaRPr lang="ko-KR" altLang="en-US" sz="900" b="0" dirty="0">
                        <a:solidFill>
                          <a:srgbClr val="7030A0"/>
                        </a:solidFill>
                      </a:endParaRPr>
                    </a:p>
                  </a:txBody>
                  <a:tcPr marL="0" marR="0" marT="0" marB="0" anchor="ctr"/>
                </a:tc>
                <a:extLst>
                  <a:ext uri="{0D108BD9-81ED-4DB2-BD59-A6C34878D82A}">
                    <a16:rowId xmlns:a16="http://schemas.microsoft.com/office/drawing/2014/main" val="2194080171"/>
                  </a:ext>
                </a:extLst>
              </a:tr>
              <a:tr h="186390">
                <a:tc>
                  <a:txBody>
                    <a:bodyPr/>
                    <a:lstStyle/>
                    <a:p>
                      <a:pPr marL="0" marR="0" lvl="0" indent="0" algn="ctr" rtl="0">
                        <a:spcBef>
                          <a:spcPts val="0"/>
                        </a:spcBef>
                        <a:spcAft>
                          <a:spcPts val="0"/>
                        </a:spcAft>
                        <a:buNone/>
                      </a:pPr>
                      <a:r>
                        <a:rPr lang="en-US" sz="900" dirty="0">
                          <a:solidFill>
                            <a:srgbClr val="7030A0"/>
                          </a:solidFill>
                        </a:rPr>
                        <a:t>TPE</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타이페이 </a:t>
                      </a:r>
                      <a:r>
                        <a:rPr lang="ko-KR" altLang="en-US" sz="900" b="0" dirty="0" err="1">
                          <a:solidFill>
                            <a:srgbClr val="7030A0"/>
                          </a:solidFill>
                        </a:rPr>
                        <a:t>타오유엔</a:t>
                      </a:r>
                      <a:endParaRPr lang="ko-KR" altLang="en-US" sz="900" b="0" dirty="0">
                        <a:solidFill>
                          <a:srgbClr val="7030A0"/>
                        </a:solidFill>
                      </a:endParaRPr>
                    </a:p>
                  </a:txBody>
                  <a:tcPr marL="0" marR="0" marT="0" marB="0" anchor="ctr"/>
                </a:tc>
                <a:extLst>
                  <a:ext uri="{0D108BD9-81ED-4DB2-BD59-A6C34878D82A}">
                    <a16:rowId xmlns:a16="http://schemas.microsoft.com/office/drawing/2014/main" val="3544170142"/>
                  </a:ext>
                </a:extLst>
              </a:tr>
              <a:tr h="186390">
                <a:tc>
                  <a:txBody>
                    <a:bodyPr/>
                    <a:lstStyle/>
                    <a:p>
                      <a:pPr marL="0" marR="0" lvl="0" indent="0" algn="ctr" rtl="0">
                        <a:spcBef>
                          <a:spcPts val="0"/>
                        </a:spcBef>
                        <a:spcAft>
                          <a:spcPts val="0"/>
                        </a:spcAft>
                        <a:buNone/>
                      </a:pPr>
                      <a:r>
                        <a:rPr lang="en-US" sz="900" dirty="0">
                          <a:solidFill>
                            <a:srgbClr val="7030A0"/>
                          </a:solidFill>
                        </a:rPr>
                        <a:t>RMQ</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타이완</a:t>
                      </a:r>
                      <a:r>
                        <a:rPr lang="en-US" altLang="ko-KR" sz="900" b="0" dirty="0">
                          <a:solidFill>
                            <a:srgbClr val="7030A0"/>
                          </a:solidFill>
                        </a:rPr>
                        <a:t>/</a:t>
                      </a:r>
                      <a:r>
                        <a:rPr lang="ko-KR" altLang="en-US" sz="900" b="0" dirty="0">
                          <a:solidFill>
                            <a:srgbClr val="7030A0"/>
                          </a:solidFill>
                        </a:rPr>
                        <a:t>타이중 </a:t>
                      </a:r>
                      <a:r>
                        <a:rPr lang="ko-KR" altLang="en-US" sz="900" b="0" dirty="0" err="1">
                          <a:solidFill>
                            <a:srgbClr val="7030A0"/>
                          </a:solidFill>
                        </a:rPr>
                        <a:t>칭찬강</a:t>
                      </a:r>
                      <a:endParaRPr lang="ko-KR" altLang="en-US" sz="900" b="0" dirty="0">
                        <a:solidFill>
                          <a:srgbClr val="7030A0"/>
                        </a:solidFill>
                      </a:endParaRPr>
                    </a:p>
                  </a:txBody>
                  <a:tcPr marL="0" marR="0" marT="0" marB="0" anchor="ctr"/>
                </a:tc>
                <a:extLst>
                  <a:ext uri="{0D108BD9-81ED-4DB2-BD59-A6C34878D82A}">
                    <a16:rowId xmlns:a16="http://schemas.microsoft.com/office/drawing/2014/main" val="3792024321"/>
                  </a:ext>
                </a:extLst>
              </a:tr>
              <a:tr h="186390">
                <a:tc>
                  <a:txBody>
                    <a:bodyPr/>
                    <a:lstStyle/>
                    <a:p>
                      <a:pPr marL="0" marR="0" lvl="0" indent="0" algn="ctr" rtl="0">
                        <a:spcBef>
                          <a:spcPts val="0"/>
                        </a:spcBef>
                        <a:spcAft>
                          <a:spcPts val="0"/>
                        </a:spcAft>
                        <a:buNone/>
                      </a:pPr>
                      <a:r>
                        <a:rPr lang="en-US" sz="900" dirty="0">
                          <a:solidFill>
                            <a:srgbClr val="FFFF00"/>
                          </a:solidFill>
                        </a:rPr>
                        <a:t>PGUM</a:t>
                      </a:r>
                      <a:endParaRPr sz="900" dirty="0">
                        <a:solidFill>
                          <a:srgbClr val="FFFF00"/>
                        </a:solidFill>
                      </a:endParaRPr>
                    </a:p>
                  </a:txBody>
                  <a:tcPr marL="0" marR="0" marT="0" marB="0" anchor="ctr"/>
                </a:tc>
                <a:tc>
                  <a:txBody>
                    <a:bodyPr/>
                    <a:lstStyle/>
                    <a:p>
                      <a:pPr marL="0" marR="0" lvl="0" indent="0" algn="ctr" rtl="0">
                        <a:spcBef>
                          <a:spcPts val="0"/>
                        </a:spcBef>
                        <a:spcAft>
                          <a:spcPts val="0"/>
                        </a:spcAft>
                        <a:buNone/>
                      </a:pPr>
                      <a:r>
                        <a:rPr lang="ko-KR" altLang="en-US" sz="900" b="0" dirty="0">
                          <a:solidFill>
                            <a:srgbClr val="FFFF00"/>
                          </a:solidFill>
                        </a:rPr>
                        <a:t>괌</a:t>
                      </a:r>
                      <a:endParaRPr sz="900" b="0" dirty="0">
                        <a:solidFill>
                          <a:srgbClr val="FFFF00"/>
                        </a:solidFill>
                      </a:endParaRPr>
                    </a:p>
                  </a:txBody>
                  <a:tcPr marL="0" marR="0" marT="0" marB="0" anchor="ctr"/>
                </a:tc>
                <a:extLst>
                  <a:ext uri="{0D108BD9-81ED-4DB2-BD59-A6C34878D82A}">
                    <a16:rowId xmlns:a16="http://schemas.microsoft.com/office/drawing/2014/main" val="132924141"/>
                  </a:ext>
                </a:extLst>
              </a:tr>
              <a:tr h="186390">
                <a:tc>
                  <a:txBody>
                    <a:bodyPr/>
                    <a:lstStyle/>
                    <a:p>
                      <a:pPr marL="0" marR="0" lvl="0" indent="0" algn="ctr" rtl="0">
                        <a:spcBef>
                          <a:spcPts val="0"/>
                        </a:spcBef>
                        <a:spcAft>
                          <a:spcPts val="0"/>
                        </a:spcAft>
                        <a:buNone/>
                      </a:pPr>
                      <a:r>
                        <a:rPr lang="en-US" sz="900" dirty="0">
                          <a:solidFill>
                            <a:srgbClr val="7030A0"/>
                          </a:solidFill>
                        </a:rPr>
                        <a:t>BKK</a:t>
                      </a:r>
                      <a:endParaRPr sz="900" dirty="0">
                        <a:solidFill>
                          <a:srgbClr val="7030A0"/>
                        </a:solidFill>
                      </a:endParaRPr>
                    </a:p>
                  </a:txBody>
                  <a:tcPr marL="0" marR="0" marT="0" marB="0" anchor="ct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900" b="0" dirty="0">
                          <a:solidFill>
                            <a:srgbClr val="7030A0"/>
                          </a:solidFill>
                        </a:rPr>
                        <a:t>방콕</a:t>
                      </a:r>
                      <a:r>
                        <a:rPr lang="en-US" altLang="ko-KR" sz="900" b="0" dirty="0">
                          <a:solidFill>
                            <a:srgbClr val="7030A0"/>
                          </a:solidFill>
                        </a:rPr>
                        <a:t>/</a:t>
                      </a:r>
                      <a:r>
                        <a:rPr lang="ko-KR" altLang="en-US" sz="900" b="0" dirty="0" err="1">
                          <a:solidFill>
                            <a:srgbClr val="7030A0"/>
                          </a:solidFill>
                        </a:rPr>
                        <a:t>수완나폼</a:t>
                      </a:r>
                      <a:endParaRPr lang="ko-KR" altLang="en-US" sz="900" b="0" dirty="0">
                        <a:solidFill>
                          <a:srgbClr val="7030A0"/>
                        </a:solidFill>
                      </a:endParaRPr>
                    </a:p>
                  </a:txBody>
                  <a:tcPr marL="0" marR="0" marT="0" marB="0" anchor="ctr"/>
                </a:tc>
                <a:extLst>
                  <a:ext uri="{0D108BD9-81ED-4DB2-BD59-A6C34878D82A}">
                    <a16:rowId xmlns:a16="http://schemas.microsoft.com/office/drawing/2014/main" val="2783088539"/>
                  </a:ext>
                </a:extLst>
              </a:tr>
            </a:tbl>
          </a:graphicData>
        </a:graphic>
      </p:graphicFrame>
      <p:sp>
        <p:nvSpPr>
          <p:cNvPr id="3" name="직사각형 2">
            <a:hlinkClick r:id="" action="ppaction://hlinkshowjump?jump=firstslide"/>
            <a:extLst>
              <a:ext uri="{FF2B5EF4-FFF2-40B4-BE49-F238E27FC236}">
                <a16:creationId xmlns:a16="http://schemas.microsoft.com/office/drawing/2014/main" id="{F54BE12C-20D3-D21D-7388-B79C76711DD9}"/>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TextBox 1">
            <a:extLst>
              <a:ext uri="{FF2B5EF4-FFF2-40B4-BE49-F238E27FC236}">
                <a16:creationId xmlns:a16="http://schemas.microsoft.com/office/drawing/2014/main" id="{9A2AD511-3D77-5056-7372-44C616778F18}"/>
              </a:ext>
            </a:extLst>
          </p:cNvPr>
          <p:cNvSpPr txBox="1"/>
          <p:nvPr/>
        </p:nvSpPr>
        <p:spPr>
          <a:xfrm>
            <a:off x="1637044" y="5229777"/>
            <a:ext cx="722812" cy="338554"/>
          </a:xfrm>
          <a:prstGeom prst="rect">
            <a:avLst/>
          </a:prstGeom>
          <a:noFill/>
        </p:spPr>
        <p:txBody>
          <a:bodyPr wrap="square" rtlCol="0">
            <a:spAutoFit/>
          </a:bodyPr>
          <a:lstStyle/>
          <a:p>
            <a:r>
              <a:rPr kumimoji="1" lang="ko-Kore-KR" altLang="en-US" sz="800" b="1" dirty="0">
                <a:solidFill>
                  <a:srgbClr val="FF0000"/>
                </a:solidFill>
              </a:rPr>
              <a:t>도착</a:t>
            </a:r>
            <a:r>
              <a:rPr kumimoji="1" lang="ko-KR" altLang="en-US" sz="800" b="1" dirty="0">
                <a:solidFill>
                  <a:srgbClr val="FF0000"/>
                </a:solidFill>
              </a:rPr>
              <a:t> 방송 </a:t>
            </a:r>
            <a:r>
              <a:rPr kumimoji="1" lang="en-US" altLang="ko-KR" sz="800" b="1" dirty="0">
                <a:solidFill>
                  <a:srgbClr val="FF0000"/>
                </a:solidFill>
              </a:rPr>
              <a:t>Next Page</a:t>
            </a:r>
            <a:endParaRPr kumimoji="1" lang="ko-Kore-KR" altLang="en-US" sz="800" b="1" dirty="0">
              <a:solidFill>
                <a:srgbClr val="FF0000"/>
              </a:solidFill>
            </a:endParaRPr>
          </a:p>
        </p:txBody>
      </p:sp>
    </p:spTree>
    <p:extLst>
      <p:ext uri="{BB962C8B-B14F-4D97-AF65-F5344CB8AC3E}">
        <p14:creationId xmlns:p14="http://schemas.microsoft.com/office/powerpoint/2010/main" val="118775611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69"/>
        <p:cNvGrpSpPr/>
        <p:nvPr/>
      </p:nvGrpSpPr>
      <p:grpSpPr>
        <a:xfrm>
          <a:off x="0" y="0"/>
          <a:ext cx="0" cy="0"/>
          <a:chOff x="0" y="0"/>
          <a:chExt cx="0" cy="0"/>
        </a:xfrm>
      </p:grpSpPr>
      <p:graphicFrame>
        <p:nvGraphicFramePr>
          <p:cNvPr id="370" name="Google Shape;370;p27"/>
          <p:cNvGraphicFramePr/>
          <p:nvPr>
            <p:extLst>
              <p:ext uri="{D42A27DB-BD31-4B8C-83A1-F6EECF244321}">
                <p14:modId xmlns:p14="http://schemas.microsoft.com/office/powerpoint/2010/main" val="2608306669"/>
              </p:ext>
            </p:extLst>
          </p:nvPr>
        </p:nvGraphicFramePr>
        <p:xfrm>
          <a:off x="0" y="0"/>
          <a:ext cx="2328876" cy="4921399"/>
        </p:xfrm>
        <a:graphic>
          <a:graphicData uri="http://schemas.openxmlformats.org/drawingml/2006/table">
            <a:tbl>
              <a:tblPr firstRow="1" bandRow="1">
                <a:noFill/>
                <a:tableStyleId>{A521BE36-7E6F-4EC9-8D66-1CF97A6895EC}</a:tableStyleId>
              </a:tblPr>
              <a:tblGrid>
                <a:gridCol w="1164438">
                  <a:extLst>
                    <a:ext uri="{9D8B030D-6E8A-4147-A177-3AD203B41FA5}">
                      <a16:colId xmlns:a16="http://schemas.microsoft.com/office/drawing/2014/main" val="20000"/>
                    </a:ext>
                  </a:extLst>
                </a:gridCol>
                <a:gridCol w="272476">
                  <a:extLst>
                    <a:ext uri="{9D8B030D-6E8A-4147-A177-3AD203B41FA5}">
                      <a16:colId xmlns:a16="http://schemas.microsoft.com/office/drawing/2014/main" val="2595559527"/>
                    </a:ext>
                  </a:extLst>
                </a:gridCol>
                <a:gridCol w="891962">
                  <a:extLst>
                    <a:ext uri="{9D8B030D-6E8A-4147-A177-3AD203B41FA5}">
                      <a16:colId xmlns:a16="http://schemas.microsoft.com/office/drawing/2014/main" val="1608007032"/>
                    </a:ext>
                  </a:extLst>
                </a:gridCol>
              </a:tblGrid>
              <a:tr h="0">
                <a:tc gridSpan="3">
                  <a:txBody>
                    <a:bodyPr/>
                    <a:lstStyle/>
                    <a:p>
                      <a:pPr marL="0" marR="0" lvl="0" indent="0" algn="l" rtl="0">
                        <a:spcBef>
                          <a:spcPts val="0"/>
                        </a:spcBef>
                        <a:spcAft>
                          <a:spcPts val="0"/>
                        </a:spcAft>
                        <a:buNone/>
                      </a:pPr>
                      <a:r>
                        <a:rPr lang="ko-KR" altLang="en-US" sz="1000" b="1" dirty="0">
                          <a:latin typeface="Calibri"/>
                          <a:ea typeface="Calibri"/>
                          <a:cs typeface="Calibri"/>
                          <a:sym typeface="Calibri"/>
                        </a:rPr>
                        <a:t>도착</a:t>
                      </a:r>
                      <a:r>
                        <a:rPr lang="en-US" sz="1000" b="1" dirty="0">
                          <a:latin typeface="Calibri"/>
                          <a:ea typeface="Calibri"/>
                          <a:cs typeface="Calibri"/>
                          <a:sym typeface="Calibri"/>
                        </a:rPr>
                        <a:t> </a:t>
                      </a:r>
                      <a:r>
                        <a:rPr lang="ko-KR" altLang="en-US" sz="1000" b="1" dirty="0">
                          <a:latin typeface="Calibri"/>
                          <a:ea typeface="Calibri"/>
                          <a:cs typeface="Calibri"/>
                          <a:sym typeface="Calibri"/>
                        </a:rPr>
                        <a:t>방송 </a:t>
                      </a:r>
                      <a:r>
                        <a:rPr lang="en-US" altLang="ko-KR" sz="1000" b="1" dirty="0">
                          <a:latin typeface="Calibri"/>
                          <a:ea typeface="Calibri"/>
                          <a:cs typeface="Calibri"/>
                          <a:sym typeface="Calibri"/>
                        </a:rPr>
                        <a:t>(5</a:t>
                      </a:r>
                      <a:r>
                        <a:rPr lang="ko-KR" altLang="en-US" sz="1000" b="1" dirty="0">
                          <a:latin typeface="Calibri"/>
                          <a:ea typeface="Calibri"/>
                          <a:cs typeface="Calibri"/>
                          <a:sym typeface="Calibri"/>
                        </a:rPr>
                        <a:t>시간이상</a:t>
                      </a:r>
                      <a:r>
                        <a:rPr lang="en-US" altLang="ko-KR" sz="1000" b="1" dirty="0">
                          <a:latin typeface="Calibri"/>
                          <a:ea typeface="Calibri"/>
                          <a:cs typeface="Calibri"/>
                          <a:sym typeface="Calibri"/>
                        </a:rPr>
                        <a:t>,</a:t>
                      </a:r>
                      <a:r>
                        <a:rPr lang="ko-KR" altLang="en-US" sz="1000" b="1" dirty="0">
                          <a:latin typeface="Calibri"/>
                          <a:ea typeface="Calibri"/>
                          <a:cs typeface="Calibri"/>
                          <a:sym typeface="Calibri"/>
                        </a:rPr>
                        <a:t> </a:t>
                      </a:r>
                      <a:r>
                        <a:rPr lang="en-US" altLang="ko-KR" sz="1000" b="1" dirty="0">
                          <a:latin typeface="Calibri"/>
                          <a:ea typeface="Calibri"/>
                          <a:cs typeface="Calibri"/>
                          <a:sym typeface="Calibri"/>
                        </a:rPr>
                        <a:t>40</a:t>
                      </a:r>
                      <a:r>
                        <a:rPr lang="ko-KR" altLang="en-US" sz="1000" b="1" dirty="0">
                          <a:latin typeface="Calibri"/>
                          <a:ea typeface="Calibri"/>
                          <a:cs typeface="Calibri"/>
                          <a:sym typeface="Calibri"/>
                        </a:rPr>
                        <a:t>분전</a:t>
                      </a:r>
                      <a:r>
                        <a:rPr lang="en-US" altLang="ko-KR" sz="1000" b="1" dirty="0">
                          <a:latin typeface="Calibri"/>
                          <a:ea typeface="Calibri"/>
                          <a:cs typeface="Calibri"/>
                          <a:sym typeface="Calibri"/>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ko-KR" altLang="en-US" sz="1000" b="0" dirty="0">
                          <a:solidFill>
                            <a:srgbClr val="FFC000"/>
                          </a:solidFill>
                          <a:latin typeface="Calibri"/>
                          <a:ea typeface="Calibri"/>
                          <a:cs typeface="Calibri"/>
                          <a:sym typeface="Calibri"/>
                        </a:rPr>
                        <a:t>출발지 기준 </a:t>
                      </a:r>
                      <a:r>
                        <a:rPr lang="en-US" altLang="ko-KR" sz="1000" b="0" dirty="0">
                          <a:solidFill>
                            <a:srgbClr val="FFC000"/>
                          </a:solidFill>
                          <a:latin typeface="Calibri"/>
                          <a:ea typeface="Calibri"/>
                          <a:cs typeface="Calibri"/>
                          <a:sym typeface="Calibri"/>
                        </a:rPr>
                        <a:t>2200-0800</a:t>
                      </a:r>
                      <a:r>
                        <a:rPr lang="ko-KR" altLang="en-US" sz="1000" b="0" dirty="0">
                          <a:solidFill>
                            <a:srgbClr val="FFC000"/>
                          </a:solidFill>
                          <a:latin typeface="Calibri"/>
                          <a:ea typeface="Calibri"/>
                          <a:cs typeface="Calibri"/>
                          <a:sym typeface="Calibri"/>
                        </a:rPr>
                        <a:t> </a:t>
                      </a:r>
                      <a:r>
                        <a:rPr lang="en-US" altLang="ko-KR" sz="1000" b="0" dirty="0">
                          <a:solidFill>
                            <a:srgbClr val="FFC000"/>
                          </a:solidFill>
                          <a:latin typeface="Calibri"/>
                          <a:ea typeface="Calibri"/>
                          <a:cs typeface="Calibri"/>
                          <a:sym typeface="Calibri"/>
                        </a:rPr>
                        <a:t>Quiet Hour </a:t>
                      </a:r>
                      <a:endParaRPr lang="en-US" altLang="ko-Kore-KR" sz="1000" b="0" dirty="0">
                        <a:solidFill>
                          <a:srgbClr val="FFC000"/>
                        </a:solidFill>
                        <a:latin typeface="Calibri"/>
                        <a:ea typeface="Calibri"/>
                        <a:cs typeface="Calibri"/>
                        <a:sym typeface="Calibri"/>
                      </a:endParaRPr>
                    </a:p>
                  </a:txBody>
                  <a:tcPr marL="91450" marR="91450" marT="45725" marB="45725"/>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0"/>
                  </a:ext>
                </a:extLst>
              </a:tr>
              <a:tr h="574756">
                <a:tc gridSpan="3">
                  <a:txBody>
                    <a:bodyPr/>
                    <a:lstStyle/>
                    <a:p>
                      <a:pPr marL="0" marR="0" lvl="0" indent="0" algn="l" rtl="0">
                        <a:lnSpc>
                          <a:spcPct val="150000"/>
                        </a:lnSpc>
                        <a:spcBef>
                          <a:spcPts val="0"/>
                        </a:spcBef>
                        <a:spcAft>
                          <a:spcPts val="0"/>
                        </a:spcAft>
                        <a:buNone/>
                      </a:pPr>
                      <a:r>
                        <a:rPr lang="en-US" sz="800" b="1" dirty="0" err="1">
                          <a:latin typeface="Calibri"/>
                          <a:ea typeface="Calibri"/>
                          <a:cs typeface="Calibri"/>
                          <a:sym typeface="Calibri"/>
                        </a:rPr>
                        <a:t>손님</a:t>
                      </a:r>
                      <a:r>
                        <a:rPr lang="en-US" sz="800" b="1" dirty="0">
                          <a:latin typeface="Calibri"/>
                          <a:ea typeface="Calibri"/>
                          <a:cs typeface="Calibri"/>
                          <a:sym typeface="Calibri"/>
                        </a:rPr>
                        <a:t> </a:t>
                      </a:r>
                      <a:r>
                        <a:rPr lang="en-US" sz="800" b="1" dirty="0" err="1">
                          <a:latin typeface="Calibri"/>
                          <a:ea typeface="Calibri"/>
                          <a:cs typeface="Calibri"/>
                          <a:sym typeface="Calibri"/>
                        </a:rPr>
                        <a:t>여러분</a:t>
                      </a:r>
                      <a:r>
                        <a:rPr lang="en-US" sz="800" b="1" dirty="0">
                          <a:latin typeface="Calibri"/>
                          <a:ea typeface="Calibri"/>
                          <a:cs typeface="Calibri"/>
                          <a:sym typeface="Calibri"/>
                        </a:rPr>
                        <a:t>, </a:t>
                      </a:r>
                      <a:r>
                        <a:rPr lang="ko-KR" altLang="en-US" sz="800" b="1" dirty="0">
                          <a:latin typeface="Calibri"/>
                          <a:ea typeface="Calibri"/>
                          <a:cs typeface="Calibri"/>
                          <a:sym typeface="Calibri"/>
                        </a:rPr>
                        <a:t>저는 기장입니다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우리 비행기는 앞으로 약 </a:t>
                      </a:r>
                      <a:r>
                        <a:rPr lang="en-US" altLang="ko-KR" sz="800" b="1" dirty="0">
                          <a:latin typeface="Calibri"/>
                          <a:ea typeface="Calibri"/>
                          <a:cs typeface="Calibri"/>
                          <a:sym typeface="Calibri"/>
                        </a:rPr>
                        <a:t>(40)</a:t>
                      </a:r>
                      <a:r>
                        <a:rPr lang="ko-KR" altLang="en-US" sz="800" b="1" dirty="0">
                          <a:latin typeface="Calibri"/>
                          <a:ea typeface="Calibri"/>
                          <a:cs typeface="Calibri"/>
                          <a:sym typeface="Calibri"/>
                        </a:rPr>
                        <a:t>분 후에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국제공항에 착륙 예정입니다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ko-Kore-KR" altLang="en-US" sz="800" dirty="0"/>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현재 공항의 날씨는 ◐</a:t>
                      </a:r>
                      <a:r>
                        <a:rPr lang="en-US" altLang="ko-KR" sz="800" b="1" dirty="0">
                          <a:latin typeface="Calibri"/>
                          <a:ea typeface="Calibri"/>
                          <a:cs typeface="Calibri"/>
                          <a:sym typeface="Calibri"/>
                        </a:rPr>
                        <a:t>___,</a:t>
                      </a:r>
                      <a:r>
                        <a:rPr lang="ko-KR" altLang="en-US" sz="800" b="1" dirty="0">
                          <a:latin typeface="Calibri"/>
                          <a:ea typeface="Calibri"/>
                          <a:cs typeface="Calibri"/>
                          <a:sym typeface="Calibri"/>
                        </a:rPr>
                        <a:t> 기온은 섭씨 </a:t>
                      </a:r>
                      <a:r>
                        <a:rPr lang="en-US" altLang="ko-KR" sz="800" b="1" dirty="0">
                          <a:latin typeface="Calibri"/>
                          <a:ea typeface="Calibri"/>
                          <a:cs typeface="Calibri"/>
                          <a:sym typeface="Calibri"/>
                        </a:rPr>
                        <a:t>__</a:t>
                      </a:r>
                      <a:r>
                        <a:rPr lang="ko-KR" altLang="en-US" sz="800" b="1" dirty="0">
                          <a:latin typeface="Calibri"/>
                          <a:ea typeface="Calibri"/>
                          <a:cs typeface="Calibri"/>
                          <a:sym typeface="Calibri"/>
                        </a:rPr>
                        <a:t>도 입니다</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endParaRPr lang="en-US" altLang="ko-KR" sz="800" b="1" dirty="0">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1"/>
                  </a:ext>
                </a:extLst>
              </a:tr>
              <a:tr h="323911">
                <a:tc gridSpan="2">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맑으며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다소</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흐리며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이슬</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비가 내리며</a:t>
                      </a: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소나기가 내리며 </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바람이 불고 있으며</a:t>
                      </a:r>
                      <a:endParaRPr lang="en-US" altLang="ko-KR" sz="600" b="1" dirty="0">
                        <a:latin typeface="Calibri"/>
                        <a:ea typeface="Calibri"/>
                        <a:cs typeface="Calibri"/>
                        <a:sym typeface="Calibri"/>
                      </a:endParaRPr>
                    </a:p>
                  </a:txBody>
                  <a:tcPr marL="36000" marR="36000" marT="36000" marB="36000"/>
                </a:tc>
                <a:tc hMerge="1">
                  <a:txBody>
                    <a:bodyPr/>
                    <a:lstStyle/>
                    <a:p>
                      <a:endParaRPr lang="ko-Kore-KR" altLang="en-US"/>
                    </a:p>
                  </a:txBody>
                  <a:tcPr/>
                </a:tc>
                <a:tc>
                  <a:txBody>
                    <a:bodyPr/>
                    <a:lstStyle/>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눈이 오고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en-US" altLang="ko-KR" sz="600" b="1" dirty="0">
                          <a:latin typeface="Calibri"/>
                          <a:ea typeface="Calibri"/>
                          <a:cs typeface="Calibri"/>
                          <a:sym typeface="Calibri"/>
                        </a:rPr>
                        <a:t>◐</a:t>
                      </a:r>
                      <a:r>
                        <a:rPr lang="ko-KR" altLang="en-US" sz="600" b="1" dirty="0">
                          <a:latin typeface="Calibri"/>
                          <a:ea typeface="Calibri"/>
                          <a:cs typeface="Calibri"/>
                          <a:sym typeface="Calibri"/>
                        </a:rPr>
                        <a:t> 안개가 끼어 있으며</a:t>
                      </a:r>
                      <a:endParaRPr lang="en-US" altLang="ko-KR" sz="600" b="1" dirty="0">
                        <a:latin typeface="Calibri"/>
                        <a:ea typeface="Calibri"/>
                        <a:cs typeface="Calibri"/>
                        <a:sym typeface="Calibri"/>
                      </a:endParaRPr>
                    </a:p>
                    <a:p>
                      <a:pPr marL="0" marR="0" lvl="0" indent="0" algn="l" rtl="0">
                        <a:lnSpc>
                          <a:spcPct val="150000"/>
                        </a:lnSpc>
                        <a:spcBef>
                          <a:spcPts val="0"/>
                        </a:spcBef>
                        <a:spcAft>
                          <a:spcPts val="0"/>
                        </a:spcAft>
                        <a:buNone/>
                      </a:pPr>
                      <a:r>
                        <a:rPr lang="ko-KR" altLang="en-US" sz="600" b="1" dirty="0">
                          <a:latin typeface="Calibri"/>
                          <a:ea typeface="Calibri"/>
                          <a:cs typeface="Calibri"/>
                          <a:sym typeface="Calibri"/>
                        </a:rPr>
                        <a:t>◐ 황사가 있으며</a:t>
                      </a:r>
                      <a:endParaRPr lang="en-US" altLang="ko-KR" sz="600" b="1" dirty="0">
                        <a:latin typeface="Calibri"/>
                        <a:ea typeface="Calibri"/>
                        <a:cs typeface="Calibri"/>
                        <a:sym typeface="Calibri"/>
                      </a:endParaRPr>
                    </a:p>
                  </a:txBody>
                  <a:tcPr marL="36000" marR="36000" marT="36000" marB="36000"/>
                </a:tc>
                <a:extLst>
                  <a:ext uri="{0D108BD9-81ED-4DB2-BD59-A6C34878D82A}">
                    <a16:rowId xmlns:a16="http://schemas.microsoft.com/office/drawing/2014/main" val="3804322827"/>
                  </a:ext>
                </a:extLst>
              </a:tr>
              <a:tr h="356733">
                <a:tc gridSpan="3">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지금 이곳의 시각은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월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일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요일</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오전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오후</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시 </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__</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분 입니다</a:t>
                      </a:r>
                      <a:r>
                        <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1" i="0" u="none" strike="noStrike" kern="0" cap="none" spc="0" normalizeH="0" baseline="0" noProof="0">
                          <a:ln>
                            <a:noFill/>
                          </a:ln>
                          <a:solidFill>
                            <a:srgbClr val="000000"/>
                          </a:solidFill>
                          <a:effectLst/>
                          <a:uLnTx/>
                          <a:uFillTx/>
                          <a:latin typeface="Calibri"/>
                          <a:ea typeface="Calibri"/>
                          <a:cs typeface="Calibri"/>
                          <a:sym typeface="Calibri"/>
                        </a:rPr>
                        <a:t>고맙습니다</a:t>
                      </a:r>
                      <a:r>
                        <a:rPr kumimoji="0" lang="en-US" altLang="ko-KR" sz="800" b="1" i="0" u="none" strike="noStrike" kern="0" cap="none" spc="0" normalizeH="0" baseline="0" noProof="0">
                          <a:ln>
                            <a:noFill/>
                          </a:ln>
                          <a:solidFill>
                            <a:srgbClr val="000000"/>
                          </a:solidFill>
                          <a:effectLst/>
                          <a:uLnTx/>
                          <a:uFillTx/>
                          <a:latin typeface="Calibri"/>
                          <a:ea typeface="Calibri"/>
                          <a:cs typeface="Calibri"/>
                          <a:sym typeface="Calibri"/>
                        </a:rPr>
                        <a:t>.</a:t>
                      </a:r>
                      <a:r>
                        <a:rPr kumimoji="0" lang="ko-KR" altLang="en-US" sz="800" b="1" i="0" u="none" strike="noStrike" kern="0" cap="none" spc="0" normalizeH="0" baseline="0" noProof="0" dirty="0">
                          <a:ln>
                            <a:noFill/>
                          </a:ln>
                          <a:solidFill>
                            <a:srgbClr val="000000"/>
                          </a:solidFill>
                          <a:effectLst/>
                          <a:uLnTx/>
                          <a:uFillTx/>
                          <a:latin typeface="Calibri"/>
                          <a:ea typeface="Calibri"/>
                          <a:cs typeface="Calibri"/>
                          <a:sym typeface="Calibri"/>
                        </a:rPr>
                        <a:t> </a:t>
                      </a:r>
                      <a:endParaRPr kumimoji="0" lang="en-US" altLang="ko-KR" sz="800" b="1" i="0" u="none" strike="noStrike" kern="0" cap="none" spc="0" normalizeH="0" baseline="0" noProof="0" dirty="0">
                        <a:ln>
                          <a:noFill/>
                        </a:ln>
                        <a:solidFill>
                          <a:srgbClr val="000000"/>
                        </a:solidFill>
                        <a:effectLst/>
                        <a:uLnTx/>
                        <a:uFillTx/>
                        <a:latin typeface="Calibri"/>
                        <a:ea typeface="Calibri"/>
                        <a:cs typeface="Calibri"/>
                        <a:sym typeface="Calibri"/>
                      </a:endParaRP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3591553393"/>
                  </a:ext>
                </a:extLst>
              </a:tr>
              <a:tr h="280822">
                <a:tc gridSpan="3">
                  <a:txBody>
                    <a:bodyPr/>
                    <a:lstStyle/>
                    <a:p>
                      <a:pPr marL="0" marR="0" lvl="0" indent="0" algn="l" rtl="0">
                        <a:lnSpc>
                          <a:spcPct val="150000"/>
                        </a:lnSpc>
                        <a:spcBef>
                          <a:spcPts val="0"/>
                        </a:spcBef>
                        <a:spcAft>
                          <a:spcPts val="0"/>
                        </a:spcAft>
                        <a:buNone/>
                      </a:pPr>
                      <a:r>
                        <a:rPr lang="en-US" altLang="ko-KR" sz="800" b="1" dirty="0">
                          <a:latin typeface="Calibri"/>
                          <a:ea typeface="Calibri"/>
                          <a:cs typeface="Calibri"/>
                          <a:sym typeface="Calibri"/>
                        </a:rPr>
                        <a:t>L</a:t>
                      </a:r>
                      <a:r>
                        <a:rPr lang="en-US" sz="800" b="1" dirty="0">
                          <a:latin typeface="Calibri"/>
                          <a:ea typeface="Calibri"/>
                          <a:cs typeface="Calibri"/>
                          <a:sym typeface="Calibri"/>
                        </a:rPr>
                        <a:t>adies and gentlemen</a:t>
                      </a:r>
                      <a:r>
                        <a:rPr lang="en-US" altLang="ko-KR" sz="800" b="1" dirty="0">
                          <a:latin typeface="Calibri"/>
                          <a:ea typeface="Calibri"/>
                          <a:cs typeface="Calibri"/>
                          <a:sym typeface="Calibri"/>
                        </a:rPr>
                        <a:t>,</a:t>
                      </a:r>
                      <a:r>
                        <a:rPr lang="ko-KR" altLang="en-US" sz="800" b="1" dirty="0">
                          <a:latin typeface="Calibri"/>
                          <a:ea typeface="Calibri"/>
                          <a:cs typeface="Calibri"/>
                          <a:sym typeface="Calibri"/>
                        </a:rPr>
                        <a:t> </a:t>
                      </a:r>
                      <a:r>
                        <a:rPr lang="en-US" altLang="ko-KR" sz="800" b="1" dirty="0">
                          <a:latin typeface="Calibri"/>
                          <a:ea typeface="Calibri"/>
                          <a:cs typeface="Calibri"/>
                          <a:sym typeface="Calibri"/>
                        </a:rPr>
                        <a:t>t</a:t>
                      </a:r>
                      <a:r>
                        <a:rPr lang="en-US" sz="800" b="1" dirty="0">
                          <a:latin typeface="Calibri"/>
                          <a:ea typeface="Calibri"/>
                          <a:cs typeface="Calibri"/>
                          <a:sym typeface="Calibri"/>
                        </a:rPr>
                        <a:t>his is </a:t>
                      </a:r>
                      <a:r>
                        <a:rPr lang="en-US" altLang="ko-KR" sz="800" b="1" u="sng" dirty="0">
                          <a:latin typeface="Calibri"/>
                          <a:ea typeface="Calibri"/>
                          <a:cs typeface="Calibri"/>
                          <a:sym typeface="Calibri"/>
                        </a:rPr>
                        <a:t>the</a:t>
                      </a:r>
                      <a:r>
                        <a:rPr lang="ko-KR" altLang="en-US" sz="800" b="1" dirty="0">
                          <a:latin typeface="Calibri"/>
                          <a:ea typeface="Calibri"/>
                          <a:cs typeface="Calibri"/>
                          <a:sym typeface="Calibri"/>
                        </a:rPr>
                        <a:t> </a:t>
                      </a:r>
                      <a:r>
                        <a:rPr lang="en-US" sz="800" b="1" dirty="0">
                          <a:latin typeface="Calibri"/>
                          <a:ea typeface="Calibri"/>
                          <a:cs typeface="Calibri"/>
                          <a:sym typeface="Calibri"/>
                        </a:rPr>
                        <a:t>captain</a:t>
                      </a:r>
                      <a:r>
                        <a:rPr lang="ko-KR" altLang="en-US" sz="800" b="1" dirty="0">
                          <a:latin typeface="Calibri"/>
                          <a:ea typeface="Calibri"/>
                          <a:cs typeface="Calibri"/>
                          <a:sym typeface="Calibri"/>
                        </a:rPr>
                        <a:t> </a:t>
                      </a:r>
                      <a:r>
                        <a:rPr lang="en-US" sz="800" b="1" dirty="0">
                          <a:latin typeface="Calibri"/>
                          <a:ea typeface="Calibri"/>
                          <a:cs typeface="Calibri"/>
                          <a:sym typeface="Calibri"/>
                        </a:rPr>
                        <a:t>speaking. </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We expect to land at __ international airport in about (40) minutes.</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temperature at ___ is __ degrees Celsius, or __ degrees Fahrenheit </a:t>
                      </a:r>
                      <a:r>
                        <a:rPr lang="en-US" altLang="ko-KR" sz="700" b="0" dirty="0">
                          <a:solidFill>
                            <a:srgbClr val="00B050"/>
                          </a:solidFill>
                          <a:latin typeface="Calibri"/>
                          <a:ea typeface="Calibri"/>
                          <a:cs typeface="Calibri"/>
                          <a:sym typeface="Calibri"/>
                        </a:rPr>
                        <a:t>(</a:t>
                      </a:r>
                      <a:r>
                        <a:rPr lang="en-US" altLang="ko-Kore-KR" sz="700" b="0" dirty="0">
                          <a:solidFill>
                            <a:srgbClr val="00B050"/>
                          </a:solidFill>
                          <a:latin typeface="Calibri"/>
                          <a:ea typeface="Calibri"/>
                          <a:cs typeface="Calibri"/>
                          <a:sym typeface="Calibri"/>
                        </a:rPr>
                        <a:t>OPT </a:t>
                      </a:r>
                      <a:r>
                        <a:rPr lang="ko-KR" altLang="en-US" sz="700" b="0" dirty="0">
                          <a:solidFill>
                            <a:srgbClr val="00B050"/>
                          </a:solidFill>
                          <a:latin typeface="Calibri"/>
                          <a:ea typeface="Calibri"/>
                          <a:cs typeface="Calibri"/>
                          <a:sym typeface="Calibri"/>
                        </a:rPr>
                        <a:t>참고</a:t>
                      </a:r>
                      <a:r>
                        <a:rPr lang="en-US" altLang="ko-KR" sz="700" b="0" dirty="0">
                          <a:solidFill>
                            <a:srgbClr val="00B050"/>
                          </a:solidFill>
                          <a:latin typeface="Calibri"/>
                          <a:ea typeface="Calibri"/>
                          <a:cs typeface="Calibri"/>
                          <a:sym typeface="Calibri"/>
                        </a:rPr>
                        <a:t>)</a:t>
                      </a:r>
                      <a:endParaRPr lang="en-US" altLang="ko-Kore-KR" sz="700" b="0" dirty="0">
                        <a:solidFill>
                          <a:srgbClr val="00B050"/>
                        </a:solidFill>
                        <a:latin typeface="Calibri"/>
                        <a:ea typeface="Calibri"/>
                        <a:cs typeface="Calibri"/>
                        <a:sym typeface="Calibri"/>
                      </a:endParaRP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and it is </a:t>
                      </a: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___. </a:t>
                      </a:r>
                    </a:p>
                  </a:txBody>
                  <a:tcPr marL="36000" marR="36000" marT="36000" marB="36000"/>
                </a:tc>
                <a:tc hMerge="1">
                  <a:txBody>
                    <a:bodyPr/>
                    <a:lstStyle/>
                    <a:p>
                      <a:endParaRPr lang="ko-Kore-KR" altLang="en-US"/>
                    </a:p>
                  </a:txBody>
                  <a:tcPr/>
                </a:tc>
                <a:tc hMerge="1">
                  <a:txBody>
                    <a:bodyPr/>
                    <a:lstStyle/>
                    <a:p>
                      <a:endParaRPr lang="ko-Kore-KR" altLang="en-US"/>
                    </a:p>
                  </a:txBody>
                  <a:tcPr/>
                </a:tc>
                <a:extLst>
                  <a:ext uri="{0D108BD9-81ED-4DB2-BD59-A6C34878D82A}">
                    <a16:rowId xmlns:a16="http://schemas.microsoft.com/office/drawing/2014/main" val="10002"/>
                  </a:ext>
                </a:extLst>
              </a:tr>
              <a:tr h="213012">
                <a:tc>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(mostly) clear</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(partly) cloudy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drizzling / raining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windy</a:t>
                      </a:r>
                      <a:endParaRPr lang="ko-Kore-KR" altLang="en-US" sz="800" b="1" dirty="0">
                        <a:latin typeface="Calibri"/>
                        <a:ea typeface="Calibri"/>
                        <a:cs typeface="Calibri"/>
                        <a:sym typeface="Calibri"/>
                      </a:endParaRPr>
                    </a:p>
                  </a:txBody>
                  <a:tcPr marL="36000" marR="36000" marT="36000" marB="36000"/>
                </a:tc>
                <a:tc gridSpan="2">
                  <a:txBody>
                    <a:bodyPr/>
                    <a:lstStyle/>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snowing</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foggy</a:t>
                      </a:r>
                    </a:p>
                    <a:p>
                      <a:pPr marL="0" marR="0" lvl="0" indent="0" algn="l" rtl="0">
                        <a:lnSpc>
                          <a:spcPct val="150000"/>
                        </a:lnSpc>
                        <a:spcBef>
                          <a:spcPts val="0"/>
                        </a:spcBef>
                        <a:spcAft>
                          <a:spcPts val="0"/>
                        </a:spcAft>
                        <a:buNone/>
                      </a:pPr>
                      <a:r>
                        <a:rPr lang="ko-KR" altLang="en-US" sz="800" b="1" dirty="0">
                          <a:latin typeface="Calibri"/>
                          <a:ea typeface="Calibri"/>
                          <a:cs typeface="Calibri"/>
                          <a:sym typeface="Calibri"/>
                        </a:rPr>
                        <a:t>◐</a:t>
                      </a:r>
                      <a:r>
                        <a:rPr lang="en-US" altLang="ko-KR" sz="800" b="1" dirty="0">
                          <a:latin typeface="Calibri"/>
                          <a:ea typeface="Calibri"/>
                          <a:cs typeface="Calibri"/>
                          <a:sym typeface="Calibri"/>
                        </a:rPr>
                        <a:t> hazy or smoggy</a:t>
                      </a:r>
                    </a:p>
                  </a:txBody>
                  <a:tcPr marL="36000" marR="36000" marT="36000" marB="36000"/>
                </a:tc>
                <a:tc hMerge="1">
                  <a:txBody>
                    <a:bodyPr/>
                    <a:lstStyle/>
                    <a:p>
                      <a:endParaRPr lang="ko-Kore-KR" altLang="en-US"/>
                    </a:p>
                  </a:txBody>
                  <a:tcPr/>
                </a:tc>
                <a:extLst>
                  <a:ext uri="{0D108BD9-81ED-4DB2-BD59-A6C34878D82A}">
                    <a16:rowId xmlns:a16="http://schemas.microsoft.com/office/drawing/2014/main" val="4104669382"/>
                  </a:ext>
                </a:extLst>
              </a:tr>
              <a:tr h="500625">
                <a:tc gridSpan="3">
                  <a:txBody>
                    <a:bodyPr/>
                    <a:lstStyle/>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The current time is __ : __ </a:t>
                      </a:r>
                      <a:r>
                        <a:rPr lang="en-US" altLang="ko-Kore-KR" sz="800" b="1" dirty="0" err="1">
                          <a:latin typeface="Calibri"/>
                          <a:ea typeface="Calibri"/>
                          <a:cs typeface="Calibri"/>
                          <a:sym typeface="Calibri"/>
                        </a:rPr>
                        <a:t>a.m</a:t>
                      </a:r>
                      <a:r>
                        <a:rPr lang="en-US" altLang="ko-Kore-KR" sz="800" b="1" dirty="0">
                          <a:latin typeface="Calibri"/>
                          <a:ea typeface="Calibri"/>
                          <a:cs typeface="Calibri"/>
                          <a:sym typeface="Calibri"/>
                        </a:rPr>
                        <a:t>(</a:t>
                      </a:r>
                      <a:r>
                        <a:rPr lang="en-US" altLang="ko-Kore-KR" sz="800" b="1" dirty="0" err="1">
                          <a:latin typeface="Calibri"/>
                          <a:ea typeface="Calibri"/>
                          <a:cs typeface="Calibri"/>
                          <a:sym typeface="Calibri"/>
                        </a:rPr>
                        <a:t>p.m</a:t>
                      </a:r>
                      <a:r>
                        <a:rPr lang="en-US" altLang="ko-Kore-KR" sz="800" b="1" dirty="0">
                          <a:latin typeface="Calibri"/>
                          <a:ea typeface="Calibri"/>
                          <a:cs typeface="Calibri"/>
                          <a:sym typeface="Calibri"/>
                        </a:rPr>
                        <a:t>), on (day-of-the-week), (month)(date).</a:t>
                      </a:r>
                    </a:p>
                    <a:p>
                      <a:pPr marL="0" marR="0" lvl="0" indent="0" algn="l" rtl="0">
                        <a:lnSpc>
                          <a:spcPct val="150000"/>
                        </a:lnSpc>
                        <a:spcBef>
                          <a:spcPts val="0"/>
                        </a:spcBef>
                        <a:spcAft>
                          <a:spcPts val="0"/>
                        </a:spcAft>
                        <a:buNone/>
                      </a:pPr>
                      <a:r>
                        <a:rPr lang="en-US" altLang="ko-Kore-KR" sz="800" b="1" dirty="0">
                          <a:latin typeface="Calibri"/>
                          <a:ea typeface="Calibri"/>
                          <a:cs typeface="Calibri"/>
                          <a:sym typeface="Calibri"/>
                        </a:rPr>
                        <a:t>Thank you for flying with us today.</a:t>
                      </a:r>
                      <a:endParaRPr lang="ko-Kore-KR" altLang="en-US" sz="800" b="1" dirty="0">
                        <a:latin typeface="Calibri"/>
                        <a:ea typeface="Calibri"/>
                        <a:cs typeface="Calibri"/>
                        <a:sym typeface="Calibri"/>
                      </a:endParaRPr>
                    </a:p>
                  </a:txBody>
                  <a:tcPr marL="36000" marR="36000" marT="36000" marB="36000"/>
                </a:tc>
                <a:tc hMerge="1">
                  <a:txBody>
                    <a:bodyPr/>
                    <a:lstStyle/>
                    <a:p>
                      <a:pPr marL="0" marR="0" lvl="0" indent="0" algn="l" rtl="0">
                        <a:spcBef>
                          <a:spcPts val="0"/>
                        </a:spcBef>
                        <a:spcAft>
                          <a:spcPts val="0"/>
                        </a:spcAft>
                        <a:buNone/>
                      </a:pPr>
                      <a:endParaRPr lang="ko-Kore-KR" altLang="en-US" sz="800" b="1" dirty="0">
                        <a:latin typeface="Calibri"/>
                        <a:ea typeface="Calibri"/>
                        <a:cs typeface="Calibri"/>
                        <a:sym typeface="Calibri"/>
                      </a:endParaRPr>
                    </a:p>
                  </a:txBody>
                  <a:tcPr marL="36000" marR="36000" marT="36000" marB="36000"/>
                </a:tc>
                <a:tc hMerge="1">
                  <a:txBody>
                    <a:bodyPr/>
                    <a:lstStyle/>
                    <a:p>
                      <a:endParaRPr lang="ko-Kore-KR" altLang="en-US"/>
                    </a:p>
                  </a:txBody>
                  <a:tcPr/>
                </a:tc>
                <a:extLst>
                  <a:ext uri="{0D108BD9-81ED-4DB2-BD59-A6C34878D82A}">
                    <a16:rowId xmlns:a16="http://schemas.microsoft.com/office/drawing/2014/main" val="2371547286"/>
                  </a:ext>
                </a:extLst>
              </a:tr>
            </a:tbl>
          </a:graphicData>
        </a:graphic>
      </p:graphicFrame>
      <p:sp>
        <p:nvSpPr>
          <p:cNvPr id="4" name="직사각형 3">
            <a:hlinkClick r:id="" action="ppaction://hlinkshowjump?jump=firstslide"/>
            <a:extLst>
              <a:ext uri="{FF2B5EF4-FFF2-40B4-BE49-F238E27FC236}">
                <a16:creationId xmlns:a16="http://schemas.microsoft.com/office/drawing/2014/main" id="{CF0EAA18-1047-FE78-D46B-153C8A14B8A3}"/>
              </a:ext>
            </a:extLst>
          </p:cNvPr>
          <p:cNvSpPr/>
          <p:nvPr/>
        </p:nvSpPr>
        <p:spPr>
          <a:xfrm>
            <a:off x="723414" y="5277971"/>
            <a:ext cx="910408" cy="276999"/>
          </a:xfrm>
          <a:prstGeom prst="rect">
            <a:avLst/>
          </a:prstGeom>
          <a:noFill/>
        </p:spPr>
        <p:txBody>
          <a:bodyPr wrap="square" lIns="0" tIns="0" rIns="0" bIns="0">
            <a:spAutoFit/>
          </a:bodyPr>
          <a:lstStyle/>
          <a:p>
            <a:pPr algn="ctr"/>
            <a:r>
              <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SE Asia</a:t>
            </a:r>
            <a:endParaRPr lang="en-US" altLang="ko-KR" sz="1800" b="1" cap="none" spc="0" dirty="0">
              <a:ln w="0"/>
              <a:solidFill>
                <a:srgbClr val="7030A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05472144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96"/>
        <p:cNvGrpSpPr/>
        <p:nvPr/>
      </p:nvGrpSpPr>
      <p:grpSpPr>
        <a:xfrm>
          <a:off x="0" y="0"/>
          <a:ext cx="0" cy="0"/>
          <a:chOff x="0" y="0"/>
          <a:chExt cx="0" cy="0"/>
        </a:xfrm>
      </p:grpSpPr>
      <p:graphicFrame>
        <p:nvGraphicFramePr>
          <p:cNvPr id="106" name="Google Shape;106;p2"/>
          <p:cNvGraphicFramePr/>
          <p:nvPr>
            <p:extLst>
              <p:ext uri="{D42A27DB-BD31-4B8C-83A1-F6EECF244321}">
                <p14:modId xmlns:p14="http://schemas.microsoft.com/office/powerpoint/2010/main" val="4241014981"/>
              </p:ext>
            </p:extLst>
          </p:nvPr>
        </p:nvGraphicFramePr>
        <p:xfrm>
          <a:off x="0" y="1059290"/>
          <a:ext cx="2339850" cy="181465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427554165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73836">
                <a:tc gridSpan="7">
                  <a:txBody>
                    <a:bodyPr/>
                    <a:lstStyle/>
                    <a:p>
                      <a:pPr marL="0" marR="0" lvl="0" indent="0" algn="ctr" rtl="0">
                        <a:spcBef>
                          <a:spcPts val="0"/>
                        </a:spcBef>
                        <a:spcAft>
                          <a:spcPts val="0"/>
                        </a:spcAft>
                        <a:buNone/>
                      </a:pPr>
                      <a:r>
                        <a:rPr lang="en-US" sz="800" u="none" strike="noStrike" cap="none" dirty="0"/>
                        <a:t>GMP : </a:t>
                      </a:r>
                      <a:r>
                        <a:rPr lang="en-US" sz="800" u="none" strike="noStrike" cap="none" dirty="0">
                          <a:solidFill>
                            <a:srgbClr val="FFC000"/>
                          </a:solidFill>
                        </a:rPr>
                        <a:t>NADP FX-10</a:t>
                      </a:r>
                      <a:r>
                        <a:rPr lang="ko-KR" altLang="en-US" sz="800" u="none" strike="noStrike" cap="none" dirty="0">
                          <a:solidFill>
                            <a:srgbClr val="FFC000"/>
                          </a:solidFill>
                        </a:rPr>
                        <a:t>도</a:t>
                      </a:r>
                      <a:r>
                        <a:rPr lang="en-US" altLang="ko-KR" sz="800" u="none" strike="noStrike" cap="none" dirty="0">
                          <a:solidFill>
                            <a:srgbClr val="FFC000"/>
                          </a:solidFill>
                        </a:rPr>
                        <a:t>,</a:t>
                      </a:r>
                      <a:r>
                        <a:rPr lang="ko-KR" altLang="en-US" sz="800" u="none" strike="noStrike" cap="none" dirty="0">
                          <a:solidFill>
                            <a:srgbClr val="FFC000"/>
                          </a:solidFill>
                        </a:rPr>
                        <a:t> </a:t>
                      </a:r>
                      <a:r>
                        <a:rPr lang="en-US" altLang="ko-KR" sz="800" u="none" strike="noStrike" cap="none" dirty="0">
                          <a:solidFill>
                            <a:srgbClr val="FFC000"/>
                          </a:solidFill>
                        </a:rPr>
                        <a:t>CLB, CONF 1+F, Acc 4000ft</a:t>
                      </a:r>
                      <a:endParaRPr sz="8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57990">
                <a:tc rowSpan="2">
                  <a:txBody>
                    <a:bodyPr/>
                    <a:lstStyle/>
                    <a:p>
                      <a:pPr marL="0" marR="0" lvl="0" indent="0" algn="ctr" rtl="0">
                        <a:spcBef>
                          <a:spcPts val="0"/>
                        </a:spcBef>
                        <a:spcAft>
                          <a:spcPts val="0"/>
                        </a:spcAft>
                        <a:buNone/>
                      </a:pPr>
                      <a:r>
                        <a:rPr lang="en-US" sz="800" b="1" u="none" strike="noStrike" cap="none"/>
                        <a:t>32L/R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0070C0"/>
                          </a:solidFill>
                        </a:rPr>
                        <a:t>BULTI </a:t>
                      </a:r>
                      <a:r>
                        <a:rPr lang="en-US" sz="800" b="1" u="none" strike="noStrike" cap="none" dirty="0" err="1">
                          <a:solidFill>
                            <a:srgbClr val="0070C0"/>
                          </a:solidFill>
                        </a:rPr>
                        <a:t>xT</a:t>
                      </a:r>
                      <a:endParaRPr sz="800" b="1" u="none" strike="noStrike" cap="none" dirty="0">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324 </a:t>
                      </a:r>
                      <a:r>
                        <a:rPr lang="en-US" sz="800" b="1" u="none" strike="noStrike" cap="none" dirty="0">
                          <a:solidFill>
                            <a:srgbClr val="0070C0"/>
                          </a:solidFill>
                        </a:rPr>
                        <a:t>ALT 5000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a:t>(BULTI xQ)</a:t>
                      </a:r>
                      <a:endParaRPr sz="800" u="none" strike="noStrike" cap="none"/>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57990">
                <a:tc rowSpan="2">
                  <a:txBody>
                    <a:bodyPr/>
                    <a:lstStyle/>
                    <a:p>
                      <a:pPr marL="0" marR="0" lvl="0" indent="0" algn="ctr" rtl="0">
                        <a:spcBef>
                          <a:spcPts val="0"/>
                        </a:spcBef>
                        <a:spcAft>
                          <a:spcPts val="0"/>
                        </a:spcAft>
                        <a:buNone/>
                      </a:pPr>
                      <a:r>
                        <a:rPr lang="en-US" sz="800" b="1" u="none" strike="noStrike" cap="none"/>
                        <a:t>14L/R</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solidFill>
                            <a:srgbClr val="0070C0"/>
                          </a:solidFill>
                        </a:rPr>
                        <a:t>BULTI xU</a:t>
                      </a:r>
                      <a:endParaRPr sz="800" b="1" u="none" strike="noStrike" cap="none">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u="none" strike="noStrike" cap="none" dirty="0"/>
                        <a:t>HD 144 </a:t>
                      </a:r>
                      <a:r>
                        <a:rPr lang="en-US" sz="800" b="1" u="none" strike="noStrike" cap="none" dirty="0">
                          <a:solidFill>
                            <a:srgbClr val="0070C0"/>
                          </a:solidFill>
                        </a:rPr>
                        <a:t>ALT 6000 </a:t>
                      </a:r>
                      <a:r>
                        <a:rPr lang="en-US" sz="800" b="1" u="none" strike="noStrike" cap="none" dirty="0">
                          <a:solidFill>
                            <a:srgbClr val="C00000"/>
                          </a:solidFill>
                        </a:rPr>
                        <a:t>Mod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57990">
                <a:tc vMerge="1">
                  <a:txBody>
                    <a:bodyPr/>
                    <a:lstStyle/>
                    <a:p>
                      <a:endParaRPr lang="ko-Kore-KR"/>
                    </a:p>
                  </a:txBody>
                  <a:tcPr/>
                </a:tc>
                <a:tc gridSpan="2">
                  <a:txBody>
                    <a:bodyPr/>
                    <a:lstStyle/>
                    <a:p>
                      <a:pPr marL="0" marR="0" lvl="0" indent="0" algn="ctr" rtl="0">
                        <a:spcBef>
                          <a:spcPts val="0"/>
                        </a:spcBef>
                        <a:spcAft>
                          <a:spcPts val="0"/>
                        </a:spcAft>
                        <a:buNone/>
                      </a:pPr>
                      <a:r>
                        <a:rPr lang="en-US" sz="800" u="none" strike="noStrike" cap="none" dirty="0"/>
                        <a:t>(BULTI </a:t>
                      </a:r>
                      <a:r>
                        <a:rPr lang="en-US" sz="800" u="none" strike="noStrike" cap="none" dirty="0" err="1"/>
                        <a:t>xZ</a:t>
                      </a:r>
                      <a:r>
                        <a:rPr lang="en-US" sz="800" u="none" strike="noStrike" cap="none" dirty="0"/>
                        <a:t>)</a:t>
                      </a:r>
                      <a:endParaRPr sz="800" u="none" strike="noStrike" cap="none" dirty="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u="none" strike="noStrike" cap="none"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5732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113.6</a:t>
                      </a:r>
                      <a:endParaRPr sz="800" b="1" u="none" strike="noStrike" cap="none">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u="none" strike="noStrike" cap="none" dirty="0">
                          <a:solidFill>
                            <a:srgbClr val="C00000"/>
                          </a:solidFill>
                        </a:rPr>
                        <a:t>32L</a:t>
                      </a:r>
                      <a:endParaRPr dirty="0"/>
                    </a:p>
                    <a:p>
                      <a:pPr marL="0" marR="0" lvl="0" indent="0" algn="ctr" rtl="0">
                        <a:spcBef>
                          <a:spcPts val="0"/>
                        </a:spcBef>
                        <a:spcAft>
                          <a:spcPts val="0"/>
                        </a:spcAft>
                        <a:buNone/>
                      </a:pPr>
                      <a:r>
                        <a:rPr lang="en-US" sz="800" b="1" u="none" strike="noStrike" cap="none"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solidFill>
                            <a:srgbClr val="C00000"/>
                          </a:solidFill>
                        </a:rPr>
                        <a:t>32R </a:t>
                      </a:r>
                      <a:endParaRPr dirty="0"/>
                    </a:p>
                    <a:p>
                      <a:pPr marL="0" marR="0" lvl="0" indent="0" algn="ctr" rtl="0">
                        <a:spcBef>
                          <a:spcPts val="0"/>
                        </a:spcBef>
                        <a:spcAft>
                          <a:spcPts val="0"/>
                        </a:spcAft>
                        <a:buNone/>
                      </a:pPr>
                      <a:r>
                        <a:rPr lang="en-US" sz="800" b="1" u="none" strike="noStrike" cap="none"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u="none" strike="noStrike" cap="none"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25732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32L/R : EO32L/R, R225</a:t>
                      </a:r>
                      <a:r>
                        <a:rPr lang="en-US" altLang="ko-Kore-KR" sz="600" u="none" strike="noStrike" cap="none" dirty="0"/>
                        <a:t>, </a:t>
                      </a:r>
                      <a:r>
                        <a:rPr lang="en-US" altLang="ko-Kore-KR" sz="800" u="none" strike="noStrike" cap="none" dirty="0"/>
                        <a:t>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u="none" strike="noStrike" cap="none"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5799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APRON(130.875) -&gt; GND(121.9)  -&gt; TWR (All by ATC)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07" name="Google Shape;107;p2"/>
          <p:cNvGraphicFramePr/>
          <p:nvPr>
            <p:extLst>
              <p:ext uri="{D42A27DB-BD31-4B8C-83A1-F6EECF244321}">
                <p14:modId xmlns:p14="http://schemas.microsoft.com/office/powerpoint/2010/main" val="962615952"/>
              </p:ext>
            </p:extLst>
          </p:nvPr>
        </p:nvGraphicFramePr>
        <p:xfrm>
          <a:off x="4472" y="3784778"/>
          <a:ext cx="2310728" cy="1772885"/>
        </p:xfrm>
        <a:graphic>
          <a:graphicData uri="http://schemas.openxmlformats.org/drawingml/2006/table">
            <a:tbl>
              <a:tblPr firstRow="1" bandRow="1">
                <a:noFill/>
                <a:tableStyleId>{A521BE36-7E6F-4EC9-8D66-1CF97A6895EC}</a:tableStyleId>
              </a:tblPr>
              <a:tblGrid>
                <a:gridCol w="390499">
                  <a:extLst>
                    <a:ext uri="{9D8B030D-6E8A-4147-A177-3AD203B41FA5}">
                      <a16:colId xmlns:a16="http://schemas.microsoft.com/office/drawing/2014/main" val="20000"/>
                    </a:ext>
                  </a:extLst>
                </a:gridCol>
                <a:gridCol w="209308">
                  <a:extLst>
                    <a:ext uri="{9D8B030D-6E8A-4147-A177-3AD203B41FA5}">
                      <a16:colId xmlns:a16="http://schemas.microsoft.com/office/drawing/2014/main" val="20001"/>
                    </a:ext>
                  </a:extLst>
                </a:gridCol>
                <a:gridCol w="527130">
                  <a:extLst>
                    <a:ext uri="{9D8B030D-6E8A-4147-A177-3AD203B41FA5}">
                      <a16:colId xmlns:a16="http://schemas.microsoft.com/office/drawing/2014/main" val="20002"/>
                    </a:ext>
                  </a:extLst>
                </a:gridCol>
                <a:gridCol w="413260">
                  <a:extLst>
                    <a:ext uri="{9D8B030D-6E8A-4147-A177-3AD203B41FA5}">
                      <a16:colId xmlns:a16="http://schemas.microsoft.com/office/drawing/2014/main" val="20005"/>
                    </a:ext>
                  </a:extLst>
                </a:gridCol>
                <a:gridCol w="770531">
                  <a:extLst>
                    <a:ext uri="{9D8B030D-6E8A-4147-A177-3AD203B41FA5}">
                      <a16:colId xmlns:a16="http://schemas.microsoft.com/office/drawing/2014/main" val="20006"/>
                    </a:ext>
                  </a:extLst>
                </a:gridCol>
              </a:tblGrid>
              <a:tr h="156000">
                <a:tc gridSpan="5">
                  <a:txBody>
                    <a:bodyPr/>
                    <a:lstStyle/>
                    <a:p>
                      <a:pPr marL="0" marR="0" lvl="0" indent="0" algn="ctr" rtl="0">
                        <a:spcBef>
                          <a:spcPts val="0"/>
                        </a:spcBef>
                        <a:spcAft>
                          <a:spcPts val="0"/>
                        </a:spcAft>
                        <a:buNone/>
                      </a:pPr>
                      <a:r>
                        <a:rPr lang="en-US" sz="800" u="none" strike="noStrike" cap="none" dirty="0"/>
                        <a:t>CJU : STAR </a:t>
                      </a:r>
                    </a:p>
                    <a:p>
                      <a:pPr marL="0" marR="0" lvl="0" indent="0" algn="ctr" rtl="0">
                        <a:spcBef>
                          <a:spcPts val="0"/>
                        </a:spcBef>
                        <a:spcAft>
                          <a:spcPts val="0"/>
                        </a:spcAft>
                        <a:buNone/>
                      </a:pPr>
                      <a:r>
                        <a:rPr lang="en-US" sz="700" u="none" strike="noStrike" cap="none" dirty="0">
                          <a:solidFill>
                            <a:srgbClr val="FFC000"/>
                          </a:solidFill>
                        </a:rPr>
                        <a:t>AFT Merge PT(220kts) DCT IAF(210kts), FAF (160kts)</a:t>
                      </a: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pPr marL="0" marR="0" lvl="0" indent="0" algn="ctr" rtl="0">
                        <a:spcBef>
                          <a:spcPts val="0"/>
                        </a:spcBef>
                        <a:spcAft>
                          <a:spcPts val="0"/>
                        </a:spcAft>
                        <a:buNone/>
                      </a:pPr>
                      <a:endParaRPr sz="700" u="none" strike="noStrike" cap="none"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u="none" strike="noStrike" cap="none" dirty="0"/>
                        <a:t>ILS Z 07</a:t>
                      </a:r>
                      <a:endParaRPr sz="800" b="1" u="none" strike="noStrike" cap="none" dirty="0"/>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a:t>DOTOL xP</a:t>
                      </a:r>
                      <a:endParaRPr sz="800" b="1" u="none" strike="noStrike" cap="none"/>
                    </a:p>
                  </a:txBody>
                  <a:tcPr marL="36000" marR="36000" marT="36000" marB="36000" anchor="ctr"/>
                </a:tc>
                <a:tc hMerge="1">
                  <a:txBody>
                    <a:bodyPr/>
                    <a:lstStyle/>
                    <a:p>
                      <a:pPr marL="0" marR="0" lvl="0" indent="0" algn="ctr" rtl="0">
                        <a:spcBef>
                          <a:spcPts val="0"/>
                        </a:spcBef>
                        <a:spcAft>
                          <a:spcPts val="0"/>
                        </a:spcAft>
                        <a:buNone/>
                      </a:pPr>
                      <a:endParaRPr sz="800" b="1" u="none" strike="noStrike" cap="none"/>
                    </a:p>
                  </a:txBody>
                  <a:tcPr marL="36000" marR="36000" marT="36000" marB="36000" anchor="ctr"/>
                </a:tc>
                <a:tc>
                  <a:txBody>
                    <a:bodyPr/>
                    <a:lstStyle/>
                    <a:p>
                      <a:pPr algn="ctr"/>
                      <a:r>
                        <a:rPr lang="en-US" sz="800" b="1" u="none" strike="noStrike" cap="none" dirty="0"/>
                        <a:t>YUMIN</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dirty="0"/>
                        <a:t>DOTOL 160</a:t>
                      </a:r>
                      <a:endParaRPr sz="800" b="1" u="none" strike="noStrike" cap="none" dirty="0"/>
                    </a:p>
                  </a:txBody>
                  <a:tcPr marL="36000" marR="36000" marT="36000" marB="36000" anchor="ctr"/>
                </a:tc>
                <a:extLst>
                  <a:ext uri="{0D108BD9-81ED-4DB2-BD59-A6C34878D82A}">
                    <a16:rowId xmlns:a16="http://schemas.microsoft.com/office/drawing/2014/main" val="10001"/>
                  </a:ext>
                </a:extLst>
              </a:tr>
              <a:tr h="0">
                <a:tc gridSpan="5">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endParaRPr sz="800" b="1" u="none" strike="noStrike" cap="none" dirty="0">
                        <a:solidFill>
                          <a:srgbClr val="C00000"/>
                        </a:solidFill>
                      </a:endParaRPr>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sz="800" b="1" u="none" strike="noStrike" cap="none" dirty="0">
                        <a:solidFill>
                          <a:srgbClr val="C00000"/>
                        </a:solidFill>
                      </a:endParaRPr>
                    </a:p>
                  </a:txBody>
                  <a:tcPr marL="36000" marR="36000" marT="36000" marB="36000" anchor="ctr"/>
                </a:tc>
                <a:tc hMerge="1">
                  <a:txBody>
                    <a:bodyPr/>
                    <a:lstStyle/>
                    <a:p>
                      <a:endParaRPr lang="ko-Kore-KR"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extLst>
                  <a:ext uri="{0D108BD9-81ED-4DB2-BD59-A6C34878D82A}">
                    <a16:rowId xmlns:a16="http://schemas.microsoft.com/office/drawing/2014/main" val="3614569801"/>
                  </a:ext>
                </a:extLst>
              </a:tr>
              <a:tr h="141800">
                <a:tc>
                  <a:txBody>
                    <a:bodyPr/>
                    <a:lstStyle/>
                    <a:p>
                      <a:pPr marL="0" marR="0" lvl="0" indent="0" algn="ctr" rtl="0">
                        <a:spcBef>
                          <a:spcPts val="0"/>
                        </a:spcBef>
                        <a:spcAft>
                          <a:spcPts val="0"/>
                        </a:spcAft>
                        <a:buNone/>
                      </a:pPr>
                      <a:r>
                        <a:rPr lang="en-US" sz="800" b="1" u="none" strike="noStrike" cap="none"/>
                        <a:t>ILS Z 25</a:t>
                      </a:r>
                      <a:endParaRPr sz="800" b="1" u="none" strike="noStrike" cap="none"/>
                    </a:p>
                  </a:txBody>
                  <a:tcPr marL="36000" marR="36000" marT="36000" marB="36000" anchor="ctr"/>
                </a:tc>
                <a:tc gridSpan="2">
                  <a:txBody>
                    <a:bodyPr/>
                    <a:lstStyle/>
                    <a:p>
                      <a:pPr marL="0" marR="0" lvl="0" indent="0" algn="ctr" rtl="0">
                        <a:spcBef>
                          <a:spcPts val="0"/>
                        </a:spcBef>
                        <a:spcAft>
                          <a:spcPts val="0"/>
                        </a:spcAft>
                        <a:buNone/>
                      </a:pPr>
                      <a:r>
                        <a:rPr lang="en-US" sz="800" b="1" u="none" strike="noStrike" cap="none" dirty="0"/>
                        <a:t>DOTOL </a:t>
                      </a:r>
                      <a:r>
                        <a:rPr lang="en-US" sz="800" b="1" u="none" strike="noStrike" cap="none" dirty="0" err="1"/>
                        <a:t>xT</a:t>
                      </a:r>
                      <a:r>
                        <a:rPr lang="en-US" sz="800" b="1" u="none" strike="noStrike" cap="none" dirty="0"/>
                        <a:t>(</a:t>
                      </a:r>
                      <a:r>
                        <a:rPr lang="en-US" sz="800" b="1" u="none" strike="noStrike" cap="none" dirty="0" err="1"/>
                        <a:t>xM</a:t>
                      </a:r>
                      <a:r>
                        <a:rPr lang="en-US" sz="800" b="1" u="none" strike="noStrike" cap="none" dirty="0"/>
                        <a:t>)</a:t>
                      </a:r>
                      <a:endParaRPr sz="800" b="1" u="none" strike="noStrike" cap="none" dirty="0"/>
                    </a:p>
                  </a:txBody>
                  <a:tcPr marL="36000" marR="36000" marT="36000" marB="36000" anchor="ctr"/>
                </a:tc>
                <a:tc hMerge="1">
                  <a:txBody>
                    <a:bodyPr/>
                    <a:lstStyle/>
                    <a:p>
                      <a:pPr marL="0" marR="0" lvl="0" indent="0" algn="ctr" rtl="0">
                        <a:spcBef>
                          <a:spcPts val="0"/>
                        </a:spcBef>
                        <a:spcAft>
                          <a:spcPts val="0"/>
                        </a:spcAft>
                        <a:buNone/>
                      </a:pPr>
                      <a:endParaRPr sz="800" b="1" u="none" strike="noStrike" cap="none" dirty="0"/>
                    </a:p>
                  </a:txBody>
                  <a:tcPr marL="36000" marR="36000" marT="36000" marB="36000" anchor="ctr"/>
                </a:tc>
                <a:tc>
                  <a:txBody>
                    <a:bodyPr/>
                    <a:lstStyle/>
                    <a:p>
                      <a:r>
                        <a:rPr lang="en-US" sz="800" b="1" u="none" strike="noStrike" cap="none" dirty="0"/>
                        <a:t>DUKAL</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DOTOL/-10 160</a:t>
                      </a:r>
                      <a:endParaRPr sz="800" b="1" u="none" strike="noStrike" cap="none"/>
                    </a:p>
                  </a:txBody>
                  <a:tcPr marL="36000" marR="36000" marT="36000" marB="36000" anchor="ctr"/>
                </a:tc>
                <a:extLst>
                  <a:ext uri="{0D108BD9-81ED-4DB2-BD59-A6C34878D82A}">
                    <a16:rowId xmlns:a16="http://schemas.microsoft.com/office/drawing/2014/main" val="10002"/>
                  </a:ext>
                </a:extLst>
              </a:tr>
              <a:tr h="23092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FIX</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u="none" strike="noStrike" cap="none" dirty="0" err="1">
                          <a:solidFill>
                            <a:schemeClr val="bg1"/>
                          </a:solidFill>
                        </a:rPr>
                        <a:t>RWxx</a:t>
                      </a:r>
                      <a:r>
                        <a:rPr lang="en-US" sz="800" b="0" u="none" strike="noStrike" cap="none" dirty="0">
                          <a:solidFill>
                            <a:schemeClr val="bg1"/>
                          </a:solidFill>
                        </a:rPr>
                        <a:t> /8</a:t>
                      </a:r>
                      <a:endParaRPr sz="800" b="0" u="none" strike="noStrike" cap="none"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320075">
                <a:tc gridSpan="5">
                  <a:txBody>
                    <a:bodyPr/>
                    <a:lstStyle/>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07 : P6(5176’), P5(5882’), </a:t>
                      </a:r>
                      <a:r>
                        <a:rPr lang="en-US" sz="800" u="none" strike="noStrike" cap="none" dirty="0">
                          <a:solidFill>
                            <a:srgbClr val="0070C0"/>
                          </a:solidFill>
                        </a:rPr>
                        <a:t>P4(6840’-ATC HIRO)</a:t>
                      </a:r>
                      <a:endParaRPr dirty="0"/>
                    </a:p>
                    <a:p>
                      <a:pPr marL="0" marR="0" lvl="0" indent="0" algn="l" rtl="0">
                        <a:lnSpc>
                          <a:spcPct val="100000"/>
                        </a:lnSpc>
                        <a:spcBef>
                          <a:spcPts val="0"/>
                        </a:spcBef>
                        <a:spcAft>
                          <a:spcPts val="0"/>
                        </a:spcAft>
                        <a:buClr>
                          <a:schemeClr val="dk1"/>
                        </a:buClr>
                        <a:buSzPts val="800"/>
                        <a:buFont typeface="Calibri"/>
                        <a:buNone/>
                      </a:pPr>
                      <a:r>
                        <a:rPr lang="en-US" sz="800" b="1" u="none" strike="noStrike" cap="none" dirty="0">
                          <a:solidFill>
                            <a:schemeClr val="dk1"/>
                          </a:solidFill>
                        </a:rPr>
                        <a:t>25 : P7(5219’), P8(5882’), </a:t>
                      </a:r>
                      <a:r>
                        <a:rPr lang="en-US" sz="800" u="none" strike="noStrike" cap="none" dirty="0">
                          <a:solidFill>
                            <a:srgbClr val="0070C0"/>
                          </a:solidFill>
                        </a:rPr>
                        <a:t>P10(7524’-ATC HIRO) </a:t>
                      </a:r>
                      <a:endParaRPr dirty="0"/>
                    </a:p>
                  </a:txBody>
                  <a:tcPr marL="36000" marR="36000" marT="36000" marB="36000" anchor="ctr"/>
                </a:tc>
                <a:tc hMerge="1">
                  <a:txBody>
                    <a:bodyPr/>
                    <a:lstStyle/>
                    <a:p>
                      <a:endParaRPr lang="ko-Kore-KR"/>
                    </a:p>
                  </a:txBody>
                  <a:tcPr/>
                </a:tc>
                <a:tc hMerge="1">
                  <a:txBody>
                    <a:bodyPr/>
                    <a:lstStyle/>
                    <a:p>
                      <a:pPr marL="0" marR="0" lvl="0" indent="0" algn="l"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5">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HST 40KTS</a:t>
                      </a:r>
                      <a:endParaRPr dirty="0"/>
                    </a:p>
                  </a:txBody>
                  <a:tcPr marL="36000" marR="36000" marT="36000" marB="36000" anchor="ctr"/>
                </a:tc>
                <a:tc hMerge="1">
                  <a:txBody>
                    <a:bodyPr/>
                    <a:lstStyle/>
                    <a:p>
                      <a:endParaRPr lang="ko-Kore-KR"/>
                    </a:p>
                  </a:txBody>
                  <a:tcPr/>
                </a:tc>
                <a:tc hMerge="1">
                  <a:txBody>
                    <a:bodyPr/>
                    <a:lstStyle/>
                    <a:p>
                      <a:pPr marL="0" marR="0" lvl="0" indent="0" algn="ctr" rtl="0">
                        <a:lnSpc>
                          <a:spcPct val="100000"/>
                        </a:lnSpc>
                        <a:spcBef>
                          <a:spcPts val="0"/>
                        </a:spcBef>
                        <a:spcAft>
                          <a:spcPts val="0"/>
                        </a:spcAft>
                        <a:buClr>
                          <a:schemeClr val="dk1"/>
                        </a:buClr>
                        <a:buSzPts val="800"/>
                        <a:buFont typeface="Calibri"/>
                        <a:buNone/>
                      </a:pPr>
                      <a:endParaRPr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08" name="Google Shape;108;p2"/>
          <p:cNvGraphicFramePr/>
          <p:nvPr>
            <p:extLst>
              <p:ext uri="{D42A27DB-BD31-4B8C-83A1-F6EECF244321}">
                <p14:modId xmlns:p14="http://schemas.microsoft.com/office/powerpoint/2010/main" val="3712267667"/>
              </p:ext>
            </p:extLst>
          </p:nvPr>
        </p:nvGraphicFramePr>
        <p:xfrm>
          <a:off x="-2501" y="16503"/>
          <a:ext cx="2328850" cy="563987"/>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05086">
                <a:tc>
                  <a:txBody>
                    <a:bodyPr/>
                    <a:lstStyle/>
                    <a:p>
                      <a:pPr marL="0" marR="0" lvl="0" indent="0" algn="ctr" rtl="0">
                        <a:spcBef>
                          <a:spcPts val="0"/>
                        </a:spcBef>
                        <a:spcAft>
                          <a:spcPts val="0"/>
                        </a:spcAft>
                        <a:buNone/>
                      </a:pPr>
                      <a:r>
                        <a:rPr lang="en-US" sz="1300" u="none" strike="noStrike" cap="none" dirty="0">
                          <a:solidFill>
                            <a:schemeClr val="tx1"/>
                          </a:solidFill>
                          <a:hlinkClick r:id="rId3">
                            <a:extLst>
                              <a:ext uri="{A12FA001-AC4F-418D-AE19-62706E023703}">
                                <ahyp:hlinkClr xmlns:ahyp="http://schemas.microsoft.com/office/drawing/2018/hyperlinkcolor" val="tx"/>
                              </a:ext>
                            </a:extLst>
                          </a:hlinkClick>
                        </a:rPr>
                        <a:t>RKSS(GMP) 59ft</a:t>
                      </a:r>
                      <a:endParaRPr sz="1300" u="none" strike="noStrike" cap="none" dirty="0">
                        <a:solidFill>
                          <a:schemeClr val="tx1"/>
                        </a:solidFill>
                      </a:endParaRPr>
                    </a:p>
                  </a:txBody>
                  <a:tcPr marL="36000" marR="0" marT="0" marB="0" anchor="ctr"/>
                </a:tc>
                <a:tc>
                  <a:txBody>
                    <a:bodyPr/>
                    <a:lstStyle/>
                    <a:p>
                      <a:pPr marL="0" marR="0" lvl="0" indent="0" algn="ctr" rtl="0">
                        <a:spcBef>
                          <a:spcPts val="0"/>
                        </a:spcBef>
                        <a:spcAft>
                          <a:spcPts val="0"/>
                        </a:spcAft>
                        <a:buNone/>
                      </a:pPr>
                      <a:r>
                        <a:rPr lang="en-US"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sz="1300" u="none" strike="noStrike" cap="none" dirty="0">
                        <a:solidFill>
                          <a:schemeClr val="tx1"/>
                        </a:solidFill>
                      </a:endParaRPr>
                    </a:p>
                  </a:txBody>
                  <a:tcPr marL="36000" marR="0" marT="0" marB="0" anchor="ctr"/>
                </a:tc>
                <a:extLst>
                  <a:ext uri="{0D108BD9-81ED-4DB2-BD59-A6C34878D82A}">
                    <a16:rowId xmlns:a16="http://schemas.microsoft.com/office/drawing/2014/main" val="10000"/>
                  </a:ext>
                </a:extLst>
              </a:tr>
              <a:tr h="358901">
                <a:tc>
                  <a:txBody>
                    <a:bodyPr/>
                    <a:lstStyle/>
                    <a:p>
                      <a:pPr marL="0" marR="0" lvl="0" indent="0" algn="ctr" rtl="0">
                        <a:spcBef>
                          <a:spcPts val="0"/>
                        </a:spcBef>
                        <a:spcAft>
                          <a:spcPts val="0"/>
                        </a:spcAft>
                        <a:buNone/>
                      </a:pPr>
                      <a:r>
                        <a:rPr lang="en-US" sz="900" u="none" strike="noStrike" cap="none" dirty="0"/>
                        <a:t>KE GMP 131.15</a:t>
                      </a:r>
                      <a:endParaRPr dirty="0"/>
                    </a:p>
                    <a:p>
                      <a:pPr marL="0" marR="0" lvl="0" indent="0" algn="ctr" rtl="0">
                        <a:spcBef>
                          <a:spcPts val="0"/>
                        </a:spcBef>
                        <a:spcAft>
                          <a:spcPts val="0"/>
                        </a:spcAft>
                        <a:buNone/>
                      </a:pPr>
                      <a:r>
                        <a:rPr lang="en-US" sz="600" u="none" strike="noStrike" cap="none" dirty="0">
                          <a:solidFill>
                            <a:srgbClr val="FF0000"/>
                          </a:solidFill>
                          <a:latin typeface="Calibri"/>
                          <a:ea typeface="Calibri"/>
                          <a:cs typeface="Calibri"/>
                          <a:sym typeface="Calibri"/>
                        </a:rPr>
                        <a:t>DCL -15분 </a:t>
                      </a:r>
                      <a:r>
                        <a:rPr lang="en-US" sz="600" u="none" strike="noStrike" cap="none" dirty="0" err="1">
                          <a:solidFill>
                            <a:srgbClr val="FF0000"/>
                          </a:solidFill>
                          <a:latin typeface="Calibri"/>
                          <a:ea typeface="Calibri"/>
                          <a:cs typeface="Calibri"/>
                          <a:sym typeface="Calibri"/>
                        </a:rPr>
                        <a:t>가능</a:t>
                      </a:r>
                      <a:r>
                        <a:rPr lang="en-US" sz="600" u="none" strike="noStrike" cap="none" dirty="0">
                          <a:solidFill>
                            <a:srgbClr val="FF0000"/>
                          </a:solidFill>
                          <a:latin typeface="Calibri"/>
                          <a:ea typeface="Calibri"/>
                          <a:cs typeface="Calibri"/>
                          <a:sym typeface="Calibri"/>
                        </a:rPr>
                        <a:t> TOBT 5분 </a:t>
                      </a:r>
                      <a:r>
                        <a:rPr lang="en-US" sz="600" u="none" strike="noStrike" cap="none" dirty="0" err="1">
                          <a:solidFill>
                            <a:srgbClr val="FF0000"/>
                          </a:solidFill>
                          <a:latin typeface="Calibri"/>
                          <a:ea typeface="Calibri"/>
                          <a:cs typeface="Calibri"/>
                          <a:sym typeface="Calibri"/>
                        </a:rPr>
                        <a:t>차이시</a:t>
                      </a:r>
                      <a:r>
                        <a:rPr lang="en-US" sz="600" u="none" strike="noStrike" cap="none" dirty="0">
                          <a:solidFill>
                            <a:srgbClr val="FF0000"/>
                          </a:solidFill>
                          <a:latin typeface="Calibri"/>
                          <a:ea typeface="Calibri"/>
                          <a:cs typeface="Calibri"/>
                          <a:sym typeface="Calibri"/>
                        </a:rPr>
                        <a:t> CTC Comm</a:t>
                      </a:r>
                      <a:endParaRPr sz="800" u="none" strike="noStrike" cap="none" dirty="0">
                        <a:solidFill>
                          <a:srgbClr val="FF0000"/>
                        </a:solidFill>
                        <a:latin typeface="Calibri"/>
                        <a:ea typeface="Calibri"/>
                        <a:cs typeface="Calibri"/>
                        <a:sym typeface="Calibri"/>
                      </a:endParaRPr>
                    </a:p>
                  </a:txBody>
                  <a:tcPr marL="72000" marR="72000" marT="0" marB="0" anchor="ctr"/>
                </a:tc>
                <a:tc>
                  <a:txBody>
                    <a:bodyPr/>
                    <a:lstStyle/>
                    <a:p>
                      <a:pPr marL="0" marR="0" lvl="0" indent="0" algn="ctr" rtl="0">
                        <a:spcBef>
                          <a:spcPts val="0"/>
                        </a:spcBef>
                        <a:spcAft>
                          <a:spcPts val="0"/>
                        </a:spcAft>
                        <a:buNone/>
                      </a:pPr>
                      <a:r>
                        <a:rPr lang="en-US" sz="900" u="none" strike="noStrike" cap="none" dirty="0"/>
                        <a:t>KE CJU 129.4</a:t>
                      </a:r>
                      <a:endParaRPr sz="900" u="none" strike="noStrike" cap="none" dirty="0"/>
                    </a:p>
                  </a:txBody>
                  <a:tcPr marL="91450" marR="91450" marT="45725" marB="45725" anchor="ctr"/>
                </a:tc>
                <a:extLst>
                  <a:ext uri="{0D108BD9-81ED-4DB2-BD59-A6C34878D82A}">
                    <a16:rowId xmlns:a16="http://schemas.microsoft.com/office/drawing/2014/main" val="10001"/>
                  </a:ext>
                </a:extLst>
              </a:tr>
            </a:tbl>
          </a:graphicData>
        </a:graphic>
      </p:graphicFrame>
      <p:sp>
        <p:nvSpPr>
          <p:cNvPr id="109" name="Google Shape;109;p2"/>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5" name="그림 4">
            <a:extLst>
              <a:ext uri="{FF2B5EF4-FFF2-40B4-BE49-F238E27FC236}">
                <a16:creationId xmlns:a16="http://schemas.microsoft.com/office/drawing/2014/main" id="{01395358-67C5-B17F-BCD1-397471B84CD8}"/>
              </a:ext>
            </a:extLst>
          </p:cNvPr>
          <p:cNvPicPr>
            <a:picLocks noChangeAspect="1"/>
          </p:cNvPicPr>
          <p:nvPr/>
        </p:nvPicPr>
        <p:blipFill>
          <a:blip r:embed="rId5"/>
          <a:stretch>
            <a:fillRect/>
          </a:stretch>
        </p:blipFill>
        <p:spPr>
          <a:xfrm>
            <a:off x="148563" y="602614"/>
            <a:ext cx="451728" cy="451728"/>
          </a:xfrm>
          <a:prstGeom prst="rect">
            <a:avLst/>
          </a:prstGeom>
          <a:ln>
            <a:noFill/>
          </a:ln>
        </p:spPr>
      </p:pic>
      <p:pic>
        <p:nvPicPr>
          <p:cNvPr id="3" name="그림 2" descr="텍스트, 지도, 폰트, 도표이(가) 표시된 사진&#10;&#10;자동 생성된 설명">
            <a:extLst>
              <a:ext uri="{FF2B5EF4-FFF2-40B4-BE49-F238E27FC236}">
                <a16:creationId xmlns:a16="http://schemas.microsoft.com/office/drawing/2014/main" id="{0A4BE269-C442-8267-320E-C71929B74F32}"/>
              </a:ext>
            </a:extLst>
          </p:cNvPr>
          <p:cNvPicPr>
            <a:picLocks noChangeAspect="1"/>
          </p:cNvPicPr>
          <p:nvPr/>
        </p:nvPicPr>
        <p:blipFill>
          <a:blip r:embed="rId6"/>
          <a:stretch>
            <a:fillRect/>
          </a:stretch>
        </p:blipFill>
        <p:spPr>
          <a:xfrm>
            <a:off x="-2501" y="2873940"/>
            <a:ext cx="926931" cy="924966"/>
          </a:xfrm>
          <a:prstGeom prst="rect">
            <a:avLst/>
          </a:prstGeom>
        </p:spPr>
      </p:pic>
      <p:sp>
        <p:nvSpPr>
          <p:cNvPr id="6" name="TextBox 5">
            <a:extLst>
              <a:ext uri="{FF2B5EF4-FFF2-40B4-BE49-F238E27FC236}">
                <a16:creationId xmlns:a16="http://schemas.microsoft.com/office/drawing/2014/main" id="{B883771C-A484-B3B3-0104-3947A3865324}"/>
              </a:ext>
            </a:extLst>
          </p:cNvPr>
          <p:cNvSpPr txBox="1"/>
          <p:nvPr/>
        </p:nvSpPr>
        <p:spPr>
          <a:xfrm>
            <a:off x="1268244" y="3478119"/>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B1E1E6C3-2FAC-67D6-CA78-10767C1FFA4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5"/>
        <p:cNvGrpSpPr/>
        <p:nvPr/>
      </p:nvGrpSpPr>
      <p:grpSpPr>
        <a:xfrm>
          <a:off x="0" y="0"/>
          <a:ext cx="0" cy="0"/>
          <a:chOff x="0" y="0"/>
          <a:chExt cx="0" cy="0"/>
        </a:xfrm>
      </p:grpSpPr>
      <p:graphicFrame>
        <p:nvGraphicFramePr>
          <p:cNvPr id="117" name="Google Shape;117;p3"/>
          <p:cNvGraphicFramePr/>
          <p:nvPr>
            <p:extLst>
              <p:ext uri="{D42A27DB-BD31-4B8C-83A1-F6EECF244321}">
                <p14:modId xmlns:p14="http://schemas.microsoft.com/office/powerpoint/2010/main" val="3905201653"/>
              </p:ext>
            </p:extLst>
          </p:nvPr>
        </p:nvGraphicFramePr>
        <p:xfrm>
          <a:off x="0" y="1070883"/>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189605880"/>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u="none" strike="noStrike" cap="none"/>
                        <a:t>CJU : SID (NADP 1)</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u="none" strike="noStrike" cap="none"/>
                        <a:t>07</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xE</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u="none" strike="noStrike" cap="none" dirty="0"/>
                        <a:t>HD 066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u="none" strike="noStrike" cap="none"/>
                        <a:t>25</a:t>
                      </a:r>
                      <a:endParaRPr sz="800" b="1" u="none" strike="noStrike" cap="none"/>
                    </a:p>
                  </a:txBody>
                  <a:tcPr marL="36000" marR="36000" marT="36000" marB="36000" anchor="ctr"/>
                </a:tc>
                <a:tc gridSpan="3">
                  <a:txBody>
                    <a:bodyPr/>
                    <a:lstStyle/>
                    <a:p>
                      <a:pPr marL="0" marR="0" lvl="0" indent="0" algn="ctr" rtl="0">
                        <a:spcBef>
                          <a:spcPts val="0"/>
                        </a:spcBef>
                        <a:spcAft>
                          <a:spcPts val="0"/>
                        </a:spcAft>
                        <a:buNone/>
                      </a:pPr>
                      <a:r>
                        <a:rPr lang="en-US" sz="800" b="1" u="none" strike="noStrike" cap="none">
                          <a:solidFill>
                            <a:srgbClr val="0070C0"/>
                          </a:solidFill>
                        </a:rPr>
                        <a:t>KAMIT xW</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altLang="ko-KR" sz="800" b="1" u="none" strike="noStrike" cap="none" dirty="0"/>
                        <a:t>HD </a:t>
                      </a:r>
                      <a:r>
                        <a:rPr lang="en-US" sz="800" b="1" u="none" strike="noStrike" cap="none" dirty="0"/>
                        <a:t>246</a:t>
                      </a:r>
                      <a:r>
                        <a:rPr lang="en-US" sz="800" b="1" u="none" strike="noStrike" cap="none" dirty="0">
                          <a:solidFill>
                            <a:schemeClr val="dk1"/>
                          </a:solidFill>
                        </a:rPr>
                        <a:t> </a:t>
                      </a:r>
                      <a:r>
                        <a:rPr lang="en-US" sz="800" b="1" u="none" strike="noStrike" cap="none" dirty="0">
                          <a:solidFill>
                            <a:srgbClr val="0070C0"/>
                          </a:solidFill>
                        </a:rPr>
                        <a:t>ALT 10000</a:t>
                      </a:r>
                      <a:endParaRPr sz="800" b="1" u="none" strike="noStrike" cap="none"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u="none" strike="noStrike" cap="none">
                          <a:solidFill>
                            <a:srgbClr val="0070C0"/>
                          </a:solidFill>
                        </a:rPr>
                        <a:t>YDM 109.0</a:t>
                      </a:r>
                      <a:endParaRPr sz="800" b="1" u="none" strike="noStrike" cap="none">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u="none" strike="noStrike" cap="none"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u="none" strike="noStrike" cap="none" dirty="0">
                          <a:solidFill>
                            <a:schemeClr val="lt1"/>
                          </a:solidFill>
                        </a:rPr>
                        <a:t>HUD</a:t>
                      </a:r>
                      <a:endParaRPr sz="800" u="none" strike="noStrike" cap="none"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u="none" strike="noStrike" cap="none"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u="none" strike="noStrike" cap="none"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18" name="Google Shape;118;p3"/>
          <p:cNvGraphicFramePr/>
          <p:nvPr>
            <p:extLst>
              <p:ext uri="{D42A27DB-BD31-4B8C-83A1-F6EECF244321}">
                <p14:modId xmlns:p14="http://schemas.microsoft.com/office/powerpoint/2010/main" val="2886248390"/>
              </p:ext>
            </p:extLst>
          </p:nvPr>
        </p:nvGraphicFramePr>
        <p:xfrm>
          <a:off x="-1981" y="3864342"/>
          <a:ext cx="2330850" cy="1670650"/>
        </p:xfrm>
        <a:graphic>
          <a:graphicData uri="http://schemas.openxmlformats.org/drawingml/2006/table">
            <a:tbl>
              <a:tblPr firstRow="1" bandRow="1">
                <a:noFill/>
                <a:tableStyleId>{A521BE36-7E6F-4EC9-8D66-1CF97A6895EC}</a:tableStyleId>
              </a:tblPr>
              <a:tblGrid>
                <a:gridCol w="456500">
                  <a:extLst>
                    <a:ext uri="{9D8B030D-6E8A-4147-A177-3AD203B41FA5}">
                      <a16:colId xmlns:a16="http://schemas.microsoft.com/office/drawing/2014/main" val="20000"/>
                    </a:ext>
                  </a:extLst>
                </a:gridCol>
                <a:gridCol w="107600">
                  <a:extLst>
                    <a:ext uri="{9D8B030D-6E8A-4147-A177-3AD203B41FA5}">
                      <a16:colId xmlns:a16="http://schemas.microsoft.com/office/drawing/2014/main" val="20002"/>
                    </a:ext>
                  </a:extLst>
                </a:gridCol>
                <a:gridCol w="564100">
                  <a:extLst>
                    <a:ext uri="{9D8B030D-6E8A-4147-A177-3AD203B41FA5}">
                      <a16:colId xmlns:a16="http://schemas.microsoft.com/office/drawing/2014/main" val="20003"/>
                    </a:ext>
                  </a:extLst>
                </a:gridCol>
                <a:gridCol w="515550">
                  <a:extLst>
                    <a:ext uri="{9D8B030D-6E8A-4147-A177-3AD203B41FA5}">
                      <a16:colId xmlns:a16="http://schemas.microsoft.com/office/drawing/2014/main" val="20005"/>
                    </a:ext>
                  </a:extLst>
                </a:gridCol>
                <a:gridCol w="687100">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u="none" strike="noStrike" cap="none"/>
                        <a:t>GMP : STAR</a:t>
                      </a:r>
                      <a:endParaRPr sz="800" u="none" strike="noStrike" cap="none"/>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u="none" strike="noStrike" cap="none" dirty="0"/>
                        <a:t>ILS 32L/R</a:t>
                      </a:r>
                      <a:endParaRPr sz="800" b="1" u="none" strike="noStrike" cap="none" dirty="0"/>
                    </a:p>
                  </a:txBody>
                  <a:tcPr marL="36000" marR="36000" marT="36000" marB="36000" anchor="ctr"/>
                </a:tc>
                <a:tc hMerge="1">
                  <a:txBody>
                    <a:bodyPr/>
                    <a:lstStyle/>
                    <a:p>
                      <a:r>
                        <a:rPr lang="en-US" sz="800" b="1" u="none" strike="noStrike" cap="none"/>
                        <a:t>OLMEN xT</a:t>
                      </a:r>
                      <a:endParaRPr lang="ko-Kore-KR"/>
                    </a:p>
                  </a:txBody>
                  <a:tcPr marL="36000" marR="36000" marT="36000" marB="36000" anchor="ctr"/>
                </a:tc>
                <a:tc>
                  <a:txBody>
                    <a:bodyPr/>
                    <a:lstStyle/>
                    <a:p>
                      <a:pPr algn="ctr"/>
                      <a:r>
                        <a:rPr lang="en-US" sz="800" b="1" u="none" strike="noStrike" cap="none"/>
                        <a:t>OLMEN xT</a:t>
                      </a:r>
                      <a:endParaRPr lang="ko-Kore-KR"/>
                    </a:p>
                  </a:txBody>
                  <a:tcPr marL="36000" marR="36000" marT="36000" marB="36000" anchor="ctr"/>
                </a:tc>
                <a:tc>
                  <a:txBody>
                    <a:bodyPr/>
                    <a:lstStyle/>
                    <a:p>
                      <a:pPr marL="0" marR="0" lvl="0" indent="0" algn="ctr" rtl="0">
                        <a:spcBef>
                          <a:spcPts val="0"/>
                        </a:spcBef>
                        <a:spcAft>
                          <a:spcPts val="0"/>
                        </a:spcAft>
                        <a:buNone/>
                      </a:pPr>
                      <a:r>
                        <a:rPr lang="en-US" sz="800" b="1" u="none" strike="noStrike" cap="none"/>
                        <a:t>BUMSI</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u="none" strike="noStrike" cap="none" dirty="0"/>
                        <a:t>ILS 14R</a:t>
                      </a:r>
                      <a:endParaRPr sz="800" b="1" u="none" strike="noStrike" cap="none" dirty="0"/>
                    </a:p>
                  </a:txBody>
                  <a:tcPr marL="36000" marR="36000" marT="36000" marB="36000" anchor="ctr"/>
                </a:tc>
                <a:tc hMerge="1">
                  <a:txBody>
                    <a:bodyPr/>
                    <a:lstStyle/>
                    <a:p>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algn="ctr"/>
                      <a:r>
                        <a:rPr lang="en-US" sz="800" b="1" u="none" strike="noStrike" cap="none" dirty="0"/>
                        <a:t>OLMEN </a:t>
                      </a:r>
                      <a:r>
                        <a:rPr lang="en-US" sz="800" b="1" u="none" strike="noStrike" cap="none"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u="none" strike="noStrike" cap="none"/>
                        <a:t>DOKDO</a:t>
                      </a:r>
                      <a:endParaRPr sz="458" b="1" u="none" strike="noStrike" cap="none"/>
                    </a:p>
                  </a:txBody>
                  <a:tcPr marL="36000" marR="36000" marT="36000" marB="36000" anchor="ctr"/>
                </a:tc>
                <a:tc>
                  <a:txBody>
                    <a:bodyPr/>
                    <a:lstStyle/>
                    <a:p>
                      <a:pPr marL="0" marR="0" lvl="0" indent="0" algn="ctr" rtl="0">
                        <a:spcBef>
                          <a:spcPts val="0"/>
                        </a:spcBef>
                        <a:spcAft>
                          <a:spcPts val="0"/>
                        </a:spcAft>
                        <a:buNone/>
                      </a:pPr>
                      <a:r>
                        <a:rPr lang="en-US" sz="800" b="1" u="none" strike="noStrike" cap="none"/>
                        <a:t>OLMEN 160</a:t>
                      </a:r>
                      <a:endParaRPr sz="458" b="1" u="none" strike="noStrike" cap="none"/>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u="none" strike="noStrike" cap="none">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u="none" strike="noStrike" cap="none"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a:t>
                      </a:r>
                      <a:r>
                        <a:rPr lang="en-US" sz="800" b="1" dirty="0">
                          <a:solidFill>
                            <a:srgbClr val="C00000"/>
                          </a:solidFill>
                          <a:latin typeface="Calibri"/>
                          <a:ea typeface="Calibri"/>
                          <a:cs typeface="Calibri"/>
                          <a:sym typeface="Calibri"/>
                        </a:rPr>
                        <a:t>(No CL L/T)</a:t>
                      </a:r>
                      <a:r>
                        <a:rPr lang="en-US" sz="800" b="1" dirty="0">
                          <a:solidFill>
                            <a:schemeClr val="dk1"/>
                          </a:solidFill>
                          <a:latin typeface="Calibri"/>
                          <a:ea typeface="Calibri"/>
                          <a:cs typeface="Calibri"/>
                          <a:sym typeface="Calibri"/>
                        </a:rPr>
                        <a:t> :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19" name="Google Shape;119;p3"/>
          <p:cNvGraphicFramePr/>
          <p:nvPr>
            <p:extLst>
              <p:ext uri="{D42A27DB-BD31-4B8C-83A1-F6EECF244321}">
                <p14:modId xmlns:p14="http://schemas.microsoft.com/office/powerpoint/2010/main" val="1751314156"/>
              </p:ext>
            </p:extLst>
          </p:nvPr>
        </p:nvGraphicFramePr>
        <p:xfrm>
          <a:off x="-2501" y="16504"/>
          <a:ext cx="2328850" cy="5746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72000" marR="72000" marT="36000" marB="36000"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20" name="Google Shape;120;p3"/>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dirty="0">
                <a:solidFill>
                  <a:schemeClr val="dk1"/>
                </a:solidFill>
                <a:latin typeface="Calibri"/>
                <a:ea typeface="Calibri"/>
                <a:cs typeface="Calibri"/>
                <a:sym typeface="Calibri"/>
              </a:rPr>
              <a:t> </a:t>
            </a:r>
            <a:endParaRPr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30" name="Google Shape;130;p3"/>
          <p:cNvPicPr preferRelativeResize="0"/>
          <p:nvPr/>
        </p:nvPicPr>
        <p:blipFill rotWithShape="1">
          <a:blip r:embed="rId5">
            <a:alphaModFix/>
          </a:blip>
          <a:srcRect/>
          <a:stretch/>
        </p:blipFill>
        <p:spPr>
          <a:xfrm>
            <a:off x="-2501" y="2394041"/>
            <a:ext cx="1166932" cy="829288"/>
          </a:xfrm>
          <a:prstGeom prst="rect">
            <a:avLst/>
          </a:prstGeom>
          <a:noFill/>
          <a:ln>
            <a:noFill/>
          </a:ln>
        </p:spPr>
      </p:pic>
      <p:pic>
        <p:nvPicPr>
          <p:cNvPr id="4" name="그림 3" descr="텍스트, 시계이(가) 표시된 사진&#10;&#10;자동 생성된 설명">
            <a:extLst>
              <a:ext uri="{FF2B5EF4-FFF2-40B4-BE49-F238E27FC236}">
                <a16:creationId xmlns:a16="http://schemas.microsoft.com/office/drawing/2014/main" id="{2AAA03F3-9C76-BDAE-2BA4-2B888A8439F6}"/>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039C51EF-5E3E-676B-B9A0-C6A5F8FD5CEF}"/>
              </a:ext>
            </a:extLst>
          </p:cNvPr>
          <p:cNvSpPr txBox="1"/>
          <p:nvPr/>
        </p:nvSpPr>
        <p:spPr>
          <a:xfrm>
            <a:off x="1268244" y="3184785"/>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DD9173A3-1ECF-6009-194E-99FFD55E035C}"/>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pic>
        <p:nvPicPr>
          <p:cNvPr id="2" name="그림 1" descr="텍스트, 지도, 폰트, 도표이(가) 표시된 사진&#10;&#10;자동 생성된 설명">
            <a:extLst>
              <a:ext uri="{FF2B5EF4-FFF2-40B4-BE49-F238E27FC236}">
                <a16:creationId xmlns:a16="http://schemas.microsoft.com/office/drawing/2014/main" id="{1D9EE3FE-3D0C-40C8-D531-747FC2E143D7}"/>
              </a:ext>
            </a:extLst>
          </p:cNvPr>
          <p:cNvPicPr>
            <a:picLocks noChangeAspect="1"/>
          </p:cNvPicPr>
          <p:nvPr/>
        </p:nvPicPr>
        <p:blipFill>
          <a:blip r:embed="rId3"/>
          <a:stretch>
            <a:fillRect/>
          </a:stretch>
        </p:blipFill>
        <p:spPr>
          <a:xfrm>
            <a:off x="-3340" y="2899247"/>
            <a:ext cx="750216" cy="748625"/>
          </a:xfrm>
          <a:prstGeom prst="rect">
            <a:avLst/>
          </a:prstGeom>
        </p:spPr>
      </p:pic>
      <p:graphicFrame>
        <p:nvGraphicFramePr>
          <p:cNvPr id="136" name="Google Shape;136;p4"/>
          <p:cNvGraphicFramePr/>
          <p:nvPr>
            <p:extLst>
              <p:ext uri="{D42A27DB-BD31-4B8C-83A1-F6EECF244321}">
                <p14:modId xmlns:p14="http://schemas.microsoft.com/office/powerpoint/2010/main" val="2487107848"/>
              </p:ext>
            </p:extLst>
          </p:nvPr>
        </p:nvGraphicFramePr>
        <p:xfrm>
          <a:off x="0" y="1049052"/>
          <a:ext cx="2339850" cy="184398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484975">
                  <a:extLst>
                    <a:ext uri="{9D8B030D-6E8A-4147-A177-3AD203B41FA5}">
                      <a16:colId xmlns:a16="http://schemas.microsoft.com/office/drawing/2014/main" val="20002"/>
                    </a:ext>
                  </a:extLst>
                </a:gridCol>
                <a:gridCol w="467475">
                  <a:extLst>
                    <a:ext uri="{9D8B030D-6E8A-4147-A177-3AD203B41FA5}">
                      <a16:colId xmlns:a16="http://schemas.microsoft.com/office/drawing/2014/main" val="20003"/>
                    </a:ext>
                  </a:extLst>
                </a:gridCol>
                <a:gridCol w="70400">
                  <a:extLst>
                    <a:ext uri="{9D8B030D-6E8A-4147-A177-3AD203B41FA5}">
                      <a16:colId xmlns:a16="http://schemas.microsoft.com/office/drawing/2014/main" val="1866786423"/>
                    </a:ext>
                  </a:extLst>
                </a:gridCol>
                <a:gridCol w="439000">
                  <a:extLst>
                    <a:ext uri="{9D8B030D-6E8A-4147-A177-3AD203B41FA5}">
                      <a16:colId xmlns:a16="http://schemas.microsoft.com/office/drawing/2014/main" val="20006"/>
                    </a:ext>
                  </a:extLst>
                </a:gridCol>
                <a:gridCol w="439000">
                  <a:extLst>
                    <a:ext uri="{9D8B030D-6E8A-4147-A177-3AD203B41FA5}">
                      <a16:colId xmlns:a16="http://schemas.microsoft.com/office/drawing/2014/main" val="20008"/>
                    </a:ext>
                  </a:extLst>
                </a:gridCol>
              </a:tblGrid>
              <a:tr h="150825">
                <a:tc gridSpan="7">
                  <a:txBody>
                    <a:bodyPr/>
                    <a:lstStyle/>
                    <a:p>
                      <a:pPr marL="0" marR="0" lvl="0" indent="0" algn="ctr" rtl="0">
                        <a:spcBef>
                          <a:spcPts val="0"/>
                        </a:spcBef>
                        <a:spcAft>
                          <a:spcPts val="0"/>
                        </a:spcAft>
                        <a:buNone/>
                      </a:pPr>
                      <a:r>
                        <a:rPr lang="en-US" altLang="ko-Kore-KR" sz="800" u="none" strike="noStrike" cap="none" dirty="0"/>
                        <a:t>GMP : NADP FX-10</a:t>
                      </a:r>
                      <a:r>
                        <a:rPr lang="ko-KR" altLang="en-US" sz="800" u="none" strike="noStrike" cap="none" dirty="0"/>
                        <a:t>도</a:t>
                      </a:r>
                      <a:r>
                        <a:rPr lang="en-US" altLang="ko-KR" sz="800" u="none" strike="noStrike" cap="none" dirty="0"/>
                        <a:t>,</a:t>
                      </a:r>
                      <a:r>
                        <a:rPr lang="ko-KR" altLang="en-US" sz="800" u="none" strike="noStrike" cap="none" dirty="0"/>
                        <a:t> </a:t>
                      </a:r>
                      <a:r>
                        <a:rPr lang="en-US" altLang="ko-KR" sz="800" u="none" strike="noStrike" cap="none" dirty="0"/>
                        <a:t>CLB, CONF 1+F, Acc 4000ft</a:t>
                      </a:r>
                      <a:endParaRPr lang="en-US" altLang="ko-Kore-KR" sz="800" u="none" strike="noStrike" cap="none"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7075">
                <a:tc rowSpan="2">
                  <a:txBody>
                    <a:bodyPr/>
                    <a:lstStyle/>
                    <a:p>
                      <a:pPr marL="0" marR="0" lvl="0" indent="0" algn="ctr" rtl="0">
                        <a:spcBef>
                          <a:spcPts val="0"/>
                        </a:spcBef>
                        <a:spcAft>
                          <a:spcPts val="0"/>
                        </a:spcAft>
                        <a:buNone/>
                      </a:pPr>
                      <a:r>
                        <a:rPr lang="en-US" sz="800" b="1"/>
                        <a:t>32L/R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xT</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324</a:t>
                      </a:r>
                      <a:r>
                        <a:rPr lang="en-US" sz="800" b="1" dirty="0">
                          <a:solidFill>
                            <a:schemeClr val="dk1"/>
                          </a:solidFill>
                        </a:rPr>
                        <a:t> </a:t>
                      </a:r>
                      <a:r>
                        <a:rPr lang="en-US" sz="800" b="1" dirty="0">
                          <a:solidFill>
                            <a:srgbClr val="0070C0"/>
                          </a:solidFill>
                        </a:rPr>
                        <a:t>ALT 5000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1"/>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xQ)</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2"/>
                  </a:ext>
                </a:extLst>
              </a:tr>
              <a:tr h="137075">
                <a:tc rowSpan="2">
                  <a:txBody>
                    <a:bodyPr/>
                    <a:lstStyle/>
                    <a:p>
                      <a:pPr marL="0" marR="0" lvl="0" indent="0" algn="ctr" rtl="0">
                        <a:spcBef>
                          <a:spcPts val="0"/>
                        </a:spcBef>
                        <a:spcAft>
                          <a:spcPts val="0"/>
                        </a:spcAft>
                        <a:buNone/>
                      </a:pPr>
                      <a:r>
                        <a:rPr lang="en-US" sz="800" b="1" dirty="0"/>
                        <a:t>14L/R</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xU</a:t>
                      </a:r>
                      <a:endParaRPr sz="800" b="1">
                        <a:solidFill>
                          <a:srgbClr val="0070C0"/>
                        </a:solidFill>
                      </a:endParaRPr>
                    </a:p>
                  </a:txBody>
                  <a:tcPr marL="36000" marR="36000" marT="36000" marB="36000" anchor="ctr"/>
                </a:tc>
                <a:tc hMerge="1">
                  <a:txBody>
                    <a:bodyPr/>
                    <a:lstStyle/>
                    <a:p>
                      <a:endParaRPr lang="ko-Kore-KR"/>
                    </a:p>
                  </a:txBody>
                  <a:tcPr/>
                </a:tc>
                <a:tc rowSpan="2" gridSpan="4">
                  <a:txBody>
                    <a:bodyPr/>
                    <a:lstStyle/>
                    <a:p>
                      <a:pPr marL="0" marR="0" lvl="0" indent="0" algn="ctr" rtl="0">
                        <a:spcBef>
                          <a:spcPts val="0"/>
                        </a:spcBef>
                        <a:spcAft>
                          <a:spcPts val="0"/>
                        </a:spcAft>
                        <a:buNone/>
                      </a:pPr>
                      <a:r>
                        <a:rPr lang="en-US" sz="800" b="1" dirty="0"/>
                        <a:t>HD 144</a:t>
                      </a:r>
                      <a:r>
                        <a:rPr lang="en-US" sz="800" b="1" dirty="0">
                          <a:solidFill>
                            <a:schemeClr val="dk1"/>
                          </a:solidFill>
                        </a:rPr>
                        <a:t> </a:t>
                      </a:r>
                      <a:r>
                        <a:rPr lang="en-US" sz="800" b="1" dirty="0">
                          <a:solidFill>
                            <a:srgbClr val="0070C0"/>
                          </a:solidFill>
                        </a:rPr>
                        <a:t>ALT 6000 </a:t>
                      </a:r>
                      <a:r>
                        <a:rPr lang="en-US" sz="800" b="1" dirty="0">
                          <a:solidFill>
                            <a:srgbClr val="C00000"/>
                          </a:solidFill>
                        </a:rPr>
                        <a:t>Modi NADP</a:t>
                      </a:r>
                    </a:p>
                  </a:txBody>
                  <a:tcPr marL="36000" marR="36000" marT="36000" marB="36000" anchor="ctr"/>
                </a:tc>
                <a:tc rowSpan="2" hMerge="1">
                  <a:txBody>
                    <a:bodyPr/>
                    <a:lstStyle/>
                    <a:p>
                      <a:endParaRPr lang="ko-Kore-KR" altLang="en-US"/>
                    </a:p>
                  </a:txBody>
                  <a:tcPr/>
                </a:tc>
                <a:tc rowSpan="2" hMerge="1">
                  <a:txBody>
                    <a:bodyPr/>
                    <a:lstStyle/>
                    <a:p>
                      <a:endParaRPr lang="ko-Kore-KR"/>
                    </a:p>
                  </a:txBody>
                  <a:tcPr/>
                </a:tc>
                <a:tc rowSpan="2" hMerge="1">
                  <a:txBody>
                    <a:bodyPr/>
                    <a:lstStyle/>
                    <a:p>
                      <a:endParaRPr lang="ko-Kore-KR"/>
                    </a:p>
                  </a:txBody>
                  <a:tcPr/>
                </a:tc>
                <a:extLst>
                  <a:ext uri="{0D108BD9-81ED-4DB2-BD59-A6C34878D82A}">
                    <a16:rowId xmlns:a16="http://schemas.microsoft.com/office/drawing/2014/main" val="10003"/>
                  </a:ext>
                </a:extLst>
              </a:tr>
              <a:tr h="137075">
                <a:tc vMerge="1">
                  <a:txBody>
                    <a:bodyPr/>
                    <a:lstStyle/>
                    <a:p>
                      <a:endParaRPr lang="ko-Kore-KR"/>
                    </a:p>
                  </a:txBody>
                  <a:tcPr/>
                </a:tc>
                <a:tc gridSpan="2">
                  <a:txBody>
                    <a:bodyPr/>
                    <a:lstStyle/>
                    <a:p>
                      <a:pPr marL="0" marR="0" lvl="0" indent="0" algn="ctr" rtl="0">
                        <a:spcBef>
                          <a:spcPts val="0"/>
                        </a:spcBef>
                        <a:spcAft>
                          <a:spcPts val="0"/>
                        </a:spcAft>
                        <a:buNone/>
                      </a:pPr>
                      <a:r>
                        <a:rPr lang="en-US" sz="800"/>
                        <a:t>(OSPOT xZ)</a:t>
                      </a:r>
                      <a:endParaRPr sz="800"/>
                    </a:p>
                  </a:txBody>
                  <a:tcPr marL="36000" marR="36000" marT="36000" marB="36000" anchor="ctr"/>
                </a:tc>
                <a:tc hMerge="1">
                  <a:txBody>
                    <a:bodyPr/>
                    <a:lstStyle/>
                    <a:p>
                      <a:endParaRPr lang="ko-Kore-KR"/>
                    </a:p>
                  </a:txBody>
                  <a:tcPr/>
                </a:tc>
                <a:tc gridSpan="4" vMerge="1">
                  <a:txBody>
                    <a:bodyPr/>
                    <a:lstStyle/>
                    <a:p>
                      <a:pPr marL="0" marR="0" lvl="0" indent="0" algn="ctr" rtl="0">
                        <a:spcBef>
                          <a:spcPts val="0"/>
                        </a:spcBef>
                        <a:spcAft>
                          <a:spcPts val="0"/>
                        </a:spcAft>
                        <a:buNone/>
                      </a:pPr>
                      <a:endParaRPr sz="458" dirty="0">
                        <a:solidFill>
                          <a:srgbClr val="C00000"/>
                        </a:solidFill>
                      </a:endParaRPr>
                    </a:p>
                  </a:txBody>
                  <a:tcPr marL="36000" marR="36000" marT="36000" marB="36000" anchor="ctr"/>
                </a:tc>
                <a:tc hMerge="1" vMerge="1">
                  <a:txBody>
                    <a:bodyPr/>
                    <a:lstStyle/>
                    <a:p>
                      <a:endParaRPr lang="ko-Kore-KR" altLang="en-US"/>
                    </a:p>
                  </a:txBody>
                  <a:tcPr/>
                </a:tc>
                <a:tc hMerge="1" vMerge="1">
                  <a:txBody>
                    <a:bodyPr/>
                    <a:lstStyle/>
                    <a:p>
                      <a:endParaRPr lang="ko-Kore-KR"/>
                    </a:p>
                  </a:txBody>
                  <a:tcPr/>
                </a:tc>
                <a:tc hMerge="1" vMerge="1">
                  <a:txBody>
                    <a:bodyPr/>
                    <a:lstStyle/>
                    <a:p>
                      <a:endParaRPr lang="ko-Kore-KR"/>
                    </a:p>
                  </a:txBody>
                  <a:tcPr/>
                </a:tc>
                <a:extLst>
                  <a:ext uri="{0D108BD9-81ED-4DB2-BD59-A6C34878D82A}">
                    <a16:rowId xmlns:a16="http://schemas.microsoft.com/office/drawing/2014/main" val="10004"/>
                  </a:ext>
                </a:extLst>
              </a:tr>
              <a:tr h="22325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KIP</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113.6</a:t>
                      </a:r>
                      <a:endParaRPr sz="800" b="1">
                        <a:solidFill>
                          <a:srgbClr val="0070C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32L</a:t>
                      </a:r>
                      <a:endParaRPr dirty="0"/>
                    </a:p>
                    <a:p>
                      <a:pPr marL="0" marR="0" lvl="0" indent="0" algn="ctr" rtl="0">
                        <a:spcBef>
                          <a:spcPts val="0"/>
                        </a:spcBef>
                        <a:spcAft>
                          <a:spcPts val="0"/>
                        </a:spcAft>
                        <a:buNone/>
                      </a:pPr>
                      <a:r>
                        <a:rPr lang="en-US" sz="800" b="1" dirty="0">
                          <a:solidFill>
                            <a:srgbClr val="C00000"/>
                          </a:solidFill>
                        </a:rPr>
                        <a:t>108.3</a:t>
                      </a:r>
                      <a:endParaRPr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C00000"/>
                          </a:solidFill>
                        </a:rPr>
                        <a:t>32R </a:t>
                      </a:r>
                      <a:endParaRPr dirty="0"/>
                    </a:p>
                    <a:p>
                      <a:pPr marL="0" marR="0" lvl="0" indent="0" algn="ctr" rtl="0">
                        <a:spcBef>
                          <a:spcPts val="0"/>
                        </a:spcBef>
                        <a:spcAft>
                          <a:spcPts val="0"/>
                        </a:spcAft>
                        <a:buNone/>
                      </a:pPr>
                      <a:r>
                        <a:rPr lang="en-US" sz="800" b="1" dirty="0">
                          <a:solidFill>
                            <a:srgbClr val="C00000"/>
                          </a:solidFill>
                        </a:rPr>
                        <a:t>110.7</a:t>
                      </a:r>
                      <a:endParaRPr dirty="0"/>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14L 109.9</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14R 108.7</a:t>
                      </a:r>
                      <a:endParaRPr dirty="0"/>
                    </a:p>
                  </a:txBody>
                  <a:tcPr marL="36000" marR="36000" marT="36000" marB="36000" anchor="ctr"/>
                </a:tc>
                <a:extLst>
                  <a:ext uri="{0D108BD9-81ED-4DB2-BD59-A6C34878D82A}">
                    <a16:rowId xmlns:a16="http://schemas.microsoft.com/office/drawing/2014/main" val="10005"/>
                  </a:ext>
                </a:extLst>
              </a:tr>
              <a:tr h="137075">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hMerge="1">
                  <a:txBody>
                    <a:bodyPr/>
                    <a:lstStyle/>
                    <a:p>
                      <a:endParaRPr lang="ko-Kore-KR"/>
                    </a:p>
                  </a:txBody>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32L/R : EO32L/R, R225, YJU R271</a:t>
                      </a:r>
                    </a:p>
                  </a:txBody>
                  <a:tcPr marL="36000" marR="36000" marT="36000" marB="36000" anchor="ctr"/>
                </a:tc>
                <a:tc hMerge="1">
                  <a:txBody>
                    <a:bodyPr/>
                    <a:lstStyle/>
                    <a:p>
                      <a:endParaRPr lang="ko-Kore-KR"/>
                    </a:p>
                  </a:txBody>
                  <a:tcPr/>
                </a:tc>
                <a:tc gridSpan="3">
                  <a:txBody>
                    <a:bodyPr/>
                    <a:lstStyle/>
                    <a:p>
                      <a:pPr marL="0" marR="0" lvl="0" indent="0" algn="ctr" rtl="0">
                        <a:lnSpc>
                          <a:spcPct val="100000"/>
                        </a:lnSpc>
                        <a:spcBef>
                          <a:spcPts val="0"/>
                        </a:spcBef>
                        <a:spcAft>
                          <a:spcPts val="0"/>
                        </a:spcAft>
                        <a:buClr>
                          <a:schemeClr val="dk1"/>
                        </a:buClr>
                        <a:buSzPts val="800"/>
                        <a:buFont typeface="Calibri"/>
                        <a:buNone/>
                      </a:pPr>
                      <a:r>
                        <a:rPr lang="en-US" altLang="ko-Kore-KR" sz="800" dirty="0"/>
                        <a:t>14L/R : EO14L/R, R220, P73 /2</a:t>
                      </a: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23250">
                <a:tc gridSpan="7">
                  <a:txBody>
                    <a:bodyPr/>
                    <a:lstStyle/>
                    <a:p>
                      <a:pPr marL="0" marR="0" lvl="0" indent="0" algn="ctr" rtl="0">
                        <a:lnSpc>
                          <a:spcPct val="100000"/>
                        </a:lnSpc>
                        <a:spcBef>
                          <a:spcPts val="0"/>
                        </a:spcBef>
                        <a:spcAft>
                          <a:spcPts val="0"/>
                        </a:spcAft>
                        <a:buClr>
                          <a:srgbClr val="000000"/>
                        </a:buClr>
                        <a:buSzPts val="800"/>
                        <a:buFont typeface="Calibri"/>
                        <a:buNone/>
                      </a:pPr>
                      <a:r>
                        <a:rPr lang="en-US" sz="800" b="0" i="0" u="none" strike="noStrike" cap="none" dirty="0">
                          <a:solidFill>
                            <a:srgbClr val="000000"/>
                          </a:solidFill>
                          <a:latin typeface="Calibri"/>
                          <a:ea typeface="Calibri"/>
                          <a:cs typeface="Calibri"/>
                          <a:sym typeface="Calibri"/>
                        </a:rPr>
                        <a:t>APRON(130.875) -&gt; GND(121.9) -&gt; TWR (All by ATC)</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137" name="Google Shape;137;p4"/>
          <p:cNvGraphicFramePr/>
          <p:nvPr>
            <p:extLst>
              <p:ext uri="{D42A27DB-BD31-4B8C-83A1-F6EECF244321}">
                <p14:modId xmlns:p14="http://schemas.microsoft.com/office/powerpoint/2010/main" val="3251774391"/>
              </p:ext>
            </p:extLst>
          </p:nvPr>
        </p:nvGraphicFramePr>
        <p:xfrm>
          <a:off x="-3340" y="4105609"/>
          <a:ext cx="2328850" cy="1426810"/>
        </p:xfrm>
        <a:graphic>
          <a:graphicData uri="http://schemas.openxmlformats.org/drawingml/2006/table">
            <a:tbl>
              <a:tblPr firstRow="1" bandRow="1">
                <a:noFill/>
                <a:tableStyleId>{A521BE36-7E6F-4EC9-8D66-1CF97A6895EC}</a:tableStyleId>
              </a:tblPr>
              <a:tblGrid>
                <a:gridCol w="382193">
                  <a:extLst>
                    <a:ext uri="{9D8B030D-6E8A-4147-A177-3AD203B41FA5}">
                      <a16:colId xmlns:a16="http://schemas.microsoft.com/office/drawing/2014/main" val="20000"/>
                    </a:ext>
                  </a:extLst>
                </a:gridCol>
                <a:gridCol w="497325">
                  <a:extLst>
                    <a:ext uri="{9D8B030D-6E8A-4147-A177-3AD203B41FA5}">
                      <a16:colId xmlns:a16="http://schemas.microsoft.com/office/drawing/2014/main" val="20001"/>
                    </a:ext>
                  </a:extLst>
                </a:gridCol>
                <a:gridCol w="396856">
                  <a:extLst>
                    <a:ext uri="{9D8B030D-6E8A-4147-A177-3AD203B41FA5}">
                      <a16:colId xmlns:a16="http://schemas.microsoft.com/office/drawing/2014/main" val="20003"/>
                    </a:ext>
                  </a:extLst>
                </a:gridCol>
                <a:gridCol w="1052476">
                  <a:extLst>
                    <a:ext uri="{9D8B030D-6E8A-4147-A177-3AD203B41FA5}">
                      <a16:colId xmlns:a16="http://schemas.microsoft.com/office/drawing/2014/main" val="20005"/>
                    </a:ext>
                  </a:extLst>
                </a:gridCol>
              </a:tblGrid>
              <a:tr h="146675">
                <a:tc gridSpan="4">
                  <a:txBody>
                    <a:bodyPr/>
                    <a:lstStyle/>
                    <a:p>
                      <a:pPr marL="0" marR="0" lvl="0" indent="0" algn="r" rtl="0">
                        <a:spcBef>
                          <a:spcPts val="0"/>
                        </a:spcBef>
                        <a:spcAft>
                          <a:spcPts val="0"/>
                        </a:spcAft>
                        <a:buNone/>
                      </a:pPr>
                      <a:r>
                        <a:rPr lang="en-US" sz="800" dirty="0"/>
                        <a:t>PUS : STAR </a:t>
                      </a:r>
                      <a:r>
                        <a:rPr lang="en-US" sz="800" dirty="0">
                          <a:solidFill>
                            <a:srgbClr val="FFC000"/>
                          </a:solidFill>
                        </a:rPr>
                        <a:t>(T</a:t>
                      </a:r>
                      <a:r>
                        <a:rPr lang="en-US" altLang="ko-KR" sz="800" dirty="0">
                          <a:solidFill>
                            <a:srgbClr val="FFC000"/>
                          </a:solidFill>
                        </a:rPr>
                        <a:t>/</a:t>
                      </a:r>
                      <a:r>
                        <a:rPr lang="en-US" sz="800" dirty="0">
                          <a:solidFill>
                            <a:srgbClr val="FFC000"/>
                          </a:solidFill>
                        </a:rPr>
                        <a:t>W </a:t>
                      </a:r>
                      <a:r>
                        <a:rPr lang="en-US" altLang="ko-KR" sz="800" dirty="0">
                          <a:solidFill>
                            <a:srgbClr val="FFC000"/>
                          </a:solidFill>
                        </a:rPr>
                        <a:t>10tks, </a:t>
                      </a:r>
                      <a:r>
                        <a:rPr lang="en-US" sz="800" dirty="0">
                          <a:solidFill>
                            <a:srgbClr val="FFC000"/>
                          </a:solidFill>
                        </a:rPr>
                        <a:t>36R</a:t>
                      </a:r>
                      <a:r>
                        <a:rPr lang="en-US" altLang="ko-KR" sz="800" dirty="0">
                          <a:solidFill>
                            <a:srgbClr val="FFC000"/>
                          </a:solidFill>
                        </a:rPr>
                        <a:t>,</a:t>
                      </a:r>
                      <a:r>
                        <a:rPr lang="en-US" sz="800" dirty="0">
                          <a:solidFill>
                            <a:srgbClr val="FFC000"/>
                          </a:solidFill>
                        </a:rPr>
                        <a:t> 360000lbs </a:t>
                      </a:r>
                      <a:r>
                        <a:rPr lang="ko-KR" altLang="en-US" sz="800" dirty="0">
                          <a:solidFill>
                            <a:srgbClr val="FFC000"/>
                          </a:solidFill>
                        </a:rPr>
                        <a:t>제한</a:t>
                      </a:r>
                      <a:r>
                        <a:rPr lang="en-US" sz="800" dirty="0">
                          <a:solidFill>
                            <a:srgbClr val="FFC000"/>
                          </a:solidFill>
                        </a:rPr>
                        <a:t>)</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hlinkClick r:id="rId4" action="ppaction://hlinksldjump">
                            <a:extLst>
                              <a:ext uri="{A12FA001-AC4F-418D-AE19-62706E023703}">
                                <ahyp:hlinkClr xmlns:ahyp="http://schemas.microsoft.com/office/drawing/2018/hyperlinkcolor" val="tx"/>
                              </a:ext>
                            </a:extLst>
                          </a:hlinkClick>
                        </a:rPr>
                        <a:t>18 Circling Click!!</a:t>
                      </a:r>
                      <a:endParaRP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138" name="Google Shape;138;p4"/>
          <p:cNvGraphicFramePr/>
          <p:nvPr>
            <p:extLst>
              <p:ext uri="{D42A27DB-BD31-4B8C-83A1-F6EECF244321}">
                <p14:modId xmlns:p14="http://schemas.microsoft.com/office/powerpoint/2010/main" val="2677521491"/>
              </p:ext>
            </p:extLst>
          </p:nvPr>
        </p:nvGraphicFramePr>
        <p:xfrm>
          <a:off x="-2501" y="16504"/>
          <a:ext cx="2328850" cy="58611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13131">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5">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6">
                            <a:extLst>
                              <a:ext uri="{A12FA001-AC4F-418D-AE19-62706E023703}">
                                <ahyp:hlinkClr xmlns:ahyp="http://schemas.microsoft.com/office/drawing/2018/hyperlinkcolor" val="tx"/>
                              </a:ext>
                            </a:extLst>
                          </a:hlinkClick>
                        </a:rPr>
                        <a:t>RKPK(PUS) 13ft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372979">
                <a:tc>
                  <a:txBody>
                    <a:bodyPr/>
                    <a:lstStyle/>
                    <a:p>
                      <a:pPr marL="0" marR="0" lvl="0" indent="0" algn="ctr" rtl="0">
                        <a:spcBef>
                          <a:spcPts val="0"/>
                        </a:spcBef>
                        <a:spcAft>
                          <a:spcPts val="0"/>
                        </a:spcAft>
                        <a:buNone/>
                      </a:pPr>
                      <a:r>
                        <a:rPr lang="en-US" sz="900" dirty="0"/>
                        <a:t>KE GMP 131.15</a:t>
                      </a:r>
                      <a:endParaRPr dirty="0"/>
                    </a:p>
                    <a:p>
                      <a:pPr marL="0" marR="0" lvl="0" indent="0" algn="ctr" rtl="0">
                        <a:lnSpc>
                          <a:spcPct val="100000"/>
                        </a:lnSpc>
                        <a:spcBef>
                          <a:spcPts val="0"/>
                        </a:spcBef>
                        <a:spcAft>
                          <a:spcPts val="0"/>
                        </a:spcAft>
                        <a:buClr>
                          <a:srgbClr val="FF0000"/>
                        </a:buClr>
                        <a:buSzPts val="600"/>
                        <a:buFont typeface="Calibri"/>
                        <a:buNone/>
                      </a:pPr>
                      <a:r>
                        <a:rPr lang="en-US" sz="600" dirty="0">
                          <a:solidFill>
                            <a:srgbClr val="FF0000"/>
                          </a:solidFill>
                          <a:latin typeface="Calibri"/>
                          <a:ea typeface="Calibri"/>
                          <a:cs typeface="Calibri"/>
                          <a:sym typeface="Calibri"/>
                        </a:rPr>
                        <a:t>DCL -15분 </a:t>
                      </a:r>
                      <a:r>
                        <a:rPr lang="en-US" sz="600" dirty="0" err="1">
                          <a:solidFill>
                            <a:srgbClr val="FF0000"/>
                          </a:solidFill>
                          <a:latin typeface="Calibri"/>
                          <a:ea typeface="Calibri"/>
                          <a:cs typeface="Calibri"/>
                          <a:sym typeface="Calibri"/>
                        </a:rPr>
                        <a:t>가능</a:t>
                      </a:r>
                      <a:r>
                        <a:rPr lang="en-US" sz="600" dirty="0">
                          <a:solidFill>
                            <a:srgbClr val="FF0000"/>
                          </a:solidFill>
                          <a:latin typeface="Calibri"/>
                          <a:ea typeface="Calibri"/>
                          <a:cs typeface="Calibri"/>
                          <a:sym typeface="Calibri"/>
                        </a:rPr>
                        <a:t>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39" name="Google Shape;139;p4"/>
          <p:cNvSpPr txBox="1"/>
          <p:nvPr/>
        </p:nvSpPr>
        <p:spPr>
          <a:xfrm>
            <a:off x="649003" y="585439"/>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32R </a:t>
            </a:r>
            <a:r>
              <a:rPr lang="en-US" sz="1000" b="1" dirty="0">
                <a:solidFill>
                  <a:srgbClr val="C00000"/>
                </a:solidFill>
                <a:latin typeface="Calibri"/>
                <a:ea typeface="Calibri"/>
                <a:cs typeface="Calibri"/>
                <a:sym typeface="Calibri"/>
              </a:rPr>
              <a:t>Takeoff </a:t>
            </a:r>
            <a:endParaRPr sz="1800" b="1" dirty="0">
              <a:solidFill>
                <a:srgbClr val="C00000"/>
              </a:solidFill>
            </a:endParaRPr>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3" name="그림 2">
            <a:extLst>
              <a:ext uri="{FF2B5EF4-FFF2-40B4-BE49-F238E27FC236}">
                <a16:creationId xmlns:a16="http://schemas.microsoft.com/office/drawing/2014/main" id="{3DF371A0-F72D-9E9E-6B0B-BD68FCA24974}"/>
              </a:ext>
            </a:extLst>
          </p:cNvPr>
          <p:cNvPicPr>
            <a:picLocks noChangeAspect="1"/>
          </p:cNvPicPr>
          <p:nvPr/>
        </p:nvPicPr>
        <p:blipFill>
          <a:blip r:embed="rId7"/>
          <a:stretch>
            <a:fillRect/>
          </a:stretch>
        </p:blipFill>
        <p:spPr>
          <a:xfrm>
            <a:off x="148563" y="602614"/>
            <a:ext cx="451728" cy="451728"/>
          </a:xfrm>
          <a:prstGeom prst="rect">
            <a:avLst/>
          </a:prstGeom>
        </p:spPr>
      </p:pic>
      <p:sp>
        <p:nvSpPr>
          <p:cNvPr id="5" name="TextBox 4">
            <a:extLst>
              <a:ext uri="{FF2B5EF4-FFF2-40B4-BE49-F238E27FC236}">
                <a16:creationId xmlns:a16="http://schemas.microsoft.com/office/drawing/2014/main" id="{BEE200D8-914C-01D7-557E-F73D37FB7632}"/>
              </a:ext>
            </a:extLst>
          </p:cNvPr>
          <p:cNvSpPr txBox="1"/>
          <p:nvPr/>
        </p:nvSpPr>
        <p:spPr>
          <a:xfrm>
            <a:off x="1268244" y="3491513"/>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959ADE64-A15F-6E0A-A757-78B60E7B3429}"/>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9"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3"/>
        <p:cNvGrpSpPr/>
        <p:nvPr/>
      </p:nvGrpSpPr>
      <p:grpSpPr>
        <a:xfrm>
          <a:off x="0" y="0"/>
          <a:ext cx="0" cy="0"/>
          <a:chOff x="0" y="0"/>
          <a:chExt cx="0" cy="0"/>
        </a:xfrm>
      </p:grpSpPr>
      <p:graphicFrame>
        <p:nvGraphicFramePr>
          <p:cNvPr id="155" name="Google Shape;155;p5"/>
          <p:cNvGraphicFramePr/>
          <p:nvPr>
            <p:extLst>
              <p:ext uri="{D42A27DB-BD31-4B8C-83A1-F6EECF244321}">
                <p14:modId xmlns:p14="http://schemas.microsoft.com/office/powerpoint/2010/main" val="1895725382"/>
              </p:ext>
            </p:extLst>
          </p:nvPr>
        </p:nvGraphicFramePr>
        <p:xfrm>
          <a:off x="0" y="106354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sz="800" dirty="0"/>
                        <a:t>PUS : </a:t>
                      </a:r>
                      <a:r>
                        <a:rPr lang="en-US" sz="800" dirty="0">
                          <a:solidFill>
                            <a:srgbClr val="FFC000"/>
                          </a:solidFill>
                        </a:rPr>
                        <a:t>NADP CLB 1</a:t>
                      </a:r>
                      <a:r>
                        <a:rPr lang="en-US" altLang="ko-KR" sz="800" dirty="0">
                          <a:solidFill>
                            <a:srgbClr val="FFC000"/>
                          </a:solidFill>
                        </a:rPr>
                        <a:t>5</a:t>
                      </a:r>
                      <a:r>
                        <a:rPr lang="en-US" sz="800" dirty="0">
                          <a:solidFill>
                            <a:srgbClr val="FFC000"/>
                          </a:solidFill>
                        </a:rPr>
                        <a:t>00, </a:t>
                      </a:r>
                      <a:r>
                        <a:rPr lang="en-US" altLang="ko-KR" sz="800" dirty="0">
                          <a:solidFill>
                            <a:srgbClr val="FFC000"/>
                          </a:solidFill>
                        </a:rPr>
                        <a:t>360</a:t>
                      </a:r>
                      <a:r>
                        <a:rPr lang="en-US" sz="800" dirty="0">
                          <a:solidFill>
                            <a:srgbClr val="FFC000"/>
                          </a:solidFill>
                        </a:rPr>
                        <a:t>000lbs MAX, CONF 1+F</a:t>
                      </a:r>
                      <a:endParaRPr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36</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sz="800" b="1" dirty="0">
                        <a:solidFill>
                          <a:srgbClr val="0070C0"/>
                        </a:solidFill>
                      </a:endParaRPr>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280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18</a:t>
                      </a:r>
                      <a:endParaRPr sz="800" b="1" dirty="0"/>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GIMHAE 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156" name="Google Shape;156;p5"/>
          <p:cNvGraphicFramePr/>
          <p:nvPr>
            <p:extLst>
              <p:ext uri="{D42A27DB-BD31-4B8C-83A1-F6EECF244321}">
                <p14:modId xmlns:p14="http://schemas.microsoft.com/office/powerpoint/2010/main" val="3172060770"/>
              </p:ext>
            </p:extLst>
          </p:nvPr>
        </p:nvGraphicFramePr>
        <p:xfrm>
          <a:off x="-2501" y="3867891"/>
          <a:ext cx="2338300" cy="1670650"/>
        </p:xfrm>
        <a:graphic>
          <a:graphicData uri="http://schemas.openxmlformats.org/drawingml/2006/table">
            <a:tbl>
              <a:tblPr firstRow="1" bandRow="1">
                <a:noFill/>
                <a:tableStyleId>{A521BE36-7E6F-4EC9-8D66-1CF97A6895EC}</a:tableStyleId>
              </a:tblPr>
              <a:tblGrid>
                <a:gridCol w="555127">
                  <a:extLst>
                    <a:ext uri="{9D8B030D-6E8A-4147-A177-3AD203B41FA5}">
                      <a16:colId xmlns:a16="http://schemas.microsoft.com/office/drawing/2014/main" val="20000"/>
                    </a:ext>
                  </a:extLst>
                </a:gridCol>
                <a:gridCol w="102366">
                  <a:extLst>
                    <a:ext uri="{9D8B030D-6E8A-4147-A177-3AD203B41FA5}">
                      <a16:colId xmlns:a16="http://schemas.microsoft.com/office/drawing/2014/main" val="20002"/>
                    </a:ext>
                  </a:extLst>
                </a:gridCol>
                <a:gridCol w="536660">
                  <a:extLst>
                    <a:ext uri="{9D8B030D-6E8A-4147-A177-3AD203B41FA5}">
                      <a16:colId xmlns:a16="http://schemas.microsoft.com/office/drawing/2014/main" val="20003"/>
                    </a:ext>
                  </a:extLst>
                </a:gridCol>
                <a:gridCol w="490471">
                  <a:extLst>
                    <a:ext uri="{9D8B030D-6E8A-4147-A177-3AD203B41FA5}">
                      <a16:colId xmlns:a16="http://schemas.microsoft.com/office/drawing/2014/main" val="20005"/>
                    </a:ext>
                  </a:extLst>
                </a:gridCol>
                <a:gridCol w="653676">
                  <a:extLst>
                    <a:ext uri="{9D8B030D-6E8A-4147-A177-3AD203B41FA5}">
                      <a16:colId xmlns:a16="http://schemas.microsoft.com/office/drawing/2014/main" val="20007"/>
                    </a:ext>
                  </a:extLst>
                </a:gridCol>
              </a:tblGrid>
              <a:tr h="0">
                <a:tc gridSpan="5">
                  <a:txBody>
                    <a:bodyPr/>
                    <a:lstStyle/>
                    <a:p>
                      <a:pPr marL="0" marR="0" lvl="0" indent="0" algn="ctr" rtl="0">
                        <a:spcBef>
                          <a:spcPts val="0"/>
                        </a:spcBef>
                        <a:spcAft>
                          <a:spcPts val="0"/>
                        </a:spcAft>
                        <a:buNone/>
                      </a:pPr>
                      <a:r>
                        <a:rPr lang="en-US" sz="800" dirty="0"/>
                        <a:t>GMP : STAR</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gridSpan="2">
                  <a:txBody>
                    <a:bodyPr/>
                    <a:lstStyle/>
                    <a:p>
                      <a:pPr marL="0" marR="0" lvl="0" indent="0" algn="ctr" rtl="0">
                        <a:spcBef>
                          <a:spcPts val="0"/>
                        </a:spcBef>
                        <a:spcAft>
                          <a:spcPts val="0"/>
                        </a:spcAft>
                        <a:buNone/>
                      </a:pPr>
                      <a:r>
                        <a:rPr lang="en-US" sz="800" b="1" dirty="0"/>
                        <a:t>ILS 32L/R</a:t>
                      </a:r>
                      <a:endParaRPr sz="800" b="1" dirty="0"/>
                    </a:p>
                  </a:txBody>
                  <a:tcPr marL="36000" marR="36000" marT="36000" marB="36000" anchor="ctr"/>
                </a:tc>
                <a:tc hMerge="1">
                  <a:txBody>
                    <a:bodyPr/>
                    <a:lstStyle/>
                    <a:p>
                      <a:endParaRPr lang="ko-Kore-KR"/>
                    </a:p>
                  </a:txBody>
                  <a:tcPr/>
                </a:tc>
                <a:tc>
                  <a:txBody>
                    <a:bodyPr/>
                    <a:lstStyle/>
                    <a:p>
                      <a:pPr algn="ctr"/>
                      <a:r>
                        <a:rPr lang="en-US" sz="800" b="1"/>
                        <a:t>GUKDO xT</a:t>
                      </a:r>
                      <a:endParaRPr lang="ko-Kore-KR"/>
                    </a:p>
                  </a:txBody>
                  <a:tcPr marL="36000" marR="36000" marT="36000" marB="36000" anchor="ctr"/>
                </a:tc>
                <a:tc>
                  <a:txBody>
                    <a:bodyPr/>
                    <a:lstStyle/>
                    <a:p>
                      <a:pPr marL="0" marR="0" lvl="0" indent="0" algn="ctr" rtl="0">
                        <a:spcBef>
                          <a:spcPts val="0"/>
                        </a:spcBef>
                        <a:spcAft>
                          <a:spcPts val="0"/>
                        </a:spcAft>
                        <a:buNone/>
                      </a:pPr>
                      <a:r>
                        <a:rPr lang="en-US" sz="800" b="1"/>
                        <a:t>BUMSI</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1"/>
                  </a:ext>
                </a:extLst>
              </a:tr>
              <a:tr h="101600">
                <a:tc gridSpan="2">
                  <a:txBody>
                    <a:bodyPr/>
                    <a:lstStyle/>
                    <a:p>
                      <a:pPr marL="0" marR="0" lvl="0" indent="0" algn="ctr" rtl="0">
                        <a:spcBef>
                          <a:spcPts val="0"/>
                        </a:spcBef>
                        <a:spcAft>
                          <a:spcPts val="0"/>
                        </a:spcAft>
                        <a:buNone/>
                      </a:pPr>
                      <a:r>
                        <a:rPr lang="en-US" sz="800" b="1" dirty="0"/>
                        <a:t>ILS 14R</a:t>
                      </a:r>
                      <a:endParaRPr sz="800" b="1" dirty="0"/>
                    </a:p>
                  </a:txBody>
                  <a:tcPr marL="36000" marR="36000" marT="36000" marB="36000" anchor="ctr"/>
                </a:tc>
                <a:tc hMerge="1">
                  <a:txBody>
                    <a:bodyPr/>
                    <a:lstStyle/>
                    <a:p>
                      <a:endParaRPr lang="ko-Kore-KR"/>
                    </a:p>
                  </a:txBody>
                  <a:tcPr/>
                </a:tc>
                <a:tc>
                  <a:txBody>
                    <a:bodyPr/>
                    <a:lstStyle/>
                    <a:p>
                      <a:pPr algn="ctr"/>
                      <a:r>
                        <a:rPr lang="en-US" sz="800" b="1" dirty="0"/>
                        <a:t>GUKDO </a:t>
                      </a:r>
                      <a:r>
                        <a:rPr lang="en-US" sz="800" b="1" dirty="0" err="1"/>
                        <a:t>xU</a:t>
                      </a:r>
                      <a:endParaRPr lang="ko-Kore-KR" dirty="0"/>
                    </a:p>
                  </a:txBody>
                  <a:tcPr marL="36000" marR="36000" marT="36000" marB="36000" anchor="ctr"/>
                </a:tc>
                <a:tc>
                  <a:txBody>
                    <a:bodyPr/>
                    <a:lstStyle/>
                    <a:p>
                      <a:pPr marL="0" marR="0" lvl="0" indent="0" algn="ctr" rtl="0">
                        <a:spcBef>
                          <a:spcPts val="0"/>
                        </a:spcBef>
                        <a:spcAft>
                          <a:spcPts val="0"/>
                        </a:spcAft>
                        <a:buNone/>
                      </a:pPr>
                      <a:r>
                        <a:rPr lang="en-US" sz="800" b="1"/>
                        <a:t>DOKDO</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160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4">
                  <a:txBody>
                    <a:bodyPr/>
                    <a:lstStyle/>
                    <a:p>
                      <a:pPr marL="0" marR="0" lvl="0" indent="0" algn="l" rtl="0">
                        <a:spcBef>
                          <a:spcPts val="0"/>
                        </a:spcBef>
                        <a:spcAft>
                          <a:spcPts val="0"/>
                        </a:spcAft>
                        <a:buNone/>
                      </a:pPr>
                      <a:r>
                        <a:rPr lang="en-US" sz="800" dirty="0"/>
                        <a:t>KIP /8(RWY 32), YJU R271, P73 /2</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01600">
                <a:tc gridSpan="5">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32L : D3(6532’), E2(9117’), 32R </a:t>
                      </a:r>
                      <a:r>
                        <a:rPr lang="en-US" altLang="ko-Kore-KR" sz="800" b="1" dirty="0">
                          <a:solidFill>
                            <a:srgbClr val="C00000"/>
                          </a:solidFill>
                          <a:latin typeface="Calibri"/>
                          <a:ea typeface="Calibri"/>
                          <a:cs typeface="Calibri"/>
                          <a:sym typeface="Calibri"/>
                        </a:rPr>
                        <a:t>(No CL L/T)</a:t>
                      </a:r>
                      <a:r>
                        <a:rPr lang="en-US" altLang="ko-Kore-KR" sz="800" b="1" dirty="0">
                          <a:solidFill>
                            <a:schemeClr val="dk1"/>
                          </a:solidFill>
                          <a:latin typeface="Calibri"/>
                          <a:ea typeface="Calibri"/>
                          <a:cs typeface="Calibri"/>
                          <a:sym typeface="Calibri"/>
                        </a:rPr>
                        <a:t> </a:t>
                      </a:r>
                      <a:r>
                        <a:rPr lang="en-US" sz="800" b="1" dirty="0">
                          <a:solidFill>
                            <a:schemeClr val="dk1"/>
                          </a:solidFill>
                          <a:latin typeface="Calibri"/>
                          <a:ea typeface="Calibri"/>
                          <a:cs typeface="Calibri"/>
                          <a:sym typeface="Calibri"/>
                        </a:rPr>
                        <a:t>: E1(6614’)</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14R : C1(6578’)</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101600">
                <a:tc gridSpan="5">
                  <a:txBody>
                    <a:bodyPr/>
                    <a:lstStyle/>
                    <a:p>
                      <a:pPr marL="0" marR="0" lvl="0" indent="0" algn="l" rtl="0">
                        <a:spcBef>
                          <a:spcPts val="0"/>
                        </a:spcBef>
                        <a:spcAft>
                          <a:spcPts val="0"/>
                        </a:spcAft>
                        <a:buNone/>
                      </a:pPr>
                      <a:r>
                        <a:rPr lang="en-US" sz="800" dirty="0">
                          <a:latin typeface="Calibri"/>
                          <a:ea typeface="Calibri"/>
                          <a:cs typeface="Calibri"/>
                          <a:sym typeface="Calibri"/>
                        </a:rPr>
                        <a:t>32L/R : 8 KIP L/G, 14R : LOC CAPT L/G</a:t>
                      </a:r>
                      <a:endParaRPr dirty="0"/>
                    </a:p>
                    <a:p>
                      <a:pPr marL="0" marR="0" lvl="0" indent="0" algn="l" rtl="0">
                        <a:spcBef>
                          <a:spcPts val="0"/>
                        </a:spcBef>
                        <a:spcAft>
                          <a:spcPts val="0"/>
                        </a:spcAft>
                        <a:buNone/>
                      </a:pPr>
                      <a:r>
                        <a:rPr lang="en-US" sz="800" dirty="0">
                          <a:latin typeface="Calibri"/>
                          <a:ea typeface="Calibri"/>
                          <a:cs typeface="Calibri"/>
                          <a:sym typeface="Calibri"/>
                        </a:rPr>
                        <a:t>FAF : Final Flap</a:t>
                      </a:r>
                      <a:endParaRPr dirty="0"/>
                    </a:p>
                    <a:p>
                      <a:pPr marL="0" marR="0" lvl="0" indent="0" algn="l" rtl="0">
                        <a:spcBef>
                          <a:spcPts val="0"/>
                        </a:spcBef>
                        <a:spcAft>
                          <a:spcPts val="0"/>
                        </a:spcAft>
                        <a:buNone/>
                      </a:pPr>
                      <a:r>
                        <a:rPr lang="en-US" sz="800" dirty="0">
                          <a:latin typeface="Calibri"/>
                          <a:ea typeface="Calibri"/>
                          <a:cs typeface="Calibri"/>
                          <a:sym typeface="Calibri"/>
                        </a:rPr>
                        <a:t>TWR -&gt; GND -&gt; APRON (All by ATC)</a:t>
                      </a:r>
                      <a:endParaRPr dirty="0"/>
                    </a:p>
                    <a:p>
                      <a:pPr marL="0" marR="0" lvl="0" indent="0" algn="l" rtl="0">
                        <a:spcBef>
                          <a:spcPts val="0"/>
                        </a:spcBef>
                        <a:spcAft>
                          <a:spcPts val="0"/>
                        </a:spcAft>
                        <a:buNone/>
                      </a:pPr>
                      <a:r>
                        <a:rPr lang="en-US" sz="800" dirty="0">
                          <a:latin typeface="Calibri"/>
                          <a:ea typeface="Calibri"/>
                          <a:cs typeface="Calibri"/>
                          <a:sym typeface="Calibri"/>
                        </a:rPr>
                        <a:t>Except RWY14R Landing (Until 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bl>
          </a:graphicData>
        </a:graphic>
      </p:graphicFrame>
      <p:graphicFrame>
        <p:nvGraphicFramePr>
          <p:cNvPr id="157" name="Google Shape;157;p5"/>
          <p:cNvGraphicFramePr/>
          <p:nvPr>
            <p:extLst>
              <p:ext uri="{D42A27DB-BD31-4B8C-83A1-F6EECF244321}">
                <p14:modId xmlns:p14="http://schemas.microsoft.com/office/powerpoint/2010/main" val="317308346"/>
              </p:ext>
            </p:extLst>
          </p:nvPr>
        </p:nvGraphicFramePr>
        <p:xfrm>
          <a:off x="-2501" y="16504"/>
          <a:ext cx="2328850" cy="568240"/>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32950">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RKSS(GMP) 59ft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301450">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dirty="0"/>
                    </a:p>
                    <a:p>
                      <a:pPr marL="0" marR="0" lvl="0" indent="0" algn="ctr" rtl="0">
                        <a:spcBef>
                          <a:spcPts val="0"/>
                        </a:spcBef>
                        <a:spcAft>
                          <a:spcPts val="0"/>
                        </a:spcAft>
                        <a:buNone/>
                      </a:pPr>
                      <a:r>
                        <a:rPr lang="en-US" sz="700" dirty="0">
                          <a:solidFill>
                            <a:srgbClr val="FF0000"/>
                          </a:solidFill>
                        </a:rPr>
                        <a:t>DCL -5분</a:t>
                      </a:r>
                      <a:endParaRPr sz="700" dirty="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GMP 131.15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158" name="Google Shape;158;p5"/>
          <p:cNvSpPr txBox="1"/>
          <p:nvPr/>
        </p:nvSpPr>
        <p:spPr>
          <a:xfrm>
            <a:off x="-35514" y="602871"/>
            <a:ext cx="1666195" cy="492402"/>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800" dirty="0" err="1">
                <a:latin typeface="Calibri"/>
                <a:ea typeface="Calibri"/>
                <a:cs typeface="Calibri"/>
                <a:sym typeface="Calibri"/>
              </a:rPr>
              <a:t>Rwy</a:t>
            </a:r>
            <a:r>
              <a:rPr lang="en-US" sz="800" dirty="0">
                <a:latin typeface="Calibri"/>
                <a:ea typeface="Calibri"/>
                <a:cs typeface="Calibri"/>
                <a:sym typeface="Calibri"/>
              </a:rPr>
              <a:t> 32L </a:t>
            </a:r>
            <a:r>
              <a:rPr lang="en-US" sz="1000" b="1" dirty="0">
                <a:solidFill>
                  <a:srgbClr val="C00000"/>
                </a:solidFill>
                <a:latin typeface="Calibri"/>
                <a:ea typeface="Calibri"/>
                <a:cs typeface="Calibri"/>
                <a:sym typeface="Calibri"/>
              </a:rPr>
              <a:t>Landing</a:t>
            </a:r>
            <a:r>
              <a:rPr lang="en-US" sz="800" b="1" dirty="0">
                <a:solidFill>
                  <a:schemeClr val="dk1"/>
                </a:solidFill>
                <a:latin typeface="Calibri"/>
                <a:ea typeface="Calibri"/>
                <a:cs typeface="Calibri"/>
                <a:sym typeface="Calibri"/>
              </a:rPr>
              <a:t> </a:t>
            </a:r>
            <a:endParaRPr b="1" dirty="0"/>
          </a:p>
          <a:p>
            <a:pPr marL="0" marR="0" lvl="0" indent="0" algn="l" rtl="0">
              <a:spcBef>
                <a:spcPts val="0"/>
              </a:spcBef>
              <a:spcAft>
                <a:spcPts val="0"/>
              </a:spcAft>
              <a:buNone/>
            </a:pPr>
            <a:r>
              <a:rPr lang="en-US" sz="800" dirty="0">
                <a:latin typeface="Calibri"/>
                <a:ea typeface="Calibri"/>
                <a:cs typeface="Calibri"/>
                <a:sym typeface="Calibri"/>
              </a:rPr>
              <a:t>(06:00L~0900L / 12:00L~15:00L /18:00L~21:00L)</a:t>
            </a:r>
            <a:endParaRPr dirty="0"/>
          </a:p>
        </p:txBody>
      </p:sp>
      <p:pic>
        <p:nvPicPr>
          <p:cNvPr id="168" name="Google Shape;168;p5"/>
          <p:cNvPicPr preferRelativeResize="0"/>
          <p:nvPr/>
        </p:nvPicPr>
        <p:blipFill rotWithShape="1">
          <a:blip r:embed="rId5">
            <a:alphaModFix/>
          </a:blip>
          <a:srcRect/>
          <a:stretch/>
        </p:blipFill>
        <p:spPr>
          <a:xfrm>
            <a:off x="0" y="2388241"/>
            <a:ext cx="1056807" cy="719976"/>
          </a:xfrm>
          <a:prstGeom prst="rect">
            <a:avLst/>
          </a:prstGeom>
          <a:noFill/>
          <a:ln>
            <a:noFill/>
          </a:ln>
        </p:spPr>
      </p:pic>
      <p:pic>
        <p:nvPicPr>
          <p:cNvPr id="3" name="그림 2" descr="텍스트, 시계이(가) 표시된 사진&#10;&#10;자동 생성된 설명">
            <a:extLst>
              <a:ext uri="{FF2B5EF4-FFF2-40B4-BE49-F238E27FC236}">
                <a16:creationId xmlns:a16="http://schemas.microsoft.com/office/drawing/2014/main" id="{55C3732C-B99F-06C8-0284-40550C1D6F87}"/>
              </a:ext>
            </a:extLst>
          </p:cNvPr>
          <p:cNvPicPr>
            <a:picLocks noChangeAspect="1"/>
          </p:cNvPicPr>
          <p:nvPr/>
        </p:nvPicPr>
        <p:blipFill>
          <a:blip r:embed="rId6"/>
          <a:stretch>
            <a:fillRect/>
          </a:stretch>
        </p:blipFill>
        <p:spPr>
          <a:xfrm>
            <a:off x="1602416" y="584746"/>
            <a:ext cx="492402" cy="492402"/>
          </a:xfrm>
          <a:prstGeom prst="rect">
            <a:avLst/>
          </a:prstGeom>
        </p:spPr>
      </p:pic>
      <p:sp>
        <p:nvSpPr>
          <p:cNvPr id="2" name="TextBox 1">
            <a:extLst>
              <a:ext uri="{FF2B5EF4-FFF2-40B4-BE49-F238E27FC236}">
                <a16:creationId xmlns:a16="http://schemas.microsoft.com/office/drawing/2014/main" id="{102DFD9A-3DE5-9849-C4DF-4F8F47DFC0AA}"/>
              </a:ext>
            </a:extLst>
          </p:cNvPr>
          <p:cNvSpPr txBox="1"/>
          <p:nvPr/>
        </p:nvSpPr>
        <p:spPr>
          <a:xfrm>
            <a:off x="1268244" y="3167422"/>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4" name="직사각형 3">
            <a:hlinkClick r:id="" action="ppaction://hlinkshowjump?jump=firstslide"/>
            <a:extLst>
              <a:ext uri="{FF2B5EF4-FFF2-40B4-BE49-F238E27FC236}">
                <a16:creationId xmlns:a16="http://schemas.microsoft.com/office/drawing/2014/main" id="{D08367DE-04CA-9C27-2F38-9B696219DB2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232"/>
        <p:cNvGrpSpPr/>
        <p:nvPr/>
      </p:nvGrpSpPr>
      <p:grpSpPr>
        <a:xfrm>
          <a:off x="0" y="0"/>
          <a:ext cx="0" cy="0"/>
          <a:chOff x="0" y="0"/>
          <a:chExt cx="0" cy="0"/>
        </a:xfrm>
      </p:grpSpPr>
      <p:graphicFrame>
        <p:nvGraphicFramePr>
          <p:cNvPr id="234" name="Google Shape;234;p12"/>
          <p:cNvGraphicFramePr/>
          <p:nvPr>
            <p:extLst>
              <p:ext uri="{D42A27DB-BD31-4B8C-83A1-F6EECF244321}">
                <p14:modId xmlns:p14="http://schemas.microsoft.com/office/powerpoint/2010/main" val="3532354565"/>
              </p:ext>
            </p:extLst>
          </p:nvPr>
        </p:nvGraphicFramePr>
        <p:xfrm>
          <a:off x="0" y="639107"/>
          <a:ext cx="2339850"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76800">
                  <a:extLst>
                    <a:ext uri="{9D8B030D-6E8A-4147-A177-3AD203B41FA5}">
                      <a16:colId xmlns:a16="http://schemas.microsoft.com/office/drawing/2014/main" val="20001"/>
                    </a:ext>
                  </a:extLst>
                </a:gridCol>
                <a:gridCol w="339600">
                  <a:extLst>
                    <a:ext uri="{9D8B030D-6E8A-4147-A177-3AD203B41FA5}">
                      <a16:colId xmlns:a16="http://schemas.microsoft.com/office/drawing/2014/main" val="20002"/>
                    </a:ext>
                  </a:extLst>
                </a:gridCol>
                <a:gridCol w="145375">
                  <a:extLst>
                    <a:ext uri="{9D8B030D-6E8A-4147-A177-3AD203B41FA5}">
                      <a16:colId xmlns:a16="http://schemas.microsoft.com/office/drawing/2014/main" val="20003"/>
                    </a:ext>
                  </a:extLst>
                </a:gridCol>
                <a:gridCol w="467475">
                  <a:extLst>
                    <a:ext uri="{9D8B030D-6E8A-4147-A177-3AD203B41FA5}">
                      <a16:colId xmlns:a16="http://schemas.microsoft.com/office/drawing/2014/main" val="20004"/>
                    </a:ext>
                  </a:extLst>
                </a:gridCol>
                <a:gridCol w="169800">
                  <a:extLst>
                    <a:ext uri="{9D8B030D-6E8A-4147-A177-3AD203B41FA5}">
                      <a16:colId xmlns:a16="http://schemas.microsoft.com/office/drawing/2014/main" val="2834092124"/>
                    </a:ext>
                  </a:extLst>
                </a:gridCol>
                <a:gridCol w="778600">
                  <a:extLst>
                    <a:ext uri="{9D8B030D-6E8A-4147-A177-3AD203B41FA5}">
                      <a16:colId xmlns:a16="http://schemas.microsoft.com/office/drawing/2014/main" val="20007"/>
                    </a:ext>
                  </a:extLst>
                </a:gridCol>
              </a:tblGrid>
              <a:tr h="0">
                <a:tc gridSpan="7">
                  <a:txBody>
                    <a:bodyPr/>
                    <a:lstStyle/>
                    <a:p>
                      <a:pPr marL="0" marR="0" lvl="0" indent="0" algn="ctr" rtl="0">
                        <a:spcBef>
                          <a:spcPts val="0"/>
                        </a:spcBef>
                        <a:spcAft>
                          <a:spcPts val="0"/>
                        </a:spcAft>
                        <a:buNone/>
                      </a:pPr>
                      <a:r>
                        <a:rPr lang="en-US" sz="800" dirty="0"/>
                        <a:t>CJU : SID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xE</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066 </a:t>
                      </a:r>
                      <a:r>
                        <a:rPr lang="en-US" sz="800" b="1" dirty="0">
                          <a:solidFill>
                            <a:srgbClr val="0070C0"/>
                          </a:solidFill>
                        </a:rPr>
                        <a:t>ALT 9000</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25</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AKPON xW</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246 </a:t>
                      </a:r>
                      <a:r>
                        <a:rPr lang="en-US" sz="800" b="1" dirty="0">
                          <a:solidFill>
                            <a:srgbClr val="0070C0"/>
                          </a:solidFill>
                        </a:rPr>
                        <a:t>ALT ATC</a:t>
                      </a:r>
                      <a:endParaRPr sz="800" b="1" dirty="0">
                        <a:solidFill>
                          <a:srgbClr val="0070C0"/>
                        </a:solidFill>
                      </a:endParaRPr>
                    </a:p>
                  </a:txBody>
                  <a:tcPr marL="36000" marR="36000" marT="36000" marB="36000" anchor="ct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YDM 109.0</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07 109.9</a:t>
                      </a:r>
                      <a:endParaRPr dirty="0"/>
                    </a:p>
                  </a:txBody>
                  <a:tcPr marL="36000" marR="36000" marT="36000" marB="36000" anchor="ctr"/>
                </a:tc>
                <a:tc hMerge="1">
                  <a:txBody>
                    <a:bodyPr/>
                    <a:lstStyle/>
                    <a:p>
                      <a:endParaRPr lang="ko-Kore-KR"/>
                    </a:p>
                  </a:txBody>
                  <a:tcPr/>
                </a:tc>
                <a:tc hMerge="1">
                  <a:txBody>
                    <a:bodyPr/>
                    <a:lstStyle/>
                    <a:p>
                      <a:endParaRPr lang="ko-Kore-KR" altLang="en-US"/>
                    </a:p>
                  </a:txBody>
                  <a:tcP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dirty="0">
                          <a:solidFill>
                            <a:srgbClr val="C00000"/>
                          </a:solidFill>
                        </a:rPr>
                        <a:t>25 111.3</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3">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07 : NONE</a:t>
                      </a: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defTabSz="116449" rtl="0" eaLnBrk="1" fontAlgn="auto" latinLnBrk="0" hangingPunct="1">
                        <a:lnSpc>
                          <a:spcPct val="100000"/>
                        </a:lnSpc>
                        <a:spcBef>
                          <a:spcPts val="0"/>
                        </a:spcBef>
                        <a:spcAft>
                          <a:spcPts val="0"/>
                        </a:spcAft>
                        <a:buClr>
                          <a:srgbClr val="00B050"/>
                        </a:buClr>
                        <a:buSzPts val="800"/>
                        <a:buFont typeface="Calibri"/>
                        <a:buNone/>
                        <a:tabLst/>
                        <a:defRPr/>
                      </a:pPr>
                      <a:r>
                        <a:rPr lang="en-US" altLang="ko-Kore-KR" sz="800" dirty="0"/>
                        <a:t>25 : YDM246/3, R290</a:t>
                      </a:r>
                    </a:p>
                  </a:txBody>
                  <a:tcPr marL="36000" marR="36000" marT="36000" marB="36000" anchor="ct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07 : Passing G4 CTC TWR </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25 : 31 Holding PSN on P, E1,2,3 CTC TWR</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35" name="Google Shape;235;p12"/>
          <p:cNvGraphicFramePr/>
          <p:nvPr>
            <p:extLst>
              <p:ext uri="{D42A27DB-BD31-4B8C-83A1-F6EECF244321}">
                <p14:modId xmlns:p14="http://schemas.microsoft.com/office/powerpoint/2010/main" val="4171769753"/>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3">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CJU 129.4</a:t>
                      </a:r>
                      <a:endParaRPr/>
                    </a:p>
                    <a:p>
                      <a:pPr marL="0" marR="0" lvl="0" indent="0" algn="ctr" rtl="0">
                        <a:spcBef>
                          <a:spcPts val="0"/>
                        </a:spcBef>
                        <a:spcAft>
                          <a:spcPts val="0"/>
                        </a:spcAft>
                        <a:buNone/>
                      </a:pPr>
                      <a:r>
                        <a:rPr lang="en-US" sz="700">
                          <a:solidFill>
                            <a:srgbClr val="FF0000"/>
                          </a:solidFill>
                        </a:rPr>
                        <a:t>DCL -10분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pic>
        <p:nvPicPr>
          <p:cNvPr id="238" name="Google Shape;238;p12"/>
          <p:cNvPicPr preferRelativeResize="0"/>
          <p:nvPr/>
        </p:nvPicPr>
        <p:blipFill rotWithShape="1">
          <a:blip r:embed="rId5">
            <a:alphaModFix/>
          </a:blip>
          <a:srcRect/>
          <a:stretch/>
        </p:blipFill>
        <p:spPr>
          <a:xfrm>
            <a:off x="-3340" y="1970629"/>
            <a:ext cx="1511235" cy="828243"/>
          </a:xfrm>
          <a:prstGeom prst="rect">
            <a:avLst/>
          </a:prstGeom>
          <a:noFill/>
          <a:ln>
            <a:noFill/>
          </a:ln>
        </p:spPr>
      </p:pic>
      <p:graphicFrame>
        <p:nvGraphicFramePr>
          <p:cNvPr id="3" name="Google Shape;137;p4">
            <a:extLst>
              <a:ext uri="{FF2B5EF4-FFF2-40B4-BE49-F238E27FC236}">
                <a16:creationId xmlns:a16="http://schemas.microsoft.com/office/drawing/2014/main" id="{C219BCFB-D529-B116-FE7F-CEFD0CAC2DD7}"/>
              </a:ext>
            </a:extLst>
          </p:cNvPr>
          <p:cNvGraphicFramePr/>
          <p:nvPr>
            <p:extLst>
              <p:ext uri="{D42A27DB-BD31-4B8C-83A1-F6EECF244321}">
                <p14:modId xmlns:p14="http://schemas.microsoft.com/office/powerpoint/2010/main" val="2667764376"/>
              </p:ext>
            </p:extLst>
          </p:nvPr>
        </p:nvGraphicFramePr>
        <p:xfrm>
          <a:off x="-3340" y="4109513"/>
          <a:ext cx="2339140" cy="1426810"/>
        </p:xfrm>
        <a:graphic>
          <a:graphicData uri="http://schemas.openxmlformats.org/drawingml/2006/table">
            <a:tbl>
              <a:tblPr firstRow="1" bandRow="1">
                <a:noFill/>
                <a:tableStyleId>{A521BE36-7E6F-4EC9-8D66-1CF97A6895EC}</a:tableStyleId>
              </a:tblPr>
              <a:tblGrid>
                <a:gridCol w="393866">
                  <a:extLst>
                    <a:ext uri="{9D8B030D-6E8A-4147-A177-3AD203B41FA5}">
                      <a16:colId xmlns:a16="http://schemas.microsoft.com/office/drawing/2014/main" val="20000"/>
                    </a:ext>
                  </a:extLst>
                </a:gridCol>
                <a:gridCol w="512515">
                  <a:extLst>
                    <a:ext uri="{9D8B030D-6E8A-4147-A177-3AD203B41FA5}">
                      <a16:colId xmlns:a16="http://schemas.microsoft.com/office/drawing/2014/main" val="20001"/>
                    </a:ext>
                  </a:extLst>
                </a:gridCol>
                <a:gridCol w="460134">
                  <a:extLst>
                    <a:ext uri="{9D8B030D-6E8A-4147-A177-3AD203B41FA5}">
                      <a16:colId xmlns:a16="http://schemas.microsoft.com/office/drawing/2014/main" val="20003"/>
                    </a:ext>
                  </a:extLst>
                </a:gridCol>
                <a:gridCol w="972625">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altLang="ko-KR" sz="800" b="1" dirty="0"/>
                        <a:t>ANROD</a:t>
                      </a:r>
                      <a:endParaRPr sz="458" b="1" dirty="0"/>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GAYHA x</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ANROD</a:t>
                      </a:r>
                      <a:endParaRPr sz="458" b="1" dirty="0"/>
                    </a:p>
                  </a:txBody>
                  <a:tcPr marL="36000" marR="36000" marT="36000" marB="36000" anchor="ctr"/>
                </a:tc>
                <a:tc>
                  <a:txBody>
                    <a:bodyPr/>
                    <a:lstStyle/>
                    <a:p>
                      <a:pPr marL="0" marR="0" lvl="0" indent="0" algn="ctr" rtl="0">
                        <a:spcBef>
                          <a:spcPts val="0"/>
                        </a:spcBef>
                        <a:spcAft>
                          <a:spcPts val="0"/>
                        </a:spcAft>
                        <a:buNone/>
                      </a:pPr>
                      <a:r>
                        <a:rPr lang="en-US" altLang="ko-Kore-KR" sz="800" b="1" dirty="0">
                          <a:solidFill>
                            <a:srgbClr val="C00000"/>
                          </a:solidFill>
                          <a:hlinkClick r:id="rId6"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rgbClr val="00B050"/>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sp>
        <p:nvSpPr>
          <p:cNvPr id="4" name="TextBox 3">
            <a:extLst>
              <a:ext uri="{FF2B5EF4-FFF2-40B4-BE49-F238E27FC236}">
                <a16:creationId xmlns:a16="http://schemas.microsoft.com/office/drawing/2014/main" id="{59282C91-A9AE-BCC9-5FEC-78765E574F0D}"/>
              </a:ext>
            </a:extLst>
          </p:cNvPr>
          <p:cNvSpPr txBox="1"/>
          <p:nvPr/>
        </p:nvSpPr>
        <p:spPr>
          <a:xfrm>
            <a:off x="1268244" y="3416278"/>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3F183D78-F73C-097D-0450-1B0DF23C0E75}"/>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8"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242"/>
        <p:cNvGrpSpPr/>
        <p:nvPr/>
      </p:nvGrpSpPr>
      <p:grpSpPr>
        <a:xfrm>
          <a:off x="0" y="0"/>
          <a:ext cx="0" cy="0"/>
          <a:chOff x="0" y="0"/>
          <a:chExt cx="0" cy="0"/>
        </a:xfrm>
      </p:grpSpPr>
      <p:graphicFrame>
        <p:nvGraphicFramePr>
          <p:cNvPr id="244" name="Google Shape;244;p13"/>
          <p:cNvGraphicFramePr/>
          <p:nvPr>
            <p:extLst>
              <p:ext uri="{D42A27DB-BD31-4B8C-83A1-F6EECF244321}">
                <p14:modId xmlns:p14="http://schemas.microsoft.com/office/powerpoint/2010/main" val="2416971996"/>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u="none" strike="noStrike" cap="none" dirty="0">
                          <a:solidFill>
                            <a:schemeClr val="tx1"/>
                          </a:solidFill>
                          <a:hlinkClick r:id="rId4">
                            <a:extLst>
                              <a:ext uri="{A12FA001-AC4F-418D-AE19-62706E023703}">
                                <ahyp:hlinkClr xmlns:ahyp="http://schemas.microsoft.com/office/drawing/2018/hyperlinkcolor" val="tx"/>
                              </a:ext>
                            </a:extLst>
                          </a:hlinkClick>
                        </a:rPr>
                        <a:t>RKPC(CJU) 119ft</a:t>
                      </a:r>
                      <a:endParaRPr lang="en-US" altLang="ko-Kore-KR" sz="1300" u="none" strike="noStrike" cap="none"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CJU 129.4</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47" name="Google Shape;247;p13"/>
          <p:cNvGraphicFramePr/>
          <p:nvPr>
            <p:extLst>
              <p:ext uri="{D42A27DB-BD31-4B8C-83A1-F6EECF244321}">
                <p14:modId xmlns:p14="http://schemas.microsoft.com/office/powerpoint/2010/main" val="2041992512"/>
              </p:ext>
            </p:extLst>
          </p:nvPr>
        </p:nvGraphicFramePr>
        <p:xfrm>
          <a:off x="0" y="630013"/>
          <a:ext cx="2330925" cy="142681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a:solidFill>
                            <a:srgbClr val="0070C0"/>
                          </a:solidFill>
                        </a:rPr>
                        <a:t>SOORO x</a:t>
                      </a:r>
                      <a:endParaRPr/>
                    </a:p>
                    <a:p>
                      <a:pPr marL="0" marR="0" lvl="0" indent="0" algn="ctr" rtl="0">
                        <a:spcBef>
                          <a:spcPts val="0"/>
                        </a:spcBef>
                        <a:spcAft>
                          <a:spcPts val="0"/>
                        </a:spcAft>
                        <a:buNone/>
                      </a:pPr>
                      <a:r>
                        <a:rPr lang="en-US" sz="800" b="1">
                          <a:solidFill>
                            <a:srgbClr val="0070C0"/>
                          </a:solidFill>
                        </a:rPr>
                        <a:t>TOPAX tx</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280 </a:t>
                      </a:r>
                      <a:r>
                        <a:rPr lang="en-US" sz="800" b="1" dirty="0">
                          <a:solidFill>
                            <a:srgbClr val="0070C0"/>
                          </a:solidFill>
                        </a:rPr>
                        <a:t>ALT ATC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BULIM x</a:t>
                      </a:r>
                      <a:endParaRPr dirty="0"/>
                    </a:p>
                    <a:p>
                      <a:pPr marL="0" marR="0" lvl="0" indent="0" algn="ctr" rtl="0">
                        <a:spcBef>
                          <a:spcPts val="0"/>
                        </a:spcBef>
                        <a:spcAft>
                          <a:spcPts val="0"/>
                        </a:spcAft>
                        <a:buNone/>
                      </a:pPr>
                      <a:r>
                        <a:rPr lang="en-US" sz="800" b="1" dirty="0">
                          <a:solidFill>
                            <a:srgbClr val="0070C0"/>
                          </a:solidFill>
                        </a:rPr>
                        <a:t>ENGOT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pic>
        <p:nvPicPr>
          <p:cNvPr id="248" name="Google Shape;248;p13"/>
          <p:cNvPicPr preferRelativeResize="0"/>
          <p:nvPr/>
        </p:nvPicPr>
        <p:blipFill rotWithShape="1">
          <a:blip r:embed="rId5">
            <a:alphaModFix/>
          </a:blip>
          <a:srcRect/>
          <a:stretch/>
        </p:blipFill>
        <p:spPr>
          <a:xfrm>
            <a:off x="4472" y="2079661"/>
            <a:ext cx="1559909" cy="651823"/>
          </a:xfrm>
          <a:prstGeom prst="rect">
            <a:avLst/>
          </a:prstGeom>
          <a:noFill/>
          <a:ln>
            <a:noFill/>
          </a:ln>
        </p:spPr>
      </p:pic>
      <p:graphicFrame>
        <p:nvGraphicFramePr>
          <p:cNvPr id="2" name="Google Shape;227;p11">
            <a:extLst>
              <a:ext uri="{FF2B5EF4-FFF2-40B4-BE49-F238E27FC236}">
                <a16:creationId xmlns:a16="http://schemas.microsoft.com/office/drawing/2014/main" id="{04159ABD-A06E-9C8C-66B0-59FD50E49E56}"/>
              </a:ext>
            </a:extLst>
          </p:cNvPr>
          <p:cNvGraphicFramePr/>
          <p:nvPr>
            <p:extLst>
              <p:ext uri="{D42A27DB-BD31-4B8C-83A1-F6EECF244321}">
                <p14:modId xmlns:p14="http://schemas.microsoft.com/office/powerpoint/2010/main" val="3782953954"/>
              </p:ext>
            </p:extLst>
          </p:nvPr>
        </p:nvGraphicFramePr>
        <p:xfrm>
          <a:off x="4472" y="3782789"/>
          <a:ext cx="2326800" cy="1743468"/>
        </p:xfrm>
        <a:graphic>
          <a:graphicData uri="http://schemas.openxmlformats.org/drawingml/2006/table">
            <a:tbl>
              <a:tblPr firstRow="1" bandRow="1">
                <a:noFill/>
                <a:tableStyleId>{A521BE36-7E6F-4EC9-8D66-1CF97A6895EC}</a:tableStyleId>
              </a:tblPr>
              <a:tblGrid>
                <a:gridCol w="406975">
                  <a:extLst>
                    <a:ext uri="{9D8B030D-6E8A-4147-A177-3AD203B41FA5}">
                      <a16:colId xmlns:a16="http://schemas.microsoft.com/office/drawing/2014/main" val="20000"/>
                    </a:ext>
                  </a:extLst>
                </a:gridCol>
                <a:gridCol w="754125">
                  <a:extLst>
                    <a:ext uri="{9D8B030D-6E8A-4147-A177-3AD203B41FA5}">
                      <a16:colId xmlns:a16="http://schemas.microsoft.com/office/drawing/2014/main" val="20001"/>
                    </a:ext>
                  </a:extLst>
                </a:gridCol>
                <a:gridCol w="582850">
                  <a:extLst>
                    <a:ext uri="{9D8B030D-6E8A-4147-A177-3AD203B41FA5}">
                      <a16:colId xmlns:a16="http://schemas.microsoft.com/office/drawing/2014/main" val="20003"/>
                    </a:ext>
                  </a:extLst>
                </a:gridCol>
                <a:gridCol w="582850">
                  <a:extLst>
                    <a:ext uri="{9D8B030D-6E8A-4147-A177-3AD203B41FA5}">
                      <a16:colId xmlns:a16="http://schemas.microsoft.com/office/drawing/2014/main" val="20005"/>
                    </a:ext>
                  </a:extLst>
                </a:gridCol>
              </a:tblGrid>
              <a:tr h="1560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FFFF"/>
                          </a:solidFill>
                          <a:effectLst/>
                          <a:uLnTx/>
                          <a:uFillTx/>
                          <a:latin typeface="Calibri"/>
                          <a:cs typeface="Calibri"/>
                          <a:sym typeface="Arial"/>
                        </a:rPr>
                        <a:t>CJU : STAR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FFC000"/>
                          </a:solidFill>
                          <a:effectLst/>
                          <a:uLnTx/>
                          <a:uFillTx/>
                          <a:latin typeface="Calibri"/>
                          <a:cs typeface="Calibri"/>
                          <a:sym typeface="Arial"/>
                        </a:rPr>
                        <a:t>AFT Merge PT(220kts) DCT IAF(210kts), FAF (160kts)</a:t>
                      </a:r>
                      <a:endParaRPr kumimoji="0" lang="en-US" altLang="ko-Kore-KR" sz="800" b="1" i="0" u="none" strike="noStrike" kern="0" cap="none" spc="0" normalizeH="0" baseline="0" noProof="0" dirty="0">
                        <a:ln>
                          <a:noFill/>
                        </a:ln>
                        <a:solidFill>
                          <a:srgbClr val="FFC000"/>
                        </a:solidFill>
                        <a:effectLst/>
                        <a:uLnTx/>
                        <a:uFillTx/>
                        <a:latin typeface="Calibri"/>
                        <a:cs typeface="Calibri"/>
                        <a:sym typeface="Aria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1800">
                <a:tc>
                  <a:txBody>
                    <a:bodyPr/>
                    <a:lstStyle/>
                    <a:p>
                      <a:pPr marL="0" marR="0" lvl="0" indent="0" algn="ctr" rtl="0">
                        <a:spcBef>
                          <a:spcPts val="0"/>
                        </a:spcBef>
                        <a:spcAft>
                          <a:spcPts val="0"/>
                        </a:spcAft>
                        <a:buNone/>
                      </a:pPr>
                      <a:r>
                        <a:rPr lang="en-US" sz="800" b="1"/>
                        <a:t>ILS Z 07</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xP</a:t>
                      </a:r>
                      <a:endParaRPr sz="458" dirty="0"/>
                    </a:p>
                  </a:txBody>
                  <a:tcPr marL="36000" marR="36000" marT="36000" marB="36000" anchor="ctr"/>
                </a:tc>
                <a:tc>
                  <a:txBody>
                    <a:bodyPr/>
                    <a:lstStyle/>
                    <a:p>
                      <a:pPr marL="0" marR="0" lvl="0" indent="0" algn="ctr" rtl="0">
                        <a:spcBef>
                          <a:spcPts val="0"/>
                        </a:spcBef>
                        <a:spcAft>
                          <a:spcPts val="0"/>
                        </a:spcAft>
                        <a:buNone/>
                      </a:pPr>
                      <a:r>
                        <a:rPr lang="en-US" sz="800" b="1"/>
                        <a:t>YUMIN</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1"/>
                  </a:ext>
                </a:extLst>
              </a:tr>
              <a:tr h="141800">
                <a:tc gridSpan="4">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RNP Y 07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(No LPV)</a:t>
                      </a:r>
                      <a:r>
                        <a:rPr kumimoji="0" lang="en-US" altLang="ko-Kore-KR" sz="700" b="1" i="0" u="none" strike="noStrike" kern="0" cap="none" spc="0" normalizeH="0" baseline="0" noProof="0" dirty="0">
                          <a:ln>
                            <a:noFill/>
                          </a:ln>
                          <a:solidFill>
                            <a:srgbClr val="0070C0"/>
                          </a:solidFill>
                          <a:effectLst/>
                          <a:uLnTx/>
                          <a:uFillTx/>
                          <a:latin typeface="Calibri"/>
                          <a:cs typeface="Calibri"/>
                          <a:sym typeface="Arial"/>
                        </a:rPr>
                        <a:t>, RNP Z 07 AR </a:t>
                      </a:r>
                      <a:r>
                        <a:rPr kumimoji="0" lang="en-US" altLang="ko-Kore-KR" sz="700" b="1" i="0" u="none" strike="noStrike" kern="0" cap="none" spc="0" normalizeH="0" baseline="0" noProof="0" dirty="0">
                          <a:ln>
                            <a:noFill/>
                          </a:ln>
                          <a:solidFill>
                            <a:srgbClr val="C00000"/>
                          </a:solidFill>
                          <a:effectLst/>
                          <a:uLnTx/>
                          <a:uFillTx/>
                          <a:latin typeface="Calibri"/>
                          <a:cs typeface="Calibri"/>
                          <a:sym typeface="Arial"/>
                        </a:rPr>
                        <a:t>(RNP 0.11)</a:t>
                      </a:r>
                      <a:r>
                        <a:rPr kumimoji="0" lang="en-US" altLang="ko-Kore-KR" sz="800" b="1" i="0" u="none" strike="noStrike" kern="0" cap="none" spc="0" normalizeH="0" baseline="0" noProof="0" dirty="0">
                          <a:ln>
                            <a:noFill/>
                          </a:ln>
                          <a:solidFill>
                            <a:srgbClr val="C00000"/>
                          </a:solidFill>
                          <a:effectLst/>
                          <a:uLnTx/>
                          <a:uFillTx/>
                          <a:latin typeface="Calibri"/>
                          <a:cs typeface="Calibri"/>
                          <a:sym typeface="Arial"/>
                        </a:rPr>
                        <a:t> </a:t>
                      </a:r>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ctr" rtl="0">
                        <a:spcBef>
                          <a:spcPts val="0"/>
                        </a:spcBef>
                        <a:spcAft>
                          <a:spcPts val="0"/>
                        </a:spcAft>
                        <a:buNone/>
                      </a:pPr>
                      <a:endParaRPr sz="458"/>
                    </a:p>
                  </a:txBody>
                  <a:tcPr marL="36000" marR="36000" marT="36000" marB="36000" anchor="ctr"/>
                </a:tc>
                <a:tc hMerge="1">
                  <a:txBody>
                    <a:bodyPr/>
                    <a:lstStyle/>
                    <a:p>
                      <a:pPr marL="0" marR="0" lvl="0" indent="0" algn="l" rtl="0">
                        <a:spcBef>
                          <a:spcPts val="0"/>
                        </a:spcBef>
                        <a:spcAft>
                          <a:spcPts val="0"/>
                        </a:spcAft>
                        <a:buNone/>
                      </a:pPr>
                      <a:endParaRPr sz="458" dirty="0"/>
                    </a:p>
                  </a:txBody>
                  <a:tcPr marL="36000" marR="36000" marT="36000" marB="36000" anchor="ctr"/>
                </a:tc>
                <a:extLst>
                  <a:ext uri="{0D108BD9-81ED-4DB2-BD59-A6C34878D82A}">
                    <a16:rowId xmlns:a16="http://schemas.microsoft.com/office/drawing/2014/main" val="285528768"/>
                  </a:ext>
                </a:extLst>
              </a:tr>
              <a:tr h="141800">
                <a:tc>
                  <a:txBody>
                    <a:bodyPr/>
                    <a:lstStyle/>
                    <a:p>
                      <a:pPr marL="0" marR="0" lvl="0" indent="0" algn="ctr" rtl="0">
                        <a:spcBef>
                          <a:spcPts val="0"/>
                        </a:spcBef>
                        <a:spcAft>
                          <a:spcPts val="0"/>
                        </a:spcAft>
                        <a:buNone/>
                      </a:pPr>
                      <a:r>
                        <a:rPr lang="en-US" sz="800" b="1"/>
                        <a:t>ILS Z 25</a:t>
                      </a:r>
                      <a:endParaRPr sz="800" b="1"/>
                    </a:p>
                  </a:txBody>
                  <a:tcPr marL="36000" marR="36000" marT="36000" marB="36000" anchor="ctr"/>
                </a:tc>
                <a:tc>
                  <a:txBody>
                    <a:bodyPr/>
                    <a:lstStyle/>
                    <a:p>
                      <a:pPr marL="0" marR="0" lvl="0" indent="0" algn="ctr" rtl="0">
                        <a:spcBef>
                          <a:spcPts val="0"/>
                        </a:spcBef>
                        <a:spcAft>
                          <a:spcPts val="0"/>
                        </a:spcAft>
                        <a:buNone/>
                      </a:pPr>
                      <a:r>
                        <a:rPr lang="en-US" sz="800" b="1" dirty="0"/>
                        <a:t>UPGOS </a:t>
                      </a:r>
                      <a:r>
                        <a:rPr lang="en-US" sz="800" b="1" dirty="0" err="1"/>
                        <a:t>xT</a:t>
                      </a:r>
                      <a:r>
                        <a:rPr lang="en-US" sz="800" b="1" dirty="0"/>
                        <a:t>(</a:t>
                      </a:r>
                      <a:r>
                        <a:rPr lang="en-US" sz="800" b="1" dirty="0" err="1"/>
                        <a:t>xM</a:t>
                      </a:r>
                      <a:r>
                        <a:rPr lang="en-US" sz="800" b="1" dirty="0"/>
                        <a:t>)</a:t>
                      </a:r>
                      <a:endParaRPr sz="458" dirty="0"/>
                    </a:p>
                  </a:txBody>
                  <a:tcPr marL="36000" marR="36000" marT="36000" marB="36000" anchor="ctr"/>
                </a:tc>
                <a:tc>
                  <a:txBody>
                    <a:bodyPr/>
                    <a:lstStyle/>
                    <a:p>
                      <a:pPr marL="0" marR="0" lvl="0" indent="0" algn="ctr" rtl="0">
                        <a:spcBef>
                          <a:spcPts val="0"/>
                        </a:spcBef>
                        <a:spcAft>
                          <a:spcPts val="0"/>
                        </a:spcAft>
                        <a:buNone/>
                      </a:pPr>
                      <a:r>
                        <a:rPr lang="en-US" sz="800" b="1"/>
                        <a:t>DUKAL</a:t>
                      </a:r>
                      <a:endParaRPr sz="458"/>
                    </a:p>
                  </a:txBody>
                  <a:tcPr marL="36000" marR="36000" marT="36000" marB="36000" anchor="ctr"/>
                </a:tc>
                <a:tc>
                  <a:txBody>
                    <a:bodyPr/>
                    <a:lstStyle/>
                    <a:p>
                      <a:pPr marL="0" marR="0" lvl="0" indent="0" algn="l" rtl="0">
                        <a:spcBef>
                          <a:spcPts val="0"/>
                        </a:spcBef>
                        <a:spcAft>
                          <a:spcPts val="0"/>
                        </a:spcAft>
                        <a:buNone/>
                      </a:pPr>
                      <a:endParaRPr sz="458"/>
                    </a:p>
                  </a:txBody>
                  <a:tcPr marL="36000" marR="36000" marT="36000" marB="36000" anchor="ctr"/>
                </a:tc>
                <a:extLst>
                  <a:ext uri="{0D108BD9-81ED-4DB2-BD59-A6C34878D82A}">
                    <a16:rowId xmlns:a16="http://schemas.microsoft.com/office/drawing/2014/main" val="10002"/>
                  </a:ext>
                </a:extLst>
              </a:tr>
              <a:tr h="201508">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a:p>
                  </a:txBody>
                  <a:tcPr marL="36000" marR="36000" marT="36000" marB="36000" anchor="ctr"/>
                </a:tc>
                <a:tc hMerge="1">
                  <a:txBody>
                    <a:bodyPr/>
                    <a:lstStyle/>
                    <a:p>
                      <a:endParaRPr dirty="0"/>
                    </a:p>
                  </a:txBody>
                  <a:tcPr marL="36000" marR="36000" marT="36000" marB="36000" anchor="ctr"/>
                </a:tc>
                <a:extLst>
                  <a:ext uri="{0D108BD9-81ED-4DB2-BD59-A6C34878D82A}">
                    <a16:rowId xmlns:a16="http://schemas.microsoft.com/office/drawing/2014/main" val="10004"/>
                  </a:ext>
                </a:extLst>
              </a:tr>
              <a:tr h="3200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07 : P6(5176’), P5(5882’), </a:t>
                      </a:r>
                      <a:r>
                        <a:rPr lang="en-US" sz="800">
                          <a:solidFill>
                            <a:srgbClr val="0070C0"/>
                          </a:solidFill>
                        </a:rPr>
                        <a:t>P4(6840’-ATC HIRO)</a:t>
                      </a:r>
                      <a:endParaRPr/>
                    </a:p>
                    <a:p>
                      <a:pPr marL="0" marR="0" lvl="0" indent="0" algn="l" rtl="0">
                        <a:lnSpc>
                          <a:spcPct val="100000"/>
                        </a:lnSpc>
                        <a:spcBef>
                          <a:spcPts val="0"/>
                        </a:spcBef>
                        <a:spcAft>
                          <a:spcPts val="0"/>
                        </a:spcAft>
                        <a:buClr>
                          <a:schemeClr val="dk1"/>
                        </a:buClr>
                        <a:buSzPts val="800"/>
                        <a:buFont typeface="Calibri"/>
                        <a:buNone/>
                      </a:pPr>
                      <a:r>
                        <a:rPr lang="en-US" sz="800" b="1">
                          <a:solidFill>
                            <a:schemeClr val="dk1"/>
                          </a:solidFill>
                        </a:rPr>
                        <a:t>25 : P7(5219’), P8(5882’), </a:t>
                      </a:r>
                      <a:r>
                        <a:rPr lang="en-US" sz="800">
                          <a:solidFill>
                            <a:srgbClr val="0070C0"/>
                          </a:solidFill>
                        </a:rPr>
                        <a:t>P10(7524’-ATC HIRO) </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32007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Entering Rapid TWY CTC GND 121.675, STOP X</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HST 40KTS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sp>
        <p:nvSpPr>
          <p:cNvPr id="4" name="TextBox 3">
            <a:extLst>
              <a:ext uri="{FF2B5EF4-FFF2-40B4-BE49-F238E27FC236}">
                <a16:creationId xmlns:a16="http://schemas.microsoft.com/office/drawing/2014/main" id="{0F894E67-D6BE-5F51-CDC7-89AD8D49986E}"/>
              </a:ext>
            </a:extLst>
          </p:cNvPr>
          <p:cNvSpPr txBox="1"/>
          <p:nvPr/>
        </p:nvSpPr>
        <p:spPr>
          <a:xfrm>
            <a:off x="1268244" y="3096634"/>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85E11C70-1767-EB3D-06A8-A5C6ED6404CD}"/>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271"/>
        <p:cNvGrpSpPr/>
        <p:nvPr/>
      </p:nvGrpSpPr>
      <p:grpSpPr>
        <a:xfrm>
          <a:off x="0" y="0"/>
          <a:ext cx="0" cy="0"/>
          <a:chOff x="0" y="0"/>
          <a:chExt cx="0" cy="0"/>
        </a:xfrm>
      </p:grpSpPr>
      <p:graphicFrame>
        <p:nvGraphicFramePr>
          <p:cNvPr id="273" name="Google Shape;273;p16"/>
          <p:cNvGraphicFramePr/>
          <p:nvPr>
            <p:extLst>
              <p:ext uri="{D42A27DB-BD31-4B8C-83A1-F6EECF244321}">
                <p14:modId xmlns:p14="http://schemas.microsoft.com/office/powerpoint/2010/main" val="2555005966"/>
              </p:ext>
            </p:extLst>
          </p:nvPr>
        </p:nvGraphicFramePr>
        <p:xfrm>
          <a:off x="4410" y="4068774"/>
          <a:ext cx="2328514" cy="1450015"/>
        </p:xfrm>
        <a:graphic>
          <a:graphicData uri="http://schemas.openxmlformats.org/drawingml/2006/table">
            <a:tbl>
              <a:tblPr firstRow="1" bandRow="1">
                <a:noFill/>
                <a:tableStyleId>{A521BE36-7E6F-4EC9-8D66-1CF97A6895EC}</a:tableStyleId>
              </a:tblPr>
              <a:tblGrid>
                <a:gridCol w="383610">
                  <a:extLst>
                    <a:ext uri="{9D8B030D-6E8A-4147-A177-3AD203B41FA5}">
                      <a16:colId xmlns:a16="http://schemas.microsoft.com/office/drawing/2014/main" val="20000"/>
                    </a:ext>
                  </a:extLst>
                </a:gridCol>
                <a:gridCol w="468445">
                  <a:extLst>
                    <a:ext uri="{9D8B030D-6E8A-4147-A177-3AD203B41FA5}">
                      <a16:colId xmlns:a16="http://schemas.microsoft.com/office/drawing/2014/main" val="20001"/>
                    </a:ext>
                  </a:extLst>
                </a:gridCol>
                <a:gridCol w="464949">
                  <a:extLst>
                    <a:ext uri="{9D8B030D-6E8A-4147-A177-3AD203B41FA5}">
                      <a16:colId xmlns:a16="http://schemas.microsoft.com/office/drawing/2014/main" val="20003"/>
                    </a:ext>
                  </a:extLst>
                </a:gridCol>
                <a:gridCol w="1011510">
                  <a:extLst>
                    <a:ext uri="{9D8B030D-6E8A-4147-A177-3AD203B41FA5}">
                      <a16:colId xmlns:a16="http://schemas.microsoft.com/office/drawing/2014/main" val="20005"/>
                    </a:ext>
                  </a:extLst>
                </a:gridCol>
              </a:tblGrid>
              <a:tr h="146675">
                <a:tc gridSpan="4">
                  <a:txBody>
                    <a:bodyPr/>
                    <a:lstStyle/>
                    <a:p>
                      <a:pPr marL="0" marR="0" lvl="0" indent="0" algn="ctr" rtl="0">
                        <a:spcBef>
                          <a:spcPts val="0"/>
                        </a:spcBef>
                        <a:spcAft>
                          <a:spcPts val="0"/>
                        </a:spcAft>
                        <a:buNone/>
                      </a:pPr>
                      <a:r>
                        <a:rPr lang="en-US" altLang="ko-Kore-KR" sz="800" dirty="0"/>
                        <a:t>PUS : STAR </a:t>
                      </a:r>
                      <a:r>
                        <a:rPr lang="en-US" altLang="ko-Kore-KR" sz="800" dirty="0">
                          <a:solidFill>
                            <a:srgbClr val="FFC000"/>
                          </a:solidFill>
                        </a:rPr>
                        <a:t>(T</a:t>
                      </a:r>
                      <a:r>
                        <a:rPr lang="en-US" altLang="ko-KR" sz="800" dirty="0">
                          <a:solidFill>
                            <a:srgbClr val="FFC000"/>
                          </a:solidFill>
                        </a:rPr>
                        <a:t>/</a:t>
                      </a:r>
                      <a:r>
                        <a:rPr lang="en-US" altLang="ko-Kore-KR" sz="800" dirty="0">
                          <a:solidFill>
                            <a:srgbClr val="FFC000"/>
                          </a:solidFill>
                        </a:rPr>
                        <a:t>W </a:t>
                      </a:r>
                      <a:r>
                        <a:rPr lang="en-US" altLang="ko-KR" sz="800" dirty="0">
                          <a:solidFill>
                            <a:srgbClr val="FFC000"/>
                          </a:solidFill>
                        </a:rPr>
                        <a:t>10tks, </a:t>
                      </a:r>
                      <a:r>
                        <a:rPr lang="en-US" altLang="ko-Kore-KR" sz="800" dirty="0">
                          <a:solidFill>
                            <a:srgbClr val="FFC000"/>
                          </a:solidFill>
                        </a:rPr>
                        <a:t>36R</a:t>
                      </a:r>
                      <a:r>
                        <a:rPr lang="en-US" altLang="ko-KR" sz="800" dirty="0">
                          <a:solidFill>
                            <a:srgbClr val="FFC000"/>
                          </a:solidFill>
                        </a:rPr>
                        <a:t>,</a:t>
                      </a:r>
                      <a:r>
                        <a:rPr lang="en-US" altLang="ko-Kore-KR" sz="800" dirty="0">
                          <a:solidFill>
                            <a:srgbClr val="FFC000"/>
                          </a:solidFill>
                        </a:rPr>
                        <a:t> 360000lbs </a:t>
                      </a:r>
                      <a:r>
                        <a:rPr lang="ko-KR" altLang="en-US" sz="800" dirty="0">
                          <a:solidFill>
                            <a:srgbClr val="FFC000"/>
                          </a:solidFill>
                        </a:rPr>
                        <a:t>제한</a:t>
                      </a:r>
                      <a:r>
                        <a:rPr lang="en-US" altLang="ko-KR" sz="800" dirty="0">
                          <a:solidFill>
                            <a:srgbClr val="FFC000"/>
                          </a:solidFill>
                        </a:rPr>
                        <a:t>)</a:t>
                      </a:r>
                      <a:endParaRPr lang="ko-KR" altLang="en-US" sz="800" dirty="0">
                        <a:solidFill>
                          <a:srgbClr val="FFC000"/>
                        </a:solidFill>
                      </a:endParaRP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3325">
                <a:tc>
                  <a:txBody>
                    <a:bodyPr/>
                    <a:lstStyle/>
                    <a:p>
                      <a:pPr marL="0" marR="0" lvl="0" indent="0" algn="ctr" rtl="0">
                        <a:spcBef>
                          <a:spcPts val="0"/>
                        </a:spcBef>
                        <a:spcAft>
                          <a:spcPts val="0"/>
                        </a:spcAft>
                        <a:buNone/>
                      </a:pPr>
                      <a:r>
                        <a:rPr lang="en-US" sz="800" b="1" dirty="0"/>
                        <a:t>ILS 36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KEVOX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l" rtl="0">
                        <a:spcBef>
                          <a:spcPts val="0"/>
                        </a:spcBef>
                        <a:spcAft>
                          <a:spcPts val="0"/>
                        </a:spcAft>
                        <a:buNone/>
                      </a:pPr>
                      <a:r>
                        <a:rPr lang="en-US" sz="800" b="0" dirty="0">
                          <a:solidFill>
                            <a:schemeClr val="dk1"/>
                          </a:solidFill>
                        </a:rPr>
                        <a:t>9DME LG, 8DME FLAP</a:t>
                      </a:r>
                      <a:endParaRPr sz="800" b="0" dirty="0">
                        <a:solidFill>
                          <a:schemeClr val="dk1"/>
                        </a:solidFill>
                      </a:endParaRPr>
                    </a:p>
                  </a:txBody>
                  <a:tcPr marL="36000" marR="36000" marT="36000" marB="36000" anchor="ctr"/>
                </a:tc>
                <a:extLst>
                  <a:ext uri="{0D108BD9-81ED-4DB2-BD59-A6C34878D82A}">
                    <a16:rowId xmlns:a16="http://schemas.microsoft.com/office/drawing/2014/main" val="10001"/>
                  </a:ext>
                </a:extLst>
              </a:tr>
              <a:tr h="133325">
                <a:tc>
                  <a:txBody>
                    <a:bodyPr/>
                    <a:lstStyle/>
                    <a:p>
                      <a:pPr marL="0" marR="0" lvl="0" indent="0" algn="ctr" rtl="0">
                        <a:spcBef>
                          <a:spcPts val="0"/>
                        </a:spcBef>
                        <a:spcAft>
                          <a:spcPts val="0"/>
                        </a:spcAft>
                        <a:buNone/>
                      </a:pPr>
                      <a:r>
                        <a:rPr lang="en-US" sz="800" b="1" dirty="0"/>
                        <a:t>VOR 18</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GAYHA x</a:t>
                      </a:r>
                      <a:endParaRPr sz="800" b="1"/>
                    </a:p>
                  </a:txBody>
                  <a:tcPr marL="36000" marR="36000" marT="36000" marB="36000" anchor="ctr"/>
                </a:tc>
                <a:tc>
                  <a:txBody>
                    <a:bodyPr/>
                    <a:lstStyle/>
                    <a:p>
                      <a:pPr marL="0" marR="0" lvl="0" indent="0" algn="ctr" rtl="0">
                        <a:spcBef>
                          <a:spcPts val="0"/>
                        </a:spcBef>
                        <a:spcAft>
                          <a:spcPts val="0"/>
                        </a:spcAft>
                        <a:buNone/>
                      </a:pPr>
                      <a:r>
                        <a:rPr lang="en-US" sz="800" b="1"/>
                        <a:t>MASTA</a:t>
                      </a:r>
                      <a:endParaRPr sz="458" b="1"/>
                    </a:p>
                  </a:txBody>
                  <a:tcPr marL="36000" marR="36000" marT="36000" marB="36000" anchor="ctr"/>
                </a:tc>
                <a:tc>
                  <a:txBody>
                    <a:bodyPr/>
                    <a:lstStyle/>
                    <a:p>
                      <a:pPr marL="0" marR="0" lvl="0" indent="0" algn="ctr" rtl="0">
                        <a:spcBef>
                          <a:spcPts val="0"/>
                        </a:spcBef>
                        <a:spcAft>
                          <a:spcPts val="0"/>
                        </a:spcAft>
                        <a:buNone/>
                      </a:pPr>
                      <a:r>
                        <a:rPr lang="en-US" altLang="ko-Kore-KR" sz="800" b="1">
                          <a:solidFill>
                            <a:srgbClr val="C00000"/>
                          </a:solidFill>
                          <a:hlinkClick r:id="rId3" action="ppaction://hlinksldjump">
                            <a:extLst>
                              <a:ext uri="{A12FA001-AC4F-418D-AE19-62706E023703}">
                                <ahyp:hlinkClr xmlns:ahyp="http://schemas.microsoft.com/office/drawing/2018/hyperlinkcolor" val="tx"/>
                              </a:ext>
                            </a:extLst>
                          </a:hlinkClick>
                        </a:rPr>
                        <a:t>18 Circling Click!!</a:t>
                      </a:r>
                      <a:endParaRPr lang="en-US" altLang="ko-Kore-KR" sz="458" b="1" dirty="0">
                        <a:solidFill>
                          <a:srgbClr val="C00000"/>
                        </a:solidFill>
                      </a:endParaRPr>
                    </a:p>
                  </a:txBody>
                  <a:tcPr marL="36000" marR="36000" marT="36000" marB="36000" anchor="ctr"/>
                </a:tc>
                <a:extLst>
                  <a:ext uri="{0D108BD9-81ED-4DB2-BD59-A6C34878D82A}">
                    <a16:rowId xmlns:a16="http://schemas.microsoft.com/office/drawing/2014/main" val="10002"/>
                  </a:ext>
                </a:extLst>
              </a:tr>
              <a:tr h="2171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36 : IKMA/IKHE /9, /8</a:t>
                      </a:r>
                      <a:endParaRPr dirty="0"/>
                    </a:p>
                  </a:txBody>
                  <a:tcPr marL="0" marR="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chemeClr val="dk1"/>
                        </a:buClr>
                        <a:buSzPts val="800"/>
                        <a:buFont typeface="Calibri"/>
                        <a:buNone/>
                      </a:pPr>
                      <a:r>
                        <a:rPr lang="en-US" sz="800" b="0" dirty="0">
                          <a:solidFill>
                            <a:schemeClr val="dk1"/>
                          </a:solidFill>
                        </a:rPr>
                        <a:t>18 : KMH R284, R280</a:t>
                      </a:r>
                      <a:endParaRPr sz="800" b="0" dirty="0">
                        <a:solidFill>
                          <a:schemeClr val="dk1"/>
                        </a:solidFill>
                      </a:endParaRPr>
                    </a:p>
                  </a:txBody>
                  <a:tcPr marL="36000" marR="36000" marT="36000" marB="36000" anchor="ctr"/>
                </a:tc>
                <a:extLst>
                  <a:ext uri="{0D108BD9-81ED-4DB2-BD59-A6C34878D82A}">
                    <a16:rowId xmlns:a16="http://schemas.microsoft.com/office/drawing/2014/main" val="10005"/>
                  </a:ext>
                </a:extLst>
              </a:tr>
              <a:tr h="220050">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bg1"/>
                          </a:solidFill>
                        </a:rPr>
                        <a:t>36L : </a:t>
                      </a:r>
                      <a:r>
                        <a:rPr lang="en-US" sz="800" b="1" dirty="0">
                          <a:solidFill>
                            <a:srgbClr val="FF0000"/>
                          </a:solidFill>
                        </a:rPr>
                        <a:t>C4 (6299’), </a:t>
                      </a:r>
                      <a:r>
                        <a:rPr lang="en-US" sz="800" b="1" dirty="0">
                          <a:solidFill>
                            <a:schemeClr val="dk1"/>
                          </a:solidFill>
                        </a:rPr>
                        <a:t>C2(7795’) / 36R : E3(5866’), E2(7339’)</a:t>
                      </a:r>
                      <a:endParaRPr dirty="0"/>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18R</a:t>
                      </a:r>
                      <a:r>
                        <a:rPr lang="en-US" sz="800" b="1" dirty="0">
                          <a:solidFill>
                            <a:srgbClr val="C00000"/>
                          </a:solidFill>
                        </a:rPr>
                        <a:t>(DIS)</a:t>
                      </a:r>
                      <a:r>
                        <a:rPr lang="en-US" sz="800" b="1" dirty="0">
                          <a:solidFill>
                            <a:schemeClr val="dk1"/>
                          </a:solidFill>
                        </a:rPr>
                        <a:t>: C6(5770’),C7(6824’) 18L:E4(5882’),E5(8792’)</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220050">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Vacate </a:t>
                      </a:r>
                      <a:r>
                        <a:rPr lang="en-US" sz="800" b="1" dirty="0">
                          <a:solidFill>
                            <a:srgbClr val="C00000"/>
                          </a:solidFill>
                        </a:rPr>
                        <a:t>C3,C4 </a:t>
                      </a:r>
                      <a:r>
                        <a:rPr lang="en-US" sz="800" dirty="0"/>
                        <a:t>by ATC only, Max Taxi SPD 20KTS</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C2 HOLD SHORT </a:t>
                      </a:r>
                      <a:r>
                        <a:rPr lang="en-US" sz="800" dirty="0" err="1"/>
                        <a:t>가까움</a:t>
                      </a:r>
                      <a:r>
                        <a:rPr lang="en-US" sz="800" dirty="0"/>
                        <a:t>(Vacate </a:t>
                      </a:r>
                      <a:r>
                        <a:rPr lang="en-US" sz="800" dirty="0" err="1"/>
                        <a:t>TaxiSPD</a:t>
                      </a:r>
                      <a:r>
                        <a:rPr lang="en-US" sz="800" dirty="0"/>
                        <a:t>)</a:t>
                      </a:r>
                      <a:endParaRP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74" name="Google Shape;274;p16"/>
          <p:cNvGraphicFramePr/>
          <p:nvPr>
            <p:extLst>
              <p:ext uri="{D42A27DB-BD31-4B8C-83A1-F6EECF244321}">
                <p14:modId xmlns:p14="http://schemas.microsoft.com/office/powerpoint/2010/main" val="1876791833"/>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RKSI(ICN) 23ft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5">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a:t>
                      </a:r>
                      <a:r>
                        <a:rPr lang="en-US" sz="900" dirty="0" err="1"/>
                        <a:t>Gimhae</a:t>
                      </a:r>
                      <a:r>
                        <a:rPr lang="en-US" sz="900" dirty="0"/>
                        <a:t> 129.2</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276" name="Google Shape;276;p16"/>
          <p:cNvGraphicFramePr/>
          <p:nvPr>
            <p:extLst>
              <p:ext uri="{D42A27DB-BD31-4B8C-83A1-F6EECF244321}">
                <p14:modId xmlns:p14="http://schemas.microsoft.com/office/powerpoint/2010/main" val="1128841379"/>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523473D7-4ABE-6F46-8862-25F187311782}"/>
              </a:ext>
            </a:extLst>
          </p:cNvPr>
          <p:cNvSpPr txBox="1"/>
          <p:nvPr/>
        </p:nvSpPr>
        <p:spPr>
          <a:xfrm>
            <a:off x="1268244" y="322781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4EAB618-D8DC-48CF-B02D-8D5856DA3E57}"/>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22030665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280"/>
        <p:cNvGrpSpPr/>
        <p:nvPr/>
      </p:nvGrpSpPr>
      <p:grpSpPr>
        <a:xfrm>
          <a:off x="0" y="0"/>
          <a:ext cx="0" cy="0"/>
          <a:chOff x="0" y="0"/>
          <a:chExt cx="0" cy="0"/>
        </a:xfrm>
      </p:grpSpPr>
      <p:graphicFrame>
        <p:nvGraphicFramePr>
          <p:cNvPr id="282" name="Google Shape;282;p17"/>
          <p:cNvGraphicFramePr/>
          <p:nvPr>
            <p:extLst>
              <p:ext uri="{D42A27DB-BD31-4B8C-83A1-F6EECF244321}">
                <p14:modId xmlns:p14="http://schemas.microsoft.com/office/powerpoint/2010/main" val="2732865431"/>
              </p:ext>
            </p:extLst>
          </p:nvPr>
        </p:nvGraphicFramePr>
        <p:xfrm>
          <a:off x="6595" y="623810"/>
          <a:ext cx="2330925" cy="1304890"/>
        </p:xfrm>
        <a:graphic>
          <a:graphicData uri="http://schemas.openxmlformats.org/drawingml/2006/table">
            <a:tbl>
              <a:tblPr firstRow="1" bandRow="1">
                <a:noFill/>
                <a:tableStyleId>{A521BE36-7E6F-4EC9-8D66-1CF97A6895EC}</a:tableStyleId>
              </a:tblPr>
              <a:tblGrid>
                <a:gridCol w="362200">
                  <a:extLst>
                    <a:ext uri="{9D8B030D-6E8A-4147-A177-3AD203B41FA5}">
                      <a16:colId xmlns:a16="http://schemas.microsoft.com/office/drawing/2014/main" val="20000"/>
                    </a:ext>
                  </a:extLst>
                </a:gridCol>
                <a:gridCol w="122800">
                  <a:extLst>
                    <a:ext uri="{9D8B030D-6E8A-4147-A177-3AD203B41FA5}">
                      <a16:colId xmlns:a16="http://schemas.microsoft.com/office/drawing/2014/main" val="20001"/>
                    </a:ext>
                  </a:extLst>
                </a:gridCol>
                <a:gridCol w="167075">
                  <a:extLst>
                    <a:ext uri="{9D8B030D-6E8A-4147-A177-3AD203B41FA5}">
                      <a16:colId xmlns:a16="http://schemas.microsoft.com/office/drawing/2014/main" val="20002"/>
                    </a:ext>
                  </a:extLst>
                </a:gridCol>
                <a:gridCol w="317900">
                  <a:extLst>
                    <a:ext uri="{9D8B030D-6E8A-4147-A177-3AD203B41FA5}">
                      <a16:colId xmlns:a16="http://schemas.microsoft.com/office/drawing/2014/main" val="20003"/>
                    </a:ext>
                  </a:extLst>
                </a:gridCol>
                <a:gridCol w="304175">
                  <a:extLst>
                    <a:ext uri="{9D8B030D-6E8A-4147-A177-3AD203B41FA5}">
                      <a16:colId xmlns:a16="http://schemas.microsoft.com/office/drawing/2014/main" val="20004"/>
                    </a:ext>
                  </a:extLst>
                </a:gridCol>
                <a:gridCol w="558675">
                  <a:extLst>
                    <a:ext uri="{9D8B030D-6E8A-4147-A177-3AD203B41FA5}">
                      <a16:colId xmlns:a16="http://schemas.microsoft.com/office/drawing/2014/main" val="20005"/>
                    </a:ext>
                  </a:extLst>
                </a:gridCol>
                <a:gridCol w="498100">
                  <a:extLst>
                    <a:ext uri="{9D8B030D-6E8A-4147-A177-3AD203B41FA5}">
                      <a16:colId xmlns:a16="http://schemas.microsoft.com/office/drawing/2014/main" val="20009"/>
                    </a:ext>
                  </a:extLst>
                </a:gridCol>
              </a:tblGrid>
              <a:tr h="0">
                <a:tc gridSpan="7">
                  <a:txBody>
                    <a:bodyPr/>
                    <a:lstStyle/>
                    <a:p>
                      <a:pPr marL="0" marR="0" lvl="0" indent="0" algn="ctr" rtl="0">
                        <a:spcBef>
                          <a:spcPts val="0"/>
                        </a:spcBef>
                        <a:spcAft>
                          <a:spcPts val="0"/>
                        </a:spcAft>
                        <a:buNone/>
                      </a:pPr>
                      <a:r>
                        <a:rPr lang="en-US" altLang="ko-Kore-KR" sz="800" dirty="0"/>
                        <a:t>PUS : </a:t>
                      </a:r>
                      <a:r>
                        <a:rPr lang="en-US" altLang="ko-Kore-KR" sz="800" dirty="0">
                          <a:solidFill>
                            <a:srgbClr val="FFC000"/>
                          </a:solidFill>
                        </a:rPr>
                        <a:t>NADP CLB 1</a:t>
                      </a:r>
                      <a:r>
                        <a:rPr lang="en-US" altLang="ko-KR" sz="800" dirty="0">
                          <a:solidFill>
                            <a:srgbClr val="FFC000"/>
                          </a:solidFill>
                        </a:rPr>
                        <a:t>5</a:t>
                      </a:r>
                      <a:r>
                        <a:rPr lang="en-US" altLang="ko-Kore-KR" sz="800" dirty="0">
                          <a:solidFill>
                            <a:srgbClr val="FFC000"/>
                          </a:solidFill>
                        </a:rPr>
                        <a:t>00, </a:t>
                      </a:r>
                      <a:r>
                        <a:rPr lang="en-US" altLang="ko-KR" sz="800" dirty="0">
                          <a:solidFill>
                            <a:srgbClr val="FFC000"/>
                          </a:solidFill>
                        </a:rPr>
                        <a:t>360</a:t>
                      </a:r>
                      <a:r>
                        <a:rPr lang="en-US" altLang="ko-Kore-KR" sz="800" dirty="0">
                          <a:solidFill>
                            <a:srgbClr val="FFC000"/>
                          </a:solidFill>
                        </a:rPr>
                        <a:t>000lbs MAX, CONF 1+F</a:t>
                      </a:r>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t>36</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SOORO x</a:t>
                      </a:r>
                      <a:endParaRPr dirty="0"/>
                    </a:p>
                    <a:p>
                      <a:pPr marL="0" marR="0" lvl="0" indent="0" algn="ctr" rtl="0">
                        <a:spcBef>
                          <a:spcPts val="0"/>
                        </a:spcBef>
                        <a:spcAft>
                          <a:spcPts val="0"/>
                        </a:spcAft>
                        <a:buNone/>
                      </a:pPr>
                      <a:r>
                        <a:rPr lang="en-US" sz="800" b="1" dirty="0">
                          <a:solidFill>
                            <a:srgbClr val="0070C0"/>
                          </a:solidFill>
                        </a:rPr>
                        <a:t>KALOD </a:t>
                      </a:r>
                      <a:r>
                        <a:rPr lang="en-US" sz="800" b="1" dirty="0" err="1">
                          <a:solidFill>
                            <a:srgbClr val="0070C0"/>
                          </a:solidFill>
                        </a:rPr>
                        <a:t>tx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280 </a:t>
                      </a:r>
                      <a:r>
                        <a:rPr lang="en-US" sz="800" b="1" dirty="0">
                          <a:solidFill>
                            <a:srgbClr val="0070C0"/>
                          </a:solidFill>
                        </a:rPr>
                        <a:t>ALT ATC</a:t>
                      </a:r>
                    </a:p>
                    <a:p>
                      <a:pPr marL="0" marR="0" lvl="0" indent="0" algn="ctr" rtl="0">
                        <a:spcBef>
                          <a:spcPts val="0"/>
                        </a:spcBef>
                        <a:spcAft>
                          <a:spcPts val="0"/>
                        </a:spcAft>
                        <a:buNone/>
                      </a:pP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t>18</a:t>
                      </a:r>
                      <a:endParaRPr sz="800" b="1"/>
                    </a:p>
                  </a:txBody>
                  <a:tcPr marL="36000" marR="36000" marT="36000" marB="36000" anchor="ctr"/>
                </a:tc>
                <a:tc gridSpan="3">
                  <a:txBody>
                    <a:bodyPr/>
                    <a:lstStyle/>
                    <a:p>
                      <a:pPr marL="0" marR="0" lvl="0" indent="0" algn="ctr" rtl="0">
                        <a:spcBef>
                          <a:spcPts val="0"/>
                        </a:spcBef>
                        <a:spcAft>
                          <a:spcPts val="0"/>
                        </a:spcAft>
                        <a:buNone/>
                      </a:pPr>
                      <a:r>
                        <a:rPr lang="en-US" sz="800" b="1" dirty="0">
                          <a:solidFill>
                            <a:srgbClr val="0070C0"/>
                          </a:solidFill>
                        </a:rPr>
                        <a:t>GIMHAE x</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3">
                  <a:txBody>
                    <a:bodyPr/>
                    <a:lstStyle/>
                    <a:p>
                      <a:pPr marL="0" marR="0" lvl="0" indent="0" algn="ctr" rtl="0">
                        <a:spcBef>
                          <a:spcPts val="0"/>
                        </a:spcBef>
                        <a:spcAft>
                          <a:spcPts val="0"/>
                        </a:spcAft>
                        <a:buNone/>
                      </a:pPr>
                      <a:r>
                        <a:rPr lang="en-US" sz="800" b="1" dirty="0"/>
                        <a:t>HD 182 </a:t>
                      </a:r>
                      <a:r>
                        <a:rPr lang="en-US" sz="800" b="1" dirty="0">
                          <a:solidFill>
                            <a:srgbClr val="0070C0"/>
                          </a:solidFill>
                        </a:rPr>
                        <a:t>ALT 5000 </a:t>
                      </a:r>
                      <a:r>
                        <a:rPr lang="en-US" sz="800" b="1" dirty="0">
                          <a:solidFill>
                            <a:srgbClr val="C00000"/>
                          </a:solidFill>
                        </a:rPr>
                        <a:t>Modi NADP</a:t>
                      </a:r>
                      <a:endParaRPr sz="800" b="1"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15700">
                <a:tc gridSpan="3">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KMH 113.8</a:t>
                      </a:r>
                      <a:endParaRPr sz="800" b="1">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00B050"/>
                          </a:solidFill>
                        </a:rPr>
                        <a:t>PSN 114.0</a:t>
                      </a:r>
                      <a:endParaRPr sz="458">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36L 108.5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C00000"/>
                          </a:solidFill>
                        </a:rPr>
                        <a:t>36R 109.5</a:t>
                      </a:r>
                      <a:endParaRPr dirty="0"/>
                    </a:p>
                  </a:txBody>
                  <a:tcPr marL="36000" marR="36000" marT="36000" marB="36000" anchor="ctr"/>
                </a:tc>
                <a:extLst>
                  <a:ext uri="{0D108BD9-81ED-4DB2-BD59-A6C34878D82A}">
                    <a16:rowId xmlns:a16="http://schemas.microsoft.com/office/drawing/2014/main" val="10003"/>
                  </a:ext>
                </a:extLst>
              </a:tr>
              <a:tr h="101600">
                <a:tc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hMerge="1">
                  <a:txBody>
                    <a:bodyPr/>
                    <a:lstStyle/>
                    <a:p>
                      <a:endParaRPr lang="ko-Kore-KR"/>
                    </a:p>
                  </a:txBody>
                  <a:tcPr/>
                </a:tc>
                <a:tc gridSpan="5">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lang="en-US" altLang="ko-Kore-KR" sz="800" dirty="0"/>
                        <a:t>36 : KMH R091, R271, R185</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11570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 36 400ft Man L/H turn, Max Taxi SPD 20KTS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283" name="Google Shape;283;p17"/>
          <p:cNvGraphicFramePr/>
          <p:nvPr>
            <p:extLst>
              <p:ext uri="{D42A27DB-BD31-4B8C-83A1-F6EECF244321}">
                <p14:modId xmlns:p14="http://schemas.microsoft.com/office/powerpoint/2010/main" val="3452625623"/>
              </p:ext>
            </p:extLst>
          </p:nvPr>
        </p:nvGraphicFramePr>
        <p:xfrm>
          <a:off x="11589" y="3901312"/>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7463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284" name="Google Shape;284;p17"/>
          <p:cNvGraphicFramePr/>
          <p:nvPr>
            <p:extLst>
              <p:ext uri="{D42A27DB-BD31-4B8C-83A1-F6EECF244321}">
                <p14:modId xmlns:p14="http://schemas.microsoft.com/office/powerpoint/2010/main" val="334015189"/>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RKPK(PUS) 13ft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Gimhae 129.2</a:t>
                      </a:r>
                      <a:endParaRPr/>
                    </a:p>
                    <a:p>
                      <a:pPr marL="0" marR="0" lvl="0" indent="0" algn="ctr" rtl="0">
                        <a:spcBef>
                          <a:spcPts val="0"/>
                        </a:spcBef>
                        <a:spcAft>
                          <a:spcPts val="0"/>
                        </a:spcAft>
                        <a:buNone/>
                      </a:pPr>
                      <a:r>
                        <a:rPr lang="en-US" sz="700">
                          <a:solidFill>
                            <a:srgbClr val="FF0000"/>
                          </a:solidFill>
                        </a:rPr>
                        <a:t>DCL -5분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64D54717-0CDF-0CA7-5D03-6084160528CA}"/>
              </a:ext>
            </a:extLst>
          </p:cNvPr>
          <p:cNvSpPr txBox="1"/>
          <p:nvPr/>
        </p:nvSpPr>
        <p:spPr>
          <a:xfrm>
            <a:off x="1268244" y="2730590"/>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F9A4E246-6724-775D-52E5-7C58BBF23B11}"/>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4" name="Google Shape;248;p13">
            <a:extLst>
              <a:ext uri="{FF2B5EF4-FFF2-40B4-BE49-F238E27FC236}">
                <a16:creationId xmlns:a16="http://schemas.microsoft.com/office/drawing/2014/main" id="{1AB5D64E-E354-45AD-A465-5F4490814AF5}"/>
              </a:ext>
            </a:extLst>
          </p:cNvPr>
          <p:cNvPicPr preferRelativeResize="0"/>
          <p:nvPr/>
        </p:nvPicPr>
        <p:blipFill rotWithShape="1">
          <a:blip r:embed="rId7">
            <a:alphaModFix/>
          </a:blip>
          <a:srcRect/>
          <a:stretch/>
        </p:blipFill>
        <p:spPr>
          <a:xfrm>
            <a:off x="4472" y="1947041"/>
            <a:ext cx="1559909" cy="651823"/>
          </a:xfrm>
          <a:prstGeom prst="rect">
            <a:avLst/>
          </a:prstGeom>
          <a:noFill/>
          <a:ln>
            <a:noFill/>
          </a:ln>
        </p:spPr>
      </p:pic>
    </p:spTree>
    <p:extLst>
      <p:ext uri="{BB962C8B-B14F-4D97-AF65-F5344CB8AC3E}">
        <p14:creationId xmlns:p14="http://schemas.microsoft.com/office/powerpoint/2010/main" val="39501929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289"/>
        <p:cNvGrpSpPr/>
        <p:nvPr/>
      </p:nvGrpSpPr>
      <p:grpSpPr>
        <a:xfrm>
          <a:off x="0" y="0"/>
          <a:ext cx="0" cy="0"/>
          <a:chOff x="0" y="0"/>
          <a:chExt cx="0" cy="0"/>
        </a:xfrm>
      </p:grpSpPr>
      <p:graphicFrame>
        <p:nvGraphicFramePr>
          <p:cNvPr id="292" name="Google Shape;292;p18"/>
          <p:cNvGraphicFramePr/>
          <p:nvPr>
            <p:extLst>
              <p:ext uri="{D42A27DB-BD31-4B8C-83A1-F6EECF244321}">
                <p14:modId xmlns:p14="http://schemas.microsoft.com/office/powerpoint/2010/main" val="1085133116"/>
              </p:ext>
            </p:extLst>
          </p:nvPr>
        </p:nvGraphicFramePr>
        <p:xfrm>
          <a:off x="4472" y="3852266"/>
          <a:ext cx="2331400" cy="167704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28500">
                <a:tc gridSpan="4">
                  <a:txBody>
                    <a:bodyPr/>
                    <a:lstStyle/>
                    <a:p>
                      <a:pPr marL="0" marR="0" lvl="0" indent="0" algn="ctr" rtl="0">
                        <a:spcBef>
                          <a:spcPts val="0"/>
                        </a:spcBef>
                        <a:spcAft>
                          <a:spcPts val="0"/>
                        </a:spcAft>
                        <a:buNone/>
                      </a:pPr>
                      <a:r>
                        <a:rPr lang="en-US" sz="800"/>
                        <a:t>KIX : STAR (SAEKI 170, RANDY 150)</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5275">
                <a:tc>
                  <a:txBody>
                    <a:bodyPr/>
                    <a:lstStyle/>
                    <a:p>
                      <a:pPr marL="0" marR="0" lvl="0" indent="0" algn="ctr" rtl="0">
                        <a:spcBef>
                          <a:spcPts val="0"/>
                        </a:spcBef>
                        <a:spcAft>
                          <a:spcPts val="0"/>
                        </a:spcAft>
                        <a:buNone/>
                      </a:pPr>
                      <a:r>
                        <a:rPr lang="en-US" sz="800" b="1"/>
                        <a:t>06L</a:t>
                      </a:r>
                      <a:endParaRPr sz="800" b="1"/>
                    </a:p>
                  </a:txBody>
                  <a:tcPr marL="36000" marR="36000" marT="36000" marB="36000" anchor="ctr"/>
                </a:tc>
                <a:tc>
                  <a:txBody>
                    <a:bodyPr/>
                    <a:lstStyle/>
                    <a:p>
                      <a:pPr marL="0" marR="0" lvl="0" indent="0" algn="ctr" rtl="0">
                        <a:spcBef>
                          <a:spcPts val="0"/>
                        </a:spcBef>
                        <a:spcAft>
                          <a:spcPts val="0"/>
                        </a:spcAft>
                        <a:buNone/>
                      </a:pPr>
                      <a:r>
                        <a:rPr lang="en-US" sz="800" b="1"/>
                        <a:t>ALISA B</a:t>
                      </a:r>
                      <a:endParaRPr sz="800" b="1"/>
                    </a:p>
                  </a:txBody>
                  <a:tcPr marL="36000" marR="36000" marT="36000" marB="36000" anchor="ctr"/>
                </a:tc>
                <a:tc>
                  <a:txBody>
                    <a:bodyPr/>
                    <a:lstStyle/>
                    <a:p>
                      <a:pPr marL="0" marR="0" lvl="0" indent="0" algn="ctr" rtl="0">
                        <a:spcBef>
                          <a:spcPts val="0"/>
                        </a:spcBef>
                        <a:spcAft>
                          <a:spcPts val="0"/>
                        </a:spcAft>
                        <a:buNone/>
                      </a:pPr>
                      <a:r>
                        <a:rPr lang="en-US" sz="800" b="1"/>
                        <a:t>BERRY</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06L</a:t>
                      </a:r>
                      <a:endParaRPr sz="800" b="1"/>
                    </a:p>
                  </a:txBody>
                  <a:tcPr marL="36000" marR="36000" marT="36000" marB="36000" anchor="ctr"/>
                </a:tc>
                <a:extLst>
                  <a:ext uri="{0D108BD9-81ED-4DB2-BD59-A6C34878D82A}">
                    <a16:rowId xmlns:a16="http://schemas.microsoft.com/office/drawing/2014/main" val="10001"/>
                  </a:ext>
                </a:extLst>
              </a:tr>
              <a:tr h="210550">
                <a:tc>
                  <a:txBody>
                    <a:bodyPr/>
                    <a:lstStyle/>
                    <a:p>
                      <a:pPr marL="0" marR="0" lvl="0" indent="0" algn="ctr" rtl="0">
                        <a:spcBef>
                          <a:spcPts val="0"/>
                        </a:spcBef>
                        <a:spcAft>
                          <a:spcPts val="0"/>
                        </a:spcAft>
                        <a:buNone/>
                      </a:pPr>
                      <a:r>
                        <a:rPr lang="en-US" sz="800" b="1"/>
                        <a:t>06R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A</a:t>
                      </a:r>
                      <a:endParaRPr sz="800" b="1"/>
                    </a:p>
                  </a:txBody>
                  <a:tcPr marL="36000" marR="36000" marT="36000" marB="36000" anchor="ctr"/>
                </a:tc>
                <a:tc>
                  <a:txBody>
                    <a:bodyPr/>
                    <a:lstStyle/>
                    <a:p>
                      <a:pPr marL="0" marR="0" lvl="0" indent="0" algn="ctr" rtl="0">
                        <a:spcBef>
                          <a:spcPts val="0"/>
                        </a:spcBef>
                        <a:spcAft>
                          <a:spcPts val="0"/>
                        </a:spcAft>
                        <a:buNone/>
                      </a:pPr>
                      <a:r>
                        <a:rPr lang="en-US" sz="800" b="1"/>
                        <a:t>ALLAN</a:t>
                      </a:r>
                      <a:endParaRPr sz="800" b="1"/>
                    </a:p>
                  </a:txBody>
                  <a:tcPr marL="36000" marR="36000" marT="36000" marB="36000" anchor="ctr"/>
                </a:tc>
                <a:tc>
                  <a:txBody>
                    <a:bodyPr/>
                    <a:lstStyle/>
                    <a:p>
                      <a:pPr marL="0" marR="0" lvl="0" indent="0" algn="ctr" rtl="0">
                        <a:spcBef>
                          <a:spcPts val="0"/>
                        </a:spcBef>
                        <a:spcAft>
                          <a:spcPts val="0"/>
                        </a:spcAft>
                        <a:buNone/>
                      </a:pPr>
                      <a:r>
                        <a:rPr lang="en-US" sz="800" b="1"/>
                        <a:t>ILS Y 06R</a:t>
                      </a:r>
                      <a:endParaRPr sz="800" b="1"/>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a:txBody>
                    <a:bodyPr/>
                    <a:lstStyle/>
                    <a:p>
                      <a:pPr marL="0" marR="0" lvl="0" indent="0" algn="ctr" rtl="0">
                        <a:spcBef>
                          <a:spcPts val="0"/>
                        </a:spcBef>
                        <a:spcAft>
                          <a:spcPts val="0"/>
                        </a:spcAft>
                        <a:buNone/>
                      </a:pPr>
                      <a:r>
                        <a:rPr lang="en-US" sz="800" b="1"/>
                        <a:t>ALISA C</a:t>
                      </a:r>
                      <a:endParaRPr sz="800" b="1"/>
                    </a:p>
                  </a:txBody>
                  <a:tcPr marL="36000" marR="36000" marT="36000" marB="36000" anchor="ctr"/>
                </a:tc>
                <a:tc>
                  <a:txBody>
                    <a:bodyPr/>
                    <a:lstStyle/>
                    <a:p>
                      <a:pPr marL="0" marR="0" lvl="0" indent="0" algn="ctr" rtl="0">
                        <a:spcBef>
                          <a:spcPts val="0"/>
                        </a:spcBef>
                        <a:spcAft>
                          <a:spcPts val="0"/>
                        </a:spcAft>
                        <a:buNone/>
                      </a:pPr>
                      <a:r>
                        <a:rPr lang="en-US" sz="800" b="1"/>
                        <a:t>MAYAH</a:t>
                      </a:r>
                      <a:endParaRPr sz="800" b="1"/>
                    </a:p>
                  </a:txBody>
                  <a:tcPr marL="36000" marR="36000" marT="36000" marB="36000" anchor="ctr"/>
                </a:tc>
                <a:tc>
                  <a:txBody>
                    <a:bodyPr/>
                    <a:lstStyle/>
                    <a:p>
                      <a:pPr marL="0" marR="0" lvl="0" indent="0" algn="ctr" rtl="0">
                        <a:spcBef>
                          <a:spcPts val="0"/>
                        </a:spcBef>
                        <a:spcAft>
                          <a:spcPts val="0"/>
                        </a:spcAft>
                        <a:buNone/>
                      </a:pPr>
                      <a:r>
                        <a:rPr lang="en-US" sz="800" b="1"/>
                        <a:t>ILS Z 24L/R</a:t>
                      </a:r>
                      <a:endParaRPr sz="800" b="1"/>
                    </a:p>
                  </a:txBody>
                  <a:tcPr marL="36000" marR="36000" marT="36000" marB="36000" anchor="ctr"/>
                </a:tc>
                <a:extLst>
                  <a:ext uri="{0D108BD9-81ED-4DB2-BD59-A6C34878D82A}">
                    <a16:rowId xmlns:a16="http://schemas.microsoft.com/office/drawing/2014/main" val="10003"/>
                  </a:ext>
                </a:extLst>
              </a:tr>
              <a:tr h="233600">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rgbClr val="00B050"/>
                        </a:buClr>
                        <a:buSzPts val="800"/>
                        <a:buFont typeface="Calibri"/>
                        <a:buNone/>
                      </a:pPr>
                      <a:r>
                        <a:rPr lang="en-US" sz="800" b="0" dirty="0" err="1">
                          <a:solidFill>
                            <a:schemeClr val="bg1"/>
                          </a:solidFill>
                        </a:rPr>
                        <a:t>RWxx</a:t>
                      </a:r>
                      <a:r>
                        <a:rPr lang="en-US" sz="800" b="0" dirty="0">
                          <a:solidFill>
                            <a:schemeClr val="bg1"/>
                          </a:solidFill>
                        </a:rPr>
                        <a:t> /8</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9022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06L : B8(5160’), B6(6751’), 24R : B7(5318’), B9(6751’)</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06R : A7(5137’), A6(6938’), 24L : A8(5269’), A9(6976’)</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902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RWY06 : After 2500ft L/G DN, After 1500ft L/D FLAP</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293" name="Google Shape;293;p18"/>
          <p:cNvGraphicFramePr/>
          <p:nvPr>
            <p:extLst>
              <p:ext uri="{D42A27DB-BD31-4B8C-83A1-F6EECF244321}">
                <p14:modId xmlns:p14="http://schemas.microsoft.com/office/powerpoint/2010/main" val="1594645615"/>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RJBB(KIX) 17ft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lnSpc>
                          <a:spcPct val="100000"/>
                        </a:lnSpc>
                        <a:spcBef>
                          <a:spcPts val="0"/>
                        </a:spcBef>
                        <a:spcAft>
                          <a:spcPts val="0"/>
                        </a:spcAft>
                        <a:buClr>
                          <a:srgbClr val="FF0000"/>
                        </a:buClr>
                        <a:buSzPts val="600"/>
                        <a:buFont typeface="Calibri"/>
                        <a:buNone/>
                      </a:pPr>
                      <a:r>
                        <a:rPr lang="en-US" sz="600">
                          <a:solidFill>
                            <a:srgbClr val="FF0000"/>
                          </a:solidFill>
                          <a:latin typeface="Calibri"/>
                          <a:ea typeface="Calibri"/>
                          <a:cs typeface="Calibri"/>
                          <a:sym typeface="Calibri"/>
                        </a:rPr>
                        <a:t>DCL -10분 TOBT 5분 차이시 CTC Comm</a:t>
                      </a:r>
                      <a:endParaRPr sz="900">
                        <a:solidFill>
                          <a:srgbClr val="FF0000"/>
                        </a:solidFill>
                        <a:latin typeface="Calibri"/>
                        <a:ea typeface="Calibri"/>
                        <a:cs typeface="Calibri"/>
                        <a:sym typeface="Calibri"/>
                      </a:endParaRPr>
                    </a:p>
                  </a:txBody>
                  <a:tcPr marL="91450" marR="91450" marT="0" marB="0" anchor="ctr"/>
                </a:tc>
                <a:tc>
                  <a:txBody>
                    <a:bodyPr/>
                    <a:lstStyle/>
                    <a:p>
                      <a:pPr marL="0" marR="0" lvl="0" indent="0" algn="ctr" rtl="0">
                        <a:spcBef>
                          <a:spcPts val="0"/>
                        </a:spcBef>
                        <a:spcAft>
                          <a:spcPts val="0"/>
                        </a:spcAft>
                        <a:buNone/>
                      </a:pPr>
                      <a:r>
                        <a:rPr lang="en-US" sz="900" dirty="0"/>
                        <a:t>KE KIX 130.95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062F9807-5AEF-8D80-6311-45C5000B22FB}"/>
              </a:ext>
            </a:extLst>
          </p:cNvPr>
          <p:cNvSpPr txBox="1"/>
          <p:nvPr/>
        </p:nvSpPr>
        <p:spPr>
          <a:xfrm>
            <a:off x="-25896" y="2872528"/>
            <a:ext cx="1965603"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125.15</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TGU</a:t>
            </a:r>
            <a:r>
              <a:rPr kumimoji="1" lang="ko-KR" altLang="en-US" sz="700" b="1" u="sng" dirty="0">
                <a:solidFill>
                  <a:srgbClr val="0070C0"/>
                </a:solidFill>
                <a:latin typeface="Gulim" panose="020B0600000101010101" pitchFamily="34" charset="-127"/>
                <a:ea typeface="Gulim" panose="020B0600000101010101" pitchFamily="34" charset="-127"/>
              </a:rPr>
              <a:t> </a:t>
            </a:r>
            <a:r>
              <a:rPr kumimoji="1" lang="en-US" altLang="ko-KR" sz="700" b="1" u="sng" dirty="0">
                <a:solidFill>
                  <a:srgbClr val="0070C0"/>
                </a:solidFill>
                <a:latin typeface="Gulim" panose="020B0600000101010101" pitchFamily="34" charset="-127"/>
                <a:ea typeface="Gulim" panose="020B0600000101010101" pitchFamily="34" charset="-127"/>
              </a:rPr>
              <a:t>134.17 – FUK 124.15 </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TKO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RDR 120.85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KIX APP 120.25 </a:t>
            </a:r>
          </a:p>
        </p:txBody>
      </p:sp>
      <p:sp>
        <p:nvSpPr>
          <p:cNvPr id="4" name="직사각형 3">
            <a:hlinkClick r:id="" action="ppaction://hlinkshowjump?jump=firstslide"/>
            <a:extLst>
              <a:ext uri="{FF2B5EF4-FFF2-40B4-BE49-F238E27FC236}">
                <a16:creationId xmlns:a16="http://schemas.microsoft.com/office/drawing/2014/main" id="{44712840-8D61-AB2A-6929-88E6EAC824AC}"/>
              </a:ext>
            </a:extLst>
          </p:cNvPr>
          <p:cNvSpPr/>
          <p:nvPr/>
        </p:nvSpPr>
        <p:spPr>
          <a:xfrm>
            <a:off x="1622852" y="3379738"/>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48273FDD-E3BC-4C98-FE4C-6B5FFE0AD980}"/>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276;p16">
            <a:extLst>
              <a:ext uri="{FF2B5EF4-FFF2-40B4-BE49-F238E27FC236}">
                <a16:creationId xmlns:a16="http://schemas.microsoft.com/office/drawing/2014/main" id="{1807FED8-19DC-287C-67F1-5201945FE40B}"/>
              </a:ext>
            </a:extLst>
          </p:cNvPr>
          <p:cNvGraphicFramePr/>
          <p:nvPr>
            <p:extLst>
              <p:ext uri="{D42A27DB-BD31-4B8C-83A1-F6EECF244321}">
                <p14:modId xmlns:p14="http://schemas.microsoft.com/office/powerpoint/2010/main" val="2047632114"/>
              </p:ext>
            </p:extLst>
          </p:nvPr>
        </p:nvGraphicFramePr>
        <p:xfrm>
          <a:off x="1" y="607235"/>
          <a:ext cx="2326348" cy="2294290"/>
        </p:xfrm>
        <a:graphic>
          <a:graphicData uri="http://schemas.openxmlformats.org/drawingml/2006/table">
            <a:tbl>
              <a:tblPr firstRow="1" bandRow="1">
                <a:noFill/>
                <a:tableStyleId>{A521BE36-7E6F-4EC9-8D66-1CF97A6895EC}</a:tableStyleId>
              </a:tblPr>
              <a:tblGrid>
                <a:gridCol w="328953">
                  <a:extLst>
                    <a:ext uri="{9D8B030D-6E8A-4147-A177-3AD203B41FA5}">
                      <a16:colId xmlns:a16="http://schemas.microsoft.com/office/drawing/2014/main" val="20000"/>
                    </a:ext>
                  </a:extLst>
                </a:gridCol>
                <a:gridCol w="283683">
                  <a:extLst>
                    <a:ext uri="{9D8B030D-6E8A-4147-A177-3AD203B41FA5}">
                      <a16:colId xmlns:a16="http://schemas.microsoft.com/office/drawing/2014/main" val="20001"/>
                    </a:ext>
                  </a:extLst>
                </a:gridCol>
                <a:gridCol w="328867">
                  <a:extLst>
                    <a:ext uri="{9D8B030D-6E8A-4147-A177-3AD203B41FA5}">
                      <a16:colId xmlns:a16="http://schemas.microsoft.com/office/drawing/2014/main" val="20002"/>
                    </a:ext>
                  </a:extLst>
                </a:gridCol>
                <a:gridCol w="176402">
                  <a:extLst>
                    <a:ext uri="{9D8B030D-6E8A-4147-A177-3AD203B41FA5}">
                      <a16:colId xmlns:a16="http://schemas.microsoft.com/office/drawing/2014/main" val="20003"/>
                    </a:ext>
                  </a:extLst>
                </a:gridCol>
                <a:gridCol w="219438">
                  <a:extLst>
                    <a:ext uri="{9D8B030D-6E8A-4147-A177-3AD203B41FA5}">
                      <a16:colId xmlns:a16="http://schemas.microsoft.com/office/drawing/2014/main" val="20004"/>
                    </a:ext>
                  </a:extLst>
                </a:gridCol>
                <a:gridCol w="191597">
                  <a:extLst>
                    <a:ext uri="{9D8B030D-6E8A-4147-A177-3AD203B41FA5}">
                      <a16:colId xmlns:a16="http://schemas.microsoft.com/office/drawing/2014/main" val="3670378744"/>
                    </a:ext>
                  </a:extLst>
                </a:gridCol>
                <a:gridCol w="398704">
                  <a:extLst>
                    <a:ext uri="{9D8B030D-6E8A-4147-A177-3AD203B41FA5}">
                      <a16:colId xmlns:a16="http://schemas.microsoft.com/office/drawing/2014/main" val="20006"/>
                    </a:ext>
                  </a:extLst>
                </a:gridCol>
                <a:gridCol w="39870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dirty="0"/>
                        <a:t>ICN : SID (33/34 NADP 1, </a:t>
                      </a:r>
                      <a:r>
                        <a:rPr lang="en-US" sz="800" dirty="0">
                          <a:solidFill>
                            <a:srgbClr val="FFC000"/>
                          </a:solidFill>
                        </a:rPr>
                        <a:t>15/16 NADP 2</a:t>
                      </a:r>
                      <a:r>
                        <a:rPr lang="en-US" sz="800" dirty="0"/>
                        <a:t>)</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OSPOT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7030A0"/>
                          </a:solidFill>
                        </a:rPr>
                        <a:t>SPD 230/x </a:t>
                      </a:r>
                      <a:endParaRPr lang="ko-Kore-KR" altLang="en-US" dirty="0">
                        <a:solidFill>
                          <a:srgbClr val="7030A0"/>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OSPOT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 </a:t>
                      </a:r>
                      <a:r>
                        <a:rPr lang="en-US" sz="800" dirty="0">
                          <a:solidFill>
                            <a:srgbClr val="7030A0"/>
                          </a:solidFill>
                        </a:rPr>
                        <a:t>SPD 230</a:t>
                      </a:r>
                      <a:endParaRPr lang="ko-Kore-KR" altLang="en-US" dirty="0">
                        <a:solidFill>
                          <a:srgbClr val="7030A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OSPOT </a:t>
                      </a:r>
                      <a:r>
                        <a:rPr lang="en-US" sz="800" b="1" dirty="0" err="1">
                          <a:solidFill>
                            <a:srgbClr val="0070C0"/>
                          </a:solidFill>
                        </a:rPr>
                        <a:t>xC</a:t>
                      </a:r>
                      <a:endParaRPr sz="800" b="1" dirty="0">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 </a:t>
                      </a:r>
                      <a:r>
                        <a:rPr lang="en-US" sz="800" b="1"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dirty="0"/>
                        <a:t>OSPOT </a:t>
                      </a:r>
                      <a:r>
                        <a:rPr lang="en-US" sz="800" dirty="0" err="1"/>
                        <a:t>xH</a:t>
                      </a:r>
                      <a:endParaRPr sz="800" dirty="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 HD 153 </a:t>
                      </a:r>
                      <a:r>
                        <a:rPr lang="en-US" sz="800" dirty="0">
                          <a:solidFill>
                            <a:srgbClr val="0070C0"/>
                          </a:solidFill>
                        </a:rPr>
                        <a:t>ALT 5000 </a:t>
                      </a:r>
                      <a:r>
                        <a:rPr lang="en-US" sz="800" dirty="0">
                          <a:solidFill>
                            <a:srgbClr val="C00000"/>
                          </a:solidFill>
                        </a:rPr>
                        <a:t>NADP2</a:t>
                      </a:r>
                      <a:endParaRPr lang="ko-Kore-KR" altLang="en-US" dirty="0">
                        <a:solidFill>
                          <a:srgbClr val="C0000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NCN</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113.8</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33L </a:t>
                      </a:r>
                      <a:endParaRPr/>
                    </a:p>
                    <a:p>
                      <a:pPr marL="0" marR="0" lvl="0" indent="0" algn="ctr" rtl="0">
                        <a:spcBef>
                          <a:spcPts val="0"/>
                        </a:spcBef>
                        <a:spcAft>
                          <a:spcPts val="0"/>
                        </a:spcAft>
                        <a:buNone/>
                      </a:pPr>
                      <a:r>
                        <a:rPr lang="en-US" sz="800" b="1">
                          <a:solidFill>
                            <a:srgbClr val="C00000"/>
                          </a:solidFill>
                        </a:rPr>
                        <a:t>109.3</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15R 109.1</a:t>
                      </a:r>
                      <a:endParaRPr sz="800" b="1">
                        <a:solidFill>
                          <a:srgbClr val="C00000"/>
                        </a:solidFill>
                      </a:endParaRPr>
                    </a:p>
                  </a:txBody>
                  <a:tcPr marL="36000" marR="36000" marT="36000" marB="3600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34L</a:t>
                      </a:r>
                      <a:endParaRPr/>
                    </a:p>
                    <a:p>
                      <a:pPr marL="0" marR="0" lvl="0" indent="0" algn="ctr" rtl="0">
                        <a:spcBef>
                          <a:spcPts val="0"/>
                        </a:spcBef>
                        <a:spcAft>
                          <a:spcPts val="0"/>
                        </a:spcAft>
                        <a:buNone/>
                      </a:pPr>
                      <a:r>
                        <a:rPr lang="en-US" sz="800" b="1">
                          <a:solidFill>
                            <a:srgbClr val="C00000"/>
                          </a:solidFill>
                        </a:rPr>
                        <a:t>109.95</a:t>
                      </a:r>
                      <a:endParaRPr sz="800" b="1">
                        <a:solidFill>
                          <a:srgbClr val="C00000"/>
                        </a:solidFill>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34R</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36000" marR="36000" marT="36000" marB="3600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16L</a:t>
                      </a:r>
                      <a:endParaRPr/>
                    </a:p>
                    <a:p>
                      <a:pPr marL="0" marR="0" lvl="0" indent="0" algn="ctr" rtl="0">
                        <a:spcBef>
                          <a:spcPts val="0"/>
                        </a:spcBef>
                        <a:spcAft>
                          <a:spcPts val="0"/>
                        </a:spcAft>
                        <a:buNone/>
                      </a:pPr>
                      <a:r>
                        <a:rPr lang="en-US" sz="800" b="1">
                          <a:solidFill>
                            <a:srgbClr val="C00000"/>
                          </a:solidFill>
                        </a:rPr>
                        <a:t>110.35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108.55</a:t>
                      </a:r>
                      <a:endParaRPr sz="800" b="1">
                        <a:solidFill>
                          <a:srgbClr val="C00000"/>
                        </a:solidFill>
                      </a:endParaRPr>
                    </a:p>
                  </a:txBody>
                  <a:tcPr marL="36000" marR="36000" marT="36000" marB="3600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endParaRPr kumimoji="0" lang="en-US" altLang="ko-Kore-KR" sz="458" b="0" i="0" u="none" strike="noStrike" kern="1200" cap="none" spc="0" normalizeH="0" baseline="0" noProof="0" dirty="0">
                        <a:ln>
                          <a:noFill/>
                        </a:ln>
                        <a:solidFill>
                          <a:prstClr val="black"/>
                        </a:solidFill>
                        <a:effectLst/>
                        <a:uLnTx/>
                        <a:uFillTx/>
                        <a:latin typeface="Calibri"/>
                        <a:cs typeface="Calibri"/>
                      </a:endParaRPr>
                    </a:p>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298"/>
        <p:cNvGrpSpPr/>
        <p:nvPr/>
      </p:nvGrpSpPr>
      <p:grpSpPr>
        <a:xfrm>
          <a:off x="0" y="0"/>
          <a:ext cx="0" cy="0"/>
          <a:chOff x="0" y="0"/>
          <a:chExt cx="0" cy="0"/>
        </a:xfrm>
      </p:grpSpPr>
      <p:graphicFrame>
        <p:nvGraphicFramePr>
          <p:cNvPr id="300" name="Google Shape;300;p19"/>
          <p:cNvGraphicFramePr/>
          <p:nvPr>
            <p:extLst>
              <p:ext uri="{D42A27DB-BD31-4B8C-83A1-F6EECF244321}">
                <p14:modId xmlns:p14="http://schemas.microsoft.com/office/powerpoint/2010/main" val="3045601082"/>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KIX : SID – SOUJA tx (NADP 1)</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06L/R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HELEN x</a:t>
                      </a:r>
                      <a:endParaRPr sz="800" b="1">
                        <a:solidFill>
                          <a:srgbClr val="0070C0"/>
                        </a:solidFill>
                      </a:endParaRPr>
                    </a:p>
                    <a:p>
                      <a:pPr marL="0" marR="0" lvl="0" indent="0" algn="ctr" rtl="0">
                        <a:spcBef>
                          <a:spcPts val="0"/>
                        </a:spcBef>
                        <a:spcAft>
                          <a:spcPts val="0"/>
                        </a:spcAft>
                        <a:buNone/>
                      </a:pPr>
                      <a:r>
                        <a:rPr lang="en-US" sz="800"/>
                        <a:t>- SOUJA tx</a:t>
                      </a:r>
                      <a:endParaRPr sz="800"/>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059 </a:t>
                      </a:r>
                      <a:r>
                        <a:rPr lang="en-US" sz="800" b="1" dirty="0">
                          <a:solidFill>
                            <a:srgbClr val="0070C0"/>
                          </a:solidFill>
                        </a:rPr>
                        <a:t>ATC (9000)</a:t>
                      </a:r>
                      <a:endParaRPr sz="458" dirty="0"/>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24L/R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239 </a:t>
                      </a:r>
                      <a:r>
                        <a:rPr lang="en-US" sz="800" b="1" dirty="0">
                          <a:solidFill>
                            <a:srgbClr val="0070C0"/>
                          </a:solidFill>
                        </a:rPr>
                        <a:t>ATC</a:t>
                      </a:r>
                      <a:r>
                        <a:rPr lang="en-US" sz="458" b="1" dirty="0">
                          <a:solidFill>
                            <a:schemeClr val="dk1"/>
                          </a:solidFill>
                        </a:rPr>
                        <a:t> </a:t>
                      </a:r>
                      <a:r>
                        <a:rPr lang="en-US" sz="800" b="1" dirty="0">
                          <a:solidFill>
                            <a:srgbClr val="0070C0"/>
                          </a:solidFill>
                        </a:rPr>
                        <a:t>(9000) </a:t>
                      </a:r>
                      <a:r>
                        <a:rPr lang="en-US" sz="800" b="1" dirty="0">
                          <a:solidFill>
                            <a:srgbClr val="AA47F5"/>
                          </a:solidFill>
                        </a:rPr>
                        <a:t>SPD 210</a:t>
                      </a:r>
                      <a:endParaRPr sz="458" b="1" dirty="0">
                        <a:solidFill>
                          <a:srgbClr val="AA47F5"/>
                        </a:solidFill>
                      </a:endParaRP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KIE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111.6</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06L </a:t>
                      </a:r>
                      <a:endParaRPr/>
                    </a:p>
                    <a:p>
                      <a:pPr marL="0" marR="0" lvl="0" indent="0" algn="ctr" rtl="0">
                        <a:spcBef>
                          <a:spcPts val="0"/>
                        </a:spcBef>
                        <a:spcAft>
                          <a:spcPts val="0"/>
                        </a:spcAft>
                        <a:buNone/>
                      </a:pPr>
                      <a:r>
                        <a:rPr lang="en-US" sz="800" b="1">
                          <a:solidFill>
                            <a:srgbClr val="C00000"/>
                          </a:solidFill>
                        </a:rPr>
                        <a:t>108.7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dirty="0">
                          <a:solidFill>
                            <a:srgbClr val="C00000"/>
                          </a:solidFill>
                        </a:rPr>
                        <a:t>06R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24L 110.7</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24R 108.5</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APU Start, TAXI RTE 1(via J4), 2(via J3)</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01" name="Google Shape;301;p19"/>
          <p:cNvGraphicFramePr/>
          <p:nvPr>
            <p:extLst>
              <p:ext uri="{D42A27DB-BD31-4B8C-83A1-F6EECF244321}">
                <p14:modId xmlns:p14="http://schemas.microsoft.com/office/powerpoint/2010/main" val="1511466082"/>
              </p:ext>
            </p:extLst>
          </p:nvPr>
        </p:nvGraphicFramePr>
        <p:xfrm>
          <a:off x="-2501" y="16504"/>
          <a:ext cx="2328850" cy="59406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n-US" altLang="ko-Kore-KR" sz="1300" dirty="0">
                          <a:solidFill>
                            <a:schemeClr val="tx1"/>
                          </a:solidFill>
                          <a:hlinkClick r:id="rId3">
                            <a:extLst>
                              <a:ext uri="{A12FA001-AC4F-418D-AE19-62706E023703}">
                                <ahyp:hlinkClr xmlns:ahyp="http://schemas.microsoft.com/office/drawing/2018/hyperlinkcolor" val="tx"/>
                              </a:ext>
                            </a:extLst>
                          </a:hlinkClick>
                        </a:rPr>
                        <a:t>RJBB(KIX) 17ft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KIX 130.95</a:t>
                      </a:r>
                      <a:endParaRPr/>
                    </a:p>
                    <a:p>
                      <a:pPr marL="0" marR="0" lvl="0" indent="0" algn="ctr" rtl="0">
                        <a:spcBef>
                          <a:spcPts val="0"/>
                        </a:spcBef>
                        <a:spcAft>
                          <a:spcPts val="0"/>
                        </a:spcAft>
                        <a:buNone/>
                      </a:pPr>
                      <a:r>
                        <a:rPr lang="en-US" sz="700">
                          <a:solidFill>
                            <a:srgbClr val="FF0000"/>
                          </a:solidFill>
                        </a:rPr>
                        <a:t>DCL -15분</a:t>
                      </a:r>
                      <a:endParaRPr sz="7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03" name="Google Shape;303;p19"/>
          <p:cNvGraphicFramePr/>
          <p:nvPr>
            <p:extLst>
              <p:ext uri="{D42A27DB-BD31-4B8C-83A1-F6EECF244321}">
                <p14:modId xmlns:p14="http://schemas.microsoft.com/office/powerpoint/2010/main" val="4262146153"/>
              </p:ext>
            </p:extLst>
          </p:nvPr>
        </p:nvGraphicFramePr>
        <p:xfrm>
          <a:off x="-5861" y="3906049"/>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altLang="ko-Kore-KR" sz="800" dirty="0"/>
                        <a:t>RWY /8(180kts), /5(160kts) , YJU R271</a:t>
                      </a:r>
                      <a:endParaRPr lang="en-US" altLang="ko-Kore-K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381FD245-E43C-5EBF-6DC5-C4C9F9774FB6}"/>
              </a:ext>
            </a:extLst>
          </p:cNvPr>
          <p:cNvSpPr txBox="1"/>
          <p:nvPr/>
        </p:nvSpPr>
        <p:spPr>
          <a:xfrm>
            <a:off x="2" y="2032482"/>
            <a:ext cx="994183" cy="855482"/>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119.2</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132.7 – 133.8</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FUK 124.15</a:t>
            </a: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sp>
        <p:nvSpPr>
          <p:cNvPr id="2" name="직사각형 1">
            <a:hlinkClick r:id="" action="ppaction://hlinkshowjump?jump=firstslide"/>
            <a:extLst>
              <a:ext uri="{FF2B5EF4-FFF2-40B4-BE49-F238E27FC236}">
                <a16:creationId xmlns:a16="http://schemas.microsoft.com/office/drawing/2014/main" id="{6F9DBE84-CD0F-95F2-9F79-E83F51FD81B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54A3E91B-29BD-34F9-AB72-CE13CD56AA4C}"/>
              </a:ext>
            </a:extLst>
          </p:cNvPr>
          <p:cNvSpPr/>
          <p:nvPr/>
        </p:nvSpPr>
        <p:spPr>
          <a:xfrm>
            <a:off x="1622852" y="2793406"/>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07"/>
        <p:cNvGrpSpPr/>
        <p:nvPr/>
      </p:nvGrpSpPr>
      <p:grpSpPr>
        <a:xfrm>
          <a:off x="0" y="0"/>
          <a:ext cx="0" cy="0"/>
          <a:chOff x="0" y="0"/>
          <a:chExt cx="0" cy="0"/>
        </a:xfrm>
      </p:grpSpPr>
      <p:graphicFrame>
        <p:nvGraphicFramePr>
          <p:cNvPr id="309" name="Google Shape;309;p20"/>
          <p:cNvGraphicFramePr/>
          <p:nvPr>
            <p:extLst>
              <p:ext uri="{D42A27DB-BD31-4B8C-83A1-F6EECF244321}">
                <p14:modId xmlns:p14="http://schemas.microsoft.com/office/powerpoint/2010/main" val="3620304372"/>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210/x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graphicFrame>
        <p:nvGraphicFramePr>
          <p:cNvPr id="310" name="Google Shape;310;p20"/>
          <p:cNvGraphicFramePr/>
          <p:nvPr>
            <p:extLst>
              <p:ext uri="{D42A27DB-BD31-4B8C-83A1-F6EECF244321}">
                <p14:modId xmlns:p14="http://schemas.microsoft.com/office/powerpoint/2010/main" val="3367437517"/>
              </p:ext>
            </p:extLst>
          </p:nvPr>
        </p:nvGraphicFramePr>
        <p:xfrm>
          <a:off x="1596" y="3751471"/>
          <a:ext cx="2331400" cy="1792570"/>
        </p:xfrm>
        <a:graphic>
          <a:graphicData uri="http://schemas.openxmlformats.org/drawingml/2006/table">
            <a:tbl>
              <a:tblPr firstRow="1" bandRow="1">
                <a:noFill/>
                <a:tableStyleId>{A521BE36-7E6F-4EC9-8D66-1CF97A6895EC}</a:tableStyleId>
              </a:tblPr>
              <a:tblGrid>
                <a:gridCol w="582850">
                  <a:extLst>
                    <a:ext uri="{9D8B030D-6E8A-4147-A177-3AD203B41FA5}">
                      <a16:colId xmlns:a16="http://schemas.microsoft.com/office/drawing/2014/main" val="20000"/>
                    </a:ext>
                  </a:extLst>
                </a:gridCol>
                <a:gridCol w="582850">
                  <a:extLst>
                    <a:ext uri="{9D8B030D-6E8A-4147-A177-3AD203B41FA5}">
                      <a16:colId xmlns:a16="http://schemas.microsoft.com/office/drawing/2014/main" val="20001"/>
                    </a:ext>
                  </a:extLst>
                </a:gridCol>
                <a:gridCol w="582850">
                  <a:extLst>
                    <a:ext uri="{9D8B030D-6E8A-4147-A177-3AD203B41FA5}">
                      <a16:colId xmlns:a16="http://schemas.microsoft.com/office/drawing/2014/main" val="20002"/>
                    </a:ext>
                  </a:extLst>
                </a:gridCol>
                <a:gridCol w="582850">
                  <a:extLst>
                    <a:ext uri="{9D8B030D-6E8A-4147-A177-3AD203B41FA5}">
                      <a16:colId xmlns:a16="http://schemas.microsoft.com/office/drawing/2014/main" val="20003"/>
                    </a:ext>
                  </a:extLst>
                </a:gridCol>
              </a:tblGrid>
              <a:tr h="136775">
                <a:tc gridSpan="4">
                  <a:txBody>
                    <a:bodyPr/>
                    <a:lstStyle/>
                    <a:p>
                      <a:pPr marL="0" marR="0" lvl="0" indent="0" algn="ctr" rtl="0">
                        <a:spcBef>
                          <a:spcPts val="0"/>
                        </a:spcBef>
                        <a:spcAft>
                          <a:spcPts val="0"/>
                        </a:spcAft>
                        <a:buNone/>
                      </a:pPr>
                      <a:r>
                        <a:rPr lang="en-US" sz="800" dirty="0"/>
                        <a:t>NRT : HAKKA 330,YAGAN 240,LIVET 210,SWAMP 150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024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E</a:t>
                      </a:r>
                      <a:endParaRPr/>
                    </a:p>
                    <a:p>
                      <a:pPr marL="0" marR="0" lvl="0" indent="0" algn="ctr" rtl="0">
                        <a:spcBef>
                          <a:spcPts val="0"/>
                        </a:spcBef>
                        <a:spcAft>
                          <a:spcPts val="0"/>
                        </a:spcAft>
                        <a:buNone/>
                      </a:pPr>
                      <a:r>
                        <a:rPr lang="en-US" sz="800" b="1"/>
                        <a:t>(SWAMP T)</a:t>
                      </a:r>
                      <a:endParaRPr sz="800" b="1"/>
                    </a:p>
                  </a:txBody>
                  <a:tcPr marL="36000" marR="36000" marT="36000" marB="36000" anchor="ctr"/>
                </a:tc>
                <a:tc>
                  <a:txBody>
                    <a:bodyPr/>
                    <a:lstStyle/>
                    <a:p>
                      <a:pPr marL="0" marR="0" lvl="0" indent="0" algn="ctr" rtl="0">
                        <a:spcBef>
                          <a:spcPts val="0"/>
                        </a:spcBef>
                        <a:spcAft>
                          <a:spcPts val="0"/>
                        </a:spcAft>
                        <a:buNone/>
                      </a:pPr>
                      <a:r>
                        <a:rPr lang="en-US" sz="800" b="1"/>
                        <a:t>ELGAR</a:t>
                      </a:r>
                      <a:endParaRPr/>
                    </a:p>
                    <a:p>
                      <a:pPr marL="0" marR="0" lvl="0" indent="0" algn="ctr" rtl="0">
                        <a:spcBef>
                          <a:spcPts val="0"/>
                        </a:spcBef>
                        <a:spcAft>
                          <a:spcPts val="0"/>
                        </a:spcAft>
                        <a:buNone/>
                      </a:pPr>
                      <a:r>
                        <a:rPr lang="en-US" sz="800" b="1"/>
                        <a:t>(TYLER)</a:t>
                      </a:r>
                      <a:endParaRPr sz="800" b="1"/>
                    </a:p>
                  </a:txBody>
                  <a:tcPr marL="36000" marR="36000" marT="36000" marB="36000" anchor="ctr"/>
                </a:tc>
                <a:tc>
                  <a:txBody>
                    <a:bodyPr/>
                    <a:lstStyle/>
                    <a:p>
                      <a:pPr marL="0" marR="0" lvl="0" indent="0" algn="ctr" rtl="0">
                        <a:spcBef>
                          <a:spcPts val="0"/>
                        </a:spcBef>
                        <a:spcAft>
                          <a:spcPts val="0"/>
                        </a:spcAft>
                        <a:buNone/>
                      </a:pPr>
                      <a:r>
                        <a:rPr lang="en-US" sz="800" b="1"/>
                        <a:t>ILS 34L/R(Z)</a:t>
                      </a:r>
                      <a:endParaRPr sz="800" b="1"/>
                    </a:p>
                  </a:txBody>
                  <a:tcPr marL="36000" marR="36000" marT="36000" marB="36000" anchor="ctr"/>
                </a:tc>
                <a:extLst>
                  <a:ext uri="{0D108BD9-81ED-4DB2-BD59-A6C34878D82A}">
                    <a16:rowId xmlns:a16="http://schemas.microsoft.com/office/drawing/2014/main" val="10001"/>
                  </a:ext>
                </a:extLst>
              </a:tr>
              <a:tr h="2024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a:txBody>
                    <a:bodyPr/>
                    <a:lstStyle/>
                    <a:p>
                      <a:pPr marL="0" marR="0" lvl="0" indent="0" algn="ctr" rtl="0">
                        <a:spcBef>
                          <a:spcPts val="0"/>
                        </a:spcBef>
                        <a:spcAft>
                          <a:spcPts val="0"/>
                        </a:spcAft>
                        <a:buNone/>
                      </a:pPr>
                      <a:r>
                        <a:rPr lang="en-US" sz="800" b="1"/>
                        <a:t>SWAMP G</a:t>
                      </a:r>
                      <a:endParaRPr/>
                    </a:p>
                    <a:p>
                      <a:pPr marL="0" marR="0" lvl="0" indent="0" algn="ctr" rtl="0">
                        <a:spcBef>
                          <a:spcPts val="0"/>
                        </a:spcBef>
                        <a:spcAft>
                          <a:spcPts val="0"/>
                        </a:spcAft>
                        <a:buNone/>
                      </a:pPr>
                      <a:r>
                        <a:rPr lang="en-US" sz="800" b="1"/>
                        <a:t>(SWAMP N)</a:t>
                      </a:r>
                      <a:endParaRPr sz="800" b="1"/>
                    </a:p>
                  </a:txBody>
                  <a:tcPr marL="36000" marR="36000" marT="36000" marB="36000" anchor="ctr"/>
                </a:tc>
                <a:tc>
                  <a:txBody>
                    <a:bodyPr/>
                    <a:lstStyle/>
                    <a:p>
                      <a:pPr marL="0" marR="0" lvl="0" indent="0" algn="ctr" rtl="0">
                        <a:spcBef>
                          <a:spcPts val="0"/>
                        </a:spcBef>
                        <a:spcAft>
                          <a:spcPts val="0"/>
                        </a:spcAft>
                        <a:buNone/>
                      </a:pPr>
                      <a:r>
                        <a:rPr lang="en-US" sz="800" b="1"/>
                        <a:t>GEMIN</a:t>
                      </a:r>
                      <a:endParaRPr/>
                    </a:p>
                    <a:p>
                      <a:pPr marL="0" marR="0" lvl="0" indent="0" algn="ctr" rtl="0">
                        <a:spcBef>
                          <a:spcPts val="0"/>
                        </a:spcBef>
                        <a:spcAft>
                          <a:spcPts val="0"/>
                        </a:spcAft>
                        <a:buNone/>
                      </a:pPr>
                      <a:r>
                        <a:rPr lang="en-US" sz="800" b="1"/>
                        <a:t>(NORMA)</a:t>
                      </a:r>
                      <a:endParaRPr sz="800" b="1"/>
                    </a:p>
                  </a:txBody>
                  <a:tcPr marL="36000" marR="36000" marT="36000" marB="36000" anchor="ctr"/>
                </a:tc>
                <a:tc>
                  <a:txBody>
                    <a:bodyPr/>
                    <a:lstStyle/>
                    <a:p>
                      <a:pPr marL="0" marR="0" lvl="0" indent="0" algn="ctr" rtl="0">
                        <a:spcBef>
                          <a:spcPts val="0"/>
                        </a:spcBef>
                        <a:spcAft>
                          <a:spcPts val="0"/>
                        </a:spcAft>
                        <a:buNone/>
                      </a:pPr>
                      <a:r>
                        <a:rPr lang="en-US" sz="800" b="1"/>
                        <a:t>ILS Z 16L/R</a:t>
                      </a:r>
                      <a:endParaRPr sz="800" b="1"/>
                    </a:p>
                  </a:txBody>
                  <a:tcPr marL="36000" marR="36000" marT="36000" marB="36000" anchor="ctr"/>
                </a:tc>
                <a:extLst>
                  <a:ext uri="{0D108BD9-81ED-4DB2-BD59-A6C34878D82A}">
                    <a16:rowId xmlns:a16="http://schemas.microsoft.com/office/drawing/2014/main" val="10002"/>
                  </a:ext>
                </a:extLst>
              </a:tr>
              <a:tr h="124325">
                <a:tc>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FIX</a:t>
                      </a:r>
                      <a:endParaRPr sz="800">
                        <a:solidFill>
                          <a:schemeClr val="lt1"/>
                        </a:solidFill>
                      </a:endParaRPr>
                    </a:p>
                  </a:txBody>
                  <a:tcPr marL="36000" marR="36000" marT="36000" marB="36000" anchor="ctr">
                    <a:solidFill>
                      <a:schemeClr val="accent1"/>
                    </a:solidFill>
                  </a:tcPr>
                </a:tc>
                <a:tc gridSpan="3">
                  <a:txBody>
                    <a:bodyPr/>
                    <a:lstStyle/>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16L : ITM 4 / 34R : ITJ 14, 4 (DME)</a:t>
                      </a:r>
                      <a:endParaRPr dirty="0">
                        <a:solidFill>
                          <a:schemeClr val="bg1"/>
                        </a:solidFill>
                      </a:endParaRPr>
                    </a:p>
                    <a:p>
                      <a:pPr marL="0" marR="0" lvl="0" indent="0" algn="ctr" rtl="0">
                        <a:lnSpc>
                          <a:spcPct val="100000"/>
                        </a:lnSpc>
                        <a:spcBef>
                          <a:spcPts val="0"/>
                        </a:spcBef>
                        <a:spcAft>
                          <a:spcPts val="0"/>
                        </a:spcAft>
                        <a:buClr>
                          <a:schemeClr val="accent1"/>
                        </a:buClr>
                        <a:buSzPts val="800"/>
                        <a:buFont typeface="Calibri"/>
                        <a:buNone/>
                      </a:pPr>
                      <a:r>
                        <a:rPr lang="en-US" sz="800" b="0" dirty="0">
                          <a:solidFill>
                            <a:schemeClr val="bg1"/>
                          </a:solidFill>
                        </a:rPr>
                        <a:t>16R : IKF 4 / 34L : IYQ 12, 4 (DME)</a:t>
                      </a:r>
                      <a:endParaRPr sz="800" b="0" dirty="0">
                        <a:solidFill>
                          <a:schemeClr val="bg1"/>
                        </a:solidFill>
                      </a:endParaRPr>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02475">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16L : B6(6433’), B7(7017’), 34R : B4(5849’), B2(6778’)</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 : A6(6076’), A7(7624’), 34L : A5(6167’), A4(7641’)</a:t>
                      </a:r>
                      <a:r>
                        <a:rPr lang="en-US" sz="800" dirty="0">
                          <a:solidFill>
                            <a:schemeClr val="dk1"/>
                          </a:solidFill>
                        </a:rPr>
                        <a:t> </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124325">
                <a:tc gridSpan="4">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L/D DOWN before 14/12 DME, L/D FLAP 4 DME</a:t>
                      </a:r>
                      <a:endParaRPr dirty="0"/>
                    </a:p>
                    <a:p>
                      <a:pPr marL="0" marR="0" lvl="0" indent="0" algn="ctr" rtl="0">
                        <a:lnSpc>
                          <a:spcPct val="100000"/>
                        </a:lnSpc>
                        <a:spcBef>
                          <a:spcPts val="0"/>
                        </a:spcBef>
                        <a:spcAft>
                          <a:spcPts val="0"/>
                        </a:spcAft>
                        <a:buClr>
                          <a:schemeClr val="dk1"/>
                        </a:buClr>
                        <a:buSzPts val="800"/>
                        <a:buFont typeface="Calibri"/>
                        <a:buNone/>
                      </a:pPr>
                      <a:r>
                        <a:rPr lang="en-US" sz="800" dirty="0"/>
                        <a:t>Arrival Taxi RTE in Jeppesen (No Numbering)</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11" name="Google Shape;311;p20"/>
          <p:cNvGraphicFramePr/>
          <p:nvPr>
            <p:extLst>
              <p:ext uri="{D42A27DB-BD31-4B8C-83A1-F6EECF244321}">
                <p14:modId xmlns:p14="http://schemas.microsoft.com/office/powerpoint/2010/main" val="12021512"/>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ICN 131.5</a:t>
                      </a:r>
                      <a:endParaRPr/>
                    </a:p>
                    <a:p>
                      <a:pPr marL="0" marR="0" lvl="0" indent="0" algn="ctr" rtl="0">
                        <a:spcBef>
                          <a:spcPts val="0"/>
                        </a:spcBef>
                        <a:spcAft>
                          <a:spcPts val="0"/>
                        </a:spcAft>
                        <a:buNone/>
                      </a:pPr>
                      <a:r>
                        <a:rPr lang="en-US" sz="600">
                          <a:solidFill>
                            <a:srgbClr val="FF0000"/>
                          </a:solidFill>
                          <a:latin typeface="Calibri"/>
                          <a:ea typeface="Calibri"/>
                          <a:cs typeface="Calibri"/>
                          <a:sym typeface="Calibri"/>
                        </a:rPr>
                        <a:t>DCL -10분 TOBT 5분 차이시 CTC Comm</a:t>
                      </a:r>
                      <a:endParaRPr sz="900"/>
                    </a:p>
                  </a:txBody>
                  <a:tcPr marL="91450" marR="91450" marT="0" marB="0" anchor="ctr"/>
                </a:tc>
                <a:tc>
                  <a:txBody>
                    <a:bodyPr/>
                    <a:lstStyle/>
                    <a:p>
                      <a:pPr marL="0" marR="0" lvl="0" indent="0" algn="ctr" rtl="0">
                        <a:spcBef>
                          <a:spcPts val="0"/>
                        </a:spcBef>
                        <a:spcAft>
                          <a:spcPts val="0"/>
                        </a:spcAft>
                        <a:buNone/>
                      </a:pPr>
                      <a:r>
                        <a:rPr lang="en-US" sz="900" dirty="0"/>
                        <a:t>KE Tokyo 131.70</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4B348A56-DF69-97BA-6C0C-39EEA383FCDD}"/>
              </a:ext>
            </a:extLst>
          </p:cNvPr>
          <p:cNvSpPr txBox="1"/>
          <p:nvPr/>
        </p:nvSpPr>
        <p:spPr>
          <a:xfrm>
            <a:off x="-35858" y="2684741"/>
            <a:ext cx="2026517" cy="597975"/>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125.15</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TGU</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134.17 </a:t>
            </a: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TKO 1</a:t>
            </a:r>
            <a:r>
              <a:rPr kumimoji="1" lang="en-US" altLang="ko-KR" sz="800" b="1" u="sng" dirty="0">
                <a:solidFill>
                  <a:srgbClr val="0070C0"/>
                </a:solidFill>
                <a:latin typeface="Gulim" panose="020B0600000101010101" pitchFamily="34" charset="-127"/>
                <a:ea typeface="Gulim" panose="020B0600000101010101" pitchFamily="34" charset="-127"/>
              </a:rPr>
              <a:t>24</a:t>
            </a:r>
            <a:r>
              <a:rPr kumimoji="1" lang="en-US" altLang="ko-Kore-KR" sz="800" b="1" u="sng" dirty="0">
                <a:solidFill>
                  <a:srgbClr val="0070C0"/>
                </a:solidFill>
                <a:latin typeface="Gulim" panose="020B0600000101010101" pitchFamily="34" charset="-127"/>
                <a:ea typeface="Gulim" panose="020B0600000101010101" pitchFamily="34" charset="-127"/>
              </a:rPr>
              <a:t>.</a:t>
            </a:r>
            <a:r>
              <a:rPr kumimoji="1" lang="en-US" altLang="ko-KR" sz="800" b="1" u="sng" dirty="0">
                <a:solidFill>
                  <a:srgbClr val="0070C0"/>
                </a:solidFill>
                <a:latin typeface="Gulim" panose="020B0600000101010101" pitchFamily="34" charset="-127"/>
                <a:ea typeface="Gulim" panose="020B0600000101010101" pitchFamily="34" charset="-127"/>
              </a:rPr>
              <a:t>15</a:t>
            </a:r>
            <a:r>
              <a:rPr kumimoji="1" lang="en-US" altLang="ko-Kore-KR" sz="800" b="1" u="sng" dirty="0">
                <a:solidFill>
                  <a:srgbClr val="0070C0"/>
                </a:solidFill>
                <a:latin typeface="Gulim" panose="020B0600000101010101" pitchFamily="34" charset="-127"/>
                <a:ea typeface="Gulim" panose="020B0600000101010101" pitchFamily="34" charset="-127"/>
              </a:rPr>
              <a:t> – 13</a:t>
            </a:r>
            <a:r>
              <a:rPr kumimoji="1" lang="en-US" altLang="ko-KR" sz="800" b="1" u="sng" dirty="0">
                <a:solidFill>
                  <a:srgbClr val="0070C0"/>
                </a:solidFill>
                <a:latin typeface="Gulim" panose="020B0600000101010101" pitchFamily="34" charset="-127"/>
                <a:ea typeface="Gulim" panose="020B0600000101010101" pitchFamily="34" charset="-127"/>
              </a:rPr>
              <a:t>2</a:t>
            </a:r>
            <a:r>
              <a:rPr kumimoji="1" lang="en-US" altLang="ko-Kore-KR" sz="800" b="1" u="sng" dirty="0">
                <a:solidFill>
                  <a:srgbClr val="0070C0"/>
                </a:solidFill>
                <a:latin typeface="Gulim" panose="020B0600000101010101" pitchFamily="34" charset="-127"/>
                <a:ea typeface="Gulim" panose="020B0600000101010101" pitchFamily="34" charset="-127"/>
              </a:rPr>
              <a:t>.02 - 124.1- </a:t>
            </a:r>
            <a:r>
              <a:rPr kumimoji="1" lang="en-US" altLang="ko-KR" sz="800" b="1" u="sng" dirty="0">
                <a:solidFill>
                  <a:srgbClr val="0070C0"/>
                </a:solidFill>
                <a:latin typeface="Gulim" panose="020B0600000101010101" pitchFamily="34" charset="-127"/>
                <a:ea typeface="Gulim" panose="020B0600000101010101" pitchFamily="34" charset="-127"/>
              </a:rPr>
              <a:t>128.2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APP 124.4</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a:t>
            </a:r>
            <a:r>
              <a:rPr kumimoji="1" lang="ko-KR" altLang="en-US" sz="800" b="1" u="sng" dirty="0">
                <a:solidFill>
                  <a:srgbClr val="0070C0"/>
                </a:solidFill>
                <a:latin typeface="Gulim" panose="020B0600000101010101" pitchFamily="34" charset="-127"/>
                <a:ea typeface="Gulim" panose="020B0600000101010101" pitchFamily="34" charset="-127"/>
              </a:rPr>
              <a:t> </a:t>
            </a:r>
            <a:r>
              <a:rPr kumimoji="1" lang="en-US" altLang="ko-KR" sz="800" b="1" u="sng" dirty="0">
                <a:solidFill>
                  <a:srgbClr val="0070C0"/>
                </a:solidFill>
                <a:latin typeface="Gulim" panose="020B0600000101010101" pitchFamily="34" charset="-127"/>
                <a:ea typeface="Gulim" panose="020B0600000101010101" pitchFamily="34" charset="-127"/>
              </a:rPr>
              <a:t>120.2</a:t>
            </a:r>
            <a:r>
              <a:rPr kumimoji="1" lang="ko-KR" altLang="en-US" sz="800" b="1" u="sng" dirty="0">
                <a:solidFill>
                  <a:srgbClr val="0070C0"/>
                </a:solidFill>
                <a:latin typeface="Gulim" panose="020B0600000101010101" pitchFamily="34" charset="-127"/>
                <a:ea typeface="Gulim" panose="020B0600000101010101" pitchFamily="34" charset="-127"/>
              </a:rPr>
              <a:t> </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3F03909F-D98D-16B4-E03D-223D925F26E1}"/>
              </a:ext>
            </a:extLst>
          </p:cNvPr>
          <p:cNvSpPr/>
          <p:nvPr/>
        </p:nvSpPr>
        <p:spPr>
          <a:xfrm>
            <a:off x="1663362" y="323999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0A0BD91C-DB99-852F-BA1E-37D83389EC4E}"/>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16"/>
        <p:cNvGrpSpPr/>
        <p:nvPr/>
      </p:nvGrpSpPr>
      <p:grpSpPr>
        <a:xfrm>
          <a:off x="0" y="0"/>
          <a:ext cx="0" cy="0"/>
          <a:chOff x="0" y="0"/>
          <a:chExt cx="0" cy="0"/>
        </a:xfrm>
      </p:grpSpPr>
      <p:graphicFrame>
        <p:nvGraphicFramePr>
          <p:cNvPr id="318" name="Google Shape;318;p21"/>
          <p:cNvGraphicFramePr/>
          <p:nvPr>
            <p:extLst>
              <p:ext uri="{D42A27DB-BD31-4B8C-83A1-F6EECF244321}">
                <p14:modId xmlns:p14="http://schemas.microsoft.com/office/powerpoint/2010/main" val="3807866061"/>
              </p:ext>
            </p:extLst>
          </p:nvPr>
        </p:nvGraphicFramePr>
        <p:xfrm>
          <a:off x="0" y="611908"/>
          <a:ext cx="2332950" cy="1152850"/>
        </p:xfrm>
        <a:graphic>
          <a:graphicData uri="http://schemas.openxmlformats.org/drawingml/2006/table">
            <a:tbl>
              <a:tblPr firstRow="1" bandRow="1">
                <a:noFill/>
                <a:tableStyleId>{A521BE36-7E6F-4EC9-8D66-1CF97A6895EC}</a:tableStyleId>
              </a:tblPr>
              <a:tblGrid>
                <a:gridCol w="352775">
                  <a:extLst>
                    <a:ext uri="{9D8B030D-6E8A-4147-A177-3AD203B41FA5}">
                      <a16:colId xmlns:a16="http://schemas.microsoft.com/office/drawing/2014/main" val="20000"/>
                    </a:ext>
                  </a:extLst>
                </a:gridCol>
                <a:gridCol w="304225">
                  <a:extLst>
                    <a:ext uri="{9D8B030D-6E8A-4147-A177-3AD203B41FA5}">
                      <a16:colId xmlns:a16="http://schemas.microsoft.com/office/drawing/2014/main" val="20001"/>
                    </a:ext>
                  </a:extLst>
                </a:gridCol>
                <a:gridCol w="242925">
                  <a:extLst>
                    <a:ext uri="{9D8B030D-6E8A-4147-A177-3AD203B41FA5}">
                      <a16:colId xmlns:a16="http://schemas.microsoft.com/office/drawing/2014/main" val="20002"/>
                    </a:ext>
                  </a:extLst>
                </a:gridCol>
                <a:gridCol w="167475">
                  <a:extLst>
                    <a:ext uri="{9D8B030D-6E8A-4147-A177-3AD203B41FA5}">
                      <a16:colId xmlns:a16="http://schemas.microsoft.com/office/drawing/2014/main" val="20003"/>
                    </a:ext>
                  </a:extLst>
                </a:gridCol>
                <a:gridCol w="410400">
                  <a:extLst>
                    <a:ext uri="{9D8B030D-6E8A-4147-A177-3AD203B41FA5}">
                      <a16:colId xmlns:a16="http://schemas.microsoft.com/office/drawing/2014/main" val="20004"/>
                    </a:ext>
                  </a:extLst>
                </a:gridCol>
                <a:gridCol w="427575">
                  <a:extLst>
                    <a:ext uri="{9D8B030D-6E8A-4147-A177-3AD203B41FA5}">
                      <a16:colId xmlns:a16="http://schemas.microsoft.com/office/drawing/2014/main" val="20006"/>
                    </a:ext>
                  </a:extLst>
                </a:gridCol>
                <a:gridCol w="427575">
                  <a:extLst>
                    <a:ext uri="{9D8B030D-6E8A-4147-A177-3AD203B41FA5}">
                      <a16:colId xmlns:a16="http://schemas.microsoft.com/office/drawing/2014/main" val="20007"/>
                    </a:ext>
                  </a:extLst>
                </a:gridCol>
              </a:tblGrid>
              <a:tr h="159300">
                <a:tc gridSpan="7">
                  <a:txBody>
                    <a:bodyPr/>
                    <a:lstStyle/>
                    <a:p>
                      <a:pPr marL="0" marR="0" lvl="0" indent="0" algn="ctr" rtl="0">
                        <a:spcBef>
                          <a:spcPts val="0"/>
                        </a:spcBef>
                        <a:spcAft>
                          <a:spcPts val="0"/>
                        </a:spcAft>
                        <a:buNone/>
                      </a:pPr>
                      <a:r>
                        <a:rPr lang="en-US" sz="800"/>
                        <a:t>NRT : SID – ENPAR </a:t>
                      </a:r>
                      <a:r>
                        <a:rPr lang="en-US" sz="800" dirty="0" err="1"/>
                        <a:t>tx</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rowSpan="2" gridSpan="2">
                  <a:txBody>
                    <a:bodyPr/>
                    <a:lstStyle/>
                    <a:p>
                      <a:pPr marL="0" marR="0" lvl="0" indent="0" algn="ctr" rtl="0">
                        <a:spcBef>
                          <a:spcPts val="0"/>
                        </a:spcBef>
                        <a:spcAft>
                          <a:spcPts val="0"/>
                        </a:spcAft>
                        <a:buNone/>
                      </a:pPr>
                      <a:r>
                        <a:rPr lang="en-US" sz="800" b="1">
                          <a:solidFill>
                            <a:srgbClr val="0070C0"/>
                          </a:solidFill>
                        </a:rPr>
                        <a:t>TETRA x</a:t>
                      </a:r>
                      <a:endParaRPr/>
                    </a:p>
                    <a:p>
                      <a:pPr marL="0" marR="0" lvl="0" indent="0" algn="ctr" rtl="0">
                        <a:spcBef>
                          <a:spcPts val="0"/>
                        </a:spcBef>
                        <a:spcAft>
                          <a:spcPts val="0"/>
                        </a:spcAft>
                        <a:buNone/>
                      </a:pPr>
                      <a:r>
                        <a:rPr lang="en-US" sz="800" b="1"/>
                        <a:t>ENPAR tx</a:t>
                      </a:r>
                      <a:endParaRPr sz="800" b="1"/>
                    </a:p>
                  </a:txBody>
                  <a:tcPr marL="36000" marR="36000" marT="36000" marB="36000" anchor="ctr"/>
                </a:tc>
                <a:tc rowSpan="2" hMerge="1">
                  <a:txBody>
                    <a:bodyPr/>
                    <a:lstStyle/>
                    <a:p>
                      <a:endParaRPr lang="ko-Kore-KR"/>
                    </a:p>
                  </a:txBody>
                  <a:tcPr/>
                </a:tc>
                <a:tc gridSpan="4">
                  <a:txBody>
                    <a:bodyPr/>
                    <a:lstStyle/>
                    <a:p>
                      <a:pPr marL="0" marR="0" lvl="0" indent="0" algn="ctr" rtl="0">
                        <a:spcBef>
                          <a:spcPts val="0"/>
                        </a:spcBef>
                        <a:spcAft>
                          <a:spcPts val="0"/>
                        </a:spcAft>
                        <a:buNone/>
                      </a:pPr>
                      <a:r>
                        <a:rPr lang="en-US" sz="800" b="1" dirty="0"/>
                        <a:t>HD 157 </a:t>
                      </a:r>
                      <a:r>
                        <a:rPr lang="en-US" sz="800" b="1" dirty="0">
                          <a:solidFill>
                            <a:srgbClr val="0070C0"/>
                          </a:solidFill>
                        </a:rPr>
                        <a:t>ALT 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vMerge="1">
                  <a:txBody>
                    <a:bodyPr/>
                    <a:lstStyle/>
                    <a:p>
                      <a:endParaRPr lang="ko-Kore-KR"/>
                    </a:p>
                  </a:txBody>
                  <a:tcPr/>
                </a:tc>
                <a:tc hMerge="1" vMerge="1">
                  <a:txBody>
                    <a:bodyPr/>
                    <a:lstStyle/>
                    <a:p>
                      <a:endParaRPr lang="ko-Kore-KR"/>
                    </a:p>
                  </a:txBody>
                  <a:tcPr/>
                </a:tc>
                <a:tc gridSpan="4">
                  <a:txBody>
                    <a:bodyPr/>
                    <a:lstStyle/>
                    <a:p>
                      <a:pPr marL="0" marR="0" lvl="0" indent="0" algn="ctr" rtl="0">
                        <a:spcBef>
                          <a:spcPts val="0"/>
                        </a:spcBef>
                        <a:spcAft>
                          <a:spcPts val="0"/>
                        </a:spcAft>
                        <a:buNone/>
                      </a:pPr>
                      <a:r>
                        <a:rPr lang="en-US" sz="800" b="1" dirty="0"/>
                        <a:t>HD 337 </a:t>
                      </a:r>
                      <a:r>
                        <a:rPr lang="en-US" sz="800" b="1" dirty="0">
                          <a:solidFill>
                            <a:srgbClr val="0070C0"/>
                          </a:solidFill>
                        </a:rPr>
                        <a:t>ALT 7000/ATC</a:t>
                      </a:r>
                    </a:p>
                  </a:txBody>
                  <a:tcPr marL="36000" marR="36000" marT="36000" marB="36000" anchor="ctr"/>
                </a:tc>
                <a:tc hMerge="1">
                  <a:txBody>
                    <a:bodyPr/>
                    <a:lstStyle/>
                    <a:p>
                      <a:endParaRPr lang="ko-Kore-KR"/>
                    </a:p>
                  </a:txBody>
                  <a:tcPr/>
                </a:tc>
                <a:tc hMerge="1">
                  <a:txBody>
                    <a:bodyPr/>
                    <a:lstStyle/>
                    <a:p>
                      <a:endParaRPr/>
                    </a:p>
                  </a:txBody>
                  <a:tcPr marL="36000" marR="36000" marT="36000" marB="36000" anchor="ctr"/>
                </a:tc>
                <a:tc hMerge="1">
                  <a:txBody>
                    <a:bodyPr/>
                    <a:lstStyle/>
                    <a:p>
                      <a:endParaRPr lang="ko-Kore-KR"/>
                    </a:p>
                  </a:txBody>
                  <a:tcPr/>
                </a:tc>
                <a:extLst>
                  <a:ext uri="{0D108BD9-81ED-4DB2-BD59-A6C34878D82A}">
                    <a16:rowId xmlns:a16="http://schemas.microsoft.com/office/drawing/2014/main" val="10002"/>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NRE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117.9</a:t>
                      </a:r>
                      <a:endParaRPr/>
                    </a:p>
                  </a:txBody>
                  <a:tcPr marL="36000" marR="36000" marT="36000" marB="3600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16L </a:t>
                      </a:r>
                      <a:endParaRPr/>
                    </a:p>
                    <a:p>
                      <a:pPr marL="0" marR="0" lvl="0" indent="0" algn="ctr" rtl="0">
                        <a:spcBef>
                          <a:spcPts val="0"/>
                        </a:spcBef>
                        <a:spcAft>
                          <a:spcPts val="0"/>
                        </a:spcAft>
                        <a:buNone/>
                      </a:pPr>
                      <a:r>
                        <a:rPr lang="en-US" sz="800" b="1">
                          <a:solidFill>
                            <a:srgbClr val="C00000"/>
                          </a:solidFill>
                        </a:rPr>
                        <a:t>110.7</a:t>
                      </a:r>
                      <a:endParaRPr/>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34L 111.9</a:t>
                      </a:r>
                      <a:endParaRPr sz="800"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34R 110.9</a:t>
                      </a:r>
                      <a:endParaRPr sz="800" b="1">
                        <a:solidFill>
                          <a:srgbClr val="C00000"/>
                        </a:solidFill>
                      </a:endParaRPr>
                    </a:p>
                  </a:txBody>
                  <a:tcPr marL="36000" marR="36000" marT="36000" marB="36000" anchor="ctr"/>
                </a:tc>
                <a:extLst>
                  <a:ext uri="{0D108BD9-81ED-4DB2-BD59-A6C34878D82A}">
                    <a16:rowId xmlns:a16="http://schemas.microsoft.com/office/drawing/2014/main" val="10003"/>
                  </a:ext>
                </a:extLst>
              </a:tr>
              <a:tr h="144775">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APU Start, TAXI RTE 1, 2, 3, 4 RWY </a:t>
                      </a:r>
                      <a:r>
                        <a:rPr lang="en-US" sz="800" dirty="0" err="1">
                          <a:solidFill>
                            <a:schemeClr val="dk1"/>
                          </a:solidFill>
                        </a:rPr>
                        <a:t>별</a:t>
                      </a:r>
                      <a:r>
                        <a:rPr lang="en-US" sz="800" dirty="0">
                          <a:solidFill>
                            <a:schemeClr val="dk1"/>
                          </a:solidFill>
                        </a:rPr>
                        <a:t> DEP RTE</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bl>
          </a:graphicData>
        </a:graphic>
      </p:graphicFrame>
      <p:graphicFrame>
        <p:nvGraphicFramePr>
          <p:cNvPr id="319" name="Google Shape;319;p21"/>
          <p:cNvGraphicFramePr/>
          <p:nvPr>
            <p:extLst>
              <p:ext uri="{D42A27DB-BD31-4B8C-83A1-F6EECF244321}">
                <p14:modId xmlns:p14="http://schemas.microsoft.com/office/powerpoint/2010/main" val="3910434639"/>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sz="1300" dirty="0">
                          <a:solidFill>
                            <a:schemeClr val="tx1"/>
                          </a:solidFill>
                          <a:hlinkClick r:id="rId3">
                            <a:extLst>
                              <a:ext uri="{A12FA001-AC4F-418D-AE19-62706E023703}">
                                <ahyp:hlinkClr xmlns:ahyp="http://schemas.microsoft.com/office/drawing/2018/hyperlinkcolor" val="tx"/>
                              </a:ext>
                            </a:extLst>
                          </a:hlinkClick>
                        </a:rPr>
                        <a:t>RJAA(NRT) 135ft</a:t>
                      </a:r>
                      <a:endParaRP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KE Tokyo 131.70</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21" name="Google Shape;321;p21"/>
          <p:cNvGraphicFramePr/>
          <p:nvPr>
            <p:extLst>
              <p:ext uri="{D42A27DB-BD31-4B8C-83A1-F6EECF244321}">
                <p14:modId xmlns:p14="http://schemas.microsoft.com/office/powerpoint/2010/main" val="653185980"/>
              </p:ext>
            </p:extLst>
          </p:nvPr>
        </p:nvGraphicFramePr>
        <p:xfrm>
          <a:off x="-5861" y="3894274"/>
          <a:ext cx="2325975" cy="162073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dirty="0"/>
                        <a:t>RWY /8(180kts), /5(160kts) , YJU R271</a:t>
                      </a:r>
                      <a:endParaRPr sz="458" dirty="0"/>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33R : </a:t>
                      </a:r>
                      <a:r>
                        <a:rPr lang="en-US" sz="800" b="1" dirty="0">
                          <a:solidFill>
                            <a:srgbClr val="0070C0"/>
                          </a:solidFill>
                          <a:latin typeface="Calibri"/>
                          <a:ea typeface="Calibri"/>
                          <a:cs typeface="Calibri"/>
                          <a:sym typeface="Calibri"/>
                        </a:rPr>
                        <a:t>C4(7529’), </a:t>
                      </a:r>
                      <a:r>
                        <a:rPr lang="en-US" sz="800" b="1" dirty="0">
                          <a:solidFill>
                            <a:schemeClr val="dk1"/>
                          </a:solidFill>
                          <a:latin typeface="Calibri"/>
                          <a:ea typeface="Calibri"/>
                          <a:cs typeface="Calibri"/>
                          <a:sym typeface="Calibri"/>
                        </a:rPr>
                        <a:t>C5(8513’), 33L </a:t>
                      </a:r>
                      <a:r>
                        <a:rPr lang="en-US"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sz="800" b="1" dirty="0">
                          <a:solidFill>
                            <a:schemeClr val="dk1"/>
                          </a:solidFill>
                          <a:latin typeface="Calibri"/>
                          <a:ea typeface="Calibri"/>
                          <a:cs typeface="Calibri"/>
                          <a:sym typeface="Calibri"/>
                        </a:rPr>
                        <a:t>‘)</a:t>
                      </a:r>
                      <a:endParaRPr dirty="0"/>
                    </a:p>
                    <a:p>
                      <a:pPr marL="0" marR="0" lvl="0" indent="0" algn="l" rtl="0">
                        <a:spcBef>
                          <a:spcPts val="0"/>
                        </a:spcBef>
                        <a:spcAft>
                          <a:spcPts val="0"/>
                        </a:spcAft>
                        <a:buNone/>
                      </a:pPr>
                      <a:r>
                        <a:rPr lang="en-US" sz="800" b="1" dirty="0">
                          <a:solidFill>
                            <a:schemeClr val="dk1"/>
                          </a:solidFill>
                          <a:latin typeface="Calibri"/>
                          <a:ea typeface="Calibri"/>
                          <a:cs typeface="Calibri"/>
                          <a:sym typeface="Calibri"/>
                        </a:rPr>
                        <a:t>15L : </a:t>
                      </a:r>
                      <a:r>
                        <a:rPr lang="en-US" sz="800" b="1" dirty="0">
                          <a:solidFill>
                            <a:srgbClr val="0070C0"/>
                          </a:solidFill>
                          <a:latin typeface="Calibri"/>
                          <a:ea typeface="Calibri"/>
                          <a:cs typeface="Calibri"/>
                          <a:sym typeface="Calibri"/>
                        </a:rPr>
                        <a:t>C2(7522’), </a:t>
                      </a:r>
                      <a:r>
                        <a:rPr lang="en-US" sz="800" b="1" dirty="0">
                          <a:solidFill>
                            <a:schemeClr val="dk1"/>
                          </a:solidFill>
                          <a:latin typeface="Calibri"/>
                          <a:ea typeface="Calibri"/>
                          <a:cs typeface="Calibri"/>
                          <a:sym typeface="Calibri"/>
                        </a:rPr>
                        <a:t>C1(8536’), 15R : </a:t>
                      </a:r>
                      <a:r>
                        <a:rPr lang="en-US"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sz="800" b="1" dirty="0">
                          <a:solidFill>
                            <a:srgbClr val="0070C0"/>
                          </a:solidFill>
                          <a:latin typeface="Calibri"/>
                          <a:ea typeface="Calibri"/>
                          <a:cs typeface="Calibri"/>
                          <a:sym typeface="Calibri"/>
                        </a:rPr>
                        <a:t>‘), </a:t>
                      </a:r>
                      <a:r>
                        <a:rPr lang="en-US"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sz="800" b="1" dirty="0">
                          <a:solidFill>
                            <a:schemeClr val="dk1"/>
                          </a:solidFill>
                          <a:latin typeface="Calibri"/>
                          <a:ea typeface="Calibri"/>
                          <a:cs typeface="Calibri"/>
                          <a:sym typeface="Calibri"/>
                        </a:rPr>
                        <a:t>‘)</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
        <p:nvSpPr>
          <p:cNvPr id="3" name="TextBox 2">
            <a:extLst>
              <a:ext uri="{FF2B5EF4-FFF2-40B4-BE49-F238E27FC236}">
                <a16:creationId xmlns:a16="http://schemas.microsoft.com/office/drawing/2014/main" id="{8305CE87-CB2D-B9F1-7BCB-D3D6DE9B003F}"/>
              </a:ext>
            </a:extLst>
          </p:cNvPr>
          <p:cNvSpPr txBox="1"/>
          <p:nvPr/>
        </p:nvSpPr>
        <p:spPr>
          <a:xfrm>
            <a:off x="-20938" y="2187564"/>
            <a:ext cx="2068195" cy="782641"/>
          </a:xfrm>
          <a:prstGeom prst="rect">
            <a:avLst/>
          </a:prstGeom>
          <a:noFill/>
        </p:spPr>
        <p:txBody>
          <a:bodyPr wrap="none" tIns="36000" bIns="36000" rtlCol="0" anchor="ctr">
            <a:spAutoFit/>
          </a:bodyPr>
          <a:lstStyle/>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DEP 124.2</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TKO 120.5 – 133.45 – 133.02 – 133.8 </a:t>
            </a:r>
            <a:endParaRPr kumimoji="1" lang="en-US" altLang="ko-Kore-KR" sz="8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8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800" b="1" u="sng" dirty="0">
                <a:solidFill>
                  <a:srgbClr val="0070C0"/>
                </a:solidFill>
                <a:latin typeface="Gulim" panose="020B0600000101010101" pitchFamily="34" charset="-127"/>
                <a:ea typeface="Gulim" panose="020B0600000101010101" pitchFamily="34" charset="-127"/>
              </a:rPr>
              <a:t>APP 119.75</a:t>
            </a:r>
            <a:endParaRPr kumimoji="1" lang="ko-Kore-KR" altLang="en-US" sz="8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61F60108-1835-DB8D-420A-D0FC0E5B5987}"/>
              </a:ext>
            </a:extLst>
          </p:cNvPr>
          <p:cNvSpPr/>
          <p:nvPr/>
        </p:nvSpPr>
        <p:spPr>
          <a:xfrm>
            <a:off x="1622852" y="2991989"/>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Japan</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5AC28DF6-545E-A19C-0E4B-50E8331FA052}"/>
              </a:ext>
            </a:extLst>
          </p:cNvPr>
          <p:cNvSpPr/>
          <p:nvPr/>
        </p:nvSpPr>
        <p:spPr>
          <a:xfrm>
            <a:off x="836204" y="28759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43"/>
        <p:cNvGrpSpPr/>
        <p:nvPr/>
      </p:nvGrpSpPr>
      <p:grpSpPr>
        <a:xfrm>
          <a:off x="0" y="0"/>
          <a:ext cx="0" cy="0"/>
          <a:chOff x="0" y="0"/>
          <a:chExt cx="0" cy="0"/>
        </a:xfrm>
      </p:grpSpPr>
      <p:graphicFrame>
        <p:nvGraphicFramePr>
          <p:cNvPr id="346" name="Google Shape;346;p24"/>
          <p:cNvGraphicFramePr/>
          <p:nvPr>
            <p:extLst>
              <p:ext uri="{D42A27DB-BD31-4B8C-83A1-F6EECF244321}">
                <p14:modId xmlns:p14="http://schemas.microsoft.com/office/powerpoint/2010/main" val="1114122335"/>
              </p:ext>
            </p:extLst>
          </p:nvPr>
        </p:nvGraphicFramePr>
        <p:xfrm>
          <a:off x="1596" y="3473578"/>
          <a:ext cx="2313550" cy="2065330"/>
        </p:xfrm>
        <a:graphic>
          <a:graphicData uri="http://schemas.openxmlformats.org/drawingml/2006/table">
            <a:tbl>
              <a:tblPr firstRow="1" bandRow="1">
                <a:noFill/>
                <a:tableStyleId>{A521BE36-7E6F-4EC9-8D66-1CF97A6895EC}</a:tableStyleId>
              </a:tblPr>
              <a:tblGrid>
                <a:gridCol w="360350">
                  <a:extLst>
                    <a:ext uri="{9D8B030D-6E8A-4147-A177-3AD203B41FA5}">
                      <a16:colId xmlns:a16="http://schemas.microsoft.com/office/drawing/2014/main" val="20000"/>
                    </a:ext>
                  </a:extLst>
                </a:gridCol>
                <a:gridCol w="420688">
                  <a:extLst>
                    <a:ext uri="{9D8B030D-6E8A-4147-A177-3AD203B41FA5}">
                      <a16:colId xmlns:a16="http://schemas.microsoft.com/office/drawing/2014/main" val="20001"/>
                    </a:ext>
                  </a:extLst>
                </a:gridCol>
                <a:gridCol w="658262">
                  <a:extLst>
                    <a:ext uri="{9D8B030D-6E8A-4147-A177-3AD203B41FA5}">
                      <a16:colId xmlns:a16="http://schemas.microsoft.com/office/drawing/2014/main" val="20002"/>
                    </a:ext>
                  </a:extLst>
                </a:gridCol>
                <a:gridCol w="874250">
                  <a:extLst>
                    <a:ext uri="{9D8B030D-6E8A-4147-A177-3AD203B41FA5}">
                      <a16:colId xmlns:a16="http://schemas.microsoft.com/office/drawing/2014/main" val="20003"/>
                    </a:ext>
                  </a:extLst>
                </a:gridCol>
              </a:tblGrid>
              <a:tr h="154135">
                <a:tc gridSpan="4">
                  <a:txBody>
                    <a:bodyPr/>
                    <a:lstStyle/>
                    <a:p>
                      <a:pPr marL="0" marR="0" lvl="0" indent="0" algn="ctr" rtl="0">
                        <a:spcBef>
                          <a:spcPts val="0"/>
                        </a:spcBef>
                        <a:spcAft>
                          <a:spcPts val="0"/>
                        </a:spcAft>
                        <a:buNone/>
                      </a:pPr>
                      <a:r>
                        <a:rPr lang="en-US" sz="800" dirty="0"/>
                        <a:t>HND : </a:t>
                      </a:r>
                      <a:r>
                        <a:rPr lang="en-US" altLang="ko-Kore-KR" sz="800" dirty="0">
                          <a:solidFill>
                            <a:srgbClr val="FFC000"/>
                          </a:solidFill>
                        </a:rPr>
                        <a:t>STAR </a:t>
                      </a:r>
                      <a:r>
                        <a:rPr lang="en-US" sz="800" dirty="0">
                          <a:solidFill>
                            <a:srgbClr val="FFC000"/>
                          </a:solidFill>
                        </a:rPr>
                        <a:t>XAC Night– APP xxx Y 1400z~</a:t>
                      </a:r>
                      <a:r>
                        <a:rPr lang="en-US" sz="800" dirty="0"/>
                        <a:t> </a:t>
                      </a:r>
                      <a:r>
                        <a:rPr lang="en-US" altLang="ko-Kore-KR" sz="800" dirty="0"/>
                        <a:t>SPENS 220</a:t>
                      </a:r>
                      <a:endParaRPr sz="800" dirty="0"/>
                    </a:p>
                  </a:txBody>
                  <a:tcPr marL="36000" marR="3600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40085">
                <a:tc>
                  <a:txBody>
                    <a:bodyPr/>
                    <a:lstStyle/>
                    <a:p>
                      <a:pPr marL="0" marR="0" lvl="0" indent="0" algn="ctr" rtl="0">
                        <a:spcBef>
                          <a:spcPts val="0"/>
                        </a:spcBef>
                        <a:spcAft>
                          <a:spcPts val="0"/>
                        </a:spcAft>
                        <a:buNone/>
                      </a:pPr>
                      <a:r>
                        <a:rPr lang="en-US" sz="800" b="1" dirty="0"/>
                        <a:t>34L</a:t>
                      </a:r>
                      <a:r>
                        <a:rPr lang="en-US" sz="800" b="0" dirty="0"/>
                        <a:t>/R</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xK</a:t>
                      </a:r>
                      <a:r>
                        <a:rPr lang="en-US" sz="800" b="0" dirty="0"/>
                        <a:t>/H</a:t>
                      </a:r>
                      <a:endParaRPr sz="800" b="0" dirty="0"/>
                    </a:p>
                  </a:txBody>
                  <a:tcPr marL="0" marR="0" marT="36000" marB="36000" anchor="ctr"/>
                </a:tc>
                <a:tc>
                  <a:txBody>
                    <a:bodyPr/>
                    <a:lstStyle/>
                    <a:p>
                      <a:pPr marL="0" marR="0" lvl="0" indent="0" algn="ctr" rtl="0">
                        <a:spcBef>
                          <a:spcPts val="0"/>
                        </a:spcBef>
                        <a:spcAft>
                          <a:spcPts val="0"/>
                        </a:spcAft>
                        <a:buNone/>
                      </a:pPr>
                      <a:r>
                        <a:rPr lang="en-US" sz="800" b="1" dirty="0"/>
                        <a:t>KAIHO</a:t>
                      </a:r>
                      <a:r>
                        <a:rPr lang="en-US" sz="800" b="0" dirty="0"/>
                        <a:t>/CACAO</a:t>
                      </a:r>
                      <a:endParaRPr b="0" dirty="0"/>
                    </a:p>
                  </a:txBody>
                  <a:tcPr marL="0" marR="0" marT="36000" marB="36000" anchor="ctr"/>
                </a:tc>
                <a:tc>
                  <a:txBody>
                    <a:bodyPr/>
                    <a:lstStyle/>
                    <a:p>
                      <a:pPr marL="0" marR="0" lvl="0" indent="0" algn="ctr" rtl="0">
                        <a:spcBef>
                          <a:spcPts val="0"/>
                        </a:spcBef>
                        <a:spcAft>
                          <a:spcPts val="0"/>
                        </a:spcAft>
                        <a:buNone/>
                      </a:pPr>
                      <a:r>
                        <a:rPr lang="en-US" sz="800" b="1" dirty="0"/>
                        <a:t>ILS X </a:t>
                      </a:r>
                      <a:r>
                        <a:rPr lang="en-US" sz="800" b="0" dirty="0"/>
                        <a:t>/ VIS</a:t>
                      </a:r>
                      <a:endParaRPr sz="458" b="0" dirty="0"/>
                    </a:p>
                  </a:txBody>
                  <a:tcPr marL="0" marR="0" marT="36000" marB="36000" anchor="ctr"/>
                </a:tc>
                <a:extLst>
                  <a:ext uri="{0D108BD9-81ED-4DB2-BD59-A6C34878D82A}">
                    <a16:rowId xmlns:a16="http://schemas.microsoft.com/office/drawing/2014/main" val="10001"/>
                  </a:ext>
                </a:extLst>
              </a:tr>
              <a:tr h="140085">
                <a:tc>
                  <a:txBody>
                    <a:bodyPr/>
                    <a:lstStyle/>
                    <a:p>
                      <a:pPr marL="0" marR="0" lvl="0" indent="0" algn="ctr" rtl="0">
                        <a:spcBef>
                          <a:spcPts val="0"/>
                        </a:spcBef>
                        <a:spcAft>
                          <a:spcPts val="0"/>
                        </a:spcAft>
                        <a:buNone/>
                      </a:pPr>
                      <a:r>
                        <a:rPr lang="en-US" sz="800" b="1"/>
                        <a:t>22</a:t>
                      </a:r>
                      <a:endParaRPr sz="800" b="1"/>
                    </a:p>
                  </a:txBody>
                  <a:tcPr marL="0" marR="0" marT="36000" marB="36000" anchor="ctr"/>
                </a:tc>
                <a:tc>
                  <a:txBody>
                    <a:bodyPr/>
                    <a:lstStyle/>
                    <a:p>
                      <a:pPr marL="0" marR="0" lvl="0" indent="0" algn="ctr" rtl="0">
                        <a:spcBef>
                          <a:spcPts val="0"/>
                        </a:spcBef>
                        <a:spcAft>
                          <a:spcPts val="0"/>
                        </a:spcAft>
                        <a:buNone/>
                      </a:pPr>
                      <a:r>
                        <a:rPr lang="en-US" sz="800" b="1" dirty="0"/>
                        <a:t>XAC </a:t>
                      </a:r>
                      <a:r>
                        <a:rPr lang="en-US" sz="800" b="1" dirty="0" err="1"/>
                        <a:t>xB</a:t>
                      </a:r>
                      <a:endParaRPr sz="800" b="1" dirty="0"/>
                    </a:p>
                  </a:txBody>
                  <a:tcPr marL="0" marR="0" marT="36000" marB="36000" anchor="ctr"/>
                </a:tc>
                <a:tc>
                  <a:txBody>
                    <a:bodyPr/>
                    <a:lstStyle/>
                    <a:p>
                      <a:pPr marL="0" marR="0" lvl="0" indent="0" algn="ctr" rtl="0">
                        <a:spcBef>
                          <a:spcPts val="0"/>
                        </a:spcBef>
                        <a:spcAft>
                          <a:spcPts val="0"/>
                        </a:spcAft>
                        <a:buNone/>
                      </a:pPr>
                      <a:r>
                        <a:rPr lang="en-US" sz="800" b="1" dirty="0"/>
                        <a:t>BACON</a:t>
                      </a:r>
                      <a:endParaRPr sz="800" b="1" dirty="0"/>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22</a:t>
                      </a:r>
                      <a:r>
                        <a:rPr lang="en-US" sz="800" b="1" dirty="0"/>
                        <a:t>)</a:t>
                      </a:r>
                      <a:endParaRPr sz="458" dirty="0"/>
                    </a:p>
                  </a:txBody>
                  <a:tcPr marL="0" marR="0" marT="36000" marB="36000" anchor="ctr"/>
                </a:tc>
                <a:extLst>
                  <a:ext uri="{0D108BD9-81ED-4DB2-BD59-A6C34878D82A}">
                    <a16:rowId xmlns:a16="http://schemas.microsoft.com/office/drawing/2014/main" val="10002"/>
                  </a:ext>
                </a:extLst>
              </a:tr>
              <a:tr h="140085">
                <a:tc>
                  <a:txBody>
                    <a:bodyPr/>
                    <a:lstStyle/>
                    <a:p>
                      <a:pPr marL="0" marR="0" lvl="0" indent="0" algn="ctr" rtl="0">
                        <a:spcBef>
                          <a:spcPts val="0"/>
                        </a:spcBef>
                        <a:spcAft>
                          <a:spcPts val="0"/>
                        </a:spcAft>
                        <a:buNone/>
                      </a:pPr>
                      <a:r>
                        <a:rPr lang="en-US" sz="800" b="1" dirty="0"/>
                        <a:t>16R</a:t>
                      </a:r>
                      <a:r>
                        <a:rPr lang="en-US" sz="800" b="0" dirty="0"/>
                        <a:t>/L</a:t>
                      </a:r>
                      <a:endParaRPr sz="800" b="0" dirty="0"/>
                    </a:p>
                  </a:txBody>
                  <a:tcPr marL="0" marR="0" marT="36000" marB="36000" anchor="ctr"/>
                </a:tc>
                <a:tc>
                  <a:txBody>
                    <a:bodyPr/>
                    <a:lstStyle/>
                    <a:p>
                      <a:pPr marL="0" marR="0" lvl="0" indent="0" algn="ctr" rtl="0">
                        <a:spcBef>
                          <a:spcPts val="0"/>
                        </a:spcBef>
                        <a:spcAft>
                          <a:spcPts val="0"/>
                        </a:spcAft>
                        <a:buNone/>
                      </a:pPr>
                      <a:r>
                        <a:rPr lang="en-US" sz="800" b="1" dirty="0"/>
                        <a:t>XAC R</a:t>
                      </a:r>
                      <a:endParaRPr sz="800" b="1" dirty="0"/>
                    </a:p>
                  </a:txBody>
                  <a:tcPr marL="0" marR="0" marT="36000" marB="36000" anchor="ctr"/>
                </a:tc>
                <a:tc>
                  <a:txBody>
                    <a:bodyPr/>
                    <a:lstStyle/>
                    <a:p>
                      <a:pPr marL="0" marR="0" lvl="0" indent="0" algn="ctr" rtl="0">
                        <a:spcBef>
                          <a:spcPts val="0"/>
                        </a:spcBef>
                        <a:spcAft>
                          <a:spcPts val="0"/>
                        </a:spcAft>
                        <a:buNone/>
                      </a:pPr>
                      <a:r>
                        <a:rPr lang="en-US" sz="800" b="1" dirty="0"/>
                        <a:t>NATTY</a:t>
                      </a:r>
                      <a:r>
                        <a:rPr lang="en-US" sz="800" b="0" dirty="0"/>
                        <a:t>/SANDY</a:t>
                      </a:r>
                      <a:endParaRPr sz="800" b="0" dirty="0"/>
                    </a:p>
                  </a:txBody>
                  <a:tcPr marL="0" marR="0" marT="36000" marB="36000" anchor="ctr"/>
                </a:tc>
                <a:tc>
                  <a:txBody>
                    <a:bodyPr/>
                    <a:lstStyle/>
                    <a:p>
                      <a:pPr marL="0" marR="0" lvl="0" indent="0" algn="ctr" rtl="0">
                        <a:lnSpc>
                          <a:spcPct val="100000"/>
                        </a:lnSpc>
                        <a:spcBef>
                          <a:spcPts val="0"/>
                        </a:spcBef>
                        <a:spcAft>
                          <a:spcPts val="0"/>
                        </a:spcAft>
                        <a:buClr>
                          <a:srgbClr val="000000"/>
                        </a:buClr>
                        <a:buSzPts val="800"/>
                        <a:buFont typeface="Calibri"/>
                        <a:buNone/>
                      </a:pPr>
                      <a:r>
                        <a:rPr lang="en-US" sz="800" b="1" i="0" u="none" strike="noStrike" cap="none" dirty="0">
                          <a:solidFill>
                            <a:srgbClr val="000000"/>
                          </a:solidFill>
                          <a:latin typeface="Calibri"/>
                          <a:ea typeface="Calibri"/>
                          <a:cs typeface="Calibri"/>
                          <a:sym typeface="Calibri"/>
                        </a:rPr>
                        <a:t>RNP(</a:t>
                      </a:r>
                      <a:r>
                        <a:rPr lang="en-US" sz="800" b="1" i="0" u="none" strike="noStrike" cap="none" dirty="0">
                          <a:solidFill>
                            <a:srgbClr val="0070C0"/>
                          </a:solidFill>
                          <a:latin typeface="Calibri"/>
                          <a:ea typeface="Calibri"/>
                          <a:cs typeface="Calibri"/>
                          <a:sym typeface="Calibri"/>
                        </a:rPr>
                        <a:t>R16RT</a:t>
                      </a:r>
                      <a:r>
                        <a:rPr lang="en-US" sz="800" b="0" i="0" u="none" strike="noStrike" cap="none" dirty="0">
                          <a:solidFill>
                            <a:srgbClr val="0070C0"/>
                          </a:solidFill>
                          <a:latin typeface="Calibri"/>
                          <a:ea typeface="Calibri"/>
                          <a:cs typeface="Calibri"/>
                          <a:sym typeface="Calibri"/>
                        </a:rPr>
                        <a:t>/R16LT</a:t>
                      </a:r>
                      <a:r>
                        <a:rPr lang="en-US" sz="800" b="1" i="0" u="none" strike="noStrike" cap="none" dirty="0">
                          <a:solidFill>
                            <a:srgbClr val="000000"/>
                          </a:solidFill>
                          <a:latin typeface="Calibri"/>
                          <a:ea typeface="Calibri"/>
                          <a:cs typeface="Calibri"/>
                          <a:sym typeface="Calibri"/>
                        </a:rPr>
                        <a:t>)</a:t>
                      </a:r>
                      <a:endParaRPr sz="458" b="0" i="0" u="none" strike="noStrike" cap="none" dirty="0">
                        <a:solidFill>
                          <a:srgbClr val="000000"/>
                        </a:solidFill>
                        <a:latin typeface="Calibri"/>
                        <a:ea typeface="Calibri"/>
                        <a:cs typeface="Calibri"/>
                        <a:sym typeface="Calibri"/>
                      </a:endParaRPr>
                    </a:p>
                  </a:txBody>
                  <a:tcPr marL="0" marR="0" marT="36000" marB="36000" anchor="ctr"/>
                </a:tc>
                <a:extLst>
                  <a:ext uri="{0D108BD9-81ED-4DB2-BD59-A6C34878D82A}">
                    <a16:rowId xmlns:a16="http://schemas.microsoft.com/office/drawing/2014/main" val="10003"/>
                  </a:ext>
                </a:extLst>
              </a:tr>
              <a:tr h="140085">
                <a:tc>
                  <a:txBody>
                    <a:bodyPr/>
                    <a:lstStyle/>
                    <a:p>
                      <a:pPr marL="0" marR="0" lvl="0" indent="0" algn="ctr" rtl="0">
                        <a:spcBef>
                          <a:spcPts val="0"/>
                        </a:spcBef>
                        <a:spcAft>
                          <a:spcPts val="0"/>
                        </a:spcAft>
                        <a:buNone/>
                      </a:pPr>
                      <a:r>
                        <a:rPr lang="en-US" sz="800" b="1"/>
                        <a:t>23</a:t>
                      </a:r>
                      <a:endParaRPr sz="800" b="1"/>
                    </a:p>
                  </a:txBody>
                  <a:tcPr marL="0" marR="0" marT="36000" marB="36000" anchor="ctr"/>
                </a:tc>
                <a:tc>
                  <a:txBody>
                    <a:bodyPr/>
                    <a:lstStyle/>
                    <a:p>
                      <a:pPr marL="0" marR="0" lvl="0" indent="0" algn="ctr" rtl="0">
                        <a:spcBef>
                          <a:spcPts val="0"/>
                        </a:spcBef>
                        <a:spcAft>
                          <a:spcPts val="0"/>
                        </a:spcAft>
                        <a:buNone/>
                      </a:pPr>
                      <a:r>
                        <a:rPr lang="en-US" sz="800" b="1"/>
                        <a:t>-</a:t>
                      </a:r>
                      <a:endParaRPr sz="800" b="1"/>
                    </a:p>
                  </a:txBody>
                  <a:tcPr marL="0" marR="0" marT="36000" marB="36000" anchor="ctr"/>
                </a:tc>
                <a:tc>
                  <a:txBody>
                    <a:bodyPr/>
                    <a:lstStyle/>
                    <a:p>
                      <a:pPr marL="0" marR="0" lvl="0" indent="0" algn="ctr" rtl="0">
                        <a:spcBef>
                          <a:spcPts val="0"/>
                        </a:spcBef>
                        <a:spcAft>
                          <a:spcPts val="0"/>
                        </a:spcAft>
                        <a:buNone/>
                      </a:pPr>
                      <a:r>
                        <a:rPr lang="en-US" sz="800" b="1"/>
                        <a:t>DANON</a:t>
                      </a:r>
                      <a:endParaRPr sz="800" b="1"/>
                    </a:p>
                  </a:txBody>
                  <a:tcPr marL="0" marR="0" marT="36000" marB="36000" anchor="ctr"/>
                </a:tc>
                <a:tc>
                  <a:txBody>
                    <a:bodyPr/>
                    <a:lstStyle/>
                    <a:p>
                      <a:pPr marL="0" marR="0" lvl="0" indent="0" algn="ctr" rtl="0">
                        <a:spcBef>
                          <a:spcPts val="0"/>
                        </a:spcBef>
                        <a:spcAft>
                          <a:spcPts val="0"/>
                        </a:spcAft>
                        <a:buNone/>
                      </a:pPr>
                      <a:r>
                        <a:rPr lang="en-US" sz="800" b="1" dirty="0"/>
                        <a:t>LDA W(</a:t>
                      </a:r>
                      <a:r>
                        <a:rPr lang="en-US" sz="800" b="1" dirty="0">
                          <a:solidFill>
                            <a:srgbClr val="0070C0"/>
                          </a:solidFill>
                        </a:rPr>
                        <a:t>RNVW 23</a:t>
                      </a:r>
                      <a:r>
                        <a:rPr lang="en-US" sz="800" b="1" dirty="0"/>
                        <a:t>)</a:t>
                      </a:r>
                      <a:endParaRPr sz="458" dirty="0"/>
                    </a:p>
                  </a:txBody>
                  <a:tcPr marL="0" marR="0" marT="36000" marB="36000" anchor="ctr"/>
                </a:tc>
                <a:extLst>
                  <a:ext uri="{0D108BD9-81ED-4DB2-BD59-A6C34878D82A}">
                    <a16:rowId xmlns:a16="http://schemas.microsoft.com/office/drawing/2014/main" val="10004"/>
                  </a:ext>
                </a:extLst>
              </a:tr>
              <a:tr h="140085">
                <a:tc rowSpan="3">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a:t>
                      </a:r>
                      <a:endParaRPr sz="800" b="1" dirty="0">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16R(77’) 8268’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5"/>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9843’</a:t>
                      </a:r>
                      <a:r>
                        <a:rPr lang="ko-KR" altLang="en-US" sz="800" b="1" dirty="0">
                          <a:solidFill>
                            <a:srgbClr val="00B050"/>
                          </a:solidFill>
                        </a:rPr>
                        <a:t> </a:t>
                      </a:r>
                      <a:r>
                        <a:rPr lang="en-US" altLang="ko-KR" sz="800" b="1" dirty="0">
                          <a:solidFill>
                            <a:srgbClr val="FF0000"/>
                          </a:solidFill>
                        </a:rPr>
                        <a:t>DIS TH</a:t>
                      </a:r>
                      <a:endParaRPr sz="800" b="1" dirty="0">
                        <a:solidFill>
                          <a:srgbClr val="FF000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16L(19’) 9744’ </a:t>
                      </a:r>
                      <a:r>
                        <a:rPr lang="en-US" sz="800" b="1" dirty="0">
                          <a:solidFill>
                            <a:srgbClr val="FF0000"/>
                          </a:solidFill>
                        </a:rPr>
                        <a:t>DIS</a:t>
                      </a:r>
                      <a:endParaRPr sz="800" b="1" dirty="0">
                        <a:solidFill>
                          <a:srgbClr val="FF0000"/>
                        </a:solidFill>
                      </a:endParaRPr>
                    </a:p>
                  </a:txBody>
                  <a:tcPr marL="36000" marR="36000" marT="36000" marB="36000" anchor="ctr"/>
                </a:tc>
                <a:extLst>
                  <a:ext uri="{0D108BD9-81ED-4DB2-BD59-A6C34878D82A}">
                    <a16:rowId xmlns:a16="http://schemas.microsoft.com/office/drawing/2014/main" val="10006"/>
                  </a:ext>
                </a:extLst>
              </a:tr>
              <a:tr h="140085">
                <a:tc vMerge="1">
                  <a:txBody>
                    <a:bodyPr/>
                    <a:lstStyle/>
                    <a:p>
                      <a:endParaRPr lang="ko-Kore-KR"/>
                    </a:p>
                  </a:txBody>
                  <a:tcPr/>
                </a:tc>
                <a:tc gridSpan="2">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22(35’) 8202’</a:t>
                      </a:r>
                      <a:endParaRPr sz="800" b="1">
                        <a:solidFill>
                          <a:srgbClr val="00B050"/>
                        </a:solidFill>
                      </a:endParaRPr>
                    </a:p>
                  </a:txBody>
                  <a:tcPr marL="36000" marR="36000" marT="36000" marB="36000" anchor="ctr"/>
                </a:tc>
                <a:tc hMerge="1">
                  <a:txBody>
                    <a:bodyPr/>
                    <a:lstStyle/>
                    <a:p>
                      <a:endParaRPr lang="ko-Kore-KR"/>
                    </a:p>
                  </a:txBody>
                  <a:tcP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23(55’) 8202’</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228158">
                <a:tc gridSpan="4">
                  <a:txBody>
                    <a:bodyPr/>
                    <a:lstStyle/>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34L : L12(6515’), L13(7165’), 22 : B4(6207’), B3(6830’)</a:t>
                      </a:r>
                      <a:endParaRPr sz="800" dirty="0">
                        <a:solidFill>
                          <a:schemeClr val="dk1"/>
                        </a:solidFill>
                      </a:endParaRPr>
                    </a:p>
                    <a:p>
                      <a:pPr marL="0" marR="0" lvl="0" indent="0" algn="l" rtl="0">
                        <a:lnSpc>
                          <a:spcPct val="100000"/>
                        </a:lnSpc>
                        <a:spcBef>
                          <a:spcPts val="0"/>
                        </a:spcBef>
                        <a:spcAft>
                          <a:spcPts val="0"/>
                        </a:spcAft>
                        <a:buClr>
                          <a:schemeClr val="dk1"/>
                        </a:buClr>
                        <a:buSzPts val="800"/>
                        <a:buFont typeface="Calibri"/>
                        <a:buNone/>
                      </a:pPr>
                      <a:r>
                        <a:rPr lang="en-US" sz="800" b="1" dirty="0">
                          <a:solidFill>
                            <a:schemeClr val="dk1"/>
                          </a:solidFill>
                        </a:rPr>
                        <a:t>16R</a:t>
                      </a:r>
                      <a:r>
                        <a:rPr lang="en-US" sz="800" b="1" dirty="0">
                          <a:solidFill>
                            <a:srgbClr val="C00000"/>
                          </a:solidFill>
                        </a:rPr>
                        <a:t>(DIS)</a:t>
                      </a:r>
                      <a:r>
                        <a:rPr lang="en-US" sz="800" b="1" dirty="0">
                          <a:solidFill>
                            <a:schemeClr val="dk1"/>
                          </a:solidFill>
                        </a:rPr>
                        <a:t>:L5(5147’),L3(6361’), 23:</a:t>
                      </a:r>
                      <a:r>
                        <a:rPr lang="en-US" sz="800" dirty="0">
                          <a:solidFill>
                            <a:schemeClr val="dk1"/>
                          </a:solidFill>
                        </a:rPr>
                        <a:t> </a:t>
                      </a:r>
                      <a:r>
                        <a:rPr lang="en-US" sz="800" b="1" dirty="0">
                          <a:solidFill>
                            <a:schemeClr val="dk1"/>
                          </a:solidFill>
                        </a:rPr>
                        <a:t>D5(5072’),D3(6391’)</a:t>
                      </a:r>
                      <a:endParaRPr sz="800" dirty="0">
                        <a:solidFill>
                          <a:schemeClr val="dk1"/>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129076">
                <a:tc gridSpan="4">
                  <a:txBody>
                    <a:bodyPr/>
                    <a:lstStyle/>
                    <a:p>
                      <a:pPr marL="0" marR="0" lvl="0" indent="0" algn="ctr" rtl="0">
                        <a:lnSpc>
                          <a:spcPct val="100000"/>
                        </a:lnSpc>
                        <a:spcBef>
                          <a:spcPts val="0"/>
                        </a:spcBef>
                        <a:spcAft>
                          <a:spcPts val="0"/>
                        </a:spcAft>
                        <a:buClr>
                          <a:schemeClr val="dk1"/>
                        </a:buClr>
                        <a:buSzPts val="700"/>
                        <a:buFont typeface="Calibri"/>
                        <a:buNone/>
                      </a:pPr>
                      <a:r>
                        <a:rPr lang="en-US" sz="700" b="1" dirty="0">
                          <a:solidFill>
                            <a:srgbClr val="0070C0"/>
                          </a:solidFill>
                        </a:rPr>
                        <a:t>xxx Z : 180kts, 160kts limit APP Chart, xxx Y After 1400z</a:t>
                      </a:r>
                      <a:endParaRPr sz="7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bl>
          </a:graphicData>
        </a:graphic>
      </p:graphicFrame>
      <p:graphicFrame>
        <p:nvGraphicFramePr>
          <p:cNvPr id="347" name="Google Shape;347;p24"/>
          <p:cNvGraphicFramePr/>
          <p:nvPr>
            <p:extLst>
              <p:ext uri="{D42A27DB-BD31-4B8C-83A1-F6EECF244321}">
                <p14:modId xmlns:p14="http://schemas.microsoft.com/office/powerpoint/2010/main" val="3595245391"/>
              </p:ext>
            </p:extLst>
          </p:nvPr>
        </p:nvGraphicFramePr>
        <p:xfrm>
          <a:off x="-2501" y="16504"/>
          <a:ext cx="2328850" cy="57881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sz="1300" dirty="0">
                          <a:solidFill>
                            <a:schemeClr val="tx1"/>
                          </a:solidFill>
                          <a:hlinkClick r:id="rId4">
                            <a:extLst>
                              <a:ext uri="{A12FA001-AC4F-418D-AE19-62706E023703}">
                                <ahyp:hlinkClr xmlns:ahyp="http://schemas.microsoft.com/office/drawing/2018/hyperlinkcolor" val="tx"/>
                              </a:ext>
                            </a:extLst>
                          </a:hlinkClick>
                        </a:rPr>
                        <a:t>RJTT(HND) 21ft</a:t>
                      </a:r>
                      <a:endParaRP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dirty="0"/>
                        <a:t>KE ICN 131.5</a:t>
                      </a:r>
                      <a:endParaRPr dirty="0"/>
                    </a:p>
                    <a:p>
                      <a:pPr marL="0" marR="0" lvl="0" indent="0" algn="ctr" rtl="0">
                        <a:spcBef>
                          <a:spcPts val="0"/>
                        </a:spcBef>
                        <a:spcAft>
                          <a:spcPts val="0"/>
                        </a:spcAft>
                        <a:buNone/>
                      </a:pPr>
                      <a:r>
                        <a:rPr lang="en-US" sz="600" dirty="0">
                          <a:solidFill>
                            <a:srgbClr val="FF0000"/>
                          </a:solidFill>
                          <a:latin typeface="Calibri"/>
                          <a:ea typeface="Calibri"/>
                          <a:cs typeface="Calibri"/>
                          <a:sym typeface="Calibri"/>
                        </a:rPr>
                        <a:t>DCL -10분 TOBT 5분 </a:t>
                      </a:r>
                      <a:r>
                        <a:rPr lang="en-US" sz="600" dirty="0" err="1">
                          <a:solidFill>
                            <a:srgbClr val="FF0000"/>
                          </a:solidFill>
                          <a:latin typeface="Calibri"/>
                          <a:ea typeface="Calibri"/>
                          <a:cs typeface="Calibri"/>
                          <a:sym typeface="Calibri"/>
                        </a:rPr>
                        <a:t>차이시</a:t>
                      </a:r>
                      <a:r>
                        <a:rPr lang="en-US" sz="600" dirty="0">
                          <a:solidFill>
                            <a:srgbClr val="FF0000"/>
                          </a:solidFill>
                          <a:latin typeface="Calibri"/>
                          <a:ea typeface="Calibri"/>
                          <a:cs typeface="Calibri"/>
                          <a:sym typeface="Calibri"/>
                        </a:rPr>
                        <a:t> CTC Comm</a:t>
                      </a:r>
                      <a:endParaRPr sz="900" dirty="0"/>
                    </a:p>
                  </a:txBody>
                  <a:tcPr marL="91450" marR="91450" marT="0" marB="0" anchor="ctr"/>
                </a:tc>
                <a:tc>
                  <a:txBody>
                    <a:bodyPr/>
                    <a:lstStyle/>
                    <a:p>
                      <a:pPr marL="0" marR="0" lvl="0" indent="0" algn="ctr" rtl="0">
                        <a:spcBef>
                          <a:spcPts val="0"/>
                        </a:spcBef>
                        <a:spcAft>
                          <a:spcPts val="0"/>
                        </a:spcAft>
                        <a:buNone/>
                      </a:pPr>
                      <a:r>
                        <a:rPr lang="en-US" sz="900" dirty="0"/>
                        <a:t>Delta </a:t>
                      </a:r>
                      <a:r>
                        <a:rPr lang="en-US" sz="900" dirty="0" err="1"/>
                        <a:t>Oper</a:t>
                      </a:r>
                      <a:r>
                        <a:rPr lang="en-US" sz="900" dirty="0"/>
                        <a:t> 132.075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sp>
        <p:nvSpPr>
          <p:cNvPr id="3" name="TextBox 2">
            <a:extLst>
              <a:ext uri="{FF2B5EF4-FFF2-40B4-BE49-F238E27FC236}">
                <a16:creationId xmlns:a16="http://schemas.microsoft.com/office/drawing/2014/main" id="{3BC63946-A7CD-77E9-F5B8-CBBDBDCC5ADA}"/>
              </a:ext>
            </a:extLst>
          </p:cNvPr>
          <p:cNvSpPr txBox="1"/>
          <p:nvPr/>
        </p:nvSpPr>
        <p:spPr>
          <a:xfrm>
            <a:off x="-41878" y="2730080"/>
            <a:ext cx="2212465" cy="466657"/>
          </a:xfrm>
          <a:prstGeom prst="rect">
            <a:avLst/>
          </a:prstGeom>
          <a:noFill/>
        </p:spPr>
        <p:txBody>
          <a:bodyPr wrap="none" tIns="36000" bIns="36000" rtlCol="0" anchor="ctr">
            <a:spAutoFit/>
          </a:bodyPr>
          <a:lstStyle/>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DEP 125.15</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TGU</a:t>
            </a:r>
            <a:r>
              <a:rPr kumimoji="1" lang="ko-KR" altLang="en-US" sz="600" b="1" u="sng" dirty="0">
                <a:solidFill>
                  <a:srgbClr val="0070C0"/>
                </a:solidFill>
                <a:latin typeface="Gulim" panose="020B0600000101010101" pitchFamily="34" charset="-127"/>
                <a:ea typeface="Gulim" panose="020B0600000101010101" pitchFamily="34" charset="-127"/>
              </a:rPr>
              <a:t> </a:t>
            </a:r>
            <a:r>
              <a:rPr kumimoji="1" lang="en-US" altLang="ko-KR" sz="600" b="1" u="sng" dirty="0">
                <a:solidFill>
                  <a:srgbClr val="0070C0"/>
                </a:solidFill>
                <a:latin typeface="Gulim" panose="020B0600000101010101" pitchFamily="34" charset="-127"/>
                <a:ea typeface="Gulim" panose="020B0600000101010101" pitchFamily="34" charset="-127"/>
              </a:rPr>
              <a:t>134.17 – FUK</a:t>
            </a:r>
            <a:r>
              <a:rPr kumimoji="1" lang="en-US" altLang="ko-Kore-KR" sz="600" b="1" u="sng" dirty="0">
                <a:solidFill>
                  <a:srgbClr val="0070C0"/>
                </a:solidFill>
                <a:latin typeface="Gulim" panose="020B0600000101010101" pitchFamily="34" charset="-127"/>
                <a:ea typeface="Gulim" panose="020B0600000101010101" pitchFamily="34" charset="-127"/>
              </a:rPr>
              <a:t> 133.02 – TKO 120.5</a:t>
            </a:r>
          </a:p>
          <a:p>
            <a:pPr>
              <a:lnSpc>
                <a:spcPct val="150000"/>
              </a:lnSpc>
            </a:pPr>
            <a:r>
              <a:rPr kumimoji="1" lang="en-US" altLang="ko-Kore-KR" sz="600" b="1" u="sng" dirty="0">
                <a:solidFill>
                  <a:srgbClr val="0070C0"/>
                </a:solidFill>
                <a:latin typeface="Gulim" panose="020B0600000101010101" pitchFamily="34" charset="-127"/>
                <a:ea typeface="Gulim" panose="020B0600000101010101" pitchFamily="34" charset="-127"/>
              </a:rPr>
              <a:t>TKO 133.35</a:t>
            </a:r>
          </a:p>
          <a:p>
            <a:pPr>
              <a:lnSpc>
                <a:spcPct val="150000"/>
              </a:lnSpc>
            </a:pPr>
            <a:r>
              <a:rPr kumimoji="1" lang="en-US" altLang="ko-KR" sz="600" b="1" u="sng" dirty="0">
                <a:solidFill>
                  <a:srgbClr val="0070C0"/>
                </a:solidFill>
                <a:latin typeface="Gulim" panose="020B0600000101010101" pitchFamily="34" charset="-127"/>
                <a:ea typeface="Gulim" panose="020B0600000101010101" pitchFamily="34" charset="-127"/>
              </a:rPr>
              <a:t>TKO APP 119.1 – 119.65</a:t>
            </a:r>
            <a:endParaRPr kumimoji="1" lang="ko-Kore-KR" altLang="en-US" sz="600" b="1" u="sng" dirty="0">
              <a:solidFill>
                <a:srgbClr val="0070C0"/>
              </a:solidFill>
              <a:latin typeface="Gulim" panose="020B0600000101010101" pitchFamily="34" charset="-127"/>
              <a:ea typeface="Gulim" panose="020B0600000101010101" pitchFamily="34" charset="-127"/>
            </a:endParaRPr>
          </a:p>
        </p:txBody>
      </p:sp>
      <p:sp>
        <p:nvSpPr>
          <p:cNvPr id="4" name="직사각형 3">
            <a:hlinkClick r:id="" action="ppaction://hlinkshowjump?jump=firstslide"/>
            <a:extLst>
              <a:ext uri="{FF2B5EF4-FFF2-40B4-BE49-F238E27FC236}">
                <a16:creationId xmlns:a16="http://schemas.microsoft.com/office/drawing/2014/main" id="{E883402A-2C06-3020-A385-CD1C99F5016F}"/>
              </a:ext>
            </a:extLst>
          </p:cNvPr>
          <p:cNvSpPr/>
          <p:nvPr/>
        </p:nvSpPr>
        <p:spPr>
          <a:xfrm>
            <a:off x="1622852" y="315981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DE2E95AF-4A51-6082-8123-DE5EE03D2C21}"/>
              </a:ext>
            </a:extLst>
          </p:cNvPr>
          <p:cNvSpPr/>
          <p:nvPr/>
        </p:nvSpPr>
        <p:spPr>
          <a:xfrm>
            <a:off x="821577" y="236891"/>
            <a:ext cx="644531" cy="276999"/>
          </a:xfrm>
          <a:prstGeom prst="rect">
            <a:avLst/>
          </a:prstGeom>
          <a:noFill/>
        </p:spPr>
        <p:txBody>
          <a:bodyPr wrap="square" lIns="0" tIns="0" rIns="0" bIns="0">
            <a:spAutoFit/>
          </a:bodyPr>
          <a:lstStyle/>
          <a:p>
            <a:pPr algn="ctr"/>
            <a:r>
              <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rgbClr val="0070C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6" name="Google Shape;309;p20">
            <a:extLst>
              <a:ext uri="{FF2B5EF4-FFF2-40B4-BE49-F238E27FC236}">
                <a16:creationId xmlns:a16="http://schemas.microsoft.com/office/drawing/2014/main" id="{7AF94529-0EDC-6D66-BE0C-1745672CD0D3}"/>
              </a:ext>
            </a:extLst>
          </p:cNvPr>
          <p:cNvGraphicFramePr/>
          <p:nvPr>
            <p:extLst>
              <p:ext uri="{D42A27DB-BD31-4B8C-83A1-F6EECF244321}">
                <p14:modId xmlns:p14="http://schemas.microsoft.com/office/powerpoint/2010/main" val="2238338751"/>
              </p:ext>
            </p:extLst>
          </p:nvPr>
        </p:nvGraphicFramePr>
        <p:xfrm>
          <a:off x="-20940" y="579374"/>
          <a:ext cx="2364294" cy="2108410"/>
        </p:xfrm>
        <a:graphic>
          <a:graphicData uri="http://schemas.openxmlformats.org/drawingml/2006/table">
            <a:tbl>
              <a:tblPr firstRow="1" bandRow="1">
                <a:noFill/>
                <a:tableStyleId>{A521BE36-7E6F-4EC9-8D66-1CF97A6895EC}</a:tableStyleId>
              </a:tblPr>
              <a:tblGrid>
                <a:gridCol w="340287">
                  <a:extLst>
                    <a:ext uri="{9D8B030D-6E8A-4147-A177-3AD203B41FA5}">
                      <a16:colId xmlns:a16="http://schemas.microsoft.com/office/drawing/2014/main" val="20000"/>
                    </a:ext>
                  </a:extLst>
                </a:gridCol>
                <a:gridCol w="226701">
                  <a:extLst>
                    <a:ext uri="{9D8B030D-6E8A-4147-A177-3AD203B41FA5}">
                      <a16:colId xmlns:a16="http://schemas.microsoft.com/office/drawing/2014/main" val="20001"/>
                    </a:ext>
                  </a:extLst>
                </a:gridCol>
                <a:gridCol w="364283">
                  <a:extLst>
                    <a:ext uri="{9D8B030D-6E8A-4147-A177-3AD203B41FA5}">
                      <a16:colId xmlns:a16="http://schemas.microsoft.com/office/drawing/2014/main" val="20002"/>
                    </a:ext>
                  </a:extLst>
                </a:gridCol>
                <a:gridCol w="140970">
                  <a:extLst>
                    <a:ext uri="{9D8B030D-6E8A-4147-A177-3AD203B41FA5}">
                      <a16:colId xmlns:a16="http://schemas.microsoft.com/office/drawing/2014/main" val="20003"/>
                    </a:ext>
                  </a:extLst>
                </a:gridCol>
                <a:gridCol w="234058">
                  <a:extLst>
                    <a:ext uri="{9D8B030D-6E8A-4147-A177-3AD203B41FA5}">
                      <a16:colId xmlns:a16="http://schemas.microsoft.com/office/drawing/2014/main" val="20004"/>
                    </a:ext>
                  </a:extLst>
                </a:gridCol>
                <a:gridCol w="100544">
                  <a:extLst>
                    <a:ext uri="{9D8B030D-6E8A-4147-A177-3AD203B41FA5}">
                      <a16:colId xmlns:a16="http://schemas.microsoft.com/office/drawing/2014/main" val="871491271"/>
                    </a:ext>
                  </a:extLst>
                </a:gridCol>
                <a:gridCol w="435917">
                  <a:extLst>
                    <a:ext uri="{9D8B030D-6E8A-4147-A177-3AD203B41FA5}">
                      <a16:colId xmlns:a16="http://schemas.microsoft.com/office/drawing/2014/main" val="20006"/>
                    </a:ext>
                  </a:extLst>
                </a:gridCol>
                <a:gridCol w="521534">
                  <a:extLst>
                    <a:ext uri="{9D8B030D-6E8A-4147-A177-3AD203B41FA5}">
                      <a16:colId xmlns:a16="http://schemas.microsoft.com/office/drawing/2014/main" val="20008"/>
                    </a:ext>
                  </a:extLst>
                </a:gridCol>
              </a:tblGrid>
              <a:tr h="159300">
                <a:tc gridSpan="8">
                  <a:txBody>
                    <a:bodyPr/>
                    <a:lstStyle/>
                    <a:p>
                      <a:pPr marL="0" marR="0" lvl="0" indent="0" algn="ctr" rtl="0">
                        <a:spcBef>
                          <a:spcPts val="0"/>
                        </a:spcBef>
                        <a:spcAft>
                          <a:spcPts val="0"/>
                        </a:spcAft>
                        <a:buNone/>
                      </a:pPr>
                      <a:r>
                        <a:rPr lang="en-US" sz="800"/>
                        <a:t>ICN : SID (33/34 NADP 1, 15/16 NADP 2)</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35800">
                <a:tc>
                  <a:txBody>
                    <a:bodyPr/>
                    <a:lstStyle/>
                    <a:p>
                      <a:pPr marL="0" marR="0" lvl="0" indent="0" algn="ctr" rtl="0">
                        <a:spcBef>
                          <a:spcPts val="0"/>
                        </a:spcBef>
                        <a:spcAft>
                          <a:spcPts val="0"/>
                        </a:spcAft>
                        <a:buNone/>
                      </a:pPr>
                      <a:r>
                        <a:rPr lang="en-US" sz="800" b="1"/>
                        <a:t>33L/R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xE/A</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333 </a:t>
                      </a:r>
                      <a:r>
                        <a:rPr lang="en-US" sz="800" b="1" dirty="0">
                          <a:solidFill>
                            <a:srgbClr val="0070C0"/>
                          </a:solidFill>
                        </a:rPr>
                        <a:t>ALT 5500/ATC </a:t>
                      </a:r>
                      <a:r>
                        <a:rPr lang="en-US" sz="800" b="1" dirty="0">
                          <a:solidFill>
                            <a:srgbClr val="AA47F5"/>
                          </a:solidFill>
                        </a:rPr>
                        <a:t>SPD 210/x</a:t>
                      </a:r>
                      <a:endParaRPr dirty="0">
                        <a:solidFill>
                          <a:srgbClr val="AA47F5"/>
                        </a:solidFill>
                      </a:endParaRPr>
                    </a:p>
                  </a:txBody>
                  <a:tcPr marL="0" marR="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1"/>
                  </a:ext>
                </a:extLst>
              </a:tr>
              <a:tr h="144775">
                <a:tc>
                  <a:txBody>
                    <a:bodyPr/>
                    <a:lstStyle/>
                    <a:p>
                      <a:pPr marL="0" marR="0" lvl="0" indent="0" algn="ctr" rtl="0">
                        <a:spcBef>
                          <a:spcPts val="0"/>
                        </a:spcBef>
                        <a:spcAft>
                          <a:spcPts val="0"/>
                        </a:spcAft>
                        <a:buNone/>
                      </a:pPr>
                      <a:r>
                        <a:rPr lang="en-US" sz="800" b="1"/>
                        <a:t>34L/R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xY</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333 </a:t>
                      </a:r>
                      <a:r>
                        <a:rPr lang="en-US" sz="800" dirty="0">
                          <a:solidFill>
                            <a:srgbClr val="0070C0"/>
                          </a:solidFill>
                        </a:rPr>
                        <a:t>ALT ATC</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2"/>
                  </a:ext>
                </a:extLst>
              </a:tr>
              <a:tr h="144775">
                <a:tc>
                  <a:txBody>
                    <a:bodyPr/>
                    <a:lstStyle/>
                    <a:p>
                      <a:pPr marL="0" marR="0" lvl="0" indent="0" algn="ctr" rtl="0">
                        <a:spcBef>
                          <a:spcPts val="0"/>
                        </a:spcBef>
                        <a:spcAft>
                          <a:spcPts val="0"/>
                        </a:spcAft>
                        <a:buNone/>
                      </a:pPr>
                      <a:r>
                        <a:rPr lang="en-US" sz="800" b="1"/>
                        <a:t>15L/R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b="1">
                          <a:solidFill>
                            <a:srgbClr val="0070C0"/>
                          </a:solidFill>
                        </a:rPr>
                        <a:t>EGOBA xC</a:t>
                      </a:r>
                      <a:endParaRPr sz="800" b="1">
                        <a:solidFill>
                          <a:srgbClr val="0070C0"/>
                        </a:solidFill>
                      </a:endParaRPr>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b="1" dirty="0"/>
                        <a:t>HD 153 </a:t>
                      </a:r>
                      <a:r>
                        <a:rPr lang="en-US" sz="800" b="1" dirty="0">
                          <a:solidFill>
                            <a:srgbClr val="0070C0"/>
                          </a:solidFill>
                        </a:rPr>
                        <a:t>ALT 5000</a:t>
                      </a:r>
                      <a:endParaRPr sz="800" b="1"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44775">
                <a:tc>
                  <a:txBody>
                    <a:bodyPr/>
                    <a:lstStyle/>
                    <a:p>
                      <a:pPr marL="0" marR="0" lvl="0" indent="0" algn="ctr" rtl="0">
                        <a:spcBef>
                          <a:spcPts val="0"/>
                        </a:spcBef>
                        <a:spcAft>
                          <a:spcPts val="0"/>
                        </a:spcAft>
                        <a:buNone/>
                      </a:pPr>
                      <a:r>
                        <a:rPr lang="en-US" sz="800" b="1"/>
                        <a:t>16L/R</a:t>
                      </a:r>
                      <a:endParaRPr sz="800" b="1"/>
                    </a:p>
                  </a:txBody>
                  <a:tcPr marL="36000" marR="36000" marT="36000" marB="36000" anchor="ctr"/>
                </a:tc>
                <a:tc gridSpan="2">
                  <a:txBody>
                    <a:bodyPr/>
                    <a:lstStyle/>
                    <a:p>
                      <a:pPr marL="0" marR="0" lvl="0" indent="0" algn="ctr" rtl="0">
                        <a:spcBef>
                          <a:spcPts val="0"/>
                        </a:spcBef>
                        <a:spcAft>
                          <a:spcPts val="0"/>
                        </a:spcAft>
                        <a:buNone/>
                      </a:pPr>
                      <a:r>
                        <a:rPr lang="en-US" sz="800"/>
                        <a:t>EGOBA xH</a:t>
                      </a:r>
                      <a:endParaRPr sz="800"/>
                    </a:p>
                  </a:txBody>
                  <a:tcPr marL="36000" marR="36000" marT="36000" marB="36000" anchor="ctr"/>
                </a:tc>
                <a:tc hMerge="1">
                  <a:txBody>
                    <a:bodyPr/>
                    <a:lstStyle/>
                    <a:p>
                      <a:endParaRPr lang="ko-Kore-KR"/>
                    </a:p>
                  </a:txBody>
                  <a:tcPr/>
                </a:tc>
                <a:tc gridSpan="5">
                  <a:txBody>
                    <a:bodyPr/>
                    <a:lstStyle/>
                    <a:p>
                      <a:pPr marL="0" marR="0" lvl="0" indent="0" algn="ctr" rtl="0">
                        <a:spcBef>
                          <a:spcPts val="0"/>
                        </a:spcBef>
                        <a:spcAft>
                          <a:spcPts val="0"/>
                        </a:spcAft>
                        <a:buNone/>
                      </a:pPr>
                      <a:r>
                        <a:rPr lang="en-US" sz="800" dirty="0"/>
                        <a:t>HD 153 </a:t>
                      </a:r>
                      <a:r>
                        <a:rPr lang="en-US" sz="800" dirty="0">
                          <a:solidFill>
                            <a:srgbClr val="0070C0"/>
                          </a:solidFill>
                        </a:rPr>
                        <a:t>ALT 5000</a:t>
                      </a:r>
                      <a:endParaRPr sz="800" dirty="0">
                        <a:solidFill>
                          <a:srgbClr val="0070C0"/>
                        </a:solidFill>
                      </a:endParaRPr>
                    </a:p>
                  </a:txBody>
                  <a:tcPr marL="36000" marR="36000" marT="36000" marB="36000" anchor="ct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NCN</a:t>
                      </a:r>
                      <a:endParaRPr dirty="0"/>
                    </a:p>
                    <a:p>
                      <a:pPr marL="0" marR="0" lvl="0" indent="0" algn="ctr" rtl="0">
                        <a:lnSpc>
                          <a:spcPct val="100000"/>
                        </a:lnSpc>
                        <a:spcBef>
                          <a:spcPts val="0"/>
                        </a:spcBef>
                        <a:spcAft>
                          <a:spcPts val="0"/>
                        </a:spcAft>
                        <a:buClr>
                          <a:srgbClr val="0070C0"/>
                        </a:buClr>
                        <a:buSzPts val="800"/>
                        <a:buFont typeface="Calibri"/>
                        <a:buNone/>
                      </a:pPr>
                      <a:r>
                        <a:rPr lang="en-US" sz="800" b="1" dirty="0">
                          <a:solidFill>
                            <a:srgbClr val="0070C0"/>
                          </a:solidFill>
                        </a:rPr>
                        <a:t>113.8</a:t>
                      </a:r>
                      <a:endParaRPr dirty="0"/>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33L </a:t>
                      </a:r>
                      <a:endParaRPr dirty="0"/>
                    </a:p>
                    <a:p>
                      <a:pPr marL="0" marR="0" lvl="0" indent="0" algn="ctr" rtl="0">
                        <a:spcBef>
                          <a:spcPts val="0"/>
                        </a:spcBef>
                        <a:spcAft>
                          <a:spcPts val="0"/>
                        </a:spcAft>
                        <a:buNone/>
                      </a:pPr>
                      <a:r>
                        <a:rPr lang="en-US" sz="800" b="1" dirty="0">
                          <a:solidFill>
                            <a:srgbClr val="C00000"/>
                          </a:solidFill>
                        </a:rPr>
                        <a:t>109.3</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a:solidFill>
                            <a:srgbClr val="C00000"/>
                          </a:solidFill>
                        </a:rPr>
                        <a:t>33R</a:t>
                      </a:r>
                      <a:endParaRPr/>
                    </a:p>
                    <a:p>
                      <a:pPr marL="0" marR="0" lvl="0" indent="0" algn="ctr" rtl="0">
                        <a:spcBef>
                          <a:spcPts val="0"/>
                        </a:spcBef>
                        <a:spcAft>
                          <a:spcPts val="0"/>
                        </a:spcAft>
                        <a:buNone/>
                      </a:pPr>
                      <a:r>
                        <a:rPr lang="en-US" sz="800" b="1">
                          <a:solidFill>
                            <a:srgbClr val="C00000"/>
                          </a:solidFill>
                        </a:rPr>
                        <a:t>108.9</a:t>
                      </a:r>
                      <a:endParaRPr sz="800" b="1">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a:solidFill>
                            <a:srgbClr val="C00000"/>
                          </a:solidFill>
                        </a:rPr>
                        <a:t>15L 111.9</a:t>
                      </a:r>
                      <a:endParaRPr sz="800" b="1">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15R </a:t>
                      </a:r>
                    </a:p>
                    <a:p>
                      <a:pPr marL="0" marR="0" lvl="0" indent="0" algn="ctr" rtl="0">
                        <a:spcBef>
                          <a:spcPts val="0"/>
                        </a:spcBef>
                        <a:spcAft>
                          <a:spcPts val="0"/>
                        </a:spcAft>
                        <a:buNone/>
                      </a:pPr>
                      <a:r>
                        <a:rPr lang="en-US" sz="800" b="1" dirty="0">
                          <a:solidFill>
                            <a:srgbClr val="C00000"/>
                          </a:solidFill>
                        </a:rPr>
                        <a:t>109.1</a:t>
                      </a:r>
                      <a:endParaRPr sz="800" b="1" dirty="0">
                        <a:solidFill>
                          <a:srgbClr val="C00000"/>
                        </a:solidFill>
                      </a:endParaRPr>
                    </a:p>
                  </a:txBody>
                  <a:tcPr marL="36000" marR="36000" marT="0" marB="0" anchor="ctr"/>
                </a:tc>
                <a:extLst>
                  <a:ext uri="{0D108BD9-81ED-4DB2-BD59-A6C34878D82A}">
                    <a16:rowId xmlns:a16="http://schemas.microsoft.com/office/drawing/2014/main" val="10005"/>
                  </a:ext>
                </a:extLst>
              </a:tr>
              <a:tr h="235800">
                <a:tc gridSpan="2">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WNG</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112.9</a:t>
                      </a:r>
                      <a:endParaRPr sz="800" b="1">
                        <a:solidFill>
                          <a:srgbClr val="0070C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34L</a:t>
                      </a:r>
                      <a:endParaRPr dirty="0"/>
                    </a:p>
                    <a:p>
                      <a:pPr marL="0" marR="0" lvl="0" indent="0" algn="ctr" rtl="0">
                        <a:spcBef>
                          <a:spcPts val="0"/>
                        </a:spcBef>
                        <a:spcAft>
                          <a:spcPts val="0"/>
                        </a:spcAft>
                        <a:buNone/>
                      </a:pPr>
                      <a:r>
                        <a:rPr lang="en-US" sz="800" b="1" dirty="0">
                          <a:solidFill>
                            <a:srgbClr val="C00000"/>
                          </a:solidFill>
                        </a:rPr>
                        <a:t>109.95</a:t>
                      </a:r>
                      <a:endParaRPr sz="800" b="1" dirty="0">
                        <a:solidFill>
                          <a:srgbClr val="C00000"/>
                        </a:solidFill>
                      </a:endParaRPr>
                    </a:p>
                  </a:txBody>
                  <a:tcPr marL="36000" marR="36000" marT="0" marB="0" anchor="ctr"/>
                </a:tc>
                <a:tc hMerge="1">
                  <a:txBody>
                    <a:bodyPr/>
                    <a:lstStyle/>
                    <a:p>
                      <a:endParaRPr lang="ko-Kore-KR"/>
                    </a:p>
                  </a:txBody>
                  <a:tcPr/>
                </a:tc>
                <a:tc gridSpan="2">
                  <a:txBody>
                    <a:bodyPr/>
                    <a:lstStyle/>
                    <a:p>
                      <a:pPr marL="0" marR="0" lvl="0" indent="0" algn="ctr" rtl="0">
                        <a:spcBef>
                          <a:spcPts val="0"/>
                        </a:spcBef>
                        <a:spcAft>
                          <a:spcPts val="0"/>
                        </a:spcAft>
                        <a:buNone/>
                      </a:pPr>
                      <a:r>
                        <a:rPr lang="en-US" sz="800" b="1" dirty="0">
                          <a:solidFill>
                            <a:srgbClr val="C00000"/>
                          </a:solidFill>
                        </a:rPr>
                        <a:t>34R</a:t>
                      </a:r>
                      <a:endParaRPr dirty="0"/>
                    </a:p>
                    <a:p>
                      <a:pPr marL="0" marR="0" lvl="0" indent="0" algn="ctr" rtl="0">
                        <a:spcBef>
                          <a:spcPts val="0"/>
                        </a:spcBef>
                        <a:spcAft>
                          <a:spcPts val="0"/>
                        </a:spcAft>
                        <a:buNone/>
                      </a:pPr>
                      <a:r>
                        <a:rPr lang="en-US" sz="800" b="1" dirty="0">
                          <a:solidFill>
                            <a:srgbClr val="C00000"/>
                          </a:solidFill>
                        </a:rPr>
                        <a:t>108.1</a:t>
                      </a:r>
                      <a:endParaRPr sz="800" b="1" dirty="0">
                        <a:solidFill>
                          <a:srgbClr val="C00000"/>
                        </a:solidFill>
                      </a:endParaRPr>
                    </a:p>
                  </a:txBody>
                  <a:tcPr marL="36000" marR="36000" marT="0" marB="0" anchor="ctr"/>
                </a:tc>
                <a:tc hMerge="1">
                  <a:txBody>
                    <a:bodyPr/>
                    <a:lstStyle/>
                    <a:p>
                      <a:endParaRPr lang="ko-Kore-KR" altLang="en-US"/>
                    </a:p>
                  </a:txBody>
                  <a:tcPr/>
                </a:tc>
                <a:tc>
                  <a:txBody>
                    <a:bodyPr/>
                    <a:lstStyle/>
                    <a:p>
                      <a:pPr marL="0" marR="0" lvl="0" indent="0" algn="ctr" rtl="0">
                        <a:spcBef>
                          <a:spcPts val="0"/>
                        </a:spcBef>
                        <a:spcAft>
                          <a:spcPts val="0"/>
                        </a:spcAft>
                        <a:buNone/>
                      </a:pPr>
                      <a:r>
                        <a:rPr lang="en-US" sz="800" b="1" dirty="0">
                          <a:solidFill>
                            <a:srgbClr val="C00000"/>
                          </a:solidFill>
                        </a:rPr>
                        <a:t>16L</a:t>
                      </a:r>
                      <a:endParaRPr dirty="0"/>
                    </a:p>
                    <a:p>
                      <a:pPr marL="0" marR="0" lvl="0" indent="0" algn="ctr" rtl="0">
                        <a:spcBef>
                          <a:spcPts val="0"/>
                        </a:spcBef>
                        <a:spcAft>
                          <a:spcPts val="0"/>
                        </a:spcAft>
                        <a:buNone/>
                      </a:pPr>
                      <a:r>
                        <a:rPr lang="en-US" sz="800" b="1" dirty="0">
                          <a:solidFill>
                            <a:srgbClr val="C00000"/>
                          </a:solidFill>
                        </a:rPr>
                        <a:t>110.35</a:t>
                      </a:r>
                      <a:endParaRPr sz="800" b="1" dirty="0">
                        <a:solidFill>
                          <a:srgbClr val="C00000"/>
                        </a:solidFill>
                      </a:endParaRPr>
                    </a:p>
                  </a:txBody>
                  <a:tcPr marL="36000" marR="36000" marT="0" marB="0" anchor="ctr"/>
                </a:tc>
                <a:tc>
                  <a:txBody>
                    <a:bodyPr/>
                    <a:lstStyle/>
                    <a:p>
                      <a:pPr marL="0" marR="0" lvl="0" indent="0" algn="ctr" rtl="0">
                        <a:spcBef>
                          <a:spcPts val="0"/>
                        </a:spcBef>
                        <a:spcAft>
                          <a:spcPts val="0"/>
                        </a:spcAft>
                        <a:buNone/>
                      </a:pPr>
                      <a:r>
                        <a:rPr lang="en-US" sz="800" b="1" dirty="0">
                          <a:solidFill>
                            <a:srgbClr val="C00000"/>
                          </a:solidFill>
                        </a:rPr>
                        <a:t>16R</a:t>
                      </a:r>
                      <a:endParaRPr dirty="0"/>
                    </a:p>
                    <a:p>
                      <a:pPr marL="0" marR="0" lvl="0" indent="0" algn="ctr" rtl="0">
                        <a:spcBef>
                          <a:spcPts val="0"/>
                        </a:spcBef>
                        <a:spcAft>
                          <a:spcPts val="0"/>
                        </a:spcAft>
                        <a:buNone/>
                      </a:pPr>
                      <a:r>
                        <a:rPr lang="en-US" sz="800" b="1" dirty="0">
                          <a:solidFill>
                            <a:srgbClr val="C00000"/>
                          </a:solidFill>
                        </a:rPr>
                        <a:t>108.55</a:t>
                      </a:r>
                      <a:endParaRPr sz="800" b="1" dirty="0">
                        <a:solidFill>
                          <a:srgbClr val="C00000"/>
                        </a:solidFill>
                      </a:endParaRPr>
                    </a:p>
                  </a:txBody>
                  <a:tcPr marL="36000" marR="36000" marT="0" marB="0" anchor="ctr"/>
                </a:tc>
                <a:extLst>
                  <a:ext uri="{0D108BD9-81ED-4DB2-BD59-A6C34878D82A}">
                    <a16:rowId xmlns:a16="http://schemas.microsoft.com/office/drawing/2014/main" val="10006"/>
                  </a:ext>
                </a:extLst>
              </a:tr>
              <a:tr h="144775">
                <a:tc>
                  <a:txBody>
                    <a:bodyPr/>
                    <a:lstStyle/>
                    <a:p>
                      <a:pPr marL="0" marR="0" lvl="0" indent="0" algn="ctr" rtl="0">
                        <a:lnSpc>
                          <a:spcPct val="100000"/>
                        </a:lnSpc>
                        <a:spcBef>
                          <a:spcPts val="0"/>
                        </a:spcBef>
                        <a:spcAft>
                          <a:spcPts val="0"/>
                        </a:spcAft>
                        <a:buClr>
                          <a:schemeClr val="lt1"/>
                        </a:buClr>
                        <a:buSzPts val="800"/>
                        <a:buFont typeface="Calibri"/>
                        <a:buNone/>
                      </a:pPr>
                      <a:r>
                        <a:rPr lang="en-US" sz="800" dirty="0">
                          <a:solidFill>
                            <a:schemeClr val="lt1"/>
                          </a:solidFill>
                        </a:rPr>
                        <a:t>FIX</a:t>
                      </a:r>
                      <a:endParaRPr sz="800" dirty="0">
                        <a:solidFill>
                          <a:schemeClr val="lt1"/>
                        </a:solidFill>
                      </a:endParaRPr>
                    </a:p>
                  </a:txBody>
                  <a:tcPr marL="36000" marR="36000" marT="36000" marB="36000" anchor="ctr">
                    <a:solidFill>
                      <a:schemeClr val="accent1"/>
                    </a:solidFill>
                  </a:tcPr>
                </a:tc>
                <a:tc gridSpan="4">
                  <a:txBody>
                    <a:bodyPr/>
                    <a:lstStyle/>
                    <a:p>
                      <a:pPr marL="0" marR="0" lvl="0" indent="0" algn="ctr" defTabSz="116449" rtl="0" eaLnBrk="1" fontAlgn="auto" latinLnBrk="0" hangingPunct="1">
                        <a:lnSpc>
                          <a:spcPct val="100000"/>
                        </a:lnSpc>
                        <a:spcBef>
                          <a:spcPts val="0"/>
                        </a:spcBef>
                        <a:spcAft>
                          <a:spcPts val="0"/>
                        </a:spcAft>
                        <a:buClr>
                          <a:prstClr val="black"/>
                        </a:buClr>
                        <a:buSzPts val="800"/>
                        <a:buFont typeface="Calibri"/>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33L/R : NC05L/R, R242, YJU R271</a:t>
                      </a: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a:p>
                  </a:txBody>
                  <a:tcPr marL="36000" marR="36000" marT="36000" marB="36000" anchor="ctr"/>
                </a:tc>
                <a:tc gridSpan="3">
                  <a:txBody>
                    <a:bodyPr/>
                    <a:lstStyle/>
                    <a:p>
                      <a:pPr marL="0" marR="0" lvl="0" indent="0" algn="ctr"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34L/R : EO34L/R, R242</a:t>
                      </a:r>
                      <a:r>
                        <a:rPr kumimoji="0" lang="en-US" altLang="ko-Kore-KR" sz="458" b="0" i="0" u="none" strike="noStrike" kern="1200" cap="none" spc="0" normalizeH="0" baseline="0" noProof="0" dirty="0">
                          <a:ln>
                            <a:noFill/>
                          </a:ln>
                          <a:solidFill>
                            <a:prstClr val="black"/>
                          </a:solidFill>
                          <a:effectLst/>
                          <a:uLnTx/>
                          <a:uFillTx/>
                          <a:latin typeface="Calibri"/>
                          <a:cs typeface="Calibri"/>
                        </a:rPr>
                        <a:t>, </a:t>
                      </a:r>
                      <a:r>
                        <a:rPr kumimoji="0" lang="en-US" altLang="ko-Kore-KR" sz="800" b="0" i="0" u="none" strike="noStrike" kern="1200" cap="none" spc="0" normalizeH="0" baseline="0" noProof="0" dirty="0">
                          <a:ln>
                            <a:noFill/>
                          </a:ln>
                          <a:solidFill>
                            <a:prstClr val="black"/>
                          </a:solidFill>
                          <a:effectLst/>
                          <a:uLnTx/>
                          <a:uFillTx/>
                          <a:latin typeface="Calibri"/>
                          <a:cs typeface="Calibri"/>
                        </a:rPr>
                        <a:t>YJU R271</a:t>
                      </a:r>
                    </a:p>
                  </a:txBody>
                  <a:tcPr marL="36000" marR="36000" marT="36000" marB="36000" anchor="ctr"/>
                </a:tc>
                <a:tc hMerge="1">
                  <a:txBody>
                    <a:bodyPr/>
                    <a:lstStyle/>
                    <a:p>
                      <a:endParaRPr dirty="0"/>
                    </a:p>
                  </a:txBody>
                  <a:tcPr marL="36000" marR="36000" marT="36000" marB="36000" anchor="ctr"/>
                </a:tc>
                <a:tc hMerge="1">
                  <a:txBody>
                    <a:bodyPr/>
                    <a:lstStyle/>
                    <a:p>
                      <a:endParaRPr lang="ko-Kore-KR"/>
                    </a:p>
                  </a:txBody>
                  <a:tcPr/>
                </a:tc>
                <a:extLst>
                  <a:ext uri="{0D108BD9-81ED-4DB2-BD59-A6C34878D82A}">
                    <a16:rowId xmlns:a16="http://schemas.microsoft.com/office/drawing/2014/main" val="10008"/>
                  </a:ext>
                </a:extLst>
              </a:tr>
              <a:tr h="144775">
                <a:tc gridSpan="8">
                  <a:txBody>
                    <a:bodyPr/>
                    <a:lstStyle/>
                    <a:p>
                      <a:pPr marL="0" marR="0" lvl="0" indent="0" algn="ctr" rtl="0">
                        <a:lnSpc>
                          <a:spcPct val="100000"/>
                        </a:lnSpc>
                        <a:spcBef>
                          <a:spcPts val="0"/>
                        </a:spcBef>
                        <a:spcAft>
                          <a:spcPts val="0"/>
                        </a:spcAft>
                        <a:buClr>
                          <a:schemeClr val="dk1"/>
                        </a:buClr>
                        <a:buSzPts val="800"/>
                        <a:buFont typeface="Calibri"/>
                        <a:buNone/>
                      </a:pPr>
                      <a:r>
                        <a:rPr lang="en-US" sz="800" dirty="0"/>
                        <a:t>Parallel TWY 10KTS </a:t>
                      </a:r>
                      <a:r>
                        <a:rPr lang="en-US" sz="800" dirty="0" err="1"/>
                        <a:t>이상</a:t>
                      </a:r>
                      <a:r>
                        <a:rPr lang="en-US" sz="800" dirty="0"/>
                        <a:t>(R17 MAX 15kts)</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ltLang="en-US"/>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52"/>
        <p:cNvGrpSpPr/>
        <p:nvPr/>
      </p:nvGrpSpPr>
      <p:grpSpPr>
        <a:xfrm>
          <a:off x="0" y="0"/>
          <a:ext cx="0" cy="0"/>
          <a:chOff x="0" y="0"/>
          <a:chExt cx="0" cy="0"/>
        </a:xfrm>
      </p:grpSpPr>
      <p:sp>
        <p:nvSpPr>
          <p:cNvPr id="3" name="TextBox 2">
            <a:extLst>
              <a:ext uri="{FF2B5EF4-FFF2-40B4-BE49-F238E27FC236}">
                <a16:creationId xmlns:a16="http://schemas.microsoft.com/office/drawing/2014/main" id="{D411E119-4026-CE0D-8F48-49BFB4C46FBA}"/>
              </a:ext>
            </a:extLst>
          </p:cNvPr>
          <p:cNvSpPr txBox="1"/>
          <p:nvPr/>
        </p:nvSpPr>
        <p:spPr>
          <a:xfrm>
            <a:off x="624812" y="2553021"/>
            <a:ext cx="1287532" cy="693899"/>
          </a:xfrm>
          <a:prstGeom prst="rect">
            <a:avLst/>
          </a:prstGeom>
          <a:noFill/>
        </p:spPr>
        <p:txBody>
          <a:bodyPr wrap="none" tIns="36000" bIns="36000" rtlCol="0" anchor="ctr">
            <a:spAutoFit/>
          </a:bodyPr>
          <a:lstStyle/>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DEP </a:t>
            </a:r>
            <a:r>
              <a:rPr kumimoji="1" lang="en-US" altLang="ko-Kore-KR" sz="700" b="1" u="sng" dirty="0">
                <a:solidFill>
                  <a:srgbClr val="FF0000"/>
                </a:solidFill>
                <a:latin typeface="Gulim" panose="020B0600000101010101" pitchFamily="34" charset="-127"/>
                <a:ea typeface="Gulim" panose="020B0600000101010101" pitchFamily="34" charset="-127"/>
              </a:rPr>
              <a:t>ATIS</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TKO 120.5 – FUK 133.02 </a:t>
            </a:r>
            <a:endParaRPr kumimoji="1" lang="en-US" altLang="ko-Kore-KR" sz="700" b="1" u="sng" dirty="0">
              <a:solidFill>
                <a:srgbClr val="0070C0"/>
              </a:solidFill>
              <a:latin typeface="Gulim" panose="020B0600000101010101" pitchFamily="34" charset="-127"/>
              <a:ea typeface="Gulim" panose="020B0600000101010101" pitchFamily="34" charset="-127"/>
            </a:endParaRPr>
          </a:p>
          <a:p>
            <a:pPr>
              <a:lnSpc>
                <a:spcPct val="150000"/>
              </a:lnSpc>
            </a:pPr>
            <a:r>
              <a:rPr kumimoji="1" lang="en-US" altLang="ko-Kore-KR" sz="700" b="1" u="sng" dirty="0">
                <a:solidFill>
                  <a:srgbClr val="0070C0"/>
                </a:solidFill>
                <a:latin typeface="Gulim" panose="020B0600000101010101" pitchFamily="34" charset="-127"/>
                <a:ea typeface="Gulim" panose="020B0600000101010101" pitchFamily="34" charset="-127"/>
              </a:rPr>
              <a:t>TGU 120.57</a:t>
            </a:r>
          </a:p>
          <a:p>
            <a:pPr>
              <a:lnSpc>
                <a:spcPct val="150000"/>
              </a:lnSpc>
            </a:pPr>
            <a:r>
              <a:rPr kumimoji="1" lang="en-US" altLang="ko-KR" sz="700" b="1" u="sng" dirty="0">
                <a:solidFill>
                  <a:srgbClr val="0070C0"/>
                </a:solidFill>
                <a:latin typeface="Gulim" panose="020B0600000101010101" pitchFamily="34" charset="-127"/>
                <a:ea typeface="Gulim" panose="020B0600000101010101" pitchFamily="34" charset="-127"/>
              </a:rPr>
              <a:t>APP 119.75</a:t>
            </a:r>
            <a:endParaRPr kumimoji="1" lang="ko-Kore-KR" altLang="en-US" sz="700" b="1" u="sng" dirty="0">
              <a:solidFill>
                <a:srgbClr val="0070C0"/>
              </a:solidFill>
              <a:latin typeface="Gulim" panose="020B0600000101010101" pitchFamily="34" charset="-127"/>
              <a:ea typeface="Gulim" panose="020B0600000101010101" pitchFamily="34" charset="-127"/>
            </a:endParaRPr>
          </a:p>
        </p:txBody>
      </p:sp>
      <p:graphicFrame>
        <p:nvGraphicFramePr>
          <p:cNvPr id="354" name="Google Shape;354;p25"/>
          <p:cNvGraphicFramePr/>
          <p:nvPr>
            <p:extLst>
              <p:ext uri="{D42A27DB-BD31-4B8C-83A1-F6EECF244321}">
                <p14:modId xmlns:p14="http://schemas.microsoft.com/office/powerpoint/2010/main" val="2578373620"/>
              </p:ext>
            </p:extLst>
          </p:nvPr>
        </p:nvGraphicFramePr>
        <p:xfrm>
          <a:off x="0" y="611909"/>
          <a:ext cx="2320125" cy="2005500"/>
        </p:xfrm>
        <a:graphic>
          <a:graphicData uri="http://schemas.openxmlformats.org/drawingml/2006/table">
            <a:tbl>
              <a:tblPr firstRow="1" bandRow="1">
                <a:noFill/>
                <a:tableStyleId>{A521BE36-7E6F-4EC9-8D66-1CF97A6895EC}</a:tableStyleId>
              </a:tblPr>
              <a:tblGrid>
                <a:gridCol w="361950">
                  <a:extLst>
                    <a:ext uri="{9D8B030D-6E8A-4147-A177-3AD203B41FA5}">
                      <a16:colId xmlns:a16="http://schemas.microsoft.com/office/drawing/2014/main" val="20000"/>
                    </a:ext>
                  </a:extLst>
                </a:gridCol>
                <a:gridCol w="334075">
                  <a:extLst>
                    <a:ext uri="{9D8B030D-6E8A-4147-A177-3AD203B41FA5}">
                      <a16:colId xmlns:a16="http://schemas.microsoft.com/office/drawing/2014/main" val="20001"/>
                    </a:ext>
                  </a:extLst>
                </a:gridCol>
                <a:gridCol w="339025">
                  <a:extLst>
                    <a:ext uri="{9D8B030D-6E8A-4147-A177-3AD203B41FA5}">
                      <a16:colId xmlns:a16="http://schemas.microsoft.com/office/drawing/2014/main" val="20002"/>
                    </a:ext>
                  </a:extLst>
                </a:gridCol>
                <a:gridCol w="355600">
                  <a:extLst>
                    <a:ext uri="{9D8B030D-6E8A-4147-A177-3AD203B41FA5}">
                      <a16:colId xmlns:a16="http://schemas.microsoft.com/office/drawing/2014/main" val="20003"/>
                    </a:ext>
                  </a:extLst>
                </a:gridCol>
                <a:gridCol w="311150">
                  <a:extLst>
                    <a:ext uri="{9D8B030D-6E8A-4147-A177-3AD203B41FA5}">
                      <a16:colId xmlns:a16="http://schemas.microsoft.com/office/drawing/2014/main" val="20004"/>
                    </a:ext>
                  </a:extLst>
                </a:gridCol>
                <a:gridCol w="260350">
                  <a:extLst>
                    <a:ext uri="{9D8B030D-6E8A-4147-A177-3AD203B41FA5}">
                      <a16:colId xmlns:a16="http://schemas.microsoft.com/office/drawing/2014/main" val="20006"/>
                    </a:ext>
                  </a:extLst>
                </a:gridCol>
                <a:gridCol w="357975">
                  <a:extLst>
                    <a:ext uri="{9D8B030D-6E8A-4147-A177-3AD203B41FA5}">
                      <a16:colId xmlns:a16="http://schemas.microsoft.com/office/drawing/2014/main" val="20007"/>
                    </a:ext>
                  </a:extLst>
                </a:gridCol>
              </a:tblGrid>
              <a:tr h="174725">
                <a:tc gridSpan="7">
                  <a:txBody>
                    <a:bodyPr/>
                    <a:lstStyle/>
                    <a:p>
                      <a:pPr marL="0" marR="0" lvl="0" indent="0" algn="ctr" rtl="0">
                        <a:spcBef>
                          <a:spcPts val="0"/>
                        </a:spcBef>
                        <a:spcAft>
                          <a:spcPts val="0"/>
                        </a:spcAft>
                        <a:buNone/>
                      </a:pPr>
                      <a:r>
                        <a:rPr lang="en-US" sz="800" dirty="0"/>
                        <a:t>HND : SID </a:t>
                      </a:r>
                      <a:r>
                        <a:rPr lang="en-US" sz="800" dirty="0">
                          <a:solidFill>
                            <a:srgbClr val="FFC000"/>
                          </a:solidFill>
                        </a:rPr>
                        <a:t>(xx B/C 2200-0230z 0600-1000z)</a:t>
                      </a:r>
                      <a:r>
                        <a:rPr lang="en-US" sz="800" dirty="0"/>
                        <a:t> NADP 1</a:t>
                      </a:r>
                      <a:endParaRPr sz="800" dirty="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258650">
                <a:tc>
                  <a:txBody>
                    <a:bodyPr/>
                    <a:lstStyle/>
                    <a:p>
                      <a:pPr marL="0" marR="0" lvl="0" indent="0" algn="ctr" rtl="0">
                        <a:spcBef>
                          <a:spcPts val="0"/>
                        </a:spcBef>
                        <a:spcAft>
                          <a:spcPts val="0"/>
                        </a:spcAft>
                        <a:buNone/>
                      </a:pPr>
                      <a:r>
                        <a:rPr lang="en-US" sz="800" b="1" dirty="0"/>
                        <a:t>ALL</a:t>
                      </a:r>
                      <a:endParaRPr sz="800" b="1" dirty="0"/>
                    </a:p>
                  </a:txBody>
                  <a:tcPr marL="36000" marR="36000" marT="36000" marB="36000" anchor="ctr"/>
                </a:tc>
                <a:tc gridSpan="2">
                  <a:txBody>
                    <a:bodyPr/>
                    <a:lstStyle/>
                    <a:p>
                      <a:pPr marL="0" marR="0" lvl="0" indent="0" algn="ctr" rtl="0">
                        <a:spcBef>
                          <a:spcPts val="0"/>
                        </a:spcBef>
                        <a:spcAft>
                          <a:spcPts val="0"/>
                        </a:spcAft>
                        <a:buNone/>
                      </a:pPr>
                      <a:r>
                        <a:rPr lang="en-US" sz="800" b="1" dirty="0">
                          <a:solidFill>
                            <a:srgbClr val="0070C0"/>
                          </a:solidFill>
                        </a:rPr>
                        <a:t>BEKLA x</a:t>
                      </a:r>
                      <a:endParaRPr dirty="0"/>
                    </a:p>
                    <a:p>
                      <a:pPr marL="0" marR="0" lvl="0" indent="0" algn="ctr" rtl="0">
                        <a:spcBef>
                          <a:spcPts val="0"/>
                        </a:spcBef>
                        <a:spcAft>
                          <a:spcPts val="0"/>
                        </a:spcAft>
                        <a:buNone/>
                      </a:pPr>
                      <a:r>
                        <a:rPr lang="en-US" sz="800" b="1" dirty="0"/>
                        <a:t>OPPAR x</a:t>
                      </a:r>
                      <a:endParaRPr sz="800" b="1" dirty="0"/>
                    </a:p>
                  </a:txBody>
                  <a:tcPr marL="36000" marR="36000" marT="36000" marB="36000" anchor="ctr"/>
                </a:tc>
                <a:tc hMerge="1">
                  <a:txBody>
                    <a:bodyPr/>
                    <a:lstStyle/>
                    <a:p>
                      <a:endParaRPr lang="ko-Kore-KR"/>
                    </a:p>
                  </a:txBody>
                  <a:tcPr/>
                </a:tc>
                <a:tc>
                  <a:txBody>
                    <a:bodyPr/>
                    <a:lstStyle/>
                    <a:p>
                      <a:pPr marL="0" marR="0" lvl="0" indent="0" algn="ctr" rtl="0">
                        <a:spcBef>
                          <a:spcPts val="0"/>
                        </a:spcBef>
                        <a:spcAft>
                          <a:spcPts val="0"/>
                        </a:spcAft>
                        <a:buNone/>
                      </a:pPr>
                      <a:r>
                        <a:rPr lang="en-US" sz="800" b="1">
                          <a:solidFill>
                            <a:srgbClr val="C00000"/>
                          </a:solidFill>
                        </a:rPr>
                        <a:t>RWY H/D</a:t>
                      </a:r>
                      <a:endParaRPr sz="458" b="1">
                        <a:solidFill>
                          <a:srgbClr val="C00000"/>
                        </a:solidFill>
                      </a:endParaRPr>
                    </a:p>
                  </a:txBody>
                  <a:tcPr marL="36000" marR="36000" marT="36000" marB="36000" anchor="ctr"/>
                </a:tc>
                <a:tc>
                  <a:txBody>
                    <a:bodyPr/>
                    <a:lstStyle/>
                    <a:p>
                      <a:pPr marL="0" marR="0" lvl="0" indent="0" algn="ctr" rtl="0">
                        <a:spcBef>
                          <a:spcPts val="0"/>
                        </a:spcBef>
                        <a:spcAft>
                          <a:spcPts val="0"/>
                        </a:spcAft>
                        <a:buNone/>
                      </a:pPr>
                      <a:r>
                        <a:rPr lang="en-US" sz="800" b="1"/>
                        <a:t>RWY CRS</a:t>
                      </a:r>
                      <a:endParaRPr sz="458" b="1"/>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ATC</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C00000"/>
                          </a:solidFill>
                        </a:rPr>
                        <a:t>RWY H/D</a:t>
                      </a:r>
                      <a:endParaRPr sz="600" b="1">
                        <a:solidFill>
                          <a:srgbClr val="C00000"/>
                        </a:solidFill>
                      </a:endParaRPr>
                    </a:p>
                  </a:txBody>
                  <a:tcPr marL="36000" marR="36000" marT="36000" marB="36000" anchor="ctr"/>
                </a:tc>
                <a:extLst>
                  <a:ext uri="{0D108BD9-81ED-4DB2-BD59-A6C34878D82A}">
                    <a16:rowId xmlns:a16="http://schemas.microsoft.com/office/drawing/2014/main" val="10001"/>
                  </a:ext>
                </a:extLst>
              </a:tr>
              <a:tr h="258650">
                <a:tc>
                  <a:txBody>
                    <a:bodyPr/>
                    <a:lstStyle/>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HME</a:t>
                      </a:r>
                      <a:endParaRPr/>
                    </a:p>
                    <a:p>
                      <a:pPr marL="0" marR="0" lvl="0" indent="0" algn="ctr" rtl="0">
                        <a:lnSpc>
                          <a:spcPct val="100000"/>
                        </a:lnSpc>
                        <a:spcBef>
                          <a:spcPts val="0"/>
                        </a:spcBef>
                        <a:spcAft>
                          <a:spcPts val="0"/>
                        </a:spcAft>
                        <a:buClr>
                          <a:srgbClr val="0070C0"/>
                        </a:buClr>
                        <a:buSzPts val="800"/>
                        <a:buFont typeface="Calibri"/>
                        <a:buNone/>
                      </a:pPr>
                      <a:r>
                        <a:rPr lang="en-US" sz="800" b="1">
                          <a:solidFill>
                            <a:srgbClr val="0070C0"/>
                          </a:solidFill>
                        </a:rPr>
                        <a:t>112.2</a:t>
                      </a:r>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34L </a:t>
                      </a:r>
                      <a:endParaRPr/>
                    </a:p>
                    <a:p>
                      <a:pPr marL="0" marR="0" lvl="0" indent="0" algn="ctr" rtl="0">
                        <a:spcBef>
                          <a:spcPts val="0"/>
                        </a:spcBef>
                        <a:spcAft>
                          <a:spcPts val="0"/>
                        </a:spcAft>
                        <a:buNone/>
                      </a:pPr>
                      <a:r>
                        <a:rPr lang="en-US" sz="800" b="1">
                          <a:solidFill>
                            <a:srgbClr val="C00000"/>
                          </a:solidFill>
                        </a:rPr>
                        <a:t>111.7</a:t>
                      </a:r>
                      <a:endParaRPr sz="458"/>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16R</a:t>
                      </a:r>
                      <a:endParaRPr/>
                    </a:p>
                    <a:p>
                      <a:pPr marL="0" marR="0" lvl="0" indent="0" algn="ctr" rtl="0">
                        <a:spcBef>
                          <a:spcPts val="0"/>
                        </a:spcBef>
                        <a:spcAft>
                          <a:spcPts val="0"/>
                        </a:spcAft>
                        <a:buNone/>
                      </a:pPr>
                      <a:r>
                        <a:rPr lang="en-US" sz="800" b="1">
                          <a:solidFill>
                            <a:srgbClr val="C00000"/>
                          </a:solidFill>
                        </a:rPr>
                        <a:t>111.55</a:t>
                      </a:r>
                      <a:endParaRPr sz="800"/>
                    </a:p>
                  </a:txBody>
                  <a:tcPr marL="0" marR="0" marT="36000" marB="36000" anchor="ctr"/>
                </a:tc>
                <a:tc>
                  <a:txBody>
                    <a:bodyPr/>
                    <a:lstStyle/>
                    <a:p>
                      <a:pPr marL="0" marR="0" lvl="0" indent="0" algn="ctr" rtl="0">
                        <a:lnSpc>
                          <a:spcPct val="100000"/>
                        </a:lnSpc>
                        <a:spcBef>
                          <a:spcPts val="0"/>
                        </a:spcBef>
                        <a:spcAft>
                          <a:spcPts val="0"/>
                        </a:spcAft>
                        <a:buClr>
                          <a:srgbClr val="C00000"/>
                        </a:buClr>
                        <a:buSzPts val="800"/>
                        <a:buFont typeface="Calibri"/>
                        <a:buNone/>
                      </a:pPr>
                      <a:r>
                        <a:rPr lang="en-US" sz="800" b="1">
                          <a:solidFill>
                            <a:srgbClr val="C00000"/>
                          </a:solidFill>
                        </a:rPr>
                        <a:t>34R 108.9</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16L 111.95</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22</a:t>
                      </a:r>
                      <a:endParaRPr/>
                    </a:p>
                    <a:p>
                      <a:pPr marL="0" marR="0" lvl="0" indent="0" algn="ctr" rtl="0">
                        <a:spcBef>
                          <a:spcPts val="0"/>
                        </a:spcBef>
                        <a:spcAft>
                          <a:spcPts val="0"/>
                        </a:spcAft>
                        <a:buNone/>
                      </a:pPr>
                      <a:r>
                        <a:rPr lang="en-US" sz="800" b="1">
                          <a:solidFill>
                            <a:srgbClr val="C00000"/>
                          </a:solidFill>
                        </a:rPr>
                        <a:t>108.1</a:t>
                      </a:r>
                      <a:endParaRPr sz="800" b="1">
                        <a:solidFill>
                          <a:srgbClr val="C00000"/>
                        </a:solidFill>
                      </a:endParaRPr>
                    </a:p>
                  </a:txBody>
                  <a:tcPr marL="0" marR="0" marT="36000" marB="36000" anchor="ctr"/>
                </a:tc>
                <a:tc>
                  <a:txBody>
                    <a:bodyPr/>
                    <a:lstStyle/>
                    <a:p>
                      <a:pPr marL="0" marR="0" lvl="0" indent="0" algn="ctr" rtl="0">
                        <a:spcBef>
                          <a:spcPts val="0"/>
                        </a:spcBef>
                        <a:spcAft>
                          <a:spcPts val="0"/>
                        </a:spcAft>
                        <a:buNone/>
                      </a:pPr>
                      <a:r>
                        <a:rPr lang="en-US" sz="800" b="1">
                          <a:solidFill>
                            <a:srgbClr val="C00000"/>
                          </a:solidFill>
                        </a:rPr>
                        <a:t>23</a:t>
                      </a:r>
                      <a:endParaRPr/>
                    </a:p>
                    <a:p>
                      <a:pPr marL="0" marR="0" lvl="0" indent="0" algn="ctr" rtl="0">
                        <a:spcBef>
                          <a:spcPts val="0"/>
                        </a:spcBef>
                        <a:spcAft>
                          <a:spcPts val="0"/>
                        </a:spcAft>
                        <a:buNone/>
                      </a:pPr>
                      <a:r>
                        <a:rPr lang="en-US" sz="800" b="1">
                          <a:solidFill>
                            <a:srgbClr val="C00000"/>
                          </a:solidFill>
                        </a:rPr>
                        <a:t>110.5</a:t>
                      </a:r>
                      <a:endParaRPr sz="800"/>
                    </a:p>
                  </a:txBody>
                  <a:tcPr marL="0" marR="0" marT="36000" marB="36000" anchor="ctr"/>
                </a:tc>
                <a:extLst>
                  <a:ext uri="{0D108BD9-81ED-4DB2-BD59-A6C34878D82A}">
                    <a16:rowId xmlns:a16="http://schemas.microsoft.com/office/drawing/2014/main" val="10002"/>
                  </a:ext>
                </a:extLst>
              </a:tr>
              <a:tr h="158800">
                <a:tc rowSpan="3" grid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rowSpan="3" h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34L(18’)        9843’       16R(77’)</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3"/>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34R(21’)       11024’      16L(19’)</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4"/>
                  </a:ext>
                </a:extLst>
              </a:tr>
              <a:tr h="158800">
                <a:tc gridSpan="2" vMerge="1">
                  <a:txBody>
                    <a:bodyPr/>
                    <a:lstStyle/>
                    <a:p>
                      <a:endParaRPr lang="ko-Kore-KR"/>
                    </a:p>
                  </a:txBody>
                  <a:tcPr/>
                </a:tc>
                <a:tc hMerge="1" vMerge="1">
                  <a:txBody>
                    <a:bodyPr/>
                    <a:lstStyle/>
                    <a:p>
                      <a:endParaRPr lang="ko-Kore-KR"/>
                    </a:p>
                  </a:txBody>
                  <a:tcPr/>
                </a:tc>
                <a:tc gridSpan="5">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04(19’)        8202’       05(46’)</a:t>
                      </a:r>
                      <a:endParaRPr sz="800" b="1" dirty="0">
                        <a:solidFill>
                          <a:srgbClr val="00B05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5"/>
                  </a:ext>
                </a:extLst>
              </a:tr>
              <a:tr h="258650">
                <a:tc gridSpan="7">
                  <a:txBody>
                    <a:bodyPr/>
                    <a:lstStyle/>
                    <a:p>
                      <a:pPr marL="0" marR="0" lvl="0" indent="0" algn="ctr" rtl="0">
                        <a:lnSpc>
                          <a:spcPct val="100000"/>
                        </a:lnSpc>
                        <a:spcBef>
                          <a:spcPts val="0"/>
                        </a:spcBef>
                        <a:spcAft>
                          <a:spcPts val="0"/>
                        </a:spcAft>
                        <a:buClr>
                          <a:schemeClr val="dk1"/>
                        </a:buClr>
                        <a:buSzPts val="800"/>
                        <a:buFont typeface="Calibri"/>
                        <a:buNone/>
                      </a:pPr>
                      <a:r>
                        <a:rPr lang="en-US" sz="800" dirty="0">
                          <a:solidFill>
                            <a:schemeClr val="dk1"/>
                          </a:solidFill>
                        </a:rPr>
                        <a:t>34L : HME 351/1.1, R095, 34R : HME R080, R095, 22 : HME /2.2 R185 </a:t>
                      </a:r>
                      <a:endParaRPr dirty="0"/>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6"/>
                  </a:ext>
                </a:extLst>
              </a:tr>
              <a:tr h="88900">
                <a:tc gridSpan="7">
                  <a:txBody>
                    <a:bodyPr/>
                    <a:lstStyle/>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34R BEKLA : KAIJI 230kts, TORAM Flap5 SPD</a:t>
                      </a:r>
                      <a:endParaRPr dirty="0"/>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accent1"/>
                          </a:solidFill>
                        </a:rPr>
                        <a:t>16L : BEKLA : PLUTO 230kts </a:t>
                      </a:r>
                    </a:p>
                    <a:p>
                      <a:pPr marL="0" marR="0" lvl="0" indent="0" algn="ctr" rtl="0">
                        <a:lnSpc>
                          <a:spcPct val="100000"/>
                        </a:lnSpc>
                        <a:spcBef>
                          <a:spcPts val="0"/>
                        </a:spcBef>
                        <a:spcAft>
                          <a:spcPts val="0"/>
                        </a:spcAft>
                        <a:buClr>
                          <a:schemeClr val="accent1"/>
                        </a:buClr>
                        <a:buSzPts val="700"/>
                        <a:buFont typeface="Calibri"/>
                        <a:buNone/>
                      </a:pPr>
                      <a:r>
                        <a:rPr lang="en-US" sz="700" b="0" dirty="0">
                          <a:solidFill>
                            <a:schemeClr val="tx1"/>
                          </a:solidFill>
                        </a:rPr>
                        <a:t>RWY05 RTE5 TAXI Chart</a:t>
                      </a:r>
                    </a:p>
                  </a:txBody>
                  <a:tcPr marL="36000" marR="36000" marT="0" marB="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bl>
          </a:graphicData>
        </a:graphic>
      </p:graphicFrame>
      <p:graphicFrame>
        <p:nvGraphicFramePr>
          <p:cNvPr id="355" name="Google Shape;355;p25"/>
          <p:cNvGraphicFramePr/>
          <p:nvPr>
            <p:extLst>
              <p:ext uri="{D42A27DB-BD31-4B8C-83A1-F6EECF244321}">
                <p14:modId xmlns:p14="http://schemas.microsoft.com/office/powerpoint/2010/main" val="791541661"/>
              </p:ext>
            </p:extLst>
          </p:nvPr>
        </p:nvGraphicFramePr>
        <p:xfrm>
          <a:off x="-2501" y="16504"/>
          <a:ext cx="2328850" cy="609305"/>
        </p:xfrm>
        <a:graphic>
          <a:graphicData uri="http://schemas.openxmlformats.org/drawingml/2006/table">
            <a:tbl>
              <a:tblPr firstRow="1" bandRow="1">
                <a:noFill/>
                <a:tableStyleId>{A521BE36-7E6F-4EC9-8D66-1CF97A6895EC}</a:tableStyleId>
              </a:tblPr>
              <a:tblGrid>
                <a:gridCol w="1162800">
                  <a:extLst>
                    <a:ext uri="{9D8B030D-6E8A-4147-A177-3AD203B41FA5}">
                      <a16:colId xmlns:a16="http://schemas.microsoft.com/office/drawing/2014/main" val="20000"/>
                    </a:ext>
                  </a:extLst>
                </a:gridCol>
                <a:gridCol w="1166050">
                  <a:extLst>
                    <a:ext uri="{9D8B030D-6E8A-4147-A177-3AD203B41FA5}">
                      <a16:colId xmlns:a16="http://schemas.microsoft.com/office/drawing/2014/main" val="20001"/>
                    </a:ext>
                  </a:extLst>
                </a:gridCol>
              </a:tblGrid>
              <a:tr h="258775">
                <a:tc>
                  <a:txBody>
                    <a:bodyPr/>
                    <a:lstStyle/>
                    <a:p>
                      <a:pPr marL="0" marR="0" lvl="0" indent="0" algn="ctr" rtl="0">
                        <a:spcBef>
                          <a:spcPts val="0"/>
                        </a:spcBef>
                        <a:spcAft>
                          <a:spcPts val="0"/>
                        </a:spcAft>
                        <a:buNone/>
                      </a:pPr>
                      <a:r>
                        <a:rPr lang="en-US" altLang="ko-Kore-KR" sz="1300" dirty="0">
                          <a:solidFill>
                            <a:schemeClr val="tx1"/>
                          </a:solidFill>
                          <a:hlinkClick r:id="rId3">
                            <a:extLst>
                              <a:ext uri="{A12FA001-AC4F-418D-AE19-62706E023703}">
                                <ahyp:hlinkClr xmlns:ahyp="http://schemas.microsoft.com/office/drawing/2018/hyperlinkcolor" val="tx"/>
                              </a:ext>
                            </a:extLst>
                          </a:hlinkClick>
                        </a:rPr>
                        <a:t>RJTT(HND) 21ft</a:t>
                      </a:r>
                      <a:endParaRPr lang="en-US" altLang="ko-Kore-KR" sz="1300" dirty="0">
                        <a:solidFill>
                          <a:schemeClr val="tx1"/>
                        </a:solidFill>
                      </a:endParaRPr>
                    </a:p>
                  </a:txBody>
                  <a:tcPr marL="0" marR="0" marT="0" marB="0" anchor="ctr"/>
                </a:tc>
                <a:tc>
                  <a:txBody>
                    <a:bodyPr/>
                    <a:lstStyle/>
                    <a:p>
                      <a:pPr marL="0" marR="0" lvl="0" indent="0" algn="ctr" rtl="0">
                        <a:spcBef>
                          <a:spcPts val="0"/>
                        </a:spcBef>
                        <a:spcAft>
                          <a:spcPts val="0"/>
                        </a:spcAft>
                        <a:buNone/>
                      </a:pPr>
                      <a:r>
                        <a:rPr lang="en-US" altLang="ko-Kore-KR" sz="1300" dirty="0">
                          <a:solidFill>
                            <a:schemeClr val="tx1"/>
                          </a:solidFill>
                          <a:hlinkClick r:id="rId4">
                            <a:extLst>
                              <a:ext uri="{A12FA001-AC4F-418D-AE19-62706E023703}">
                                <ahyp:hlinkClr xmlns:ahyp="http://schemas.microsoft.com/office/drawing/2018/hyperlinkcolor" val="tx"/>
                              </a:ext>
                            </a:extLst>
                          </a:hlinkClick>
                        </a:rPr>
                        <a:t>RKSI(ICN) 23ft</a:t>
                      </a:r>
                      <a:endParaRPr lang="en-US" altLang="ko-Kore-KR" sz="1300" dirty="0">
                        <a:solidFill>
                          <a:schemeClr val="tx1"/>
                        </a:solidFill>
                      </a:endParaRPr>
                    </a:p>
                  </a:txBody>
                  <a:tcPr marL="0" marR="0" marT="0" marB="0" anchor="ctr"/>
                </a:tc>
                <a:extLst>
                  <a:ext uri="{0D108BD9-81ED-4DB2-BD59-A6C34878D82A}">
                    <a16:rowId xmlns:a16="http://schemas.microsoft.com/office/drawing/2014/main" val="10000"/>
                  </a:ext>
                </a:extLst>
              </a:tr>
              <a:tr h="258775">
                <a:tc>
                  <a:txBody>
                    <a:bodyPr/>
                    <a:lstStyle/>
                    <a:p>
                      <a:pPr marL="0" marR="0" lvl="0" indent="0" algn="ctr" rtl="0">
                        <a:spcBef>
                          <a:spcPts val="0"/>
                        </a:spcBef>
                        <a:spcAft>
                          <a:spcPts val="0"/>
                        </a:spcAft>
                        <a:buNone/>
                      </a:pPr>
                      <a:r>
                        <a:rPr lang="en-US" sz="900"/>
                        <a:t>Delta Oper 132.075</a:t>
                      </a:r>
                      <a:endParaRPr/>
                    </a:p>
                    <a:p>
                      <a:pPr marL="0" marR="0" lvl="0" indent="0" algn="ctr" rtl="0">
                        <a:spcBef>
                          <a:spcPts val="0"/>
                        </a:spcBef>
                        <a:spcAft>
                          <a:spcPts val="0"/>
                        </a:spcAft>
                        <a:buNone/>
                      </a:pPr>
                      <a:r>
                        <a:rPr lang="en-US" sz="800">
                          <a:solidFill>
                            <a:srgbClr val="FF0000"/>
                          </a:solidFill>
                        </a:rPr>
                        <a:t>DCL -15분</a:t>
                      </a:r>
                      <a:endParaRPr sz="800">
                        <a:solidFill>
                          <a:srgbClr val="FF0000"/>
                        </a:solidFill>
                      </a:endParaRPr>
                    </a:p>
                  </a:txBody>
                  <a:tcPr marL="91450" marR="91450" marT="45725" marB="45725" anchor="ctr"/>
                </a:tc>
                <a:tc>
                  <a:txBody>
                    <a:bodyPr/>
                    <a:lstStyle/>
                    <a:p>
                      <a:pPr marL="0" marR="0" lvl="0" indent="0" algn="ctr" rtl="0">
                        <a:spcBef>
                          <a:spcPts val="0"/>
                        </a:spcBef>
                        <a:spcAft>
                          <a:spcPts val="0"/>
                        </a:spcAft>
                        <a:buNone/>
                      </a:pPr>
                      <a:r>
                        <a:rPr lang="en-US" sz="900" dirty="0"/>
                        <a:t>KE ICN 131.5</a:t>
                      </a:r>
                      <a:endParaRPr sz="900" dirty="0"/>
                    </a:p>
                  </a:txBody>
                  <a:tcPr marL="91450" marR="91450" marT="45725" marB="45725" anchor="ctr"/>
                </a:tc>
                <a:extLst>
                  <a:ext uri="{0D108BD9-81ED-4DB2-BD59-A6C34878D82A}">
                    <a16:rowId xmlns:a16="http://schemas.microsoft.com/office/drawing/2014/main" val="10001"/>
                  </a:ext>
                </a:extLst>
              </a:tr>
            </a:tbl>
          </a:graphicData>
        </a:graphic>
      </p:graphicFrame>
      <p:graphicFrame>
        <p:nvGraphicFramePr>
          <p:cNvPr id="357" name="Google Shape;357;p25"/>
          <p:cNvGraphicFramePr/>
          <p:nvPr>
            <p:extLst>
              <p:ext uri="{D42A27DB-BD31-4B8C-83A1-F6EECF244321}">
                <p14:modId xmlns:p14="http://schemas.microsoft.com/office/powerpoint/2010/main" val="4292766258"/>
              </p:ext>
            </p:extLst>
          </p:nvPr>
        </p:nvGraphicFramePr>
        <p:xfrm>
          <a:off x="-5861" y="3405087"/>
          <a:ext cx="2325975" cy="2130490"/>
        </p:xfrm>
        <a:graphic>
          <a:graphicData uri="http://schemas.openxmlformats.org/drawingml/2006/table">
            <a:tbl>
              <a:tblPr firstRow="1" bandRow="1">
                <a:noFill/>
                <a:tableStyleId>{A521BE36-7E6F-4EC9-8D66-1CF97A6895EC}</a:tableStyleId>
              </a:tblPr>
              <a:tblGrid>
                <a:gridCol w="459700">
                  <a:extLst>
                    <a:ext uri="{9D8B030D-6E8A-4147-A177-3AD203B41FA5}">
                      <a16:colId xmlns:a16="http://schemas.microsoft.com/office/drawing/2014/main" val="20000"/>
                    </a:ext>
                  </a:extLst>
                </a:gridCol>
                <a:gridCol w="773250">
                  <a:extLst>
                    <a:ext uri="{9D8B030D-6E8A-4147-A177-3AD203B41FA5}">
                      <a16:colId xmlns:a16="http://schemas.microsoft.com/office/drawing/2014/main" val="20001"/>
                    </a:ext>
                  </a:extLst>
                </a:gridCol>
                <a:gridCol w="515550">
                  <a:extLst>
                    <a:ext uri="{9D8B030D-6E8A-4147-A177-3AD203B41FA5}">
                      <a16:colId xmlns:a16="http://schemas.microsoft.com/office/drawing/2014/main" val="20003"/>
                    </a:ext>
                  </a:extLst>
                </a:gridCol>
                <a:gridCol w="577475">
                  <a:extLst>
                    <a:ext uri="{9D8B030D-6E8A-4147-A177-3AD203B41FA5}">
                      <a16:colId xmlns:a16="http://schemas.microsoft.com/office/drawing/2014/main" val="20005"/>
                    </a:ext>
                  </a:extLst>
                </a:gridCol>
              </a:tblGrid>
              <a:tr h="0">
                <a:tc gridSpan="4">
                  <a:txBody>
                    <a:bodyPr/>
                    <a:lstStyle/>
                    <a:p>
                      <a:pPr marL="0" marR="0" lvl="0" indent="0" algn="ctr" rtl="0">
                        <a:spcBef>
                          <a:spcPts val="0"/>
                        </a:spcBef>
                        <a:spcAft>
                          <a:spcPts val="0"/>
                        </a:spcAft>
                        <a:buNone/>
                      </a:pPr>
                      <a:r>
                        <a:rPr lang="en-US" sz="800"/>
                        <a:t>ICN : STAR</a:t>
                      </a:r>
                      <a:endParaRPr sz="800"/>
                    </a:p>
                  </a:txBody>
                  <a:tcPr marL="91450" marR="91450" marT="45725" marB="45725"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dirty="0"/>
                        <a:t>ILS 33/34</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xE</a:t>
                      </a:r>
                      <a:endParaRPr sz="800" b="1"/>
                    </a:p>
                  </a:txBody>
                  <a:tcPr marL="36000" marR="36000" marT="36000" marB="36000" anchor="ctr"/>
                </a:tc>
                <a:tc>
                  <a:txBody>
                    <a:bodyPr/>
                    <a:lstStyle/>
                    <a:p>
                      <a:pPr marL="0" marR="0" lvl="0" indent="0" algn="ctr" rtl="0">
                        <a:spcBef>
                          <a:spcPts val="0"/>
                        </a:spcBef>
                        <a:spcAft>
                          <a:spcPts val="0"/>
                        </a:spcAft>
                        <a:buNone/>
                      </a:pPr>
                      <a:r>
                        <a:rPr lang="en-US" sz="800" b="1"/>
                        <a:t>ENPIL</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dirty="0"/>
                        <a:t>ILS 15/16</a:t>
                      </a:r>
                      <a:endParaRPr sz="800" b="1" dirty="0"/>
                    </a:p>
                  </a:txBody>
                  <a:tcPr marL="36000" marR="36000" marT="36000" marB="36000" anchor="ctr"/>
                </a:tc>
                <a:tc>
                  <a:txBody>
                    <a:bodyPr/>
                    <a:lstStyle/>
                    <a:p>
                      <a:pPr marL="0" marR="0" lvl="0" indent="0" algn="ctr" rtl="0">
                        <a:spcBef>
                          <a:spcPts val="0"/>
                        </a:spcBef>
                        <a:spcAft>
                          <a:spcPts val="0"/>
                        </a:spcAft>
                        <a:buNone/>
                      </a:pPr>
                      <a:r>
                        <a:rPr lang="en-US" sz="800" b="1"/>
                        <a:t>GUKDO xH</a:t>
                      </a:r>
                      <a:endParaRPr sz="800" b="1"/>
                    </a:p>
                  </a:txBody>
                  <a:tcPr marL="36000" marR="36000" marT="36000" marB="36000" anchor="ctr"/>
                </a:tc>
                <a:tc>
                  <a:txBody>
                    <a:bodyPr/>
                    <a:lstStyle/>
                    <a:p>
                      <a:pPr marL="0" marR="0" lvl="0" indent="0" algn="ctr" rtl="0">
                        <a:spcBef>
                          <a:spcPts val="0"/>
                        </a:spcBef>
                        <a:spcAft>
                          <a:spcPts val="0"/>
                        </a:spcAft>
                        <a:buNone/>
                      </a:pPr>
                      <a:r>
                        <a:rPr lang="en-US" sz="800" b="1"/>
                        <a:t>MUNAN</a:t>
                      </a:r>
                      <a:endParaRPr sz="458" b="1"/>
                    </a:p>
                  </a:txBody>
                  <a:tcPr marL="36000" marR="36000" marT="36000" marB="36000" anchor="ctr"/>
                </a:tc>
                <a:tc>
                  <a:txBody>
                    <a:bodyPr/>
                    <a:lstStyle/>
                    <a:p>
                      <a:pPr marL="0" marR="0" lvl="0" indent="0" algn="ctr" rtl="0">
                        <a:spcBef>
                          <a:spcPts val="0"/>
                        </a:spcBef>
                        <a:spcAft>
                          <a:spcPts val="0"/>
                        </a:spcAft>
                        <a:buNone/>
                      </a:pPr>
                      <a:r>
                        <a:rPr lang="en-US" sz="800" b="1"/>
                        <a:t>GUKDO 180</a:t>
                      </a:r>
                      <a:endParaRPr sz="458" b="1"/>
                    </a:p>
                  </a:txBody>
                  <a:tcPr marL="36000" marR="36000" marT="36000" marB="36000" anchor="ctr"/>
                </a:tc>
                <a:extLst>
                  <a:ext uri="{0D108BD9-81ED-4DB2-BD59-A6C34878D82A}">
                    <a16:rowId xmlns:a16="http://schemas.microsoft.com/office/drawing/2014/main" val="10002"/>
                  </a:ext>
                </a:extLst>
              </a:tr>
              <a:tr h="112850">
                <a:tc rowSpan="2">
                  <a:txBody>
                    <a:bodyPr/>
                    <a:lstStyle/>
                    <a:p>
                      <a:pPr marL="0" marR="0" lvl="0" indent="0" algn="ctr" rtl="0">
                        <a:lnSpc>
                          <a:spcPct val="100000"/>
                        </a:lnSpc>
                        <a:spcBef>
                          <a:spcPts val="0"/>
                        </a:spcBef>
                        <a:spcAft>
                          <a:spcPts val="0"/>
                        </a:spcAft>
                        <a:buClr>
                          <a:schemeClr val="lt1"/>
                        </a:buClr>
                        <a:buSzPts val="800"/>
                        <a:buFont typeface="Calibri"/>
                        <a:buNone/>
                      </a:pPr>
                      <a:r>
                        <a:rPr lang="en-US" sz="800">
                          <a:solidFill>
                            <a:schemeClr val="lt1"/>
                          </a:solidFill>
                        </a:rPr>
                        <a:t>HUD</a:t>
                      </a:r>
                      <a:endParaRPr sz="800">
                        <a:solidFill>
                          <a:schemeClr val="lt1"/>
                        </a:solidFill>
                      </a:endParaRPr>
                    </a:p>
                  </a:txBody>
                  <a:tcPr marL="36000" marR="36000" marT="36000" marB="36000" anchor="ctr">
                    <a:solidFill>
                      <a:schemeClr val="accent1"/>
                    </a:solidFill>
                  </a:tcPr>
                </a:tc>
                <a:tc>
                  <a:txBody>
                    <a:bodyPr/>
                    <a:lstStyle/>
                    <a:p>
                      <a:pPr marL="0" marR="0" lvl="0" indent="0" algn="ctr" rtl="0">
                        <a:spcBef>
                          <a:spcPts val="0"/>
                        </a:spcBef>
                        <a:spcAft>
                          <a:spcPts val="0"/>
                        </a:spcAft>
                        <a:buNone/>
                      </a:pPr>
                      <a:r>
                        <a:rPr lang="en-US" sz="800" b="1">
                          <a:solidFill>
                            <a:srgbClr val="00B050"/>
                          </a:solidFill>
                        </a:rPr>
                        <a:t>33L/R 34L(23’)</a:t>
                      </a:r>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i="0" u="none" strike="noStrike" cap="none">
                          <a:solidFill>
                            <a:srgbClr val="00B050"/>
                          </a:solidFill>
                          <a:latin typeface="Calibri"/>
                          <a:ea typeface="Calibri"/>
                          <a:cs typeface="Calibri"/>
                          <a:sym typeface="Calibri"/>
                        </a:rPr>
                        <a:t>12303’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dirty="0">
                          <a:solidFill>
                            <a:srgbClr val="00B050"/>
                          </a:solidFill>
                        </a:rPr>
                        <a:t>15L/R 16R(23’)</a:t>
                      </a:r>
                      <a:endParaRPr sz="800" b="1" dirty="0">
                        <a:solidFill>
                          <a:srgbClr val="00B050"/>
                        </a:solidFill>
                      </a:endParaRPr>
                    </a:p>
                  </a:txBody>
                  <a:tcPr marL="36000" marR="36000" marT="36000" marB="36000" anchor="ctr"/>
                </a:tc>
                <a:extLst>
                  <a:ext uri="{0D108BD9-81ED-4DB2-BD59-A6C34878D82A}">
                    <a16:rowId xmlns:a16="http://schemas.microsoft.com/office/drawing/2014/main" val="10005"/>
                  </a:ext>
                </a:extLst>
              </a:tr>
              <a:tr h="112850">
                <a:tc vMerge="1">
                  <a:txBody>
                    <a:bodyPr/>
                    <a:lstStyle/>
                    <a:p>
                      <a:endParaRPr lang="ko-Kore-KR"/>
                    </a:p>
                  </a:txBody>
                  <a:tcPr/>
                </a:tc>
                <a:tc>
                  <a:txBody>
                    <a:bodyPr/>
                    <a:lstStyle/>
                    <a:p>
                      <a:pPr marL="0" marR="0" lvl="0" indent="0" algn="ctr" rtl="0">
                        <a:spcBef>
                          <a:spcPts val="0"/>
                        </a:spcBef>
                        <a:spcAft>
                          <a:spcPts val="0"/>
                        </a:spcAft>
                        <a:buNone/>
                      </a:pPr>
                      <a:r>
                        <a:rPr lang="en-US" sz="800" b="1">
                          <a:solidFill>
                            <a:srgbClr val="00B050"/>
                          </a:solidFill>
                        </a:rPr>
                        <a:t>34R(23’)</a:t>
                      </a:r>
                      <a:endParaRPr sz="458">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13123’</a:t>
                      </a:r>
                      <a:endParaRPr sz="800" b="1">
                        <a:solidFill>
                          <a:srgbClr val="00B050"/>
                        </a:solidFill>
                      </a:endParaRPr>
                    </a:p>
                  </a:txBody>
                  <a:tcPr marL="36000" marR="36000" marT="36000" marB="36000" anchor="ctr"/>
                </a:tc>
                <a:tc>
                  <a:txBody>
                    <a:bodyPr/>
                    <a:lstStyle/>
                    <a:p>
                      <a:pPr marL="0" marR="0" lvl="0" indent="0" algn="ctr" rtl="0">
                        <a:lnSpc>
                          <a:spcPct val="100000"/>
                        </a:lnSpc>
                        <a:spcBef>
                          <a:spcPts val="0"/>
                        </a:spcBef>
                        <a:spcAft>
                          <a:spcPts val="0"/>
                        </a:spcAft>
                        <a:buClr>
                          <a:srgbClr val="00B050"/>
                        </a:buClr>
                        <a:buSzPts val="800"/>
                        <a:buFont typeface="Calibri"/>
                        <a:buNone/>
                      </a:pPr>
                      <a:r>
                        <a:rPr lang="en-US" sz="800" b="1">
                          <a:solidFill>
                            <a:srgbClr val="00B050"/>
                          </a:solidFill>
                        </a:rPr>
                        <a:t>16L(23’)</a:t>
                      </a:r>
                      <a:endParaRPr sz="800" b="1">
                        <a:solidFill>
                          <a:srgbClr val="00B050"/>
                        </a:solidFill>
                      </a:endParaRPr>
                    </a:p>
                  </a:txBody>
                  <a:tcPr marL="36000" marR="36000" marT="36000" marB="36000" anchor="ctr"/>
                </a:tc>
                <a:extLst>
                  <a:ext uri="{0D108BD9-81ED-4DB2-BD59-A6C34878D82A}">
                    <a16:rowId xmlns:a16="http://schemas.microsoft.com/office/drawing/2014/main" val="10006"/>
                  </a:ext>
                </a:extLst>
              </a:tr>
              <a:tr h="156400">
                <a:tc>
                  <a:txBody>
                    <a:bodyPr/>
                    <a:lstStyle/>
                    <a:p>
                      <a:pPr marL="0" marR="0" lvl="0" indent="0" algn="ctr" rtl="0">
                        <a:spcBef>
                          <a:spcPts val="0"/>
                        </a:spcBef>
                        <a:spcAft>
                          <a:spcPts val="0"/>
                        </a:spcAft>
                        <a:buNone/>
                      </a:pPr>
                      <a:r>
                        <a:rPr lang="en-US" sz="800">
                          <a:solidFill>
                            <a:schemeClr val="lt1"/>
                          </a:solidFill>
                          <a:latin typeface="Calibri"/>
                          <a:ea typeface="Calibri"/>
                          <a:cs typeface="Calibri"/>
                          <a:sym typeface="Calibri"/>
                        </a:rPr>
                        <a:t>FIX</a:t>
                      </a:r>
                      <a:endParaRPr/>
                    </a:p>
                  </a:txBody>
                  <a:tcPr marL="36000" marR="36000" marT="36000" marB="36000" anchor="ctr">
                    <a:solidFill>
                      <a:schemeClr val="accent1"/>
                    </a:solidFill>
                  </a:tcPr>
                </a:tc>
                <a:tc gridSpan="3">
                  <a:txBody>
                    <a:bodyPr/>
                    <a:lstStyle/>
                    <a:p>
                      <a:pPr marL="0" marR="0" lvl="0" indent="0" algn="l" rtl="0">
                        <a:spcBef>
                          <a:spcPts val="0"/>
                        </a:spcBef>
                        <a:spcAft>
                          <a:spcPts val="0"/>
                        </a:spcAft>
                        <a:buNone/>
                      </a:pPr>
                      <a:r>
                        <a:rPr lang="en-US" sz="800"/>
                        <a:t>RWY /8, /5 , YJU R271</a:t>
                      </a:r>
                      <a:endParaRPr sz="458"/>
                    </a:p>
                  </a:txBody>
                  <a:tcPr marL="36000" marR="36000" marT="36000" marB="36000" anchor="ct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7"/>
                  </a:ext>
                </a:extLst>
              </a:tr>
              <a:tr h="218875">
                <a:tc gridSpan="4">
                  <a:txBody>
                    <a:bodyPr/>
                    <a:lstStyle/>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33R : </a:t>
                      </a:r>
                      <a:r>
                        <a:rPr lang="en-US" altLang="ko-Kore-KR" sz="800" b="1" dirty="0">
                          <a:solidFill>
                            <a:srgbClr val="0070C0"/>
                          </a:solidFill>
                          <a:latin typeface="Calibri"/>
                          <a:ea typeface="Calibri"/>
                          <a:cs typeface="Calibri"/>
                          <a:sym typeface="Calibri"/>
                        </a:rPr>
                        <a:t>C4(7529’), </a:t>
                      </a:r>
                      <a:r>
                        <a:rPr lang="en-US" altLang="ko-Kore-KR" sz="800" b="1" dirty="0">
                          <a:solidFill>
                            <a:schemeClr val="dk1"/>
                          </a:solidFill>
                          <a:latin typeface="Calibri"/>
                          <a:ea typeface="Calibri"/>
                          <a:cs typeface="Calibri"/>
                          <a:sym typeface="Calibri"/>
                        </a:rPr>
                        <a:t>C5(8513’), 33L </a:t>
                      </a:r>
                      <a:r>
                        <a:rPr lang="en-US" altLang="ko-Kore-KR" sz="800" b="1" dirty="0">
                          <a:solidFill>
                            <a:srgbClr val="0070C0"/>
                          </a:solidFill>
                          <a:latin typeface="Calibri"/>
                          <a:ea typeface="Calibri"/>
                          <a:cs typeface="Calibri"/>
                          <a:sym typeface="Calibri"/>
                        </a:rPr>
                        <a:t>: B</a:t>
                      </a:r>
                      <a:r>
                        <a:rPr lang="en-US" altLang="ko-KR" sz="800" b="1" dirty="0">
                          <a:solidFill>
                            <a:srgbClr val="0070C0"/>
                          </a:solidFill>
                          <a:latin typeface="Calibri"/>
                          <a:ea typeface="Calibri"/>
                          <a:cs typeface="Calibri"/>
                          <a:sym typeface="Calibri"/>
                        </a:rPr>
                        <a:t>4</a:t>
                      </a:r>
                      <a:r>
                        <a:rPr lang="en-US" altLang="ko-Kore-KR" sz="800" b="1" dirty="0">
                          <a:solidFill>
                            <a:srgbClr val="0070C0"/>
                          </a:solidFill>
                          <a:latin typeface="Calibri"/>
                          <a:ea typeface="Calibri"/>
                          <a:cs typeface="Calibri"/>
                          <a:sym typeface="Calibri"/>
                        </a:rPr>
                        <a:t>(</a:t>
                      </a:r>
                      <a:r>
                        <a:rPr lang="en-US" altLang="ko-KR" sz="800" b="1" dirty="0">
                          <a:solidFill>
                            <a:srgbClr val="0070C0"/>
                          </a:solidFill>
                          <a:latin typeface="Calibri"/>
                          <a:ea typeface="Calibri"/>
                          <a:cs typeface="Calibri"/>
                          <a:sym typeface="Calibri"/>
                        </a:rPr>
                        <a:t>7563</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a:t>
                      </a:r>
                      <a:r>
                        <a:rPr lang="en-US" altLang="ko-KR" sz="800" b="1" dirty="0">
                          <a:solidFill>
                            <a:schemeClr val="dk1"/>
                          </a:solidFill>
                          <a:latin typeface="Calibri"/>
                          <a:ea typeface="Calibri"/>
                          <a:cs typeface="Calibri"/>
                          <a:sym typeface="Calibri"/>
                        </a:rPr>
                        <a:t>5</a:t>
                      </a:r>
                      <a:r>
                        <a:rPr lang="en-US" altLang="ko-Kore-KR" sz="800" b="1" dirty="0">
                          <a:solidFill>
                            <a:schemeClr val="dk1"/>
                          </a:solidFill>
                          <a:latin typeface="Calibri"/>
                          <a:ea typeface="Calibri"/>
                          <a:cs typeface="Calibri"/>
                          <a:sym typeface="Calibri"/>
                        </a:rPr>
                        <a:t>(</a:t>
                      </a:r>
                      <a:r>
                        <a:rPr lang="en-US" altLang="ko-KR" sz="800" b="1" dirty="0">
                          <a:solidFill>
                            <a:schemeClr val="dk1"/>
                          </a:solidFill>
                          <a:latin typeface="Calibri"/>
                          <a:ea typeface="Calibri"/>
                          <a:cs typeface="Calibri"/>
                          <a:sym typeface="Calibri"/>
                        </a:rPr>
                        <a:t>8513</a:t>
                      </a:r>
                      <a:r>
                        <a:rPr lang="en-US" altLang="ko-Kore-KR" sz="800" b="1" dirty="0">
                          <a:solidFill>
                            <a:schemeClr val="dk1"/>
                          </a:solidFill>
                          <a:latin typeface="Calibri"/>
                          <a:ea typeface="Calibri"/>
                          <a:cs typeface="Calibri"/>
                          <a:sym typeface="Calibri"/>
                        </a:rPr>
                        <a:t>‘)</a:t>
                      </a:r>
                      <a:endParaRPr lang="en-US" altLang="ko-Kore-KR" sz="800" dirty="0"/>
                    </a:p>
                    <a:p>
                      <a:pPr marL="0" marR="0" lvl="0" indent="0" algn="l" rtl="0">
                        <a:spcBef>
                          <a:spcPts val="0"/>
                        </a:spcBef>
                        <a:spcAft>
                          <a:spcPts val="0"/>
                        </a:spcAft>
                        <a:buNone/>
                      </a:pPr>
                      <a:r>
                        <a:rPr lang="en-US" altLang="ko-Kore-KR" sz="800" b="1" dirty="0">
                          <a:solidFill>
                            <a:schemeClr val="dk1"/>
                          </a:solidFill>
                          <a:latin typeface="Calibri"/>
                          <a:ea typeface="Calibri"/>
                          <a:cs typeface="Calibri"/>
                          <a:sym typeface="Calibri"/>
                        </a:rPr>
                        <a:t>15L : </a:t>
                      </a:r>
                      <a:r>
                        <a:rPr lang="en-US" altLang="ko-Kore-KR" sz="800" b="1" dirty="0">
                          <a:solidFill>
                            <a:srgbClr val="0070C0"/>
                          </a:solidFill>
                          <a:latin typeface="Calibri"/>
                          <a:ea typeface="Calibri"/>
                          <a:cs typeface="Calibri"/>
                          <a:sym typeface="Calibri"/>
                        </a:rPr>
                        <a:t>C2(7522’), </a:t>
                      </a:r>
                      <a:r>
                        <a:rPr lang="en-US" altLang="ko-Kore-KR" sz="800" b="1" dirty="0">
                          <a:solidFill>
                            <a:schemeClr val="dk1"/>
                          </a:solidFill>
                          <a:latin typeface="Calibri"/>
                          <a:ea typeface="Calibri"/>
                          <a:cs typeface="Calibri"/>
                          <a:sym typeface="Calibri"/>
                        </a:rPr>
                        <a:t>C1(8536’), 15R : </a:t>
                      </a:r>
                      <a:r>
                        <a:rPr lang="en-US" altLang="ko-Kore-KR" sz="800" b="1" dirty="0">
                          <a:solidFill>
                            <a:srgbClr val="0070C0"/>
                          </a:solidFill>
                          <a:latin typeface="Calibri"/>
                          <a:ea typeface="Calibri"/>
                          <a:cs typeface="Calibri"/>
                          <a:sym typeface="Calibri"/>
                        </a:rPr>
                        <a:t>B3(</a:t>
                      </a:r>
                      <a:r>
                        <a:rPr lang="en-US" altLang="ko-KR" sz="800" b="1" dirty="0">
                          <a:solidFill>
                            <a:srgbClr val="0070C0"/>
                          </a:solidFill>
                          <a:latin typeface="Calibri"/>
                          <a:ea typeface="Calibri"/>
                          <a:cs typeface="Calibri"/>
                          <a:sym typeface="Calibri"/>
                        </a:rPr>
                        <a:t>7454</a:t>
                      </a:r>
                      <a:r>
                        <a:rPr lang="en-US" altLang="ko-Kore-KR" sz="800" b="1" dirty="0">
                          <a:solidFill>
                            <a:srgbClr val="0070C0"/>
                          </a:solidFill>
                          <a:latin typeface="Calibri"/>
                          <a:ea typeface="Calibri"/>
                          <a:cs typeface="Calibri"/>
                          <a:sym typeface="Calibri"/>
                        </a:rPr>
                        <a:t>‘), </a:t>
                      </a:r>
                      <a:r>
                        <a:rPr lang="en-US" altLang="ko-Kore-KR" sz="800" b="1" dirty="0">
                          <a:solidFill>
                            <a:schemeClr val="dk1"/>
                          </a:solidFill>
                          <a:latin typeface="Calibri"/>
                          <a:ea typeface="Calibri"/>
                          <a:cs typeface="Calibri"/>
                          <a:sym typeface="Calibri"/>
                        </a:rPr>
                        <a:t>B2(</a:t>
                      </a:r>
                      <a:r>
                        <a:rPr lang="en-US" altLang="ko-KR" sz="800" b="1" dirty="0">
                          <a:solidFill>
                            <a:schemeClr val="dk1"/>
                          </a:solidFill>
                          <a:latin typeface="Calibri"/>
                          <a:ea typeface="Calibri"/>
                          <a:cs typeface="Calibri"/>
                          <a:sym typeface="Calibri"/>
                        </a:rPr>
                        <a:t>8641</a:t>
                      </a:r>
                      <a:r>
                        <a:rPr lang="en-US" altLang="ko-Kore-KR" sz="800" b="1" dirty="0">
                          <a:solidFill>
                            <a:schemeClr val="dk1"/>
                          </a:solidFill>
                          <a:latin typeface="Calibri"/>
                          <a:ea typeface="Calibri"/>
                          <a:cs typeface="Calibri"/>
                          <a:sym typeface="Calibri"/>
                        </a:rPr>
                        <a:t>‘)</a:t>
                      </a:r>
                      <a:endParaRPr lang="en-US" altLang="ko-Kore-KR" sz="800"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8"/>
                  </a:ext>
                </a:extLst>
              </a:tr>
              <a:tr h="218875">
                <a:tc gridSpan="4">
                  <a:txBody>
                    <a:bodyPr/>
                    <a:lstStyle/>
                    <a:p>
                      <a:pPr marL="0" marR="0" lvl="0" indent="0" algn="l" rtl="0">
                        <a:spcBef>
                          <a:spcPts val="0"/>
                        </a:spcBef>
                        <a:spcAft>
                          <a:spcPts val="0"/>
                        </a:spcAft>
                        <a:buNone/>
                      </a:pPr>
                      <a:r>
                        <a:rPr lang="en-US" sz="800" b="1">
                          <a:solidFill>
                            <a:schemeClr val="dk1"/>
                          </a:solidFill>
                          <a:latin typeface="Calibri"/>
                          <a:ea typeface="Calibri"/>
                          <a:cs typeface="Calibri"/>
                          <a:sym typeface="Calibri"/>
                        </a:rPr>
                        <a:t>34L : </a:t>
                      </a:r>
                      <a:r>
                        <a:rPr lang="en-US" sz="800" b="1">
                          <a:solidFill>
                            <a:srgbClr val="0070C0"/>
                          </a:solidFill>
                          <a:latin typeface="Calibri"/>
                          <a:ea typeface="Calibri"/>
                          <a:cs typeface="Calibri"/>
                          <a:sym typeface="Calibri"/>
                        </a:rPr>
                        <a:t>P7(5600’), </a:t>
                      </a:r>
                      <a:r>
                        <a:rPr lang="en-US" sz="800" b="1">
                          <a:solidFill>
                            <a:schemeClr val="dk1"/>
                          </a:solidFill>
                          <a:latin typeface="Calibri"/>
                          <a:ea typeface="Calibri"/>
                          <a:cs typeface="Calibri"/>
                          <a:sym typeface="Calibri"/>
                        </a:rPr>
                        <a:t>P8(6578’), 34R : </a:t>
                      </a:r>
                      <a:r>
                        <a:rPr lang="en-US" sz="800" b="1">
                          <a:solidFill>
                            <a:srgbClr val="0070C0"/>
                          </a:solidFill>
                          <a:latin typeface="Calibri"/>
                          <a:ea typeface="Calibri"/>
                          <a:cs typeface="Calibri"/>
                          <a:sym typeface="Calibri"/>
                        </a:rPr>
                        <a:t>N4(6876’), </a:t>
                      </a:r>
                      <a:r>
                        <a:rPr lang="en-US" sz="800" b="1">
                          <a:solidFill>
                            <a:schemeClr val="dk1"/>
                          </a:solidFill>
                          <a:latin typeface="Calibri"/>
                          <a:ea typeface="Calibri"/>
                          <a:cs typeface="Calibri"/>
                          <a:sym typeface="Calibri"/>
                        </a:rPr>
                        <a:t>N5(8507‘)</a:t>
                      </a:r>
                      <a:endParaRPr/>
                    </a:p>
                    <a:p>
                      <a:pPr marL="0" marR="0" lvl="0" indent="0" algn="l" rtl="0">
                        <a:spcBef>
                          <a:spcPts val="0"/>
                        </a:spcBef>
                        <a:spcAft>
                          <a:spcPts val="0"/>
                        </a:spcAft>
                        <a:buNone/>
                      </a:pPr>
                      <a:r>
                        <a:rPr lang="en-US" sz="800" b="1">
                          <a:solidFill>
                            <a:schemeClr val="dk1"/>
                          </a:solidFill>
                          <a:latin typeface="Calibri"/>
                          <a:ea typeface="Calibri"/>
                          <a:cs typeface="Calibri"/>
                          <a:sym typeface="Calibri"/>
                        </a:rPr>
                        <a:t>16R : </a:t>
                      </a:r>
                      <a:r>
                        <a:rPr lang="en-US" sz="800" b="1">
                          <a:solidFill>
                            <a:srgbClr val="0070C0"/>
                          </a:solidFill>
                          <a:latin typeface="Calibri"/>
                          <a:ea typeface="Calibri"/>
                          <a:cs typeface="Calibri"/>
                          <a:sym typeface="Calibri"/>
                        </a:rPr>
                        <a:t>P6(5597’), </a:t>
                      </a:r>
                      <a:r>
                        <a:rPr lang="en-US" sz="800" b="1">
                          <a:solidFill>
                            <a:schemeClr val="dk1"/>
                          </a:solidFill>
                          <a:latin typeface="Calibri"/>
                          <a:ea typeface="Calibri"/>
                          <a:cs typeface="Calibri"/>
                          <a:sym typeface="Calibri"/>
                        </a:rPr>
                        <a:t>P5(6574’), 16L : </a:t>
                      </a:r>
                      <a:r>
                        <a:rPr lang="en-US" sz="800" b="1">
                          <a:solidFill>
                            <a:srgbClr val="0070C0"/>
                          </a:solidFill>
                          <a:latin typeface="Calibri"/>
                          <a:ea typeface="Calibri"/>
                          <a:cs typeface="Calibri"/>
                          <a:sym typeface="Calibri"/>
                        </a:rPr>
                        <a:t>N3(7043‘), </a:t>
                      </a:r>
                      <a:r>
                        <a:rPr lang="en-US" sz="800" b="1">
                          <a:solidFill>
                            <a:schemeClr val="dk1"/>
                          </a:solidFill>
                          <a:latin typeface="Calibri"/>
                          <a:ea typeface="Calibri"/>
                          <a:cs typeface="Calibri"/>
                          <a:sym typeface="Calibri"/>
                        </a:rPr>
                        <a:t>N2(8444‘)</a:t>
                      </a:r>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9"/>
                  </a:ext>
                </a:extLst>
              </a:tr>
              <a:tr h="101600">
                <a:tc gridSpan="4">
                  <a:txBody>
                    <a:bodyPr/>
                    <a:lstStyle/>
                    <a:p>
                      <a:pPr marL="0" marR="0" lvl="0" indent="0" algn="l" rtl="0">
                        <a:spcBef>
                          <a:spcPts val="0"/>
                        </a:spcBef>
                        <a:spcAft>
                          <a:spcPts val="0"/>
                        </a:spcAft>
                        <a:buNone/>
                      </a:pPr>
                      <a:r>
                        <a:rPr lang="en-US" sz="800" dirty="0">
                          <a:latin typeface="Calibri"/>
                          <a:ea typeface="Calibri"/>
                          <a:cs typeface="Calibri"/>
                          <a:sym typeface="Calibri"/>
                        </a:rPr>
                        <a:t>8NM 180kts, 5NM 160kts, Parr TAXI 10kts이상, </a:t>
                      </a:r>
                      <a:r>
                        <a:rPr lang="en-US" sz="800" b="1" dirty="0">
                          <a:solidFill>
                            <a:srgbClr val="0070C0"/>
                          </a:solidFill>
                          <a:latin typeface="Calibri"/>
                          <a:ea typeface="Calibri"/>
                          <a:cs typeface="Calibri"/>
                          <a:sym typeface="Calibri"/>
                        </a:rPr>
                        <a:t>HIRO</a:t>
                      </a:r>
                      <a:endParaRPr dirty="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10"/>
                  </a:ext>
                </a:extLst>
              </a:tr>
            </a:tbl>
          </a:graphicData>
        </a:graphic>
      </p:graphicFrame>
      <p:pic>
        <p:nvPicPr>
          <p:cNvPr id="358" name="Google Shape;358;p25"/>
          <p:cNvPicPr preferRelativeResize="0"/>
          <p:nvPr/>
        </p:nvPicPr>
        <p:blipFill rotWithShape="1">
          <a:blip r:embed="rId5">
            <a:alphaModFix/>
          </a:blip>
          <a:srcRect/>
          <a:stretch/>
        </p:blipFill>
        <p:spPr>
          <a:xfrm>
            <a:off x="0" y="2606644"/>
            <a:ext cx="711976" cy="609620"/>
          </a:xfrm>
          <a:prstGeom prst="rect">
            <a:avLst/>
          </a:prstGeom>
          <a:noFill/>
          <a:ln>
            <a:noFill/>
          </a:ln>
        </p:spPr>
      </p:pic>
      <p:sp>
        <p:nvSpPr>
          <p:cNvPr id="4" name="직사각형 3">
            <a:hlinkClick r:id="" action="ppaction://hlinkshowjump?jump=firstslide"/>
            <a:extLst>
              <a:ext uri="{FF2B5EF4-FFF2-40B4-BE49-F238E27FC236}">
                <a16:creationId xmlns:a16="http://schemas.microsoft.com/office/drawing/2014/main" id="{8E3582B6-F7D2-6EF3-A8F0-CE2C1812FEDF}"/>
              </a:ext>
            </a:extLst>
          </p:cNvPr>
          <p:cNvSpPr/>
          <p:nvPr/>
        </p:nvSpPr>
        <p:spPr>
          <a:xfrm>
            <a:off x="1622852" y="300356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6"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2" name="직사각형 1">
            <a:hlinkClick r:id="" action="ppaction://hlinkshowjump?jump=firstslide"/>
            <a:extLst>
              <a:ext uri="{FF2B5EF4-FFF2-40B4-BE49-F238E27FC236}">
                <a16:creationId xmlns:a16="http://schemas.microsoft.com/office/drawing/2014/main" id="{7594720C-B6A0-A9A8-C0C5-31BACFE322E4}"/>
              </a:ext>
            </a:extLst>
          </p:cNvPr>
          <p:cNvSpPr/>
          <p:nvPr/>
        </p:nvSpPr>
        <p:spPr>
          <a:xfrm>
            <a:off x="878084" y="231754"/>
            <a:ext cx="644531" cy="276999"/>
          </a:xfrm>
          <a:prstGeom prst="rect">
            <a:avLst/>
          </a:prstGeom>
          <a:noFill/>
        </p:spPr>
        <p:txBody>
          <a:bodyPr wrap="square" lIns="0" tIns="0" rIns="0" bIns="0">
            <a:spAutoFit/>
          </a:bodyPr>
          <a:lstStyle/>
          <a:p>
            <a:pPr algn="ctr"/>
            <a:r>
              <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hlinkClick r:id="rId7" action="ppaction://hlinksldjump">
                  <a:extLst>
                    <a:ext uri="{A12FA001-AC4F-418D-AE19-62706E023703}">
                      <ahyp:hlinkClr xmlns:ahyp="http://schemas.microsoft.com/office/drawing/2018/hyperlinkcolor" val="tx"/>
                    </a:ext>
                  </a:extLst>
                </a:hlinkClick>
              </a:rPr>
              <a:t>PA</a:t>
            </a:r>
            <a:endParaRPr lang="en-US" altLang="ko-KR" sz="1800" b="1" cap="none" spc="0" dirty="0">
              <a:ln w="0"/>
              <a:solidFill>
                <a:schemeClr val="bg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170209501"/>
              </p:ext>
            </p:extLst>
          </p:nvPr>
        </p:nvGraphicFramePr>
        <p:xfrm>
          <a:off x="0" y="0"/>
          <a:ext cx="2328875" cy="86028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CRZ FUEL Penalty </a:t>
                      </a:r>
                      <a:r>
                        <a:rPr lang="en-US" sz="1000" dirty="0">
                          <a:latin typeface="+mn-lt"/>
                        </a:rPr>
                        <a:t>(Approximation)</a:t>
                      </a:r>
                      <a:endParaRPr sz="1000" dirty="0">
                        <a:solidFill>
                          <a:srgbClr val="C00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A330</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400</a:t>
                      </a:r>
                      <a:r>
                        <a:rPr lang="en-US" altLang="ko-KR" sz="900" b="0" i="0" u="none" strike="noStrike" cap="none" dirty="0">
                          <a:solidFill>
                            <a:srgbClr val="0070C0"/>
                          </a:solidFill>
                          <a:latin typeface="Calibri"/>
                          <a:ea typeface="Calibri"/>
                          <a:cs typeface="Calibri"/>
                          <a:sym typeface="Arial"/>
                        </a:rPr>
                        <a:t>0ft below OPT ALT : 5% increase trip fuel</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8000</a:t>
                      </a:r>
                      <a:r>
                        <a:rPr lang="en-US" altLang="ko-KR" sz="900" b="0" i="0" u="none" strike="noStrike" cap="none" dirty="0">
                          <a:solidFill>
                            <a:srgbClr val="0070C0"/>
                          </a:solidFill>
                          <a:latin typeface="Calibri"/>
                          <a:ea typeface="Calibri"/>
                          <a:cs typeface="Calibri"/>
                          <a:sym typeface="Arial"/>
                        </a:rPr>
                        <a:t>ft below OPT ALT : 10% increase trip fuel</a:t>
                      </a:r>
                    </a:p>
                    <a:p>
                      <a:pPr marL="0" marR="0" lvl="0" indent="0" algn="l" rtl="0">
                        <a:spcBef>
                          <a:spcPts val="0"/>
                        </a:spcBef>
                        <a:spcAft>
                          <a:spcPts val="0"/>
                        </a:spcAft>
                        <a:buNone/>
                      </a:pPr>
                      <a:r>
                        <a:rPr lang="en-US" altLang="ko-KR" sz="900" b="0" i="0" u="none" strike="noStrike" cap="none" dirty="0">
                          <a:solidFill>
                            <a:srgbClr val="0070C0"/>
                          </a:solidFill>
                          <a:latin typeface="Calibri"/>
                          <a:ea typeface="Calibri"/>
                          <a:cs typeface="Calibri"/>
                          <a:sym typeface="Arial"/>
                        </a:rPr>
                        <a:t>Above OPT ALT : 3% increase trip fuel</a:t>
                      </a:r>
                    </a:p>
                  </a:txBody>
                  <a:tcPr marL="36000" marR="36000" marT="36000" marB="36000"/>
                </a:tc>
                <a:extLst>
                  <a:ext uri="{0D108BD9-81ED-4DB2-BD59-A6C34878D82A}">
                    <a16:rowId xmlns:a16="http://schemas.microsoft.com/office/drawing/2014/main" val="10001"/>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193196"/>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8C1A594E-6DAE-98B3-E918-E5F0370C4B3C}"/>
              </a:ext>
            </a:extLst>
          </p:cNvPr>
          <p:cNvGraphicFramePr/>
          <p:nvPr>
            <p:extLst>
              <p:ext uri="{D42A27DB-BD31-4B8C-83A1-F6EECF244321}">
                <p14:modId xmlns:p14="http://schemas.microsoft.com/office/powerpoint/2010/main" val="3833211750"/>
              </p:ext>
            </p:extLst>
          </p:nvPr>
        </p:nvGraphicFramePr>
        <p:xfrm>
          <a:off x="1933" y="923306"/>
          <a:ext cx="2328875" cy="2082120"/>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rPr>
                        <a:t>FUEL Consumption</a:t>
                      </a:r>
                      <a:endParaRPr sz="1000" dirty="0">
                        <a:solidFill>
                          <a:srgbClr val="FFC000"/>
                        </a:solidFill>
                        <a:latin typeface="+mn-lt"/>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spcBef>
                          <a:spcPts val="0"/>
                        </a:spcBef>
                        <a:spcAft>
                          <a:spcPts val="0"/>
                        </a:spcAft>
                        <a:buNone/>
                      </a:pPr>
                      <a:r>
                        <a:rPr lang="en-US" sz="900" b="1" dirty="0">
                          <a:solidFill>
                            <a:srgbClr val="0070C0"/>
                          </a:solidFill>
                          <a:latin typeface="Calibri" panose="020F0502020204030204" pitchFamily="34" charset="0"/>
                          <a:cs typeface="Calibri" panose="020F0502020204030204" pitchFamily="34" charset="0"/>
                        </a:rPr>
                        <a:t>APU</a:t>
                      </a: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GND : 438 LBS/</a:t>
                      </a:r>
                      <a:r>
                        <a:rPr lang="en-US" sz="900" b="0" dirty="0" err="1">
                          <a:solidFill>
                            <a:srgbClr val="0070C0"/>
                          </a:solidFill>
                          <a:latin typeface="Calibri" panose="020F0502020204030204" pitchFamily="34" charset="0"/>
                          <a:cs typeface="Calibri" panose="020F0502020204030204" pitchFamily="34" charset="0"/>
                        </a:rPr>
                        <a:t>hr</a:t>
                      </a:r>
                      <a:r>
                        <a:rPr lang="en-US" sz="900" b="0" dirty="0">
                          <a:solidFill>
                            <a:srgbClr val="0070C0"/>
                          </a:solidFill>
                          <a:latin typeface="Calibri" panose="020F0502020204030204" pitchFamily="34" charset="0"/>
                          <a:cs typeface="Calibri" panose="020F0502020204030204" pitchFamily="34" charset="0"/>
                        </a:rPr>
                        <a:t> (BLOCK FUEL</a:t>
                      </a:r>
                      <a:r>
                        <a:rPr lang="ko-KR" altLang="en-US" sz="900" b="0" dirty="0">
                          <a:solidFill>
                            <a:srgbClr val="0070C0"/>
                          </a:solidFill>
                          <a:latin typeface="Calibri" panose="020F0502020204030204" pitchFamily="34" charset="0"/>
                          <a:cs typeface="Calibri" panose="020F0502020204030204" pitchFamily="34" charset="0"/>
                        </a:rPr>
                        <a:t>산정</a:t>
                      </a:r>
                      <a:r>
                        <a:rPr lang="en-US" altLang="ko-KR" sz="900" b="0" dirty="0">
                          <a:solidFill>
                            <a:srgbClr val="0070C0"/>
                          </a:solidFill>
                          <a:latin typeface="Calibri" panose="020F0502020204030204" pitchFamily="34" charset="0"/>
                          <a:cs typeface="Calibri" panose="020F0502020204030204" pitchFamily="34" charset="0"/>
                        </a:rPr>
                        <a:t>)</a:t>
                      </a:r>
                      <a:endParaRPr lang="en-US" sz="900" b="0" dirty="0">
                        <a:solidFill>
                          <a:srgbClr val="0070C0"/>
                        </a:solidFill>
                        <a:latin typeface="Calibri" panose="020F0502020204030204" pitchFamily="34" charset="0"/>
                        <a:cs typeface="Calibri" panose="020F0502020204030204" pitchFamily="34" charset="0"/>
                      </a:endParaRPr>
                    </a:p>
                    <a:p>
                      <a:pPr marL="0" marR="0" lvl="0" indent="0" algn="l" rtl="0">
                        <a:spcBef>
                          <a:spcPts val="0"/>
                        </a:spcBef>
                        <a:spcAft>
                          <a:spcPts val="0"/>
                        </a:spcAft>
                        <a:buNone/>
                      </a:pPr>
                      <a:r>
                        <a:rPr lang="en-US" sz="900" b="0" dirty="0">
                          <a:solidFill>
                            <a:srgbClr val="0070C0"/>
                          </a:solidFill>
                          <a:latin typeface="Calibri" panose="020F0502020204030204" pitchFamily="34" charset="0"/>
                          <a:cs typeface="Calibri" panose="020F0502020204030204" pitchFamily="34" charset="0"/>
                        </a:rPr>
                        <a:t>IN FLT : </a:t>
                      </a:r>
                      <a:r>
                        <a:rPr lang="en-US" altLang="ko-KR" sz="900" b="0" dirty="0">
                          <a:solidFill>
                            <a:srgbClr val="0070C0"/>
                          </a:solidFill>
                          <a:latin typeface="Calibri" panose="020F0502020204030204" pitchFamily="34" charset="0"/>
                          <a:cs typeface="Calibri" panose="020F0502020204030204" pitchFamily="34" charset="0"/>
                        </a:rPr>
                        <a:t>286</a:t>
                      </a:r>
                      <a:r>
                        <a:rPr lang="ko-KR" altLang="en-US" sz="900" b="0" dirty="0">
                          <a:solidFill>
                            <a:srgbClr val="0070C0"/>
                          </a:solidFill>
                          <a:latin typeface="Calibri" panose="020F0502020204030204" pitchFamily="34" charset="0"/>
                          <a:cs typeface="Calibri" panose="020F0502020204030204" pitchFamily="34" charset="0"/>
                        </a:rPr>
                        <a:t> </a:t>
                      </a:r>
                      <a:r>
                        <a:rPr lang="en-US" sz="900" b="0" dirty="0">
                          <a:solidFill>
                            <a:srgbClr val="0070C0"/>
                          </a:solidFill>
                          <a:latin typeface="Calibri" panose="020F0502020204030204" pitchFamily="34" charset="0"/>
                          <a:cs typeface="Calibri" panose="020F0502020204030204" pitchFamily="34" charset="0"/>
                        </a:rPr>
                        <a:t>LBS/</a:t>
                      </a:r>
                      <a:r>
                        <a:rPr lang="en-US" sz="900" b="0" dirty="0" err="1">
                          <a:solidFill>
                            <a:srgbClr val="0070C0"/>
                          </a:solidFill>
                          <a:latin typeface="Calibri" panose="020F0502020204030204" pitchFamily="34" charset="0"/>
                          <a:cs typeface="Calibri" panose="020F0502020204030204" pitchFamily="34" charset="0"/>
                        </a:rPr>
                        <a:t>hr</a:t>
                      </a:r>
                      <a:endParaRPr lang="en-US" sz="900" b="0" dirty="0">
                        <a:solidFill>
                          <a:srgbClr val="0070C0"/>
                        </a:solidFill>
                        <a:latin typeface="Calibri" panose="020F0502020204030204" pitchFamily="34" charset="0"/>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TAXI</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2 ENG, no APU : </a:t>
                      </a:r>
                      <a:r>
                        <a:rPr lang="en-US" altLang="ko-KR" sz="900" b="0" i="0" u="none" strike="noStrike" cap="none" dirty="0">
                          <a:solidFill>
                            <a:srgbClr val="0070C0"/>
                          </a:solidFill>
                          <a:latin typeface="Calibri"/>
                          <a:ea typeface="Calibri"/>
                          <a:cs typeface="Calibri"/>
                          <a:sym typeface="Arial"/>
                        </a:rPr>
                        <a:t>3300</a:t>
                      </a:r>
                      <a:r>
                        <a:rPr lang="ko-KR" altLang="en-US" sz="900" b="0" i="0" u="none" strike="noStrike" cap="none" dirty="0">
                          <a:solidFill>
                            <a:srgbClr val="0070C0"/>
                          </a:solidFill>
                          <a:latin typeface="Calibri"/>
                          <a:ea typeface="Calibri"/>
                          <a:cs typeface="Calibri"/>
                          <a:sym typeface="Arial"/>
                        </a:rPr>
                        <a:t> </a:t>
                      </a:r>
                      <a:r>
                        <a:rPr lang="en-US" altLang="ko-Kore-KR" sz="900" b="0" i="0" u="none" strike="noStrike" cap="none" dirty="0">
                          <a:solidFill>
                            <a:srgbClr val="0070C0"/>
                          </a:solidFill>
                          <a:latin typeface="Calibri"/>
                          <a:ea typeface="Calibri"/>
                          <a:cs typeface="Calibri"/>
                          <a:sym typeface="Arial"/>
                        </a:rPr>
                        <a:t>LBS/</a:t>
                      </a:r>
                      <a:r>
                        <a:rPr lang="en-US" altLang="ko-Kore-KR" sz="900" b="0" i="0" u="none" strike="noStrike" cap="none" dirty="0" err="1">
                          <a:solidFill>
                            <a:srgbClr val="0070C0"/>
                          </a:solidFill>
                          <a:latin typeface="Calibri"/>
                          <a:ea typeface="Calibri"/>
                          <a:cs typeface="Calibri"/>
                          <a:sym typeface="Arial"/>
                        </a:rPr>
                        <a:t>hr</a:t>
                      </a:r>
                      <a:r>
                        <a:rPr lang="en-US" altLang="ko-Kore-KR" sz="900" b="0" i="0" u="none" strike="noStrike" cap="none" dirty="0">
                          <a:solidFill>
                            <a:srgbClr val="0070C0"/>
                          </a:solidFill>
                          <a:latin typeface="Calibri"/>
                          <a:ea typeface="Calibri"/>
                          <a:cs typeface="Calibri"/>
                          <a:sym typeface="Arial"/>
                        </a:rPr>
                        <a:t> (</a:t>
                      </a:r>
                      <a:r>
                        <a:rPr lang="en-US" altLang="ko-KR" sz="900" b="0" i="0" u="none" strike="noStrike" cap="none" dirty="0">
                          <a:solidFill>
                            <a:srgbClr val="0070C0"/>
                          </a:solidFill>
                          <a:latin typeface="Calibri"/>
                          <a:ea typeface="Calibri"/>
                          <a:cs typeface="Calibri"/>
                          <a:sym typeface="Arial"/>
                        </a:rPr>
                        <a:t>55 LBS/</a:t>
                      </a:r>
                      <a:r>
                        <a:rPr lang="en-US" altLang="ko-KR" sz="900" b="0" i="0" u="none" strike="noStrike" cap="none" dirty="0" err="1">
                          <a:solidFill>
                            <a:srgbClr val="0070C0"/>
                          </a:solidFill>
                          <a:latin typeface="Calibri"/>
                          <a:ea typeface="Calibri"/>
                          <a:cs typeface="Calibri"/>
                          <a:sym typeface="Arial"/>
                        </a:rPr>
                        <a:t>hr</a:t>
                      </a:r>
                      <a:r>
                        <a:rPr lang="en-US" altLang="ko-KR" sz="900" b="0" i="0" u="none" strike="noStrike" cap="none" dirty="0">
                          <a:solidFill>
                            <a:srgbClr val="0070C0"/>
                          </a:solidFill>
                          <a:latin typeface="Calibri"/>
                          <a:ea typeface="Calibri"/>
                          <a:cs typeface="Calibri"/>
                          <a:sym typeface="Arial"/>
                        </a:rPr>
                        <a:t>)</a:t>
                      </a:r>
                    </a:p>
                  </a:txBody>
                  <a:tcPr marL="36000" marR="36000" marT="36000" marB="36000"/>
                </a:tc>
                <a:extLst>
                  <a:ext uri="{0D108BD9-81ED-4DB2-BD59-A6C34878D82A}">
                    <a16:rowId xmlns:a16="http://schemas.microsoft.com/office/drawing/2014/main" val="10001"/>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CRZ</a:t>
                      </a:r>
                    </a:p>
                    <a:p>
                      <a:pPr marL="0" marR="0" lvl="0" indent="0" algn="l" rtl="0">
                        <a:spcBef>
                          <a:spcPts val="0"/>
                        </a:spcBef>
                        <a:spcAft>
                          <a:spcPts val="0"/>
                        </a:spcAft>
                        <a:buNone/>
                      </a:pPr>
                      <a:r>
                        <a:rPr lang="en-US" altLang="ko-Kore-KR" sz="900" b="0" i="0" u="none" strike="noStrike" cap="none" dirty="0">
                          <a:solidFill>
                            <a:srgbClr val="0070C0"/>
                          </a:solidFill>
                          <a:latin typeface="Calibri"/>
                          <a:ea typeface="Calibri"/>
                          <a:cs typeface="Calibri"/>
                          <a:sym typeface="Arial"/>
                        </a:rPr>
                        <a:t>- Reserved</a:t>
                      </a:r>
                    </a:p>
                  </a:txBody>
                  <a:tcPr marL="36000" marR="36000" marT="36000" marB="36000"/>
                </a:tc>
                <a:extLst>
                  <a:ext uri="{0D108BD9-81ED-4DB2-BD59-A6C34878D82A}">
                    <a16:rowId xmlns:a16="http://schemas.microsoft.com/office/drawing/2014/main" val="4015474656"/>
                  </a:ext>
                </a:extLst>
              </a:tr>
              <a:tr h="214363">
                <a:tc>
                  <a:txBody>
                    <a:bodyPr/>
                    <a:lstStyle/>
                    <a:p>
                      <a:pPr marL="0" marR="0" lvl="0" indent="0" algn="l" rtl="0">
                        <a:spcBef>
                          <a:spcPts val="0"/>
                        </a:spcBef>
                        <a:spcAft>
                          <a:spcPts val="0"/>
                        </a:spcAft>
                        <a:buNone/>
                      </a:pPr>
                      <a:r>
                        <a:rPr lang="en-US" altLang="ko-Kore-KR" sz="1000" b="1" i="0" u="none" strike="noStrike" cap="none" dirty="0">
                          <a:solidFill>
                            <a:srgbClr val="0070C0"/>
                          </a:solidFill>
                          <a:latin typeface="Calibri"/>
                          <a:ea typeface="Calibri"/>
                          <a:cs typeface="Calibri"/>
                          <a:sym typeface="Arial"/>
                        </a:rPr>
                        <a:t>Holding</a:t>
                      </a:r>
                    </a:p>
                    <a:p>
                      <a:pPr marL="0" marR="0" lvl="0" indent="0" algn="l" rtl="0">
                        <a:spcBef>
                          <a:spcPts val="0"/>
                        </a:spcBef>
                        <a:spcAft>
                          <a:spcPts val="0"/>
                        </a:spcAft>
                        <a:buNone/>
                      </a:pPr>
                      <a:r>
                        <a:rPr lang="ko-KR" altLang="en-US" sz="900" b="0" i="0" u="none" strike="noStrike" cap="none" dirty="0">
                          <a:solidFill>
                            <a:srgbClr val="0070C0"/>
                          </a:solidFill>
                          <a:latin typeface="Calibri"/>
                          <a:ea typeface="Calibri"/>
                          <a:cs typeface="Calibri"/>
                          <a:sym typeface="Arial"/>
                        </a:rPr>
                        <a:t>분당 </a:t>
                      </a:r>
                      <a:r>
                        <a:rPr lang="en-US" altLang="ko-KR" sz="900" b="0" i="0" u="none" strike="noStrike" cap="none" dirty="0">
                          <a:solidFill>
                            <a:srgbClr val="0070C0"/>
                          </a:solidFill>
                          <a:latin typeface="Calibri"/>
                          <a:ea typeface="Calibri"/>
                          <a:cs typeface="Calibri"/>
                          <a:sym typeface="Arial"/>
                        </a:rPr>
                        <a:t>200LBS (Actual F/F </a:t>
                      </a:r>
                      <a:r>
                        <a:rPr lang="ko-KR" altLang="en-US" sz="900" b="0" i="0" u="none" strike="noStrike" cap="none" dirty="0">
                          <a:solidFill>
                            <a:srgbClr val="0070C0"/>
                          </a:solidFill>
                          <a:latin typeface="Calibri"/>
                          <a:ea typeface="Calibri"/>
                          <a:cs typeface="Calibri"/>
                          <a:sym typeface="Arial"/>
                        </a:rPr>
                        <a:t>참조</a:t>
                      </a:r>
                      <a:r>
                        <a:rPr lang="en-US" altLang="ko-KR" sz="900" b="0" i="0" u="none" strike="noStrike" cap="none" dirty="0">
                          <a:solidFill>
                            <a:srgbClr val="0070C0"/>
                          </a:solidFill>
                          <a:latin typeface="Calibri"/>
                          <a:ea typeface="Calibri"/>
                          <a:cs typeface="Calibri"/>
                          <a:sym typeface="Arial"/>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1000" b="1" i="0" u="none" strike="noStrike" kern="0" cap="none" spc="0" normalizeH="0" baseline="0" noProof="0" dirty="0">
                          <a:ln>
                            <a:noFill/>
                          </a:ln>
                          <a:solidFill>
                            <a:srgbClr val="0070C0"/>
                          </a:solidFill>
                          <a:effectLst/>
                          <a:uLnTx/>
                          <a:uFillTx/>
                          <a:latin typeface="Calibri"/>
                          <a:ea typeface="Calibri"/>
                          <a:cs typeface="Calibri"/>
                          <a:sym typeface="Arial"/>
                        </a:rPr>
                        <a:t>Missed App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&amp;</a:t>
                      </a:r>
                      <a:r>
                        <a:rPr kumimoji="0" lang="ko-KR" altLang="en-US" sz="1000" b="1"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1000" b="1" i="0" u="none" strike="noStrike" kern="0" cap="none" spc="0" normalizeH="0" baseline="0" noProof="0" dirty="0">
                          <a:ln>
                            <a:noFill/>
                          </a:ln>
                          <a:solidFill>
                            <a:srgbClr val="0070C0"/>
                          </a:solidFill>
                          <a:effectLst/>
                          <a:uLnTx/>
                          <a:uFillTx/>
                          <a:latin typeface="Calibri"/>
                          <a:ea typeface="Calibri"/>
                          <a:cs typeface="Calibri"/>
                          <a:sym typeface="Arial"/>
                        </a:rPr>
                        <a:t>Landing</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3000</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LBS (</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과거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EDTO</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자료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1</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회 </a:t>
                      </a:r>
                      <a:r>
                        <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rPr>
                        <a:t>Missed App + L/D)</a:t>
                      </a:r>
                      <a:r>
                        <a:rPr kumimoji="0" lang="ko-KR" altLang="en-US" sz="900" b="0" i="0" u="none" strike="noStrike" kern="0" cap="none" spc="0" normalizeH="0" baseline="0" noProof="0" dirty="0">
                          <a:ln>
                            <a:noFill/>
                          </a:ln>
                          <a:solidFill>
                            <a:srgbClr val="0070C0"/>
                          </a:solidFill>
                          <a:effectLst/>
                          <a:uLnTx/>
                          <a:uFillTx/>
                          <a:latin typeface="Calibri"/>
                          <a:ea typeface="Calibri"/>
                          <a:cs typeface="Calibri"/>
                          <a:sym typeface="Arial"/>
                        </a:rPr>
                        <a:t> </a:t>
                      </a:r>
                      <a:endParaRPr kumimoji="0" lang="en-US" altLang="ko-KR" sz="900" b="0" i="0" u="none" strike="noStrike" kern="0" cap="none" spc="0" normalizeH="0" baseline="0" noProof="0" dirty="0">
                        <a:ln>
                          <a:noFill/>
                        </a:ln>
                        <a:solidFill>
                          <a:srgbClr val="0070C0"/>
                        </a:solidFill>
                        <a:effectLst/>
                        <a:uLnTx/>
                        <a:uFillTx/>
                        <a:latin typeface="Calibri"/>
                        <a:ea typeface="Calibri"/>
                        <a:cs typeface="Calibri"/>
                        <a:sym typeface="Arial"/>
                      </a:endParaRPr>
                    </a:p>
                  </a:txBody>
                  <a:tcPr marL="36000" marR="36000" marT="36000" marB="36000"/>
                </a:tc>
                <a:extLst>
                  <a:ext uri="{0D108BD9-81ED-4DB2-BD59-A6C34878D82A}">
                    <a16:rowId xmlns:a16="http://schemas.microsoft.com/office/drawing/2014/main" val="3077422953"/>
                  </a:ext>
                </a:extLst>
              </a:tr>
            </a:tbl>
          </a:graphicData>
        </a:graphic>
      </p:graphicFrame>
      <p:graphicFrame>
        <p:nvGraphicFramePr>
          <p:cNvPr id="5" name="Google Shape;402;p31">
            <a:extLst>
              <a:ext uri="{FF2B5EF4-FFF2-40B4-BE49-F238E27FC236}">
                <a16:creationId xmlns:a16="http://schemas.microsoft.com/office/drawing/2014/main" id="{CC58B19C-6D0D-9F37-979E-48EB84619961}"/>
              </a:ext>
            </a:extLst>
          </p:cNvPr>
          <p:cNvGraphicFramePr/>
          <p:nvPr>
            <p:extLst>
              <p:ext uri="{D42A27DB-BD31-4B8C-83A1-F6EECF244321}">
                <p14:modId xmlns:p14="http://schemas.microsoft.com/office/powerpoint/2010/main" val="1515546775"/>
              </p:ext>
            </p:extLst>
          </p:nvPr>
        </p:nvGraphicFramePr>
        <p:xfrm>
          <a:off x="3864" y="3087835"/>
          <a:ext cx="2328875" cy="68546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22625">
                <a:tc>
                  <a:txBody>
                    <a:bodyPr/>
                    <a:lstStyle/>
                    <a:p>
                      <a:pPr marL="0" marR="0" lvl="0" indent="0" algn="l" rtl="0">
                        <a:spcBef>
                          <a:spcPts val="0"/>
                        </a:spcBef>
                        <a:spcAft>
                          <a:spcPts val="0"/>
                        </a:spcAft>
                        <a:buNone/>
                      </a:pPr>
                      <a:r>
                        <a:rPr lang="en-US" sz="1000" dirty="0">
                          <a:solidFill>
                            <a:srgbClr val="FFC000"/>
                          </a:solidFill>
                          <a:latin typeface="+mn-lt"/>
                          <a:ea typeface="+mn-ea"/>
                          <a:cs typeface="Calibri" panose="020F0502020204030204" pitchFamily="34" charset="0"/>
                        </a:rPr>
                        <a:t>FUEL Loading</a:t>
                      </a:r>
                      <a:endParaRPr sz="1000" dirty="0">
                        <a:solidFill>
                          <a:srgbClr val="FFC000"/>
                        </a:solidFill>
                        <a:latin typeface="+mn-lt"/>
                        <a:ea typeface="+mn-ea"/>
                        <a:cs typeface="Calibri" panose="020F0502020204030204" pitchFamily="34" charset="0"/>
                      </a:endParaRPr>
                    </a:p>
                  </a:txBody>
                  <a:tcPr marL="36000" marR="36000" marT="36000" marB="36000"/>
                </a:tc>
                <a:extLst>
                  <a:ext uri="{0D108BD9-81ED-4DB2-BD59-A6C34878D82A}">
                    <a16:rowId xmlns:a16="http://schemas.microsoft.com/office/drawing/2014/main" val="10000"/>
                  </a:ext>
                </a:extLst>
              </a:tr>
              <a:tr h="214363">
                <a:tc>
                  <a:txBody>
                    <a:bodyPr/>
                    <a:lstStyle/>
                    <a:p>
                      <a:pPr marL="0" marR="0" lvl="0" indent="0" algn="l" rtl="0">
                        <a:lnSpc>
                          <a:spcPct val="150000"/>
                        </a:lnSpc>
                        <a:spcBef>
                          <a:spcPts val="0"/>
                        </a:spcBef>
                        <a:spcAft>
                          <a:spcPts val="0"/>
                        </a:spcAft>
                        <a:buNone/>
                      </a:pPr>
                      <a:r>
                        <a:rPr lang="en-US" sz="900" b="0" dirty="0">
                          <a:solidFill>
                            <a:srgbClr val="0070C0"/>
                          </a:solidFill>
                          <a:latin typeface="Calibri" panose="020F0502020204030204" pitchFamily="34" charset="0"/>
                          <a:ea typeface="+mn-ea"/>
                          <a:cs typeface="Calibri" panose="020F0502020204030204" pitchFamily="34" charset="0"/>
                        </a:rPr>
                        <a:t>Center Tank 80000LBS </a:t>
                      </a:r>
                      <a:r>
                        <a:rPr lang="ko-KR" altLang="en-US" sz="900" b="0" dirty="0" err="1">
                          <a:solidFill>
                            <a:srgbClr val="0070C0"/>
                          </a:solidFill>
                          <a:latin typeface="Calibri" panose="020F0502020204030204" pitchFamily="34" charset="0"/>
                          <a:ea typeface="+mn-ea"/>
                          <a:cs typeface="Calibri" panose="020F0502020204030204" pitchFamily="34" charset="0"/>
                        </a:rPr>
                        <a:t>이상시</a:t>
                      </a:r>
                      <a:r>
                        <a:rPr lang="ko-KR" altLang="en-US" sz="900" b="0" dirty="0">
                          <a:solidFill>
                            <a:srgbClr val="0070C0"/>
                          </a:solidFill>
                          <a:latin typeface="Calibri" panose="020F0502020204030204" pitchFamily="34" charset="0"/>
                          <a:ea typeface="+mn-ea"/>
                          <a:cs typeface="Calibri" panose="020F0502020204030204" pitchFamily="34" charset="0"/>
                        </a:rPr>
                        <a:t> </a:t>
                      </a:r>
                      <a:r>
                        <a:rPr lang="en-US" altLang="ko-KR" sz="900" b="0" dirty="0">
                          <a:solidFill>
                            <a:srgbClr val="0070C0"/>
                          </a:solidFill>
                          <a:latin typeface="Calibri" panose="020F0502020204030204" pitchFamily="34" charset="0"/>
                          <a:ea typeface="+mn-ea"/>
                          <a:cs typeface="Calibri" panose="020F0502020204030204" pitchFamily="34" charset="0"/>
                        </a:rPr>
                        <a:t>Tail Tank Load</a:t>
                      </a:r>
                    </a:p>
                    <a:p>
                      <a:pPr marL="0" marR="0" lvl="0" indent="0" algn="l" rtl="0">
                        <a:lnSpc>
                          <a:spcPct val="150000"/>
                        </a:lnSpc>
                        <a:spcBef>
                          <a:spcPts val="0"/>
                        </a:spcBef>
                        <a:spcAft>
                          <a:spcPts val="0"/>
                        </a:spcAft>
                        <a:buNone/>
                      </a:pPr>
                      <a:r>
                        <a:rPr lang="en-US" altLang="ko-KR" sz="900" b="0" dirty="0">
                          <a:solidFill>
                            <a:srgbClr val="0070C0"/>
                          </a:solidFill>
                          <a:latin typeface="Calibri" panose="020F0502020204030204" pitchFamily="34" charset="0"/>
                          <a:ea typeface="+mn-ea"/>
                          <a:cs typeface="Calibri" panose="020F0502020204030204" pitchFamily="34" charset="0"/>
                        </a:rPr>
                        <a:t>FUEL Overfill : 1000LBS</a:t>
                      </a:r>
                      <a:r>
                        <a:rPr lang="ko-KR" altLang="en-US" sz="900" b="0" dirty="0">
                          <a:solidFill>
                            <a:srgbClr val="0070C0"/>
                          </a:solidFill>
                          <a:latin typeface="Calibri" panose="020F0502020204030204" pitchFamily="34" charset="0"/>
                          <a:ea typeface="+mn-ea"/>
                          <a:cs typeface="Calibri" panose="020F0502020204030204" pitchFamily="34" charset="0"/>
                        </a:rPr>
                        <a:t> 기준</a:t>
                      </a:r>
                      <a:endParaRPr lang="en-US" altLang="ko-KR" sz="900" b="0" dirty="0">
                        <a:solidFill>
                          <a:srgbClr val="0070C0"/>
                        </a:solidFill>
                        <a:latin typeface="Calibri" panose="020F0502020204030204" pitchFamily="34" charset="0"/>
                        <a:ea typeface="+mn-ea"/>
                        <a:cs typeface="Calibri" panose="020F0502020204030204" pitchFamily="34" charset="0"/>
                      </a:endParaRPr>
                    </a:p>
                  </a:txBody>
                  <a:tcPr marL="36000" marR="36000" marT="36000" marB="36000"/>
                </a:tc>
                <a:extLst>
                  <a:ext uri="{0D108BD9-81ED-4DB2-BD59-A6C34878D82A}">
                    <a16:rowId xmlns:a16="http://schemas.microsoft.com/office/drawing/2014/main" val="2985261219"/>
                  </a:ext>
                </a:extLst>
              </a:tr>
            </a:tbl>
          </a:graphicData>
        </a:graphic>
      </p:graphicFrame>
    </p:spTree>
    <p:extLst>
      <p:ext uri="{BB962C8B-B14F-4D97-AF65-F5344CB8AC3E}">
        <p14:creationId xmlns:p14="http://schemas.microsoft.com/office/powerpoint/2010/main" val="24807615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442941435"/>
              </p:ext>
            </p:extLst>
          </p:nvPr>
        </p:nvGraphicFramePr>
        <p:xfrm>
          <a:off x="0" y="2006053"/>
          <a:ext cx="2328875" cy="1788947"/>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6832">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APU BLEED USE WITH HP AIR START UNIT</a:t>
                      </a:r>
                    </a:p>
                  </a:txBody>
                  <a:tcPr marL="36000" marR="36000" marT="36000" marB="36000"/>
                </a:tc>
                <a:extLst>
                  <a:ext uri="{0D108BD9-81ED-4DB2-BD59-A6C34878D82A}">
                    <a16:rowId xmlns:a16="http://schemas.microsoft.com/office/drawing/2014/main" val="10000"/>
                  </a:ext>
                </a:extLst>
              </a:tr>
              <a:tr h="202078">
                <a:tc>
                  <a:txBody>
                    <a:bodyPr/>
                    <a:lstStyle/>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APU </a:t>
                      </a:r>
                      <a:r>
                        <a:rPr lang="ko-KR" altLang="en-US" sz="700" dirty="0">
                          <a:latin typeface="Arial" panose="020B0604020202020204" pitchFamily="34" charset="0"/>
                          <a:cs typeface="Arial" panose="020B0604020202020204" pitchFamily="34" charset="0"/>
                        </a:rPr>
                        <a:t>부작동시 </a:t>
                      </a:r>
                      <a:r>
                        <a:rPr lang="en-US" altLang="ko-KR" sz="700" dirty="0">
                          <a:latin typeface="Arial" panose="020B0604020202020204" pitchFamily="34" charset="0"/>
                          <a:cs typeface="Arial" panose="020B0604020202020204" pitchFamily="34" charset="0"/>
                        </a:rPr>
                        <a:t>AIR START UNIT</a:t>
                      </a:r>
                      <a:r>
                        <a:rPr lang="ko-KR" altLang="en-US" sz="700" dirty="0" err="1">
                          <a:latin typeface="Arial" panose="020B0604020202020204" pitchFamily="34" charset="0"/>
                          <a:cs typeface="Arial" panose="020B0604020202020204" pitchFamily="34" charset="0"/>
                        </a:rPr>
                        <a:t>으로</a:t>
                      </a:r>
                      <a:r>
                        <a:rPr lang="ko-KR" altLang="en-US" sz="700" dirty="0">
                          <a:latin typeface="Arial" panose="020B0604020202020204" pitchFamily="34" charset="0"/>
                          <a:cs typeface="Arial" panose="020B0604020202020204" pitchFamily="34" charset="0"/>
                        </a:rPr>
                        <a:t> 시동을 위해 사용</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외부 </a:t>
                      </a:r>
                      <a:r>
                        <a:rPr lang="en-US" altLang="ko-KR" sz="700" dirty="0">
                          <a:latin typeface="Arial" panose="020B0604020202020204" pitchFamily="34" charset="0"/>
                          <a:cs typeface="Arial" panose="020B0604020202020204" pitchFamily="34" charset="0"/>
                        </a:rPr>
                        <a:t>BLEED</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AIR</a:t>
                      </a:r>
                      <a:r>
                        <a:rPr lang="ko-KR" altLang="en-US" sz="700" dirty="0">
                          <a:latin typeface="Arial" panose="020B0604020202020204" pitchFamily="34" charset="0"/>
                          <a:cs typeface="Arial" panose="020B0604020202020204" pitchFamily="34" charset="0"/>
                        </a:rPr>
                        <a:t>의 역할을 함</a:t>
                      </a:r>
                      <a:r>
                        <a:rPr lang="en-US" altLang="ko-KR" sz="700" dirty="0">
                          <a:latin typeface="Arial" panose="020B0604020202020204" pitchFamily="34" charset="0"/>
                          <a:cs typeface="Arial" panose="020B0604020202020204" pitchFamily="34" charset="0"/>
                        </a:rPr>
                        <a:t>.</a:t>
                      </a:r>
                      <a:r>
                        <a:rPr lang="ko-KR" altLang="en-US" sz="700" dirty="0">
                          <a:latin typeface="Arial" panose="020B0604020202020204" pitchFamily="34" charset="0"/>
                          <a:cs typeface="Arial" panose="020B0604020202020204" pitchFamily="34" charset="0"/>
                        </a:rPr>
                        <a:t> </a:t>
                      </a:r>
                      <a:r>
                        <a:rPr lang="en-US" altLang="ko-KR" sz="700" dirty="0">
                          <a:latin typeface="Arial" panose="020B0604020202020204" pitchFamily="34" charset="0"/>
                          <a:cs typeface="Arial" panose="020B0604020202020204" pitchFamily="34" charset="0"/>
                        </a:rPr>
                        <a:t>APU BLEED </a:t>
                      </a:r>
                      <a:r>
                        <a:rPr lang="ko-KR" altLang="en-US" sz="700" dirty="0">
                          <a:latin typeface="Arial" panose="020B0604020202020204" pitchFamily="34" charset="0"/>
                          <a:cs typeface="Arial" panose="020B0604020202020204" pitchFamily="34" charset="0"/>
                        </a:rPr>
                        <a:t>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52556">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bleed air from the APU BLEED and from the HP Air Start Unit at the same time, to prevent any adverse effect on the Bleed Air System.</a:t>
                      </a:r>
                      <a:endParaRPr kumimoji="0" lang="en-US" altLang="ko-Kore-KR" sz="700" b="0"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39193">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절차 </a:t>
                      </a:r>
                      <a:r>
                        <a:rPr kumimoji="0" lang="en-US" altLang="ko-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POM, FCOM</a:t>
                      </a:r>
                      <a:r>
                        <a:rPr kumimoji="0" lang="ko-KR" altLang="en-US"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에</a:t>
                      </a:r>
                      <a:r>
                        <a:rPr kumimoji="0" lang="ko-KR" altLang="en-US"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없음</a:t>
                      </a:r>
                      <a:endParaRPr kumimoji="0" lang="en-US" altLang="ko-Kore-KR" sz="1050" b="1" i="0" u="none" strike="noStrike" kern="0" cap="none" spc="0" normalizeH="0" baseline="0" noProof="0" dirty="0">
                        <a:ln>
                          <a:noFill/>
                        </a:ln>
                        <a:solidFill>
                          <a:srgbClr val="00B05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724847737"/>
                  </a:ext>
                </a:extLst>
              </a:tr>
            </a:tbl>
          </a:graphicData>
        </a:graphic>
      </p:graphicFrame>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1837196046"/>
              </p:ext>
            </p:extLst>
          </p:nvPr>
        </p:nvGraphicFramePr>
        <p:xfrm>
          <a:off x="-12" y="9492"/>
          <a:ext cx="2328875" cy="1881678"/>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759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1000" dirty="0">
                          <a:latin typeface="Arial" panose="020B0604020202020204" pitchFamily="34" charset="0"/>
                          <a:cs typeface="Arial" panose="020B0604020202020204" pitchFamily="34" charset="0"/>
                        </a:rPr>
                        <a:t>PACKS USE WITH LP AIR</a:t>
                      </a:r>
                      <a:r>
                        <a:rPr lang="ko-KR" altLang="en-US" sz="1000" dirty="0">
                          <a:latin typeface="Arial" panose="020B0604020202020204" pitchFamily="34" charset="0"/>
                          <a:cs typeface="Arial" panose="020B0604020202020204" pitchFamily="34" charset="0"/>
                        </a:rPr>
                        <a:t> </a:t>
                      </a:r>
                      <a:r>
                        <a:rPr lang="en-US" sz="1000" dirty="0">
                          <a:latin typeface="Arial" panose="020B0604020202020204" pitchFamily="34" charset="0"/>
                          <a:cs typeface="Arial" panose="020B0604020202020204" pitchFamily="34" charset="0"/>
                        </a:rPr>
                        <a:t>CONDITION UNIT</a:t>
                      </a:r>
                    </a:p>
                  </a:txBody>
                  <a:tcPr marL="36000" marR="36000" marT="36000" marB="36000"/>
                </a:tc>
                <a:extLst>
                  <a:ext uri="{0D108BD9-81ED-4DB2-BD59-A6C34878D82A}">
                    <a16:rowId xmlns:a16="http://schemas.microsoft.com/office/drawing/2014/main" val="10000"/>
                  </a:ext>
                </a:extLst>
              </a:tr>
              <a:tr h="208962">
                <a:tc>
                  <a:txBody>
                    <a:bodyPr/>
                    <a:lstStyle/>
                    <a:p>
                      <a:pPr marL="0" marR="0" lvl="0" indent="0" algn="l" rtl="0">
                        <a:spcBef>
                          <a:spcPts val="0"/>
                        </a:spcBef>
                        <a:spcAft>
                          <a:spcPts val="0"/>
                        </a:spcAft>
                        <a:buNone/>
                      </a:pPr>
                      <a:r>
                        <a:rPr lang="ko-KR" altLang="en-US" sz="700" dirty="0">
                          <a:latin typeface="Arial" panose="020B0604020202020204" pitchFamily="34" charset="0"/>
                          <a:cs typeface="Arial" panose="020B0604020202020204" pitchFamily="34" charset="0"/>
                        </a:rPr>
                        <a:t>공항 요구로 </a:t>
                      </a:r>
                      <a:r>
                        <a:rPr lang="en-US" altLang="ko-KR" sz="700" dirty="0">
                          <a:latin typeface="Arial" panose="020B0604020202020204" pitchFamily="34" charset="0"/>
                          <a:cs typeface="Arial" panose="020B0604020202020204" pitchFamily="34" charset="0"/>
                        </a:rPr>
                        <a:t>APU OFF</a:t>
                      </a:r>
                      <a:r>
                        <a:rPr lang="ko-KR" altLang="en-US" sz="700" dirty="0">
                          <a:latin typeface="Arial" panose="020B0604020202020204" pitchFamily="34" charset="0"/>
                          <a:cs typeface="Arial" panose="020B0604020202020204" pitchFamily="34" charset="0"/>
                        </a:rPr>
                        <a:t>후 기내 온도 조절을 위한 방법</a:t>
                      </a:r>
                      <a:endParaRPr lang="en-US" altLang="ko-K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latin typeface="Arial" panose="020B0604020202020204" pitchFamily="34" charset="0"/>
                          <a:cs typeface="Arial" panose="020B0604020202020204" pitchFamily="34" charset="0"/>
                        </a:rPr>
                        <a:t>Low Press Unit</a:t>
                      </a:r>
                      <a:r>
                        <a:rPr lang="ko-KR" altLang="en-US" sz="700" dirty="0">
                          <a:latin typeface="Arial" panose="020B0604020202020204" pitchFamily="34" charset="0"/>
                          <a:cs typeface="Arial" panose="020B0604020202020204" pitchFamily="34" charset="0"/>
                        </a:rPr>
                        <a:t>을 연결하며 </a:t>
                      </a:r>
                      <a:r>
                        <a:rPr lang="en-US" altLang="ko-KR" sz="700" dirty="0">
                          <a:latin typeface="Arial" panose="020B0604020202020204" pitchFamily="34" charset="0"/>
                          <a:cs typeface="Arial" panose="020B0604020202020204" pitchFamily="34" charset="0"/>
                        </a:rPr>
                        <a:t>APU</a:t>
                      </a:r>
                      <a:r>
                        <a:rPr lang="ko-KR" altLang="en-US" sz="700" dirty="0">
                          <a:latin typeface="Arial" panose="020B0604020202020204" pitchFamily="34" charset="0"/>
                          <a:cs typeface="Arial" panose="020B0604020202020204" pitchFamily="34" charset="0"/>
                        </a:rPr>
                        <a:t>와 동시사용 금지</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506328">
                <a:tc>
                  <a:txBody>
                    <a:bodyPr/>
                    <a:lstStyle/>
                    <a:p>
                      <a:pPr marL="0" marR="0" lvl="0" indent="0" algn="l" rtl="0">
                        <a:lnSpc>
                          <a:spcPct val="15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The flight crew must not use conditioned air from the packs and from the LP Air Conditioning Unit at the same time, to prevent any adverse effect on the Air Conditioning system.</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255724">
                <a:tc>
                  <a:txBody>
                    <a:bodyPr/>
                    <a:lstStyle/>
                    <a:p>
                      <a:pPr marL="0" marR="0" lvl="0" indent="0" algn="l" defTabSz="914400" rtl="0" eaLnBrk="1" fontAlgn="auto" latinLnBrk="0" hangingPunct="1">
                        <a:lnSpc>
                          <a:spcPct val="150000"/>
                        </a:lnSpc>
                        <a:spcBef>
                          <a:spcPts val="0"/>
                        </a:spcBef>
                        <a:spcAft>
                          <a:spcPts val="0"/>
                        </a:spcAft>
                        <a:buClr>
                          <a:srgbClr val="000000"/>
                        </a:buClr>
                        <a:buSzTx/>
                        <a:buFont typeface="Arial"/>
                        <a:buNone/>
                        <a:tabLst/>
                        <a:defRPr/>
                      </a:pP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절차 </a:t>
                      </a:r>
                      <a:r>
                        <a:rPr lang="en-US" altLang="ko-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POM, FCOM</a:t>
                      </a:r>
                      <a:r>
                        <a:rPr lang="ko-KR" altLang="en-US" sz="800" b="0" i="0" u="none" strike="noStrike" cap="none" dirty="0" err="1">
                          <a:solidFill>
                            <a:schemeClr val="bg1"/>
                          </a:solidFill>
                          <a:latin typeface="Arial" panose="020B0604020202020204" pitchFamily="34" charset="0"/>
                          <a:ea typeface="Helvetica Neue"/>
                          <a:cs typeface="Arial" panose="020B0604020202020204" pitchFamily="34" charset="0"/>
                          <a:sym typeface="Helvetica Neue"/>
                        </a:rPr>
                        <a:t>에</a:t>
                      </a:r>
                      <a:r>
                        <a:rPr lang="ko-KR" altLang="en-US"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rPr>
                        <a:t> 없음</a:t>
                      </a:r>
                      <a:endParaRPr lang="en-US" altLang="ko-Kore-KR" sz="800" b="0" i="0" u="none" strike="noStrike" cap="none"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004037912"/>
                  </a:ext>
                </a:extLst>
              </a:tr>
            </a:tbl>
          </a:graphicData>
        </a:graphic>
      </p:graphicFrame>
      <p:sp>
        <p:nvSpPr>
          <p:cNvPr id="4" name="TextBox 3">
            <a:extLst>
              <a:ext uri="{FF2B5EF4-FFF2-40B4-BE49-F238E27FC236}">
                <a16:creationId xmlns:a16="http://schemas.microsoft.com/office/drawing/2014/main" id="{28409F7C-9A34-07D3-B638-05B5A50E1A63}"/>
              </a:ext>
            </a:extLst>
          </p:cNvPr>
          <p:cNvSpPr txBox="1"/>
          <p:nvPr/>
        </p:nvSpPr>
        <p:spPr>
          <a:xfrm>
            <a:off x="1406773" y="5170979"/>
            <a:ext cx="994183" cy="430887"/>
          </a:xfrm>
          <a:prstGeom prst="rect">
            <a:avLst/>
          </a:prstGeom>
          <a:noFill/>
        </p:spPr>
        <p:txBody>
          <a:bodyPr wrap="none" rtlCol="0">
            <a:spAutoFit/>
          </a:bodyPr>
          <a:lstStyle/>
          <a:p>
            <a:r>
              <a:rPr kumimoji="1" lang="en-US" altLang="ko-Kore-KR" sz="1100" dirty="0">
                <a:solidFill>
                  <a:srgbClr val="C00000"/>
                </a:solidFill>
                <a:latin typeface="+mn-lt"/>
              </a:rPr>
              <a:t>ENG START</a:t>
            </a:r>
          </a:p>
          <a:p>
            <a:r>
              <a:rPr kumimoji="1" lang="en-US" altLang="ko-Kore-KR" sz="1100" dirty="0">
                <a:solidFill>
                  <a:srgbClr val="C00000"/>
                </a:solidFill>
                <a:latin typeface="+mn-lt"/>
              </a:rPr>
              <a:t>Next Page</a:t>
            </a:r>
            <a:endParaRPr kumimoji="1" lang="ko-Kore-KR" altLang="en-US" sz="1100" dirty="0">
              <a:solidFill>
                <a:srgbClr val="C00000"/>
              </a:solidFill>
              <a:latin typeface="+mn-lt"/>
            </a:endParaRPr>
          </a:p>
        </p:txBody>
      </p:sp>
      <p:sp>
        <p:nvSpPr>
          <p:cNvPr id="5" name="직사각형 4">
            <a:hlinkClick r:id="" action="ppaction://hlinkshowjump?jump=firstslide"/>
            <a:extLst>
              <a:ext uri="{FF2B5EF4-FFF2-40B4-BE49-F238E27FC236}">
                <a16:creationId xmlns:a16="http://schemas.microsoft.com/office/drawing/2014/main" id="{DC530451-8D9A-9F43-6651-727AC3D815C1}"/>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27057112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2" name="Google Shape;402;p31">
            <a:extLst>
              <a:ext uri="{FF2B5EF4-FFF2-40B4-BE49-F238E27FC236}">
                <a16:creationId xmlns:a16="http://schemas.microsoft.com/office/drawing/2014/main" id="{EB44648E-001A-8E9D-2B8C-BD5155466247}"/>
              </a:ext>
            </a:extLst>
          </p:cNvPr>
          <p:cNvGraphicFramePr/>
          <p:nvPr>
            <p:extLst>
              <p:ext uri="{D42A27DB-BD31-4B8C-83A1-F6EECF244321}">
                <p14:modId xmlns:p14="http://schemas.microsoft.com/office/powerpoint/2010/main" val="4180813606"/>
              </p:ext>
            </p:extLst>
          </p:nvPr>
        </p:nvGraphicFramePr>
        <p:xfrm>
          <a:off x="0" y="3194"/>
          <a:ext cx="2328875" cy="5536984"/>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19483">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STARTING with AIR START UNIT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308919">
                <a:tc>
                  <a:txBody>
                    <a:bodyPr/>
                    <a:lstStyle/>
                    <a:p>
                      <a:pPr marL="0" marR="0" lvl="0" indent="0" algn="l" rtl="0">
                        <a:spcBef>
                          <a:spcPts val="0"/>
                        </a:spcBef>
                        <a:spcAft>
                          <a:spcPts val="0"/>
                        </a:spcAft>
                        <a:buNone/>
                      </a:pPr>
                      <a:r>
                        <a:rPr lang="ko-KR" altLang="en-US" sz="800" dirty="0">
                          <a:latin typeface="Arial" panose="020B0604020202020204" pitchFamily="34" charset="0"/>
                          <a:ea typeface="+mn-ea"/>
                          <a:cs typeface="Arial" panose="020B0604020202020204" pitchFamily="34" charset="0"/>
                        </a:rPr>
                        <a:t>통상 </a:t>
                      </a:r>
                      <a:r>
                        <a:rPr lang="en-US" altLang="ko-KR" sz="800" dirty="0">
                          <a:latin typeface="Arial" panose="020B0604020202020204" pitchFamily="34" charset="0"/>
                          <a:ea typeface="+mn-ea"/>
                          <a:cs typeface="Arial" panose="020B0604020202020204" pitchFamily="34" charset="0"/>
                        </a:rPr>
                        <a:t>ENG 1</a:t>
                      </a:r>
                      <a:r>
                        <a:rPr lang="ko-KR" altLang="en-US" sz="800" dirty="0">
                          <a:latin typeface="Arial" panose="020B0604020202020204" pitchFamily="34" charset="0"/>
                          <a:ea typeface="+mn-ea"/>
                          <a:cs typeface="Arial" panose="020B0604020202020204" pitchFamily="34" charset="0"/>
                        </a:rPr>
                        <a:t> 먼저 </a:t>
                      </a:r>
                      <a:r>
                        <a:rPr lang="en-US" altLang="ko-KR" sz="800" b="1" dirty="0">
                          <a:solidFill>
                            <a:srgbClr val="0070C0"/>
                          </a:solidFill>
                          <a:latin typeface="Arial" panose="020B0604020202020204" pitchFamily="34" charset="0"/>
                          <a:ea typeface="+mn-ea"/>
                          <a:cs typeface="Arial" panose="020B0604020202020204" pitchFamily="34" charset="0"/>
                        </a:rPr>
                        <a:t>(EXT PWR Start 2 ENG)</a:t>
                      </a:r>
                    </a:p>
                    <a:p>
                      <a:pPr marL="0" marR="0" lvl="0" indent="0" algn="l" rtl="0">
                        <a:spcBef>
                          <a:spcPts val="0"/>
                        </a:spcBef>
                        <a:spcAft>
                          <a:spcPts val="0"/>
                        </a:spcAft>
                        <a:buNone/>
                      </a:pPr>
                      <a:r>
                        <a:rPr lang="en-US" altLang="ko-KR" sz="800" b="1" dirty="0">
                          <a:solidFill>
                            <a:srgbClr val="00B050"/>
                          </a:solidFill>
                          <a:latin typeface="Arial" panose="020B0604020202020204" pitchFamily="34" charset="0"/>
                          <a:cs typeface="Arial" panose="020B0604020202020204" pitchFamily="34" charset="0"/>
                        </a:rPr>
                        <a:t>“Req Engine Start up Present </a:t>
                      </a:r>
                      <a:r>
                        <a:rPr lang="en-US" altLang="ko-KR" sz="800" b="1" dirty="0" err="1">
                          <a:solidFill>
                            <a:srgbClr val="00B050"/>
                          </a:solidFill>
                          <a:latin typeface="Arial" panose="020B0604020202020204" pitchFamily="34" charset="0"/>
                          <a:cs typeface="Arial" panose="020B0604020202020204" pitchFamily="34" charset="0"/>
                        </a:rPr>
                        <a:t>Positon</a:t>
                      </a:r>
                      <a:r>
                        <a:rPr lang="en-US" altLang="ko-KR" sz="800" b="1" dirty="0">
                          <a:solidFill>
                            <a:srgbClr val="00B050"/>
                          </a:solidFill>
                          <a:latin typeface="Arial" panose="020B0604020202020204" pitchFamily="34" charset="0"/>
                          <a:cs typeface="Arial" panose="020B0604020202020204" pitchFamily="34" charset="0"/>
                        </a:rPr>
                        <a:t>~~~”</a:t>
                      </a:r>
                    </a:p>
                  </a:txBody>
                  <a:tcPr marL="36000" marR="36000" marT="36000" marB="36000"/>
                </a:tc>
                <a:extLst>
                  <a:ext uri="{0D108BD9-81ED-4DB2-BD59-A6C34878D82A}">
                    <a16:rowId xmlns:a16="http://schemas.microsoft.com/office/drawing/2014/main" val="10001"/>
                  </a:ext>
                </a:extLst>
              </a:tr>
              <a:tr h="1218188">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connecting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PACK 1</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&amp;</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2</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a:t>
                      </a:r>
                      <a:r>
                        <a:rPr lang="ko-KR" alt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OFF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F/O</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prevent any possible contamination of the packs by the air start unit.</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 </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 OPEN F/O</a:t>
                      </a: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AIR START UNIT CONNECT ... REQ CAP</a:t>
                      </a:r>
                    </a:p>
                    <a:p>
                      <a:pPr marL="0" marR="0" lvl="0" indent="0" algn="l" rtl="0">
                        <a:lnSpc>
                          <a:spcPct val="100000"/>
                        </a:lnSpc>
                        <a:spcBef>
                          <a:spcPts val="0"/>
                        </a:spcBef>
                        <a:spcAft>
                          <a:spcPts val="0"/>
                        </a:spcAft>
                        <a:buNone/>
                      </a:pPr>
                      <a:r>
                        <a:rPr lang="en-US" sz="600" b="1" dirty="0">
                          <a:solidFill>
                            <a:schemeClr val="bg1"/>
                          </a:solidFill>
                          <a:latin typeface="Arial" panose="020B0604020202020204" pitchFamily="34" charset="0"/>
                          <a:ea typeface="Helvetica Neue"/>
                          <a:cs typeface="Arial" panose="020B0604020202020204" pitchFamily="34" charset="0"/>
                          <a:sym typeface="Helvetica Neue"/>
                        </a:rPr>
                        <a:t>Two ground air start units may be used in parallel if the pressure/flow relation is expected to be marginal.</a:t>
                      </a:r>
                    </a:p>
                  </a:txBody>
                  <a:tcPr marL="36000" marR="36000" marT="36000" marB="36000"/>
                </a:tc>
                <a:extLst>
                  <a:ext uri="{0D108BD9-81ED-4DB2-BD59-A6C34878D82A}">
                    <a16:rowId xmlns:a16="http://schemas.microsoft.com/office/drawing/2014/main" val="10003"/>
                  </a:ext>
                </a:extLst>
              </a:tr>
              <a:tr h="949879">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cleared to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The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AIR ABNORM BLEED CONFIG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alert is triggered after the first engine start. It can be disregarded.</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 START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As necessary, engine 2 can be started first.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In this case, check the brake ACCU pressure prior to engine start.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The minimum recommended starter air supply pressure is 25 PSI when the start valve is open.</a:t>
                      </a:r>
                    </a:p>
                  </a:txBody>
                  <a:tcPr marL="36000" marR="36000" marT="36000" marB="36000"/>
                </a:tc>
                <a:extLst>
                  <a:ext uri="{0D108BD9-81ED-4DB2-BD59-A6C34878D82A}">
                    <a16:rowId xmlns:a16="http://schemas.microsoft.com/office/drawing/2014/main" val="2955124980"/>
                  </a:ext>
                </a:extLst>
              </a:tr>
              <a:tr h="1069128">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After engine 1 is started:</a:t>
                      </a:r>
                    </a:p>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air start unit is used to start engine 2:</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2 .............................. START CAP</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When engine 2 is started:</a:t>
                      </a:r>
                      <a:endPar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 .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X BLEED ............................ AUTO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endParaRPr kumimoji="0" lang="en-US" altLang="ko-Kore-KR" sz="5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3396707165"/>
                  </a:ext>
                </a:extLst>
              </a:tr>
              <a:tr h="815725">
                <a:tc>
                  <a:txBody>
                    <a:bodyPr/>
                    <a:lstStyle/>
                    <a:p>
                      <a:pPr marL="116449" marR="0" lvl="1"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If the </a:t>
                      </a:r>
                      <a:r>
                        <a:rPr kumimoji="0" lang="en-US" altLang="ko-Kore-KR" sz="700" b="1" i="0" u="none" strike="noStrike" kern="1200" cap="none" spc="0" normalizeH="0" baseline="0" noProof="0" dirty="0" err="1">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crossbleed</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engine start procedure is used to start engine 2: </a:t>
                      </a:r>
                      <a:endParaRPr kumimoji="0" lang="en-US" altLang="ko-Kore-KR" sz="5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endParaRP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AIR START UNIT DISC ....... REQ CAP</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ENG 1 BLEED </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PACK 1 &amp; 2 ............................. ON F/O</a:t>
                      </a:r>
                    </a:p>
                    <a:p>
                      <a:pPr marL="232898" marR="0" lvl="2"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CRSBLD ENG START PROC.APPLY</a:t>
                      </a:r>
                    </a:p>
                  </a:txBody>
                  <a:tcPr marL="36000" marR="36000" marT="36000" marB="36000"/>
                </a:tc>
                <a:extLst>
                  <a:ext uri="{0D108BD9-81ED-4DB2-BD59-A6C34878D82A}">
                    <a16:rowId xmlns:a16="http://schemas.microsoft.com/office/drawing/2014/main" val="1371695389"/>
                  </a:ext>
                </a:extLst>
              </a:tr>
              <a:tr h="853024">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 CHK AVAIL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EXT PWR DISCONNECT ........ REQ CAP</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6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FCOM </a:t>
                      </a:r>
                      <a:r>
                        <a:rPr kumimoji="0" lang="en-US" altLang="ko-Kore-KR" sz="6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6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In order to ensure that the entire network remains electrically supplied, it is recommended to start both engines before the disconnection of the external electrical power.</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NOR PROC - AFTER START .......RESUME </a:t>
                      </a:r>
                    </a:p>
                  </a:txBody>
                  <a:tcPr marL="36000" marR="36000" marT="36000" marB="36000"/>
                </a:tc>
                <a:extLst>
                  <a:ext uri="{0D108BD9-81ED-4DB2-BD59-A6C34878D82A}">
                    <a16:rowId xmlns:a16="http://schemas.microsoft.com/office/drawing/2014/main" val="2133151072"/>
                  </a:ext>
                </a:extLst>
              </a:tr>
            </a:tbl>
          </a:graphicData>
        </a:graphic>
      </p:graphicFrame>
      <p:sp>
        <p:nvSpPr>
          <p:cNvPr id="4" name="직사각형 3">
            <a:hlinkClick r:id="" action="ppaction://hlinkshowjump?jump=firstslide"/>
            <a:extLst>
              <a:ext uri="{FF2B5EF4-FFF2-40B4-BE49-F238E27FC236}">
                <a16:creationId xmlns:a16="http://schemas.microsoft.com/office/drawing/2014/main" id="{BB76D5AE-CD28-3420-C695-F55BDCA4C923}"/>
              </a:ext>
            </a:extLst>
          </p:cNvPr>
          <p:cNvSpPr/>
          <p:nvPr/>
        </p:nvSpPr>
        <p:spPr>
          <a:xfrm>
            <a:off x="1596587" y="259643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71616780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제목 1">
            <a:extLst>
              <a:ext uri="{FF2B5EF4-FFF2-40B4-BE49-F238E27FC236}">
                <a16:creationId xmlns:a16="http://schemas.microsoft.com/office/drawing/2014/main" id="{0F59BC2A-DE73-E830-B7D9-1BA53BB021E9}"/>
              </a:ext>
            </a:extLst>
          </p:cNvPr>
          <p:cNvSpPr>
            <a:spLocks noGrp="1"/>
          </p:cNvSpPr>
          <p:nvPr>
            <p:ph type="title"/>
          </p:nvPr>
        </p:nvSpPr>
        <p:spPr/>
        <p:txBody>
          <a:bodyPr/>
          <a:lstStyle/>
          <a:p>
            <a:endParaRPr kumimoji="1" lang="ko-Kore-KR" altLang="en-US"/>
          </a:p>
        </p:txBody>
      </p:sp>
      <p:sp>
        <p:nvSpPr>
          <p:cNvPr id="3" name="내용 개체 틀 2">
            <a:extLst>
              <a:ext uri="{FF2B5EF4-FFF2-40B4-BE49-F238E27FC236}">
                <a16:creationId xmlns:a16="http://schemas.microsoft.com/office/drawing/2014/main" id="{889FC6FC-B6E2-F3AD-7113-77656A296E92}"/>
              </a:ext>
            </a:extLst>
          </p:cNvPr>
          <p:cNvSpPr>
            <a:spLocks noGrp="1"/>
          </p:cNvSpPr>
          <p:nvPr>
            <p:ph idx="1"/>
          </p:nvPr>
        </p:nvSpPr>
        <p:spPr/>
        <p:txBody>
          <a:bodyPr/>
          <a:lstStyle/>
          <a:p>
            <a:endParaRPr kumimoji="1" lang="ko-Kore-KR" altLang="en-US"/>
          </a:p>
        </p:txBody>
      </p:sp>
      <p:graphicFrame>
        <p:nvGraphicFramePr>
          <p:cNvPr id="4" name="Google Shape;402;p31">
            <a:extLst>
              <a:ext uri="{FF2B5EF4-FFF2-40B4-BE49-F238E27FC236}">
                <a16:creationId xmlns:a16="http://schemas.microsoft.com/office/drawing/2014/main" id="{EB24B94C-B974-2D89-F60E-0B9B51FD523E}"/>
              </a:ext>
            </a:extLst>
          </p:cNvPr>
          <p:cNvGraphicFramePr/>
          <p:nvPr>
            <p:extLst>
              <p:ext uri="{D42A27DB-BD31-4B8C-83A1-F6EECF244321}">
                <p14:modId xmlns:p14="http://schemas.microsoft.com/office/powerpoint/2010/main" val="2679774961"/>
              </p:ext>
            </p:extLst>
          </p:nvPr>
        </p:nvGraphicFramePr>
        <p:xfrm>
          <a:off x="0" y="2"/>
          <a:ext cx="2328875" cy="4731915"/>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61375">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ENG CROSSBLEED START</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225872">
                <a:tc>
                  <a:txBody>
                    <a:bodyPr/>
                    <a:lstStyle/>
                    <a:p>
                      <a:pPr marL="0" marR="0" lvl="0" indent="0" algn="l" rtl="0">
                        <a:spcBef>
                          <a:spcPts val="0"/>
                        </a:spcBef>
                        <a:spcAft>
                          <a:spcPts val="0"/>
                        </a:spcAft>
                        <a:buNone/>
                      </a:pPr>
                      <a:r>
                        <a:rPr lang="en-US" sz="800" dirty="0">
                          <a:latin typeface="Arial" panose="020B0604020202020204" pitchFamily="34" charset="0"/>
                          <a:cs typeface="Arial" panose="020B0604020202020204" pitchFamily="34" charset="0"/>
                        </a:rPr>
                        <a:t>#1 ENGBLEED </a:t>
                      </a:r>
                      <a:r>
                        <a:rPr lang="ko-KR" altLang="en-US" sz="800" dirty="0">
                          <a:latin typeface="Arial" panose="020B0604020202020204" pitchFamily="34" charset="0"/>
                          <a:cs typeface="Arial" panose="020B0604020202020204" pitchFamily="34" charset="0"/>
                        </a:rPr>
                        <a:t>로 </a:t>
                      </a:r>
                      <a:r>
                        <a:rPr lang="en-US" altLang="ko-KR" sz="800" dirty="0">
                          <a:latin typeface="Arial" panose="020B0604020202020204" pitchFamily="34" charset="0"/>
                          <a:cs typeface="Arial" panose="020B0604020202020204" pitchFamily="34" charset="0"/>
                        </a:rPr>
                        <a:t>#2</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ENG START,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EXT</a:t>
                      </a:r>
                      <a:r>
                        <a:rPr lang="ko-KR" altLang="en-US" sz="800" dirty="0">
                          <a:latin typeface="Arial" panose="020B0604020202020204" pitchFamily="34" charset="0"/>
                          <a:cs typeface="Arial" panose="020B0604020202020204" pitchFamily="34" charset="0"/>
                        </a:rPr>
                        <a:t> </a:t>
                      </a:r>
                      <a:r>
                        <a:rPr lang="en-US" altLang="ko-KR" sz="800" dirty="0">
                          <a:latin typeface="Arial" panose="020B0604020202020204" pitchFamily="34" charset="0"/>
                          <a:cs typeface="Arial" panose="020B0604020202020204" pitchFamily="34" charset="0"/>
                        </a:rPr>
                        <a:t>PWR</a:t>
                      </a:r>
                      <a:r>
                        <a:rPr lang="ko-KR" altLang="en-US" sz="800" dirty="0">
                          <a:latin typeface="Arial" panose="020B0604020202020204" pitchFamily="34" charset="0"/>
                          <a:cs typeface="Arial" panose="020B0604020202020204" pitchFamily="34" charset="0"/>
                        </a:rPr>
                        <a:t> 필요</a:t>
                      </a:r>
                      <a:endParaRPr sz="8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663412">
                <a:tc>
                  <a:txBody>
                    <a:bodyPr/>
                    <a:lstStyle/>
                    <a:p>
                      <a:pPr marL="0" marR="0" lvl="0" indent="0" algn="l" rtl="0">
                        <a:lnSpc>
                          <a:spcPct val="100000"/>
                        </a:lnSpc>
                        <a:spcBef>
                          <a:spcPts val="0"/>
                        </a:spcBef>
                        <a:spcAft>
                          <a:spcPts val="0"/>
                        </a:spcAft>
                        <a:buNone/>
                      </a:pPr>
                      <a:r>
                        <a:rPr lang="en-US" sz="800" b="1" dirty="0" err="1">
                          <a:solidFill>
                            <a:srgbClr val="C00000"/>
                          </a:solidFill>
                          <a:latin typeface="Arial" panose="020B0604020202020204" pitchFamily="34" charset="0"/>
                          <a:ea typeface="Helvetica Neue"/>
                          <a:cs typeface="Arial" panose="020B0604020202020204" pitchFamily="34" charset="0"/>
                          <a:sym typeface="Helvetica Neue"/>
                        </a:rPr>
                        <a:t>PushBack</a:t>
                      </a:r>
                      <a:r>
                        <a:rPr 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완료</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(Parking Brake set),</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Suppy</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err="1">
                          <a:solidFill>
                            <a:srgbClr val="C00000"/>
                          </a:solidFill>
                          <a:latin typeface="Arial" panose="020B0604020202020204" pitchFamily="34" charset="0"/>
                          <a:ea typeface="Helvetica Neue"/>
                          <a:cs typeface="Arial" panose="020B0604020202020204" pitchFamily="34" charset="0"/>
                          <a:sym typeface="Helvetica Neue"/>
                        </a:rPr>
                        <a:t>eng</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 Area CLR</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One engine must be running in order to supply air for other engine start.</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 Before second engine start :</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 of the supplying engine reopens and the cross bleed</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valve closes.</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(supply engine)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BLEED (receive engine) ..... OFF F/O</a:t>
                      </a: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ea typeface="Helvetica Neue"/>
                          <a:cs typeface="Arial" panose="020B0604020202020204" pitchFamily="34" charset="0"/>
                          <a:sym typeface="Helvetica Neue"/>
                        </a:rPr>
                        <a:t>The bleed valves of receiving engines are closed to avoid reverse flow leakage.</a:t>
                      </a:r>
                      <a:endParaRPr lang="en-US" sz="9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X BLEED..................................... OPEN F/O</a:t>
                      </a:r>
                    </a:p>
                  </a:txBody>
                  <a:tcPr marL="36000" marR="36000" marT="36000" marB="36000"/>
                </a:tc>
                <a:extLst>
                  <a:ext uri="{0D108BD9-81ED-4DB2-BD59-A6C34878D82A}">
                    <a16:rowId xmlns:a16="http://schemas.microsoft.com/office/drawing/2014/main" val="10003"/>
                  </a:ext>
                </a:extLst>
              </a:tr>
              <a:tr h="1626376">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When cleared to start :</a:t>
                      </a:r>
                      <a:endParaRPr lang="en-US" sz="105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chemeClr val="bg1"/>
                          </a:solidFill>
                          <a:latin typeface="Arial" panose="020B0604020202020204" pitchFamily="34" charset="0"/>
                          <a:cs typeface="Arial" panose="020B0604020202020204" pitchFamily="34" charset="0"/>
                        </a:rPr>
                        <a:t>AREA CLEAR OF OBS ........... CONF CAP</a:t>
                      </a:r>
                      <a:endParaRPr lang="en-US" sz="1000" b="1" dirty="0">
                        <a:solidFill>
                          <a:srgbClr val="00B050"/>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Ensure increased power jet wake does not constitute any hazard to people or installations behind the aircraft.</a:t>
                      </a:r>
                    </a:p>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solidFill>
                            <a:srgbClr val="0070C0"/>
                          </a:solidFill>
                          <a:latin typeface="Arial" panose="020B0604020202020204" pitchFamily="34" charset="0"/>
                          <a:cs typeface="Arial" panose="020B0604020202020204" pitchFamily="34" charset="0"/>
                        </a:rPr>
                        <a:t>THR LVR (sup </a:t>
                      </a:r>
                      <a:r>
                        <a:rPr lang="en-US" sz="900" b="1" dirty="0" err="1">
                          <a:solidFill>
                            <a:srgbClr val="0070C0"/>
                          </a:solidFill>
                          <a:latin typeface="Arial" panose="020B0604020202020204" pitchFamily="34" charset="0"/>
                          <a:cs typeface="Arial" panose="020B0604020202020204" pitchFamily="34" charset="0"/>
                        </a:rPr>
                        <a:t>eng</a:t>
                      </a:r>
                      <a:r>
                        <a:rPr lang="en-US" sz="900" b="1" dirty="0">
                          <a:solidFill>
                            <a:srgbClr val="0070C0"/>
                          </a:solidFill>
                          <a:latin typeface="Arial" panose="020B0604020202020204" pitchFamily="34" charset="0"/>
                          <a:cs typeface="Arial" panose="020B0604020202020204" pitchFamily="34" charset="0"/>
                        </a:rPr>
                        <a:t>) .</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cs typeface="Arial" panose="020B0604020202020204" pitchFamily="34" charset="0"/>
                        </a:rPr>
                        <a:t> </a:t>
                      </a:r>
                      <a:r>
                        <a:rPr lang="en-US" sz="900" b="1" dirty="0">
                          <a:solidFill>
                            <a:srgbClr val="0070C0"/>
                          </a:solidFill>
                          <a:latin typeface="Arial" panose="020B0604020202020204" pitchFamily="34" charset="0"/>
                          <a:cs typeface="Arial" panose="020B0604020202020204" pitchFamily="34" charset="0"/>
                        </a:rPr>
                        <a:t>ADJ BLD PRES CAP</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Adjust thrust of supplying engine to obtain an engine bleed pressure of </a:t>
                      </a:r>
                      <a:r>
                        <a:rPr lang="en-US" sz="700" b="1" dirty="0">
                          <a:solidFill>
                            <a:srgbClr val="00B050"/>
                          </a:solidFill>
                          <a:latin typeface="Arial" panose="020B0604020202020204" pitchFamily="34" charset="0"/>
                          <a:cs typeface="Arial" panose="020B0604020202020204" pitchFamily="34" charset="0"/>
                        </a:rPr>
                        <a:t>30 PSI. </a:t>
                      </a:r>
                      <a:r>
                        <a:rPr lang="en-US" sz="700" b="1" dirty="0">
                          <a:solidFill>
                            <a:schemeClr val="bg1"/>
                          </a:solidFill>
                          <a:latin typeface="Arial" panose="020B0604020202020204" pitchFamily="34" charset="0"/>
                          <a:cs typeface="Arial" panose="020B0604020202020204" pitchFamily="34" charset="0"/>
                        </a:rPr>
                        <a:t>If the thrust required to obtain the appropriate engine bleed pressure exceeds </a:t>
                      </a:r>
                      <a:r>
                        <a:rPr lang="en-US" sz="700" b="1" dirty="0">
                          <a:solidFill>
                            <a:srgbClr val="C00000"/>
                          </a:solidFill>
                          <a:latin typeface="Arial" panose="020B0604020202020204" pitchFamily="34" charset="0"/>
                          <a:cs typeface="Arial" panose="020B0604020202020204" pitchFamily="34" charset="0"/>
                        </a:rPr>
                        <a:t>40 % N1</a:t>
                      </a:r>
                      <a:r>
                        <a:rPr lang="en-US" sz="700" b="1" dirty="0">
                          <a:solidFill>
                            <a:schemeClr val="bg1"/>
                          </a:solidFill>
                          <a:latin typeface="Arial" panose="020B0604020202020204" pitchFamily="34" charset="0"/>
                          <a:cs typeface="Arial" panose="020B0604020202020204" pitchFamily="34" charset="0"/>
                        </a:rPr>
                        <a:t>, pay particular attention to the surrounding area.</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RECEIVING ENGINE .............. START ALL</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700" b="1" dirty="0">
                          <a:solidFill>
                            <a:schemeClr val="bg1"/>
                          </a:solidFill>
                          <a:latin typeface="Arial" panose="020B0604020202020204" pitchFamily="34" charset="0"/>
                          <a:cs typeface="Arial" panose="020B0604020202020204" pitchFamily="34" charset="0"/>
                        </a:rPr>
                        <a:t>Apply the normal engine start procedure.</a:t>
                      </a:r>
                      <a:endParaRPr sz="7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141454693"/>
                  </a:ext>
                </a:extLst>
              </a:tr>
              <a:tr h="864912">
                <a:tc>
                  <a:txBody>
                    <a:bodyPr/>
                    <a:lstStyle/>
                    <a:p>
                      <a:pPr marL="0" marR="0" lvl="0" indent="0" algn="l" rtl="0">
                        <a:lnSpc>
                          <a:spcPct val="100000"/>
                        </a:lnSpc>
                        <a:spcBef>
                          <a:spcPts val="0"/>
                        </a:spcBef>
                        <a:spcAft>
                          <a:spcPts val="0"/>
                        </a:spcAft>
                        <a:buNone/>
                      </a:pPr>
                      <a:r>
                        <a:rPr lang="en-US" sz="800" b="1" dirty="0">
                          <a:solidFill>
                            <a:schemeClr val="bg1"/>
                          </a:solidFill>
                          <a:latin typeface="Arial" panose="020B0604020202020204" pitchFamily="34" charset="0"/>
                          <a:cs typeface="Arial" panose="020B0604020202020204" pitchFamily="34" charset="0"/>
                        </a:rPr>
                        <a:t>● After start :</a:t>
                      </a:r>
                      <a:endParaRPr lang="en-US" sz="700" b="1" dirty="0">
                        <a:solidFill>
                          <a:schemeClr val="bg1"/>
                        </a:solidFill>
                        <a:latin typeface="Arial" panose="020B0604020202020204" pitchFamily="34" charset="0"/>
                        <a:cs typeface="Arial" panose="020B0604020202020204" pitchFamily="34" charset="0"/>
                      </a:endParaRP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THR LVR (supply engine) ......... IDLE CAP</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X BLEED.................................... AUTO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ENG BLEED (receive engine) ...... ON F/O</a:t>
                      </a:r>
                    </a:p>
                    <a:p>
                      <a:pPr marL="0" marR="0" lvl="0" indent="0" algn="l" rtl="0">
                        <a:lnSpc>
                          <a:spcPct val="100000"/>
                        </a:lnSpc>
                        <a:spcBef>
                          <a:spcPts val="0"/>
                        </a:spcBef>
                        <a:spcAft>
                          <a:spcPts val="0"/>
                        </a:spcAft>
                        <a:buNone/>
                      </a:pPr>
                      <a:r>
                        <a:rPr lang="en-US" sz="900" b="1" dirty="0">
                          <a:solidFill>
                            <a:srgbClr val="0070C0"/>
                          </a:solidFill>
                          <a:latin typeface="Arial" panose="020B0604020202020204" pitchFamily="34" charset="0"/>
                          <a:cs typeface="Arial" panose="020B0604020202020204" pitchFamily="34" charset="0"/>
                        </a:rPr>
                        <a:t>PACK 1 &amp;2 .................................... ON F/O</a:t>
                      </a:r>
                    </a:p>
                  </a:txBody>
                  <a:tcPr marL="36000" marR="36000" marT="36000" marB="36000"/>
                </a:tc>
                <a:extLst>
                  <a:ext uri="{0D108BD9-81ED-4DB2-BD59-A6C34878D82A}">
                    <a16:rowId xmlns:a16="http://schemas.microsoft.com/office/drawing/2014/main" val="87037673"/>
                  </a:ext>
                </a:extLst>
              </a:tr>
            </a:tbl>
          </a:graphicData>
        </a:graphic>
      </p:graphicFrame>
      <p:sp>
        <p:nvSpPr>
          <p:cNvPr id="5" name="직사각형 4">
            <a:hlinkClick r:id="" action="ppaction://hlinkshowjump?jump=firstslide"/>
            <a:extLst>
              <a:ext uri="{FF2B5EF4-FFF2-40B4-BE49-F238E27FC236}">
                <a16:creationId xmlns:a16="http://schemas.microsoft.com/office/drawing/2014/main" id="{B6B09F70-0B7B-1517-1722-DAFC7774627F}"/>
              </a:ext>
            </a:extLst>
          </p:cNvPr>
          <p:cNvSpPr/>
          <p:nvPr/>
        </p:nvSpPr>
        <p:spPr>
          <a:xfrm>
            <a:off x="842165" y="518606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5826983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2732521415"/>
              </p:ext>
            </p:extLst>
          </p:nvPr>
        </p:nvGraphicFramePr>
        <p:xfrm>
          <a:off x="7" y="1099855"/>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173">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200-800ft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600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700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800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40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80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50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90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graphicFrame>
        <p:nvGraphicFramePr>
          <p:cNvPr id="381" name="Google Shape;381;p28"/>
          <p:cNvGraphicFramePr/>
          <p:nvPr>
            <p:extLst>
              <p:ext uri="{D42A27DB-BD31-4B8C-83A1-F6EECF244321}">
                <p14:modId xmlns:p14="http://schemas.microsoft.com/office/powerpoint/2010/main" val="2425467214"/>
              </p:ext>
            </p:extLst>
          </p:nvPr>
        </p:nvGraphicFramePr>
        <p:xfrm>
          <a:off x="7" y="0"/>
          <a:ext cx="2328850" cy="106683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solidFill>
                            <a:srgbClr val="FFC000"/>
                          </a:solidFill>
                        </a:rPr>
                        <a:t>COLD TEMP CORRECTION General</a:t>
                      </a:r>
                    </a:p>
                    <a:p>
                      <a:pPr marL="0" marR="0" lvl="0" indent="0" algn="l" rtl="0">
                        <a:spcBef>
                          <a:spcPts val="0"/>
                        </a:spcBef>
                        <a:spcAft>
                          <a:spcPts val="0"/>
                        </a:spcAft>
                        <a:buNone/>
                      </a:pPr>
                      <a:r>
                        <a:rPr lang="en-US" altLang="ko-KR" sz="700" b="0" dirty="0">
                          <a:solidFill>
                            <a:schemeClr val="bg1"/>
                          </a:solidFill>
                        </a:rPr>
                        <a:t>5</a:t>
                      </a:r>
                      <a:r>
                        <a:rPr lang="ko-KR" altLang="en-US" sz="700" b="0" dirty="0">
                          <a:solidFill>
                            <a:schemeClr val="bg1"/>
                          </a:solidFill>
                        </a:rPr>
                        <a:t>도 간격은 보수적으로 </a:t>
                      </a:r>
                      <a:r>
                        <a:rPr lang="ko-KR" altLang="en-US" sz="700" b="0" dirty="0" err="1">
                          <a:solidFill>
                            <a:schemeClr val="bg1"/>
                          </a:solidFill>
                        </a:rPr>
                        <a:t>보간법</a:t>
                      </a:r>
                      <a:r>
                        <a:rPr lang="ko-KR" altLang="en-US" sz="700" b="0" dirty="0">
                          <a:solidFill>
                            <a:schemeClr val="bg1"/>
                          </a:solidFill>
                        </a:rPr>
                        <a:t> 적용됨</a:t>
                      </a:r>
                      <a:endParaRPr sz="700" b="0" dirty="0">
                        <a:solidFill>
                          <a:schemeClr val="bg1"/>
                        </a:solidFill>
                      </a:endParaRPr>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b="1" dirty="0">
                          <a:solidFill>
                            <a:srgbClr val="00B050"/>
                          </a:solidFill>
                        </a:rPr>
                        <a:t>Min</a:t>
                      </a:r>
                      <a:r>
                        <a:rPr lang="en-US" sz="700" dirty="0"/>
                        <a:t> </a:t>
                      </a:r>
                      <a:r>
                        <a:rPr lang="ko-KR" altLang="en-US" sz="700" dirty="0"/>
                        <a:t>제외한 모든 고도 수정은 </a:t>
                      </a:r>
                      <a:r>
                        <a:rPr lang="en-US" altLang="ko-KR" sz="700" dirty="0"/>
                        <a:t>ATC </a:t>
                      </a:r>
                      <a:r>
                        <a:rPr lang="ko-KR" altLang="en-US" sz="700" dirty="0"/>
                        <a:t>인가 필요</a:t>
                      </a:r>
                      <a:endParaRPr dirty="0"/>
                    </a:p>
                    <a:p>
                      <a:pPr marL="0" marR="0" lvl="0" indent="0" algn="l" rtl="0">
                        <a:spcBef>
                          <a:spcPts val="0"/>
                        </a:spcBef>
                        <a:spcAft>
                          <a:spcPts val="0"/>
                        </a:spcAft>
                        <a:buNone/>
                      </a:pPr>
                      <a:r>
                        <a:rPr lang="en-US" sz="700" b="1" dirty="0">
                          <a:solidFill>
                            <a:srgbClr val="C00000"/>
                          </a:solidFill>
                        </a:rPr>
                        <a:t>Mandatory</a:t>
                      </a:r>
                      <a:r>
                        <a:rPr lang="en-US" altLang="ko-KR" sz="700" b="1" dirty="0">
                          <a:solidFill>
                            <a:srgbClr val="C00000"/>
                          </a:solidFill>
                        </a:rPr>
                        <a:t>,</a:t>
                      </a:r>
                      <a:r>
                        <a:rPr lang="ko-KR" altLang="en-US" sz="700" b="1" dirty="0">
                          <a:solidFill>
                            <a:srgbClr val="C00000"/>
                          </a:solidFill>
                        </a:rPr>
                        <a:t> </a:t>
                      </a:r>
                      <a:r>
                        <a:rPr lang="en-US" sz="700" b="1" dirty="0">
                          <a:solidFill>
                            <a:srgbClr val="C00000"/>
                          </a:solidFill>
                        </a:rPr>
                        <a:t>Missed App </a:t>
                      </a:r>
                      <a:r>
                        <a:rPr lang="en-US" sz="700" b="1" dirty="0" err="1">
                          <a:solidFill>
                            <a:srgbClr val="C00000"/>
                          </a:solidFill>
                        </a:rPr>
                        <a:t>고도</a:t>
                      </a:r>
                      <a:r>
                        <a:rPr lang="ko-KR" altLang="en-US" sz="700" b="1" dirty="0">
                          <a:solidFill>
                            <a:srgbClr val="C00000"/>
                          </a:solidFill>
                        </a:rPr>
                        <a:t> </a:t>
                      </a:r>
                      <a:r>
                        <a:rPr lang="en-US" altLang="ko-KR" sz="700" dirty="0"/>
                        <a:t>ATC </a:t>
                      </a:r>
                      <a:r>
                        <a:rPr lang="ko-KR" altLang="en-US" sz="700" dirty="0"/>
                        <a:t>사전 인가 없이 금지</a:t>
                      </a:r>
                      <a:endParaRPr sz="700" dirty="0"/>
                    </a:p>
                  </a:txBody>
                  <a:tcPr marL="91450" marR="91450" marT="45725" marB="45725"/>
                </a:tc>
                <a:extLst>
                  <a:ext uri="{0D108BD9-81ED-4DB2-BD59-A6C34878D82A}">
                    <a16:rowId xmlns:a16="http://schemas.microsoft.com/office/drawing/2014/main" val="10001"/>
                  </a:ext>
                </a:extLst>
              </a:tr>
              <a:tr h="248975">
                <a:tc>
                  <a:txBody>
                    <a:bodyPr/>
                    <a:lstStyle/>
                    <a:p>
                      <a:pPr marL="0" marR="0" lvl="0" indent="0" algn="l" rtl="0">
                        <a:spcBef>
                          <a:spcPts val="0"/>
                        </a:spcBef>
                        <a:spcAft>
                          <a:spcPts val="0"/>
                        </a:spcAft>
                        <a:buNone/>
                      </a:pPr>
                      <a:r>
                        <a:rPr lang="ko-KR" altLang="en-US" sz="700" b="1" dirty="0">
                          <a:solidFill>
                            <a:srgbClr val="0070C0"/>
                          </a:solidFill>
                        </a:rPr>
                        <a:t>반드시 고도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FE </a:t>
                      </a:r>
                      <a:r>
                        <a:rPr lang="ko-KR" altLang="en-US" sz="700" b="1" dirty="0">
                          <a:solidFill>
                            <a:srgbClr val="0070C0"/>
                          </a:solidFill>
                        </a:rPr>
                        <a:t>후의 고도를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lang="en-US" altLang="ko-KR" sz="700" b="1" dirty="0">
                        <a:solidFill>
                          <a:srgbClr val="0070C0"/>
                        </a:solidFill>
                      </a:endParaRPr>
                    </a:p>
                    <a:p>
                      <a:pPr marL="0" marR="0" lvl="0" indent="0" algn="l" rtl="0">
                        <a:spcBef>
                          <a:spcPts val="0"/>
                        </a:spcBef>
                        <a:spcAft>
                          <a:spcPts val="0"/>
                        </a:spcAft>
                        <a:buNone/>
                      </a:pPr>
                      <a:endParaRPr lang="en-US" altLang="ko-KR" sz="700" b="1" dirty="0">
                        <a:solidFill>
                          <a:srgbClr val="0070C0"/>
                        </a:solidFill>
                      </a:endParaRPr>
                    </a:p>
                    <a:p>
                      <a:pPr marL="0" marR="0" lvl="0" indent="0" algn="l" rtl="0">
                        <a:spcBef>
                          <a:spcPts val="0"/>
                        </a:spcBef>
                        <a:spcAft>
                          <a:spcPts val="0"/>
                        </a:spcAft>
                        <a:buNone/>
                      </a:pPr>
                      <a:r>
                        <a:rPr lang="en-US" sz="700" b="1" dirty="0">
                          <a:solidFill>
                            <a:srgbClr val="0070C0"/>
                          </a:solidFill>
                        </a:rPr>
                        <a:t>Ex) FE 200</a:t>
                      </a:r>
                      <a:r>
                        <a:rPr lang="en-US" altLang="ko-KR" sz="700" b="1" dirty="0">
                          <a:solidFill>
                            <a:srgbClr val="0070C0"/>
                          </a:solidFill>
                        </a:rPr>
                        <a:t>ft </a:t>
                      </a:r>
                      <a:r>
                        <a:rPr lang="ko-KR" altLang="en-US" sz="700" b="1" dirty="0">
                          <a:solidFill>
                            <a:srgbClr val="0070C0"/>
                          </a:solidFill>
                        </a:rPr>
                        <a:t>공항 </a:t>
                      </a:r>
                      <a:r>
                        <a:rPr lang="en-US" altLang="ko-KR" sz="700" b="1" dirty="0">
                          <a:solidFill>
                            <a:srgbClr val="0070C0"/>
                          </a:solidFill>
                        </a:rPr>
                        <a:t>:</a:t>
                      </a:r>
                      <a:r>
                        <a:rPr lang="ko-KR" altLang="en-US" sz="700" b="1" dirty="0">
                          <a:solidFill>
                            <a:srgbClr val="0070C0"/>
                          </a:solidFill>
                        </a:rPr>
                        <a:t> </a:t>
                      </a:r>
                      <a:r>
                        <a:rPr lang="en-US" altLang="ko-KR" sz="700" b="1" dirty="0">
                          <a:solidFill>
                            <a:srgbClr val="0070C0"/>
                          </a:solidFill>
                        </a:rPr>
                        <a:t>5000ft</a:t>
                      </a:r>
                      <a:r>
                        <a:rPr lang="ko-KR" altLang="en-US" sz="700" b="1" dirty="0">
                          <a:solidFill>
                            <a:srgbClr val="0070C0"/>
                          </a:solidFill>
                        </a:rPr>
                        <a:t>는 </a:t>
                      </a:r>
                      <a:r>
                        <a:rPr lang="en-US" altLang="ko-KR" sz="700" b="1" dirty="0">
                          <a:solidFill>
                            <a:srgbClr val="0070C0"/>
                          </a:solidFill>
                        </a:rPr>
                        <a:t>4800ft</a:t>
                      </a:r>
                      <a:r>
                        <a:rPr lang="ko-KR" altLang="en-US" sz="700" b="1" dirty="0">
                          <a:solidFill>
                            <a:srgbClr val="0070C0"/>
                          </a:solidFill>
                        </a:rPr>
                        <a:t>만 </a:t>
                      </a:r>
                      <a:r>
                        <a:rPr lang="ko-KR" altLang="en-US" sz="700" b="1" dirty="0" err="1">
                          <a:solidFill>
                            <a:srgbClr val="0070C0"/>
                          </a:solidFill>
                        </a:rPr>
                        <a:t>보정해야함</a:t>
                      </a:r>
                      <a:r>
                        <a:rPr lang="en-US" altLang="ko-KR" sz="700" b="1" dirty="0">
                          <a:solidFill>
                            <a:srgbClr val="0070C0"/>
                          </a:solidFill>
                        </a:rPr>
                        <a:t>.</a:t>
                      </a:r>
                      <a:r>
                        <a:rPr lang="ko-KR" altLang="en-US" sz="700" b="1" dirty="0">
                          <a:solidFill>
                            <a:srgbClr val="0070C0"/>
                          </a:solidFill>
                        </a:rPr>
                        <a:t> </a:t>
                      </a:r>
                      <a:endParaRPr sz="700" b="1" dirty="0">
                        <a:solidFill>
                          <a:srgbClr val="0070C0"/>
                        </a:solidFill>
                      </a:endParaRPr>
                    </a:p>
                  </a:txBody>
                  <a:tcPr marL="91450" marR="91450" marT="45725" marB="45725"/>
                </a:tc>
                <a:extLst>
                  <a:ext uri="{0D108BD9-81ED-4DB2-BD59-A6C34878D82A}">
                    <a16:rowId xmlns:a16="http://schemas.microsoft.com/office/drawing/2014/main" val="1226436469"/>
                  </a:ext>
                </a:extLst>
              </a:tr>
            </a:tbl>
          </a:graphicData>
        </a:graphic>
      </p:graphicFrame>
      <p:sp>
        <p:nvSpPr>
          <p:cNvPr id="382" name="Google Shape;382;p28"/>
          <p:cNvSpPr txBox="1"/>
          <p:nvPr/>
        </p:nvSpPr>
        <p:spPr>
          <a:xfrm>
            <a:off x="0" y="5241265"/>
            <a:ext cx="1584088" cy="2538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050" dirty="0">
                <a:solidFill>
                  <a:srgbClr val="00B050"/>
                </a:solidFill>
                <a:latin typeface="Calibri"/>
                <a:ea typeface="Calibri"/>
                <a:cs typeface="Calibri"/>
                <a:sym typeface="Calibri"/>
              </a:rPr>
              <a:t>GMP, CJU, PUS next page</a:t>
            </a:r>
            <a:endParaRPr sz="1050" dirty="0">
              <a:solidFill>
                <a:srgbClr val="00B050"/>
              </a:solidFill>
              <a:latin typeface="Calibri"/>
              <a:ea typeface="Calibri"/>
              <a:cs typeface="Calibri"/>
              <a:sym typeface="Calibri"/>
            </a:endParaRPr>
          </a:p>
        </p:txBody>
      </p:sp>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1545366"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77;p28">
            <a:extLst>
              <a:ext uri="{FF2B5EF4-FFF2-40B4-BE49-F238E27FC236}">
                <a16:creationId xmlns:a16="http://schemas.microsoft.com/office/drawing/2014/main" id="{87F6FFF9-91B5-765E-7C49-0198867FA84B}"/>
              </a:ext>
            </a:extLst>
          </p:cNvPr>
          <p:cNvGraphicFramePr/>
          <p:nvPr>
            <p:extLst>
              <p:ext uri="{D42A27DB-BD31-4B8C-83A1-F6EECF244321}">
                <p14:modId xmlns:p14="http://schemas.microsoft.com/office/powerpoint/2010/main" val="3325032359"/>
              </p:ext>
            </p:extLst>
          </p:nvPr>
        </p:nvGraphicFramePr>
        <p:xfrm>
          <a:off x="2356" y="2496279"/>
          <a:ext cx="2328775" cy="135744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34574">
                <a:tc gridSpan="8">
                  <a:txBody>
                    <a:bodyPr/>
                    <a:lstStyle/>
                    <a:p>
                      <a:pPr marL="0" marR="0" lvl="0" indent="0" algn="ctr" rtl="0">
                        <a:spcBef>
                          <a:spcPts val="0"/>
                        </a:spcBef>
                        <a:spcAft>
                          <a:spcPts val="0"/>
                        </a:spcAft>
                        <a:buNone/>
                      </a:pPr>
                      <a:r>
                        <a:rPr lang="en-US" sz="800" dirty="0"/>
                        <a:t>Height Above FE (Feet) </a:t>
                      </a:r>
                      <a:r>
                        <a:rPr lang="en-US" sz="800" dirty="0">
                          <a:solidFill>
                            <a:srgbClr val="FFC000"/>
                          </a:solidFill>
                        </a:rPr>
                        <a:t>900-5000ft</a:t>
                      </a:r>
                      <a:endParaRPr sz="800" dirty="0">
                        <a:solidFill>
                          <a:srgbClr val="FFC000"/>
                        </a:solidFill>
                      </a:endParaRPr>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36613">
                <a:tc>
                  <a:txBody>
                    <a:bodyPr/>
                    <a:lstStyle/>
                    <a:p>
                      <a:pPr marL="0" marR="0" lvl="0" indent="0" algn="ctr" rtl="0">
                        <a:spcBef>
                          <a:spcPts val="0"/>
                        </a:spcBef>
                        <a:spcAft>
                          <a:spcPts val="0"/>
                        </a:spcAft>
                        <a:buNone/>
                      </a:pPr>
                      <a:r>
                        <a:rPr lang="en-US" sz="800" b="1" dirty="0">
                          <a:solidFill>
                            <a:schemeClr val="dk1"/>
                          </a:solidFill>
                        </a:rPr>
                        <a:t>TEMP</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900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1500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2000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3000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5000</a:t>
                      </a:r>
                      <a:endParaRPr sz="800" b="1" dirty="0">
                        <a:solidFill>
                          <a:schemeClr val="dk1"/>
                        </a:solidFill>
                      </a:endParaRPr>
                    </a:p>
                  </a:txBody>
                  <a:tcPr marL="36000" marR="36000" marT="36000" marB="36000" anchor="ctr"/>
                </a:tc>
                <a:extLst>
                  <a:ext uri="{0D108BD9-81ED-4DB2-BD59-A6C34878D82A}">
                    <a16:rowId xmlns:a16="http://schemas.microsoft.com/office/drawing/2014/main" val="10001"/>
                  </a:ext>
                </a:extLst>
              </a:tr>
              <a:tr h="136613">
                <a:tc>
                  <a:txBody>
                    <a:bodyPr/>
                    <a:lstStyle/>
                    <a:p>
                      <a:pPr marL="0" marR="0" lvl="0" indent="0" algn="ctr" rtl="0">
                        <a:spcBef>
                          <a:spcPts val="0"/>
                        </a:spcBef>
                        <a:spcAft>
                          <a:spcPts val="0"/>
                        </a:spcAft>
                        <a:buNone/>
                      </a:pPr>
                      <a:r>
                        <a:rPr lang="en-US" sz="800" b="1" dirty="0">
                          <a:solidFill>
                            <a:srgbClr val="0070C0"/>
                          </a:solidFill>
                        </a:rPr>
                        <a:t>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extLst>
                  <a:ext uri="{0D108BD9-81ED-4DB2-BD59-A6C34878D82A}">
                    <a16:rowId xmlns:a16="http://schemas.microsoft.com/office/drawing/2014/main" val="10002"/>
                  </a:ext>
                </a:extLst>
              </a:tr>
              <a:tr h="136613">
                <a:tc>
                  <a:txBody>
                    <a:bodyPr/>
                    <a:lstStyle/>
                    <a:p>
                      <a:pPr marL="0" marR="0" lvl="0" indent="0" algn="ctr" rtl="0">
                        <a:spcBef>
                          <a:spcPts val="0"/>
                        </a:spcBef>
                        <a:spcAft>
                          <a:spcPts val="0"/>
                        </a:spcAft>
                        <a:buNone/>
                      </a:pPr>
                      <a:r>
                        <a:rPr lang="en-US" sz="800" b="1" dirty="0">
                          <a:solidFill>
                            <a:srgbClr val="00B050"/>
                          </a:solidFill>
                        </a:rPr>
                        <a:t>-5</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70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80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120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160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230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390</a:t>
                      </a:r>
                      <a:endParaRPr sz="800" b="1" dirty="0">
                        <a:solidFill>
                          <a:srgbClr val="00B050"/>
                        </a:solidFill>
                      </a:endParaRPr>
                    </a:p>
                  </a:txBody>
                  <a:tcPr marL="36000" marR="36000" marT="36000" marB="36000" anchor="ctr"/>
                </a:tc>
                <a:extLst>
                  <a:ext uri="{0D108BD9-81ED-4DB2-BD59-A6C34878D82A}">
                    <a16:rowId xmlns:a16="http://schemas.microsoft.com/office/drawing/2014/main" val="10003"/>
                  </a:ext>
                </a:extLst>
              </a:tr>
              <a:tr h="136613">
                <a:tc>
                  <a:txBody>
                    <a:bodyPr/>
                    <a:lstStyle/>
                    <a:p>
                      <a:pPr marL="0" marR="0" lvl="0" indent="0" algn="ctr" rtl="0">
                        <a:spcBef>
                          <a:spcPts val="0"/>
                        </a:spcBef>
                        <a:spcAft>
                          <a:spcPts val="0"/>
                        </a:spcAft>
                        <a:buNone/>
                      </a:pPr>
                      <a:r>
                        <a:rPr lang="en-US" sz="800" b="1" dirty="0">
                          <a:solidFill>
                            <a:srgbClr val="0070C0"/>
                          </a:solidFill>
                        </a:rPr>
                        <a:t>-10</a:t>
                      </a:r>
                      <a:endParaRPr dirty="0"/>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150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390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36613">
                <a:tc>
                  <a:txBody>
                    <a:bodyPr/>
                    <a:lstStyle/>
                    <a:p>
                      <a:pPr marL="0" marR="0" lvl="0" indent="0" algn="ctr" rtl="0">
                        <a:spcBef>
                          <a:spcPts val="0"/>
                        </a:spcBef>
                        <a:spcAft>
                          <a:spcPts val="0"/>
                        </a:spcAft>
                        <a:buNone/>
                      </a:pPr>
                      <a:r>
                        <a:rPr lang="en-US" sz="800" b="1" dirty="0"/>
                        <a:t>-15</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110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120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180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240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360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480</a:t>
                      </a:r>
                      <a:endParaRPr sz="800" b="1" dirty="0"/>
                    </a:p>
                  </a:txBody>
                  <a:tcPr marL="36000" marR="36000" marT="36000" marB="36000" anchor="ctr"/>
                </a:tc>
                <a:tc>
                  <a:txBody>
                    <a:bodyPr/>
                    <a:lstStyle/>
                    <a:p>
                      <a:pPr marL="0" marR="0" lvl="0" indent="0" algn="ctr" rtl="0">
                        <a:spcBef>
                          <a:spcPts val="0"/>
                        </a:spcBef>
                        <a:spcAft>
                          <a:spcPts val="0"/>
                        </a:spcAft>
                        <a:buNone/>
                      </a:pPr>
                      <a:r>
                        <a:rPr lang="en-US" sz="800" b="1" dirty="0"/>
                        <a:t>600</a:t>
                      </a:r>
                      <a:endParaRPr sz="800" b="1" dirty="0"/>
                    </a:p>
                  </a:txBody>
                  <a:tcPr marL="36000" marR="36000" marT="36000" marB="36000" anchor="ctr"/>
                </a:tc>
                <a:extLst>
                  <a:ext uri="{0D108BD9-81ED-4DB2-BD59-A6C34878D82A}">
                    <a16:rowId xmlns:a16="http://schemas.microsoft.com/office/drawing/2014/main" val="10005"/>
                  </a:ext>
                </a:extLst>
              </a:tr>
              <a:tr h="136613">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70C0"/>
                          </a:solidFill>
                          <a:effectLst/>
                          <a:uLnTx/>
                          <a:uFillTx/>
                          <a:latin typeface="Calibri"/>
                          <a:cs typeface="Calibri"/>
                          <a:sym typeface="Arial"/>
                        </a:rPr>
                        <a:t>-20</a:t>
                      </a: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140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210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280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420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710</a:t>
                      </a:r>
                      <a:endParaRPr sz="800" b="1" dirty="0">
                        <a:solidFill>
                          <a:srgbClr val="0070C0"/>
                        </a:solidFill>
                      </a:endParaRPr>
                    </a:p>
                  </a:txBody>
                  <a:tcPr marL="36000" marR="36000" marT="36000" marB="36000" anchor="ctr"/>
                </a:tc>
                <a:extLst>
                  <a:ext uri="{0D108BD9-81ED-4DB2-BD59-A6C34878D82A}">
                    <a16:rowId xmlns:a16="http://schemas.microsoft.com/office/drawing/2014/main" val="156798653"/>
                  </a:ext>
                </a:extLst>
              </a:tr>
            </a:tbl>
          </a:graphicData>
        </a:graphic>
      </p:graphicFrame>
      <p:sp>
        <p:nvSpPr>
          <p:cNvPr id="4" name="직사각형 3">
            <a:hlinkClick r:id="" action="ppaction://hlinkshowjump?jump=firstslide"/>
            <a:extLst>
              <a:ext uri="{FF2B5EF4-FFF2-40B4-BE49-F238E27FC236}">
                <a16:creationId xmlns:a16="http://schemas.microsoft.com/office/drawing/2014/main" id="{D66801E4-3ED8-B281-2C8A-63070C97C57C}"/>
              </a:ext>
            </a:extLst>
          </p:cNvPr>
          <p:cNvSpPr/>
          <p:nvPr/>
        </p:nvSpPr>
        <p:spPr>
          <a:xfrm>
            <a:off x="66127" y="4535602"/>
            <a:ext cx="644531" cy="276999"/>
          </a:xfrm>
          <a:prstGeom prst="rect">
            <a:avLst/>
          </a:prstGeom>
          <a:noFill/>
        </p:spPr>
        <p:txBody>
          <a:bodyPr wrap="square" lIns="0" tIns="0" rIns="0" bIns="0">
            <a:spAutoFit/>
          </a:bodyPr>
          <a:lstStyle/>
          <a:p>
            <a:pPr algn="ctr"/>
            <a:r>
              <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China</a:t>
            </a:r>
            <a:endParaRPr lang="en-US" altLang="ko-KR" sz="1800" b="1" cap="none" spc="0" dirty="0">
              <a:ln w="0"/>
              <a:solidFill>
                <a:srgbClr val="00B050"/>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DE8B52D6-2250-6FEA-FA01-2747CB81C281}"/>
              </a:ext>
            </a:extLst>
          </p:cNvPr>
          <p:cNvSpPr/>
          <p:nvPr/>
        </p:nvSpPr>
        <p:spPr>
          <a:xfrm>
            <a:off x="73208" y="419527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rPr>
              <a:t>Japan</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6" name="TextBox 5">
            <a:extLst>
              <a:ext uri="{FF2B5EF4-FFF2-40B4-BE49-F238E27FC236}">
                <a16:creationId xmlns:a16="http://schemas.microsoft.com/office/drawing/2014/main" id="{92527F55-1A9F-C247-A6B1-9D9CFFC42267}"/>
              </a:ext>
            </a:extLst>
          </p:cNvPr>
          <p:cNvSpPr txBox="1"/>
          <p:nvPr/>
        </p:nvSpPr>
        <p:spPr>
          <a:xfrm>
            <a:off x="-158860" y="3881406"/>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5"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330007039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376"/>
        <p:cNvGrpSpPr/>
        <p:nvPr/>
      </p:nvGrpSpPr>
      <p:grpSpPr>
        <a:xfrm>
          <a:off x="0" y="0"/>
          <a:ext cx="0" cy="0"/>
          <a:chOff x="0" y="0"/>
          <a:chExt cx="0" cy="0"/>
        </a:xfrm>
      </p:grpSpPr>
      <p:graphicFrame>
        <p:nvGraphicFramePr>
          <p:cNvPr id="377" name="Google Shape;377;p28"/>
          <p:cNvGraphicFramePr/>
          <p:nvPr>
            <p:extLst>
              <p:ext uri="{D42A27DB-BD31-4B8C-83A1-F6EECF244321}">
                <p14:modId xmlns:p14="http://schemas.microsoft.com/office/powerpoint/2010/main" val="1810471796"/>
              </p:ext>
            </p:extLst>
          </p:nvPr>
        </p:nvGraphicFramePr>
        <p:xfrm>
          <a:off x="7" y="55018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GMP 32L (261’) / 32R (262’) / 14R (254’)</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r>
                        <a:rPr lang="en-US" sz="800" b="1">
                          <a:solidFill>
                            <a:schemeClr val="dk1"/>
                          </a:solidFill>
                        </a:rPr>
                        <a:t>32L/R</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8000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5500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5300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chemeClr val="dk1"/>
                          </a:solidFill>
                        </a:rPr>
                        <a:t>4000</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2800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2300</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2000</a:t>
                      </a: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5810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5600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2970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2440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2120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5930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5710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B050"/>
                          </a:solidFill>
                        </a:rPr>
                        <a:t>2490</a:t>
                      </a:r>
                      <a:endParaRPr sz="800" b="1" dirty="0">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2160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6040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5820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2530</a:t>
                      </a: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2200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r h="176800">
                <a:tc>
                  <a:txBody>
                    <a:bodyPr/>
                    <a:lstStyle/>
                    <a:p>
                      <a:pPr marL="0" marR="0" lvl="0" indent="0" algn="ctr" rtl="0">
                        <a:spcBef>
                          <a:spcPts val="0"/>
                        </a:spcBef>
                        <a:spcAft>
                          <a:spcPts val="0"/>
                        </a:spcAft>
                        <a:buNone/>
                      </a:pPr>
                      <a:r>
                        <a:rPr lang="en-US" sz="800" b="1"/>
                        <a:t>R14</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2800</a:t>
                      </a:r>
                      <a:endParaRPr/>
                    </a:p>
                  </a:txBody>
                  <a:tcPr marL="36000" marR="36000" marT="36000" marB="36000" anchor="ctr"/>
                </a:tc>
                <a:tc>
                  <a:txBody>
                    <a:bodyPr/>
                    <a:lstStyle/>
                    <a:p>
                      <a:pPr marL="0" marR="0" lvl="0" indent="0" algn="ctr" rtl="0">
                        <a:spcBef>
                          <a:spcPts val="0"/>
                        </a:spcBef>
                        <a:spcAft>
                          <a:spcPts val="0"/>
                        </a:spcAft>
                        <a:buNone/>
                      </a:pPr>
                      <a:r>
                        <a:rPr lang="en-US" sz="800" b="1"/>
                        <a:t>1400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4000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extLst>
                  <a:ext uri="{0D108BD9-81ED-4DB2-BD59-A6C34878D82A}">
                    <a16:rowId xmlns:a16="http://schemas.microsoft.com/office/drawing/2014/main" val="10005"/>
                  </a:ext>
                </a:extLst>
              </a:tr>
              <a:tr h="17680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7680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3030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1520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7680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1540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graphicFrame>
        <p:nvGraphicFramePr>
          <p:cNvPr id="378" name="Google Shape;378;p28"/>
          <p:cNvGraphicFramePr/>
          <p:nvPr>
            <p:extLst>
              <p:ext uri="{D42A27DB-BD31-4B8C-83A1-F6EECF244321}">
                <p14:modId xmlns:p14="http://schemas.microsoft.com/office/powerpoint/2010/main" val="3338715404"/>
              </p:ext>
            </p:extLst>
          </p:nvPr>
        </p:nvGraphicFramePr>
        <p:xfrm>
          <a:off x="7" y="2357843"/>
          <a:ext cx="2328800" cy="969600"/>
        </p:xfrm>
        <a:graphic>
          <a:graphicData uri="http://schemas.openxmlformats.org/drawingml/2006/table">
            <a:tbl>
              <a:tblPr firstRow="1" bandRow="1">
                <a:noFill/>
                <a:tableStyleId>{A521BE36-7E6F-4EC9-8D66-1CF97A6895EC}</a:tableStyleId>
              </a:tblPr>
              <a:tblGrid>
                <a:gridCol w="291100">
                  <a:extLst>
                    <a:ext uri="{9D8B030D-6E8A-4147-A177-3AD203B41FA5}">
                      <a16:colId xmlns:a16="http://schemas.microsoft.com/office/drawing/2014/main" val="20000"/>
                    </a:ext>
                  </a:extLst>
                </a:gridCol>
                <a:gridCol w="291100">
                  <a:extLst>
                    <a:ext uri="{9D8B030D-6E8A-4147-A177-3AD203B41FA5}">
                      <a16:colId xmlns:a16="http://schemas.microsoft.com/office/drawing/2014/main" val="20001"/>
                    </a:ext>
                  </a:extLst>
                </a:gridCol>
                <a:gridCol w="291100">
                  <a:extLst>
                    <a:ext uri="{9D8B030D-6E8A-4147-A177-3AD203B41FA5}">
                      <a16:colId xmlns:a16="http://schemas.microsoft.com/office/drawing/2014/main" val="20002"/>
                    </a:ext>
                  </a:extLst>
                </a:gridCol>
                <a:gridCol w="291100">
                  <a:extLst>
                    <a:ext uri="{9D8B030D-6E8A-4147-A177-3AD203B41FA5}">
                      <a16:colId xmlns:a16="http://schemas.microsoft.com/office/drawing/2014/main" val="20003"/>
                    </a:ext>
                  </a:extLst>
                </a:gridCol>
                <a:gridCol w="291100">
                  <a:extLst>
                    <a:ext uri="{9D8B030D-6E8A-4147-A177-3AD203B41FA5}">
                      <a16:colId xmlns:a16="http://schemas.microsoft.com/office/drawing/2014/main" val="20004"/>
                    </a:ext>
                  </a:extLst>
                </a:gridCol>
                <a:gridCol w="291100">
                  <a:extLst>
                    <a:ext uri="{9D8B030D-6E8A-4147-A177-3AD203B41FA5}">
                      <a16:colId xmlns:a16="http://schemas.microsoft.com/office/drawing/2014/main" val="20005"/>
                    </a:ext>
                  </a:extLst>
                </a:gridCol>
                <a:gridCol w="291100">
                  <a:extLst>
                    <a:ext uri="{9D8B030D-6E8A-4147-A177-3AD203B41FA5}">
                      <a16:colId xmlns:a16="http://schemas.microsoft.com/office/drawing/2014/main" val="20006"/>
                    </a:ext>
                  </a:extLst>
                </a:gridCol>
                <a:gridCol w="291100">
                  <a:extLst>
                    <a:ext uri="{9D8B030D-6E8A-4147-A177-3AD203B41FA5}">
                      <a16:colId xmlns:a16="http://schemas.microsoft.com/office/drawing/2014/main" val="20007"/>
                    </a:ext>
                  </a:extLst>
                </a:gridCol>
              </a:tblGrid>
              <a:tr h="101600">
                <a:tc gridSpan="8">
                  <a:txBody>
                    <a:bodyPr/>
                    <a:lstStyle/>
                    <a:p>
                      <a:pPr marL="0" marR="0" lvl="0" indent="0" algn="ctr" rtl="0">
                        <a:spcBef>
                          <a:spcPts val="0"/>
                        </a:spcBef>
                        <a:spcAft>
                          <a:spcPts val="0"/>
                        </a:spcAft>
                        <a:buNone/>
                      </a:pPr>
                      <a:r>
                        <a:rPr lang="en-US" sz="800"/>
                        <a:t>CJU 07 (307’) / 25 (296’)</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01600">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sz="800" b="1"/>
                    </a:p>
                  </a:txBody>
                  <a:tcPr marL="36000" marR="36000" marT="36000" marB="36000" anchor="ctr"/>
                </a:tc>
                <a:tc>
                  <a:txBody>
                    <a:bodyPr/>
                    <a:lstStyle/>
                    <a:p>
                      <a:pPr marL="0" marR="0" lvl="0" indent="0" algn="ctr" rtl="0">
                        <a:spcBef>
                          <a:spcPts val="0"/>
                        </a:spcBef>
                        <a:spcAft>
                          <a:spcPts val="0"/>
                        </a:spcAft>
                        <a:buNone/>
                      </a:pPr>
                      <a:r>
                        <a:rPr lang="en-US" sz="800" b="1"/>
                        <a:t>2900</a:t>
                      </a:r>
                      <a:endParaRPr/>
                    </a:p>
                  </a:txBody>
                  <a:tcPr marL="36000" marR="36000" marT="36000" marB="36000" anchor="ctr"/>
                </a:tc>
                <a:tc>
                  <a:txBody>
                    <a:bodyPr/>
                    <a:lstStyle/>
                    <a:p>
                      <a:pPr marL="0" marR="0" lvl="0" indent="0" algn="ctr" rtl="0">
                        <a:spcBef>
                          <a:spcPts val="0"/>
                        </a:spcBef>
                        <a:spcAft>
                          <a:spcPts val="0"/>
                        </a:spcAft>
                        <a:buNone/>
                      </a:pPr>
                      <a:r>
                        <a:rPr lang="en-US" sz="800" b="1"/>
                        <a:t>1800</a:t>
                      </a:r>
                      <a:endParaRPr/>
                    </a:p>
                  </a:txBody>
                  <a:tcPr marL="36000" marR="36000" marT="36000" marB="36000" anchor="ctr"/>
                </a:tc>
                <a:tc>
                  <a:txBody>
                    <a:bodyPr/>
                    <a:lstStyle/>
                    <a:p>
                      <a:pPr marL="0" marR="0" lvl="0" indent="0" algn="ctr" rtl="0">
                        <a:spcBef>
                          <a:spcPts val="0"/>
                        </a:spcBef>
                        <a:spcAft>
                          <a:spcPts val="0"/>
                        </a:spcAft>
                        <a:buNone/>
                      </a:pPr>
                      <a:r>
                        <a:rPr lang="en-US" sz="800" b="1"/>
                        <a:t>07</a:t>
                      </a: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8000</a:t>
                      </a:r>
                      <a:endParaRPr/>
                    </a:p>
                  </a:txBody>
                  <a:tcPr marL="36000" marR="36000" marT="36000" marB="36000" anchor="ctr"/>
                </a:tc>
                <a:tc>
                  <a:txBody>
                    <a:bodyPr/>
                    <a:lstStyle/>
                    <a:p>
                      <a:pPr marL="0" marR="0" lvl="0" indent="0" algn="ctr" rtl="0">
                        <a:spcBef>
                          <a:spcPts val="0"/>
                        </a:spcBef>
                        <a:spcAft>
                          <a:spcPts val="0"/>
                        </a:spcAft>
                        <a:buNone/>
                      </a:pPr>
                      <a:r>
                        <a:rPr lang="en-US" sz="800" b="1">
                          <a:solidFill>
                            <a:schemeClr val="dk1"/>
                          </a:solidFill>
                        </a:rPr>
                        <a:t>25</a:t>
                      </a:r>
                      <a:endParaRPr sz="800" b="1">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1"/>
                  </a:ext>
                </a:extLst>
              </a:tr>
              <a:tr h="10160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3070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8450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0160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4300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3130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1940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8620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0160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3180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1970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8780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6590</a:t>
                      </a:r>
                      <a:endParaRPr sz="800" b="1" dirty="0">
                        <a:solidFill>
                          <a:srgbClr val="0070C0"/>
                        </a:solidFill>
                      </a:endParaRPr>
                    </a:p>
                  </a:txBody>
                  <a:tcPr marL="36000" marR="36000" marT="36000" marB="36000" anchor="ctr"/>
                </a:tc>
                <a:extLst>
                  <a:ext uri="{0D108BD9-81ED-4DB2-BD59-A6C34878D82A}">
                    <a16:rowId xmlns:a16="http://schemas.microsoft.com/office/drawing/2014/main" val="10004"/>
                  </a:ext>
                </a:extLst>
              </a:tr>
            </a:tbl>
          </a:graphicData>
        </a:graphic>
      </p:graphicFrame>
      <p:graphicFrame>
        <p:nvGraphicFramePr>
          <p:cNvPr id="381" name="Google Shape;381;p28"/>
          <p:cNvGraphicFramePr/>
          <p:nvPr>
            <p:extLst>
              <p:ext uri="{D42A27DB-BD31-4B8C-83A1-F6EECF244321}">
                <p14:modId xmlns:p14="http://schemas.microsoft.com/office/powerpoint/2010/main" val="2447582750"/>
              </p:ext>
            </p:extLst>
          </p:nvPr>
        </p:nvGraphicFramePr>
        <p:xfrm>
          <a:off x="7" y="0"/>
          <a:ext cx="2328850" cy="54866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63700">
                <a:tc>
                  <a:txBody>
                    <a:bodyPr/>
                    <a:lstStyle/>
                    <a:p>
                      <a:pPr marL="0" marR="0" lvl="0" indent="0" algn="l" rtl="0">
                        <a:spcBef>
                          <a:spcPts val="0"/>
                        </a:spcBef>
                        <a:spcAft>
                          <a:spcPts val="0"/>
                        </a:spcAft>
                        <a:buNone/>
                      </a:pPr>
                      <a:r>
                        <a:rPr lang="en-US" sz="1000" dirty="0"/>
                        <a:t>COLD TEMP CORRECTION (Domestic)</a:t>
                      </a:r>
                      <a:endParaRPr sz="1000" dirty="0"/>
                    </a:p>
                  </a:txBody>
                  <a:tcPr marL="91450" marR="91450" marT="45725" marB="45725"/>
                </a:tc>
                <a:extLst>
                  <a:ext uri="{0D108BD9-81ED-4DB2-BD59-A6C34878D82A}">
                    <a16:rowId xmlns:a16="http://schemas.microsoft.com/office/drawing/2014/main" val="10000"/>
                  </a:ext>
                </a:extLst>
              </a:tr>
              <a:tr h="248975">
                <a:tc>
                  <a:txBody>
                    <a:bodyPr/>
                    <a:lstStyle/>
                    <a:p>
                      <a:pPr marL="0" marR="0" lvl="0" indent="0" algn="l" rtl="0">
                        <a:spcBef>
                          <a:spcPts val="0"/>
                        </a:spcBef>
                        <a:spcAft>
                          <a:spcPts val="0"/>
                        </a:spcAft>
                        <a:buNone/>
                      </a:pPr>
                      <a:r>
                        <a:rPr lang="en-US" sz="700" dirty="0"/>
                        <a:t>Min </a:t>
                      </a:r>
                      <a:r>
                        <a:rPr lang="en-US" sz="700" dirty="0" err="1"/>
                        <a:t>은</a:t>
                      </a:r>
                      <a:r>
                        <a:rPr lang="en-US" sz="700" dirty="0"/>
                        <a:t> </a:t>
                      </a:r>
                      <a:r>
                        <a:rPr lang="en-US" sz="700" dirty="0" err="1"/>
                        <a:t>반드시</a:t>
                      </a:r>
                      <a:r>
                        <a:rPr lang="en-US" sz="700" dirty="0"/>
                        <a:t> </a:t>
                      </a:r>
                      <a:r>
                        <a:rPr lang="en-US" sz="700" dirty="0" err="1"/>
                        <a:t>수정</a:t>
                      </a:r>
                      <a:r>
                        <a:rPr lang="en-US" sz="700" dirty="0"/>
                        <a:t> (</a:t>
                      </a:r>
                      <a:r>
                        <a:rPr lang="en-US" sz="700" dirty="0" err="1"/>
                        <a:t>중간</a:t>
                      </a:r>
                      <a:r>
                        <a:rPr lang="en-US" sz="700" dirty="0"/>
                        <a:t> </a:t>
                      </a:r>
                      <a:r>
                        <a:rPr lang="en-US" sz="700" dirty="0" err="1"/>
                        <a:t>고도</a:t>
                      </a:r>
                      <a:r>
                        <a:rPr lang="en-US" sz="700" dirty="0"/>
                        <a:t> </a:t>
                      </a:r>
                      <a:r>
                        <a:rPr lang="en-US" sz="700" dirty="0" err="1"/>
                        <a:t>CORRECTION은</a:t>
                      </a:r>
                      <a:r>
                        <a:rPr lang="en-US" sz="700" dirty="0"/>
                        <a:t> PIC </a:t>
                      </a:r>
                      <a:r>
                        <a:rPr lang="en-US" sz="700" dirty="0" err="1"/>
                        <a:t>결정</a:t>
                      </a:r>
                      <a:r>
                        <a:rPr lang="en-US" sz="700" dirty="0"/>
                        <a:t>)</a:t>
                      </a:r>
                      <a:endParaRPr dirty="0"/>
                    </a:p>
                    <a:p>
                      <a:pPr marL="0" marR="0" lvl="0" indent="0" algn="l" rtl="0">
                        <a:spcBef>
                          <a:spcPts val="0"/>
                        </a:spcBef>
                        <a:spcAft>
                          <a:spcPts val="0"/>
                        </a:spcAft>
                        <a:buNone/>
                      </a:pPr>
                      <a:r>
                        <a:rPr lang="en-US" sz="700" dirty="0"/>
                        <a:t>Missed App </a:t>
                      </a:r>
                      <a:r>
                        <a:rPr lang="en-US" sz="700" dirty="0" err="1"/>
                        <a:t>고도는</a:t>
                      </a:r>
                      <a:r>
                        <a:rPr lang="en-US" sz="700" dirty="0"/>
                        <a:t> ATC </a:t>
                      </a:r>
                      <a:r>
                        <a:rPr lang="en-US" sz="700" dirty="0" err="1"/>
                        <a:t>협조</a:t>
                      </a:r>
                      <a:r>
                        <a:rPr lang="en-US" sz="700" dirty="0"/>
                        <a:t> </a:t>
                      </a:r>
                      <a:r>
                        <a:rPr lang="en-US" sz="700" dirty="0" err="1"/>
                        <a:t>필요</a:t>
                      </a:r>
                      <a:endParaRPr sz="700" dirty="0"/>
                    </a:p>
                  </a:txBody>
                  <a:tcPr marL="91450" marR="91450" marT="45725" marB="45725"/>
                </a:tc>
                <a:extLst>
                  <a:ext uri="{0D108BD9-81ED-4DB2-BD59-A6C34878D82A}">
                    <a16:rowId xmlns:a16="http://schemas.microsoft.com/office/drawing/2014/main" val="10001"/>
                  </a:ext>
                </a:extLst>
              </a:tr>
            </a:tbl>
          </a:graphicData>
        </a:graphic>
      </p:graphicFrame>
      <p:sp>
        <p:nvSpPr>
          <p:cNvPr id="2" name="직사각형 1">
            <a:hlinkClick r:id="" action="ppaction://hlinkshowjump?jump=firstslide"/>
            <a:extLst>
              <a:ext uri="{FF2B5EF4-FFF2-40B4-BE49-F238E27FC236}">
                <a16:creationId xmlns:a16="http://schemas.microsoft.com/office/drawing/2014/main" id="{06196B91-167A-7407-2A65-8B29A3124F68}"/>
              </a:ext>
            </a:extLst>
          </p:cNvPr>
          <p:cNvSpPr/>
          <p:nvPr/>
        </p:nvSpPr>
        <p:spPr>
          <a:xfrm>
            <a:off x="842121" y="518977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3" name="Google Shape;389;p29">
            <a:extLst>
              <a:ext uri="{FF2B5EF4-FFF2-40B4-BE49-F238E27FC236}">
                <a16:creationId xmlns:a16="http://schemas.microsoft.com/office/drawing/2014/main" id="{BC46C6F3-A4C3-1AF2-23EC-BBACBA6ACAAA}"/>
              </a:ext>
            </a:extLst>
          </p:cNvPr>
          <p:cNvGraphicFramePr/>
          <p:nvPr>
            <p:extLst>
              <p:ext uri="{D42A27DB-BD31-4B8C-83A1-F6EECF244321}">
                <p14:modId xmlns:p14="http://schemas.microsoft.com/office/powerpoint/2010/main" val="884900013"/>
              </p:ext>
            </p:extLst>
          </p:nvPr>
        </p:nvGraphicFramePr>
        <p:xfrm>
          <a:off x="0" y="3389460"/>
          <a:ext cx="2328775" cy="1745280"/>
        </p:xfrm>
        <a:graphic>
          <a:graphicData uri="http://schemas.openxmlformats.org/drawingml/2006/table">
            <a:tbl>
              <a:tblPr firstRow="1" bandRow="1">
                <a:noFill/>
                <a:tableStyleId>{A521BE36-7E6F-4EC9-8D66-1CF97A6895EC}</a:tableStyleId>
              </a:tblPr>
              <a:tblGrid>
                <a:gridCol w="333250">
                  <a:extLst>
                    <a:ext uri="{9D8B030D-6E8A-4147-A177-3AD203B41FA5}">
                      <a16:colId xmlns:a16="http://schemas.microsoft.com/office/drawing/2014/main" val="20000"/>
                    </a:ext>
                  </a:extLst>
                </a:gridCol>
                <a:gridCol w="285075">
                  <a:extLst>
                    <a:ext uri="{9D8B030D-6E8A-4147-A177-3AD203B41FA5}">
                      <a16:colId xmlns:a16="http://schemas.microsoft.com/office/drawing/2014/main" val="20001"/>
                    </a:ext>
                  </a:extLst>
                </a:gridCol>
                <a:gridCol w="285075">
                  <a:extLst>
                    <a:ext uri="{9D8B030D-6E8A-4147-A177-3AD203B41FA5}">
                      <a16:colId xmlns:a16="http://schemas.microsoft.com/office/drawing/2014/main" val="20002"/>
                    </a:ext>
                  </a:extLst>
                </a:gridCol>
                <a:gridCol w="285075">
                  <a:extLst>
                    <a:ext uri="{9D8B030D-6E8A-4147-A177-3AD203B41FA5}">
                      <a16:colId xmlns:a16="http://schemas.microsoft.com/office/drawing/2014/main" val="20003"/>
                    </a:ext>
                  </a:extLst>
                </a:gridCol>
                <a:gridCol w="285075">
                  <a:extLst>
                    <a:ext uri="{9D8B030D-6E8A-4147-A177-3AD203B41FA5}">
                      <a16:colId xmlns:a16="http://schemas.microsoft.com/office/drawing/2014/main" val="20004"/>
                    </a:ext>
                  </a:extLst>
                </a:gridCol>
                <a:gridCol w="285075">
                  <a:extLst>
                    <a:ext uri="{9D8B030D-6E8A-4147-A177-3AD203B41FA5}">
                      <a16:colId xmlns:a16="http://schemas.microsoft.com/office/drawing/2014/main" val="20005"/>
                    </a:ext>
                  </a:extLst>
                </a:gridCol>
                <a:gridCol w="285075">
                  <a:extLst>
                    <a:ext uri="{9D8B030D-6E8A-4147-A177-3AD203B41FA5}">
                      <a16:colId xmlns:a16="http://schemas.microsoft.com/office/drawing/2014/main" val="20006"/>
                    </a:ext>
                  </a:extLst>
                </a:gridCol>
                <a:gridCol w="285075">
                  <a:extLst>
                    <a:ext uri="{9D8B030D-6E8A-4147-A177-3AD203B41FA5}">
                      <a16:colId xmlns:a16="http://schemas.microsoft.com/office/drawing/2014/main" val="20007"/>
                    </a:ext>
                  </a:extLst>
                </a:gridCol>
              </a:tblGrid>
              <a:tr h="164650">
                <a:tc gridSpan="8">
                  <a:txBody>
                    <a:bodyPr/>
                    <a:lstStyle/>
                    <a:p>
                      <a:pPr marL="0" marR="0" lvl="0" indent="0" algn="ctr" rtl="0">
                        <a:spcBef>
                          <a:spcPts val="0"/>
                        </a:spcBef>
                        <a:spcAft>
                          <a:spcPts val="0"/>
                        </a:spcAft>
                        <a:buNone/>
                      </a:pPr>
                      <a:r>
                        <a:rPr lang="en-US" sz="800"/>
                        <a:t>PUS 36L(233’),36R(228’) / 18L/R (see below)</a:t>
                      </a:r>
                      <a:endParaRPr sz="800"/>
                    </a:p>
                  </a:txBody>
                  <a:tcPr marL="36000" marR="36000" marT="36000" marB="36000" anchor="ct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tc hMerge="1">
                  <a:txBody>
                    <a:bodyPr/>
                    <a:lstStyle/>
                    <a:p>
                      <a:endParaRPr lang="ko-Kore-KR"/>
                    </a:p>
                  </a:txBody>
                  <a:tcPr/>
                </a:tc>
                <a:extLst>
                  <a:ext uri="{0D108BD9-81ED-4DB2-BD59-A6C34878D82A}">
                    <a16:rowId xmlns:a16="http://schemas.microsoft.com/office/drawing/2014/main" val="10000"/>
                  </a:ext>
                </a:extLst>
              </a:tr>
              <a:tr h="164650">
                <a:tc>
                  <a:txBody>
                    <a:bodyPr/>
                    <a:lstStyle/>
                    <a:p>
                      <a:pPr marL="0" marR="0" lvl="0" indent="0" algn="ctr" rtl="0">
                        <a:spcBef>
                          <a:spcPts val="0"/>
                        </a:spcBef>
                        <a:spcAft>
                          <a:spcPts val="0"/>
                        </a:spcAft>
                        <a:buNone/>
                      </a:pPr>
                      <a:r>
                        <a:rPr lang="en-US" sz="800" b="1" dirty="0">
                          <a:solidFill>
                            <a:schemeClr val="dk1"/>
                          </a:solidFill>
                        </a:rPr>
                        <a:t>36L/R</a:t>
                      </a:r>
                      <a:endParaRPr sz="800" b="1" dirty="0">
                        <a:solidFill>
                          <a:schemeClr val="dk1"/>
                        </a:solidFill>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3300</a:t>
                      </a:r>
                      <a:endParaRPr/>
                    </a:p>
                  </a:txBody>
                  <a:tcPr marL="36000" marR="36000" marT="36000" marB="36000" anchor="ctr"/>
                </a:tc>
                <a:tc>
                  <a:txBody>
                    <a:bodyPr/>
                    <a:lstStyle/>
                    <a:p>
                      <a:pPr marL="0" marR="0" lvl="0" indent="0" algn="ctr" rtl="0">
                        <a:spcBef>
                          <a:spcPts val="0"/>
                        </a:spcBef>
                        <a:spcAft>
                          <a:spcPts val="0"/>
                        </a:spcAft>
                        <a:buNone/>
                      </a:pPr>
                      <a:r>
                        <a:rPr lang="en-US" sz="800" b="1"/>
                        <a:t>2100</a:t>
                      </a:r>
                      <a:endParaRPr sz="800" b="1"/>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tc>
                  <a:txBody>
                    <a:bodyPr/>
                    <a:lstStyle/>
                    <a:p>
                      <a:pPr marL="0" marR="0" lvl="0" indent="0" algn="ctr" rtl="0">
                        <a:spcBef>
                          <a:spcPts val="0"/>
                        </a:spcBef>
                        <a:spcAft>
                          <a:spcPts val="0"/>
                        </a:spcAft>
                        <a:buNone/>
                      </a:pPr>
                      <a:endParaRPr sz="800" b="1">
                        <a:solidFill>
                          <a:schemeClr val="dk1"/>
                        </a:solidFill>
                      </a:endParaRPr>
                    </a:p>
                  </a:txBody>
                  <a:tcPr marL="36000" marR="36000" marT="36000" marB="36000" anchor="ctr"/>
                </a:tc>
                <a:extLst>
                  <a:ext uri="{0D108BD9-81ED-4DB2-BD59-A6C34878D82A}">
                    <a16:rowId xmlns:a16="http://schemas.microsoft.com/office/drawing/2014/main" val="10001"/>
                  </a:ext>
                </a:extLst>
              </a:tr>
              <a:tr h="164650">
                <a:tc>
                  <a:txBody>
                    <a:bodyPr/>
                    <a:lstStyle/>
                    <a:p>
                      <a:pPr marL="0" marR="0" lvl="0" indent="0" algn="ctr" rtl="0">
                        <a:spcBef>
                          <a:spcPts val="0"/>
                        </a:spcBef>
                        <a:spcAft>
                          <a:spcPts val="0"/>
                        </a:spcAft>
                        <a:buNone/>
                      </a:pPr>
                      <a:r>
                        <a:rPr lang="en-US" sz="800" b="1">
                          <a:solidFill>
                            <a:srgbClr val="0070C0"/>
                          </a:solidFill>
                        </a:rPr>
                        <a:t>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2"/>
                  </a:ext>
                </a:extLst>
              </a:tr>
              <a:tr h="164650">
                <a:tc>
                  <a:txBody>
                    <a:bodyPr/>
                    <a:lstStyle/>
                    <a:p>
                      <a:pPr marL="0" marR="0" lvl="0" indent="0" algn="ctr" rtl="0">
                        <a:spcBef>
                          <a:spcPts val="0"/>
                        </a:spcBef>
                        <a:spcAft>
                          <a:spcPts val="0"/>
                        </a:spcAft>
                        <a:buNone/>
                      </a:pPr>
                      <a:r>
                        <a:rPr lang="en-US" sz="800" b="1">
                          <a:solidFill>
                            <a:srgbClr val="00B050"/>
                          </a:solidFill>
                        </a:rPr>
                        <a:t>-5</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3560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2250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extLst>
                  <a:ext uri="{0D108BD9-81ED-4DB2-BD59-A6C34878D82A}">
                    <a16:rowId xmlns:a16="http://schemas.microsoft.com/office/drawing/2014/main" val="10003"/>
                  </a:ext>
                </a:extLst>
              </a:tr>
              <a:tr h="164650">
                <a:tc>
                  <a:txBody>
                    <a:bodyPr/>
                    <a:lstStyle/>
                    <a:p>
                      <a:pPr marL="0" marR="0" lvl="0" indent="0" algn="ctr" rtl="0">
                        <a:spcBef>
                          <a:spcPts val="0"/>
                        </a:spcBef>
                        <a:spcAft>
                          <a:spcPts val="0"/>
                        </a:spcAft>
                        <a:buNone/>
                      </a:pPr>
                      <a:r>
                        <a:rPr lang="en-US" sz="800" b="1">
                          <a:solidFill>
                            <a:srgbClr val="0070C0"/>
                          </a:solidFill>
                        </a:rPr>
                        <a:t>-10</a:t>
                      </a:r>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3620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extLst>
                  <a:ext uri="{0D108BD9-81ED-4DB2-BD59-A6C34878D82A}">
                    <a16:rowId xmlns:a16="http://schemas.microsoft.com/office/drawing/2014/main" val="10004"/>
                  </a:ext>
                </a:extLst>
              </a:tr>
              <a:tr h="164650">
                <a:tc>
                  <a:txBody>
                    <a:bodyPr/>
                    <a:lstStyle/>
                    <a:p>
                      <a:pPr marL="0" marR="0" lvl="0" indent="0" algn="ctr" rtl="0">
                        <a:spcBef>
                          <a:spcPts val="0"/>
                        </a:spcBef>
                        <a:spcAft>
                          <a:spcPts val="0"/>
                        </a:spcAft>
                        <a:buNone/>
                      </a:pPr>
                      <a:r>
                        <a:rPr lang="en-US" sz="800" b="1"/>
                        <a:t>18L/R</a:t>
                      </a:r>
                      <a:endParaRPr/>
                    </a:p>
                  </a:txBody>
                  <a:tcPr marL="36000" marR="36000" marT="36000" marB="36000" anchor="ctr"/>
                </a:tc>
                <a:tc>
                  <a:txBody>
                    <a:bodyPr/>
                    <a:lstStyle/>
                    <a:p>
                      <a:pPr marL="0" marR="0" lvl="0" indent="0" algn="ctr" rtl="0">
                        <a:spcBef>
                          <a:spcPts val="0"/>
                        </a:spcBef>
                        <a:spcAft>
                          <a:spcPts val="0"/>
                        </a:spcAft>
                        <a:buNone/>
                      </a:pPr>
                      <a:r>
                        <a:rPr lang="en-US" sz="800" b="1"/>
                        <a:t>6000</a:t>
                      </a:r>
                      <a:endParaRPr sz="800" b="1"/>
                    </a:p>
                  </a:txBody>
                  <a:tcPr marL="36000" marR="36000" marT="36000" marB="36000" anchor="ctr"/>
                </a:tc>
                <a:tc>
                  <a:txBody>
                    <a:bodyPr/>
                    <a:lstStyle/>
                    <a:p>
                      <a:pPr marL="0" marR="0" lvl="0" indent="0" algn="ctr" rtl="0">
                        <a:spcBef>
                          <a:spcPts val="0"/>
                        </a:spcBef>
                        <a:spcAft>
                          <a:spcPts val="0"/>
                        </a:spcAft>
                        <a:buNone/>
                      </a:pPr>
                      <a:r>
                        <a:rPr lang="en-US" sz="800" b="1"/>
                        <a:t>5000</a:t>
                      </a:r>
                      <a:endParaRPr/>
                    </a:p>
                  </a:txBody>
                  <a:tcPr marL="36000" marR="36000" marT="36000" marB="36000" anchor="ctr"/>
                </a:tc>
                <a:tc>
                  <a:txBody>
                    <a:bodyPr/>
                    <a:lstStyle/>
                    <a:p>
                      <a:pPr marL="0" marR="0" lvl="0" indent="0" algn="ctr" rtl="0">
                        <a:spcBef>
                          <a:spcPts val="0"/>
                        </a:spcBef>
                        <a:spcAft>
                          <a:spcPts val="0"/>
                        </a:spcAft>
                        <a:buNone/>
                      </a:pPr>
                      <a:r>
                        <a:rPr lang="en-US" sz="800" b="1"/>
                        <a:t>4000</a:t>
                      </a:r>
                      <a:endParaRPr/>
                    </a:p>
                  </a:txBody>
                  <a:tcPr marL="36000" marR="36000" marT="36000" marB="36000" anchor="ctr"/>
                </a:tc>
                <a:tc>
                  <a:txBody>
                    <a:bodyPr/>
                    <a:lstStyle/>
                    <a:p>
                      <a:pPr marL="0" marR="0" lvl="0" indent="0" algn="ctr" rtl="0">
                        <a:spcBef>
                          <a:spcPts val="0"/>
                        </a:spcBef>
                        <a:spcAft>
                          <a:spcPts val="0"/>
                        </a:spcAft>
                        <a:buNone/>
                      </a:pPr>
                      <a:r>
                        <a:rPr lang="en-US" sz="800" b="1"/>
                        <a:t>2600</a:t>
                      </a:r>
                      <a:endParaRPr sz="800" b="1"/>
                    </a:p>
                  </a:txBody>
                  <a:tcPr marL="36000" marR="36000" marT="36000" marB="36000" anchor="ctr"/>
                </a:tc>
                <a:tc>
                  <a:txBody>
                    <a:bodyPr/>
                    <a:lstStyle/>
                    <a:p>
                      <a:pPr marL="0" marR="0" lvl="0" indent="0" algn="ctr" rtl="0">
                        <a:spcBef>
                          <a:spcPts val="0"/>
                        </a:spcBef>
                        <a:spcAft>
                          <a:spcPts val="0"/>
                        </a:spcAft>
                        <a:buNone/>
                      </a:pPr>
                      <a:r>
                        <a:rPr lang="en-US" sz="800" b="1"/>
                        <a:t>1700</a:t>
                      </a:r>
                      <a:endParaRPr/>
                    </a:p>
                  </a:txBody>
                  <a:tcPr marL="36000" marR="36000" marT="36000" marB="36000" anchor="ctr"/>
                </a:tc>
                <a:tc>
                  <a:txBody>
                    <a:bodyPr/>
                    <a:lstStyle/>
                    <a:p>
                      <a:pPr marL="0" marR="0" lvl="0" indent="0" algn="ctr" rtl="0">
                        <a:spcBef>
                          <a:spcPts val="0"/>
                        </a:spcBef>
                        <a:spcAft>
                          <a:spcPts val="0"/>
                        </a:spcAft>
                        <a:buNone/>
                      </a:pPr>
                      <a:endParaRPr sz="800" b="1"/>
                    </a:p>
                  </a:txBody>
                  <a:tcPr marL="36000" marR="36000" marT="36000" marB="36000" anchor="ctr"/>
                </a:tc>
                <a:tc>
                  <a:txBody>
                    <a:bodyPr/>
                    <a:lstStyle/>
                    <a:p>
                      <a:pPr marL="0" marR="0" lvl="0" indent="0" algn="ctr" rtl="0">
                        <a:spcBef>
                          <a:spcPts val="0"/>
                        </a:spcBef>
                        <a:spcAft>
                          <a:spcPts val="0"/>
                        </a:spcAft>
                        <a:buNone/>
                      </a:pPr>
                      <a:r>
                        <a:rPr lang="en-US" sz="800" b="1">
                          <a:solidFill>
                            <a:srgbClr val="FF0000"/>
                          </a:solidFill>
                        </a:rPr>
                        <a:t>6000</a:t>
                      </a:r>
                      <a:endParaRPr sz="800" b="1">
                        <a:solidFill>
                          <a:srgbClr val="FF0000"/>
                        </a:solidFill>
                      </a:endParaRPr>
                    </a:p>
                  </a:txBody>
                  <a:tcPr marL="36000" marR="36000" marT="36000" marB="36000" anchor="ctr"/>
                </a:tc>
                <a:extLst>
                  <a:ext uri="{0D108BD9-81ED-4DB2-BD59-A6C34878D82A}">
                    <a16:rowId xmlns:a16="http://schemas.microsoft.com/office/drawing/2014/main" val="10005"/>
                  </a:ext>
                </a:extLst>
              </a:tr>
              <a:tr h="164650">
                <a:tc>
                  <a:txBody>
                    <a:bodyPr/>
                    <a:lstStyle/>
                    <a:p>
                      <a:pPr marL="0" marR="0" lvl="0" indent="0" algn="ctr" rtl="0">
                        <a:spcBef>
                          <a:spcPts val="0"/>
                        </a:spcBef>
                        <a:spcAft>
                          <a:spcPts val="0"/>
                        </a:spcAft>
                        <a:buNone/>
                      </a:pPr>
                      <a:r>
                        <a:rPr lang="en-US" sz="800" b="1">
                          <a:solidFill>
                            <a:srgbClr val="0070C0"/>
                          </a:solidFill>
                        </a:rPr>
                        <a:t>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5290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4230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2760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1800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6340</a:t>
                      </a:r>
                      <a:endParaRPr sz="800" b="1">
                        <a:solidFill>
                          <a:srgbClr val="0070C0"/>
                        </a:solidFill>
                      </a:endParaRPr>
                    </a:p>
                  </a:txBody>
                  <a:tcPr marL="36000" marR="36000" marT="36000" marB="36000" anchor="ctr"/>
                </a:tc>
                <a:extLst>
                  <a:ext uri="{0D108BD9-81ED-4DB2-BD59-A6C34878D82A}">
                    <a16:rowId xmlns:a16="http://schemas.microsoft.com/office/drawing/2014/main" val="10006"/>
                  </a:ext>
                </a:extLst>
              </a:tr>
              <a:tr h="164650">
                <a:tc>
                  <a:txBody>
                    <a:bodyPr/>
                    <a:lstStyle/>
                    <a:p>
                      <a:pPr marL="0" marR="0" lvl="0" indent="0" algn="ctr" rtl="0">
                        <a:spcBef>
                          <a:spcPts val="0"/>
                        </a:spcBef>
                        <a:spcAft>
                          <a:spcPts val="0"/>
                        </a:spcAft>
                        <a:buNone/>
                      </a:pPr>
                      <a:r>
                        <a:rPr lang="en-US" sz="800" b="1">
                          <a:solidFill>
                            <a:srgbClr val="00B050"/>
                          </a:solidFill>
                        </a:rPr>
                        <a:t>-5</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5390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4310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2810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1830</a:t>
                      </a: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B05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B050"/>
                          </a:solidFill>
                        </a:rPr>
                        <a:t>6460</a:t>
                      </a:r>
                      <a:endParaRPr sz="800" b="1">
                        <a:solidFill>
                          <a:srgbClr val="00B050"/>
                        </a:solidFill>
                      </a:endParaRPr>
                    </a:p>
                  </a:txBody>
                  <a:tcPr marL="36000" marR="36000" marT="36000" marB="36000" anchor="ctr"/>
                </a:tc>
                <a:extLst>
                  <a:ext uri="{0D108BD9-81ED-4DB2-BD59-A6C34878D82A}">
                    <a16:rowId xmlns:a16="http://schemas.microsoft.com/office/drawing/2014/main" val="10007"/>
                  </a:ext>
                </a:extLst>
              </a:tr>
              <a:tr h="164650">
                <a:tc>
                  <a:txBody>
                    <a:bodyPr/>
                    <a:lstStyle/>
                    <a:p>
                      <a:pPr marL="0" marR="0" lvl="0" indent="0" algn="ctr" rtl="0">
                        <a:spcBef>
                          <a:spcPts val="0"/>
                        </a:spcBef>
                        <a:spcAft>
                          <a:spcPts val="0"/>
                        </a:spcAft>
                        <a:buNone/>
                      </a:pPr>
                      <a:r>
                        <a:rPr lang="en-US" sz="800" b="1">
                          <a:solidFill>
                            <a:srgbClr val="0070C0"/>
                          </a:solidFill>
                        </a:rPr>
                        <a:t>-10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6580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5490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4390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2860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a:solidFill>
                            <a:srgbClr val="0070C0"/>
                          </a:solidFill>
                        </a:rPr>
                        <a:t>1870</a:t>
                      </a: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endParaRPr sz="800" b="1">
                        <a:solidFill>
                          <a:srgbClr val="0070C0"/>
                        </a:solidFill>
                      </a:endParaRPr>
                    </a:p>
                  </a:txBody>
                  <a:tcPr marL="36000" marR="36000" marT="36000" marB="36000" anchor="ctr"/>
                </a:tc>
                <a:tc>
                  <a:txBody>
                    <a:bodyPr/>
                    <a:lstStyle/>
                    <a:p>
                      <a:pPr marL="0" marR="0" lvl="0" indent="0" algn="ctr" rtl="0">
                        <a:spcBef>
                          <a:spcPts val="0"/>
                        </a:spcBef>
                        <a:spcAft>
                          <a:spcPts val="0"/>
                        </a:spcAft>
                        <a:buNone/>
                      </a:pPr>
                      <a:r>
                        <a:rPr lang="en-US" sz="800" b="1" dirty="0">
                          <a:solidFill>
                            <a:srgbClr val="0070C0"/>
                          </a:solidFill>
                        </a:rPr>
                        <a:t>6580</a:t>
                      </a:r>
                      <a:endParaRPr sz="800" b="1" dirty="0">
                        <a:solidFill>
                          <a:srgbClr val="0070C0"/>
                        </a:solidFill>
                      </a:endParaRPr>
                    </a:p>
                  </a:txBody>
                  <a:tcPr marL="36000" marR="36000" marT="36000" marB="36000" anchor="ctr"/>
                </a:tc>
                <a:extLst>
                  <a:ext uri="{0D108BD9-81ED-4DB2-BD59-A6C34878D82A}">
                    <a16:rowId xmlns:a16="http://schemas.microsoft.com/office/drawing/2014/main" val="10008"/>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401"/>
        <p:cNvGrpSpPr/>
        <p:nvPr/>
      </p:nvGrpSpPr>
      <p:grpSpPr>
        <a:xfrm>
          <a:off x="0" y="0"/>
          <a:ext cx="0" cy="0"/>
          <a:chOff x="0" y="0"/>
          <a:chExt cx="0" cy="0"/>
        </a:xfrm>
      </p:grpSpPr>
      <p:graphicFrame>
        <p:nvGraphicFramePr>
          <p:cNvPr id="402" name="Google Shape;402;p31"/>
          <p:cNvGraphicFramePr/>
          <p:nvPr>
            <p:extLst>
              <p:ext uri="{D42A27DB-BD31-4B8C-83A1-F6EECF244321}">
                <p14:modId xmlns:p14="http://schemas.microsoft.com/office/powerpoint/2010/main" val="3821158505"/>
              </p:ext>
            </p:extLst>
          </p:nvPr>
        </p:nvGraphicFramePr>
        <p:xfrm>
          <a:off x="12706" y="8861"/>
          <a:ext cx="2328875" cy="5512521"/>
        </p:xfrm>
        <a:graphic>
          <a:graphicData uri="http://schemas.openxmlformats.org/drawingml/2006/table">
            <a:tbl>
              <a:tblPr firstRow="1" bandRow="1">
                <a:noFill/>
                <a:tableStyleId>{A521BE36-7E6F-4EC9-8D66-1CF97A6895EC}</a:tableStyleId>
              </a:tblPr>
              <a:tblGrid>
                <a:gridCol w="2328875">
                  <a:extLst>
                    <a:ext uri="{9D8B030D-6E8A-4147-A177-3AD203B41FA5}">
                      <a16:colId xmlns:a16="http://schemas.microsoft.com/office/drawing/2014/main" val="20000"/>
                    </a:ext>
                  </a:extLst>
                </a:gridCol>
              </a:tblGrid>
              <a:tr h="231051">
                <a:tc>
                  <a:txBody>
                    <a:bodyPr/>
                    <a:lstStyle/>
                    <a:p>
                      <a:pPr marL="0" marR="0" lvl="0" indent="0" algn="l" rtl="0">
                        <a:spcBef>
                          <a:spcPts val="0"/>
                        </a:spcBef>
                        <a:spcAft>
                          <a:spcPts val="0"/>
                        </a:spcAft>
                        <a:buNone/>
                      </a:pPr>
                      <a:r>
                        <a:rPr lang="en-US" sz="1000" dirty="0">
                          <a:latin typeface="Arial" panose="020B0604020202020204" pitchFamily="34" charset="0"/>
                          <a:cs typeface="Arial" panose="020B0604020202020204" pitchFamily="34" charset="0"/>
                        </a:rPr>
                        <a:t>COLD </a:t>
                      </a:r>
                      <a:r>
                        <a:rPr lang="en-US" sz="1000" dirty="0" err="1">
                          <a:latin typeface="Arial" panose="020B0604020202020204" pitchFamily="34" charset="0"/>
                          <a:cs typeface="Arial" panose="020B0604020202020204" pitchFamily="34" charset="0"/>
                        </a:rPr>
                        <a:t>Wx</a:t>
                      </a:r>
                      <a:r>
                        <a:rPr lang="en-US" sz="1000" dirty="0">
                          <a:latin typeface="Arial" panose="020B0604020202020204" pitchFamily="34" charset="0"/>
                          <a:cs typeface="Arial" panose="020B0604020202020204" pitchFamily="34" charset="0"/>
                        </a:rPr>
                        <a:t> Operation</a:t>
                      </a:r>
                      <a:endParaRPr sz="10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0"/>
                  </a:ext>
                </a:extLst>
              </a:tr>
              <a:tr h="701803">
                <a:tc>
                  <a:txBody>
                    <a:bodyPr/>
                    <a:lstStyle/>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OAT (GND) / TAT (TAT) is 10°C (50°F) or below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visible moisture (clouds, fog with VIS 1SM (1600 m) or rain, snow, sleet, ice crystals...)</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dirty="0">
                          <a:latin typeface="Arial" panose="020B0604020202020204" pitchFamily="34" charset="0"/>
                          <a:ea typeface="Helvetica Neue"/>
                          <a:cs typeface="Arial" panose="020B0604020202020204" pitchFamily="34" charset="0"/>
                          <a:sym typeface="Helvetica Neue"/>
                        </a:rPr>
                        <a:t>  • ice, snow, slush and standing water is present on the ramps, taxiways, or runways.</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340893">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PRELIMINARY (OAT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800" b="1" dirty="0">
                          <a:solidFill>
                            <a:schemeClr val="bg1"/>
                          </a:solidFill>
                          <a:latin typeface="Arial" panose="020B0604020202020204" pitchFamily="34" charset="0"/>
                          <a:ea typeface="Helvetica Neue"/>
                          <a:cs typeface="Arial" panose="020B0604020202020204" pitchFamily="34" charset="0"/>
                          <a:sym typeface="Helvetica Neue"/>
                        </a:rPr>
                        <a:t>LOGBOOK </a:t>
                      </a:r>
                      <a:r>
                        <a:rPr lang="en-US" altLang="ko-KR" sz="800" b="1" dirty="0">
                          <a:solidFill>
                            <a:schemeClr val="bg1"/>
                          </a:solidFill>
                          <a:latin typeface="Arial" panose="020B0604020202020204" pitchFamily="34" charset="0"/>
                          <a:ea typeface="Helvetica Neue"/>
                          <a:cs typeface="Arial" panose="020B0604020202020204" pitchFamily="34" charset="0"/>
                          <a:sym typeface="Helvetica Neue"/>
                        </a:rPr>
                        <a:t>--------------------------------------</a:t>
                      </a:r>
                      <a:r>
                        <a:rPr lang="en-US" sz="800" b="1" dirty="0">
                          <a:solidFill>
                            <a:schemeClr val="bg1"/>
                          </a:solidFill>
                          <a:latin typeface="Arial" panose="020B0604020202020204" pitchFamily="34" charset="0"/>
                          <a:ea typeface="Helvetica Neue"/>
                          <a:cs typeface="Arial" panose="020B0604020202020204" pitchFamily="34" charset="0"/>
                          <a:sym typeface="Helvetica Neue"/>
                        </a:rPr>
                        <a:t>  CHECK</a:t>
                      </a:r>
                    </a:p>
                    <a:p>
                      <a:pPr marL="0" marR="0" lvl="0" indent="0" algn="l" rtl="0">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MAX TIME TO NEXT ENG ACC ---- DETERMINE</a:t>
                      </a:r>
                    </a:p>
                    <a:p>
                      <a:pPr marL="0" marR="0" lvl="0" indent="0" algn="l" rtl="0">
                        <a:spcBef>
                          <a:spcPts val="0"/>
                        </a:spcBef>
                        <a:spcAft>
                          <a:spcPts val="0"/>
                        </a:spcAft>
                        <a:buNone/>
                      </a:pPr>
                      <a:r>
                        <a:rPr lang="en-US" sz="600" b="1" dirty="0">
                          <a:solidFill>
                            <a:schemeClr val="bg1"/>
                          </a:solidFill>
                          <a:latin typeface="Arial" panose="020B0604020202020204" pitchFamily="34" charset="0"/>
                          <a:cs typeface="Arial" panose="020B0604020202020204" pitchFamily="34" charset="0"/>
                        </a:rPr>
                        <a:t>TAXI IN TIME – NEXT ENG ACC TIME 15</a:t>
                      </a:r>
                      <a:r>
                        <a:rPr lang="ko-KR" altLang="en-US" sz="600" b="1" dirty="0">
                          <a:solidFill>
                            <a:schemeClr val="bg1"/>
                          </a:solidFill>
                          <a:latin typeface="Arial" panose="020B0604020202020204" pitchFamily="34" charset="0"/>
                          <a:cs typeface="Arial" panose="020B0604020202020204" pitchFamily="34" charset="0"/>
                        </a:rPr>
                        <a:t>분 이내인지 확인</a:t>
                      </a:r>
                      <a:endParaRPr sz="600" b="1" dirty="0">
                        <a:solidFill>
                          <a:schemeClr val="bg1"/>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2"/>
                  </a:ext>
                </a:extLst>
              </a:tr>
              <a:tr h="591961">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TAXI-OUT</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TAXI TIME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MONITOR</a:t>
                      </a: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700" b="0" dirty="0">
                          <a:latin typeface="Arial" panose="020B0604020202020204" pitchFamily="34" charset="0"/>
                          <a:ea typeface="Helvetica Neue"/>
                          <a:cs typeface="Arial" panose="020B0604020202020204" pitchFamily="34" charset="0"/>
                          <a:sym typeface="Helvetica Neue"/>
                        </a:rPr>
                        <a:t>15</a:t>
                      </a:r>
                      <a:r>
                        <a:rPr lang="ko-KR" altLang="en-US" sz="700" b="0" dirty="0">
                          <a:latin typeface="Arial" panose="020B0604020202020204" pitchFamily="34" charset="0"/>
                          <a:ea typeface="Helvetica Neue"/>
                          <a:cs typeface="Arial" panose="020B0604020202020204" pitchFamily="34" charset="0"/>
                          <a:sym typeface="Helvetica Neue"/>
                        </a:rPr>
                        <a:t>분 초과 또는 </a:t>
                      </a:r>
                      <a:r>
                        <a:rPr lang="en-US" altLang="ko-KR" sz="700" b="0" dirty="0">
                          <a:latin typeface="Arial" panose="020B0604020202020204" pitchFamily="34" charset="0"/>
                          <a:ea typeface="Helvetica Neue"/>
                          <a:cs typeface="Arial" panose="020B0604020202020204" pitchFamily="34" charset="0"/>
                          <a:sym typeface="Helvetica Neue"/>
                        </a:rPr>
                        <a:t>Eng Vibrations</a:t>
                      </a:r>
                      <a:r>
                        <a:rPr lang="ko-KR" altLang="en-US" sz="700" b="0" dirty="0">
                          <a:latin typeface="Arial" panose="020B0604020202020204" pitchFamily="34" charset="0"/>
                          <a:ea typeface="Helvetica Neue"/>
                          <a:cs typeface="Arial" panose="020B0604020202020204" pitchFamily="34" charset="0"/>
                          <a:sym typeface="Helvetica Neue"/>
                        </a:rPr>
                        <a:t>시 절차 수행</a:t>
                      </a:r>
                      <a:endParaRPr lang="en-US" altLang="ko-KR" sz="700" b="0" dirty="0">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SURFACE COND &amp; AREA ---------- CHECK</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ATC ------------------------------------------------ NOTIFY</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PARKING BRAKE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the aircraft starts to move, immediately retard the thrust levers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7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Repeat this procedure at intervals not longer than 15 min, or if the engine vibrations increase.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SOP TAXI -------------------------------------- RESUME</a:t>
                      </a:r>
                    </a:p>
                  </a:txBody>
                  <a:tcPr marL="36000" marR="36000" marT="36000" marB="36000"/>
                </a:tc>
                <a:extLst>
                  <a:ext uri="{0D108BD9-81ED-4DB2-BD59-A6C34878D82A}">
                    <a16:rowId xmlns:a16="http://schemas.microsoft.com/office/drawing/2014/main" val="10003"/>
                  </a:ext>
                </a:extLst>
              </a:tr>
              <a:tr h="500545">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BEFORE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lever ------------------ SET FOR TAKEOFF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FLAPS ------------------------------------- CHECK PSN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CONFIG pb ---------------------------------- TEST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T/O MEMO ------------------------ CHECK NO BLUE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START checklist ------------- COMPLETE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BEFORE TAKEOFF checklist --- ACCOMPLISH</a:t>
                      </a:r>
                      <a:endParaRPr lang="en-US" sz="900" b="1" dirty="0">
                        <a:solidFill>
                          <a:schemeClr val="bg1"/>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4"/>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lang="en-US" sz="900" b="1" dirty="0">
                          <a:latin typeface="Arial" panose="020B0604020202020204" pitchFamily="34" charset="0"/>
                          <a:ea typeface="Helvetica Neue"/>
                          <a:cs typeface="Arial" panose="020B0604020202020204" pitchFamily="34" charset="0"/>
                          <a:sym typeface="Helvetica Neue"/>
                        </a:rPr>
                        <a:t>TAKEOFF</a:t>
                      </a: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(OAT 3</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 </a:t>
                      </a:r>
                      <a:r>
                        <a:rPr kumimoji="0" lang="ko-Kore-KR" altLang="en-US"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이하</a:t>
                      </a:r>
                      <a:r>
                        <a:rPr kumimoji="0" lang="en-US" altLang="ko-Kore-KR" sz="8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cs typeface="Arial" panose="020B0604020202020204" pitchFamily="34" charset="0"/>
                        </a:rPr>
                        <a:t>A final engine acceleration must be performed before takeoff to entirely clean the engine from ice accretion.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ATC ------------------------------------------------ NOTIFY</a:t>
                      </a:r>
                      <a:endParaRPr lang="en-US" sz="900" b="1" dirty="0">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None/>
                      </a:pPr>
                      <a:r>
                        <a:rPr lang="en-US" sz="800" b="1" dirty="0">
                          <a:solidFill>
                            <a:srgbClr val="0070C0"/>
                          </a:solidFill>
                          <a:latin typeface="Arial" panose="020B0604020202020204" pitchFamily="34" charset="0"/>
                          <a:ea typeface="Helvetica Neue"/>
                          <a:cs typeface="Arial" panose="020B0604020202020204" pitchFamily="34" charset="0"/>
                          <a:sym typeface="Helvetica Neue"/>
                        </a:rPr>
                        <a:t>PARKING BRK(OR BRK PEDALS) ------ APPLY</a:t>
                      </a:r>
                      <a:endParaRPr sz="500" dirty="0">
                        <a:solidFill>
                          <a:srgbClr val="0070C0"/>
                        </a:solidFill>
                        <a:latin typeface="Arial" panose="020B0604020202020204" pitchFamily="34" charset="0"/>
                        <a:cs typeface="Arial" panose="020B0604020202020204" pitchFamily="34" charset="0"/>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----- 50% N1 (NO HOLD TIME)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 LEVERS ------</a:t>
                      </a: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RETARD TO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SOP TAKEOFF ------------------------------- RESUME</a:t>
                      </a:r>
                    </a:p>
                  </a:txBody>
                  <a:tcPr marL="36000" marR="36000" marT="36000" marB="36000"/>
                </a:tc>
                <a:extLst>
                  <a:ext uri="{0D108BD9-81ED-4DB2-BD59-A6C34878D82A}">
                    <a16:rowId xmlns:a16="http://schemas.microsoft.com/office/drawing/2014/main" val="10005"/>
                  </a:ext>
                </a:extLst>
              </a:tr>
              <a:tr h="466427">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9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AFTER L/D, PARKING</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DO NOT RETRACT FLAPS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Ice Shedding </a:t>
                      </a:r>
                      <a:r>
                        <a:rPr kumimoji="0" lang="ko-KR" altLang="en-US"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절차 반복</a:t>
                      </a:r>
                      <a:endParaRPr kumimoji="0" lang="en-US" altLang="ko-KR" sz="800" b="0"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2064318730"/>
                  </a:ext>
                </a:extLst>
              </a:tr>
            </a:tbl>
          </a:graphicData>
        </a:graphic>
      </p:graphicFrame>
      <p:sp>
        <p:nvSpPr>
          <p:cNvPr id="3" name="직사각형 2">
            <a:hlinkClick r:id="" action="ppaction://hlinkshowjump?jump=firstslide"/>
            <a:extLst>
              <a:ext uri="{FF2B5EF4-FFF2-40B4-BE49-F238E27FC236}">
                <a16:creationId xmlns:a16="http://schemas.microsoft.com/office/drawing/2014/main" id="{3C10DF26-E717-6E81-27C6-F6B26E149BB6}"/>
              </a:ext>
            </a:extLst>
          </p:cNvPr>
          <p:cNvSpPr/>
          <p:nvPr/>
        </p:nvSpPr>
        <p:spPr>
          <a:xfrm>
            <a:off x="1461607" y="5166290"/>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413"/>
        <p:cNvGrpSpPr/>
        <p:nvPr/>
      </p:nvGrpSpPr>
      <p:grpSpPr>
        <a:xfrm>
          <a:off x="0" y="0"/>
          <a:ext cx="0" cy="0"/>
          <a:chOff x="0" y="0"/>
          <a:chExt cx="0" cy="0"/>
        </a:xfrm>
      </p:grpSpPr>
      <p:graphicFrame>
        <p:nvGraphicFramePr>
          <p:cNvPr id="414" name="Google Shape;414;p33"/>
          <p:cNvGraphicFramePr/>
          <p:nvPr>
            <p:extLst>
              <p:ext uri="{D42A27DB-BD31-4B8C-83A1-F6EECF244321}">
                <p14:modId xmlns:p14="http://schemas.microsoft.com/office/powerpoint/2010/main" val="2345691541"/>
              </p:ext>
            </p:extLst>
          </p:nvPr>
        </p:nvGraphicFramePr>
        <p:xfrm>
          <a:off x="0" y="7749"/>
          <a:ext cx="2326511" cy="5472240"/>
        </p:xfrm>
        <a:graphic>
          <a:graphicData uri="http://schemas.openxmlformats.org/drawingml/2006/table">
            <a:tbl>
              <a:tblPr firstRow="1" bandRow="1">
                <a:noFill/>
                <a:tableStyleId>{A521BE36-7E6F-4EC9-8D66-1CF97A6895EC}</a:tableStyleId>
              </a:tblPr>
              <a:tblGrid>
                <a:gridCol w="2326511">
                  <a:extLst>
                    <a:ext uri="{9D8B030D-6E8A-4147-A177-3AD203B41FA5}">
                      <a16:colId xmlns:a16="http://schemas.microsoft.com/office/drawing/2014/main" val="20000"/>
                    </a:ext>
                  </a:extLst>
                </a:gridCol>
              </a:tblGrid>
              <a:tr h="315307">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ON Deicing in </a:t>
                      </a:r>
                      <a:r>
                        <a:rPr lang="en-US" sz="1100" dirty="0">
                          <a:solidFill>
                            <a:srgbClr val="00B050"/>
                          </a:solidFill>
                          <a:latin typeface="Arial" panose="020B0604020202020204" pitchFamily="34" charset="0"/>
                          <a:cs typeface="Arial" panose="020B0604020202020204" pitchFamily="34" charset="0"/>
                        </a:rPr>
                        <a:t>ICN</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TOBT- 40min CTC KE ICN (</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사전신청</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r>
                        <a:rPr kumimoji="0" lang="ko-KR" altLang="en-US" sz="800" b="1" i="0" u="none" strike="noStrike" kern="0" cap="none" spc="0" normalizeH="0" baseline="0" noProof="0" dirty="0">
                          <a:ln>
                            <a:noFill/>
                          </a:ln>
                          <a:solidFill>
                            <a:srgbClr val="FFC000"/>
                          </a:solidFill>
                          <a:effectLst/>
                          <a:uLnTx/>
                          <a:uFillTx/>
                          <a:latin typeface="Arial" panose="020B0604020202020204" pitchFamily="34" charset="0"/>
                          <a:ea typeface="+mn-ea"/>
                          <a:cs typeface="Arial" panose="020B0604020202020204" pitchFamily="34" charset="0"/>
                          <a:sym typeface="Helvetica Neue"/>
                        </a:rPr>
                        <a:t> 결과확인</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4920">
                <a:tc>
                  <a:txBody>
                    <a:bodyPr/>
                    <a:lstStyle/>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Deicing </a:t>
                      </a:r>
                      <a:r>
                        <a:rPr lang="en-US" sz="700" dirty="0">
                          <a:latin typeface="Arial" panose="020B0604020202020204" pitchFamily="34" charset="0"/>
                          <a:ea typeface="Helvetica Neue"/>
                          <a:cs typeface="Arial" panose="020B0604020202020204" pitchFamily="34" charset="0"/>
                          <a:sym typeface="Helvetica Neue"/>
                        </a:rPr>
                        <a:t>”Deicing Required ENG On Deicing”</a:t>
                      </a:r>
                      <a:endParaRPr sz="7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ICN Apron </a:t>
                      </a:r>
                      <a:r>
                        <a:rPr lang="en-US" sz="700" dirty="0">
                          <a:latin typeface="Arial" panose="020B0604020202020204" pitchFamily="34" charset="0"/>
                          <a:ea typeface="Helvetica Neue"/>
                          <a:cs typeface="Arial" panose="020B0604020202020204" pitchFamily="34" charset="0"/>
                          <a:sym typeface="Helvetica Neue"/>
                        </a:rPr>
                        <a:t>“Req Pushback Deicing Zone xx”</a:t>
                      </a:r>
                      <a:r>
                        <a:rPr lang="ko-KR" altLang="en-US" sz="700" dirty="0">
                          <a:latin typeface="Arial" panose="020B0604020202020204" pitchFamily="34" charset="0"/>
                          <a:ea typeface="Helvetica Neue"/>
                          <a:cs typeface="Arial" panose="020B0604020202020204" pitchFamily="34" charset="0"/>
                          <a:sym typeface="Helvetica Neue"/>
                        </a:rPr>
                        <a:t> </a:t>
                      </a:r>
                      <a:r>
                        <a:rPr lang="en-US" sz="700" b="1" dirty="0">
                          <a:solidFill>
                            <a:srgbClr val="00B050"/>
                          </a:solidFill>
                          <a:latin typeface="Arial" panose="020B0604020202020204" pitchFamily="34" charset="0"/>
                          <a:ea typeface="Helvetica Neue"/>
                          <a:cs typeface="Arial" panose="020B0604020202020204" pitchFamily="34" charset="0"/>
                          <a:sym typeface="Helvetica Neue"/>
                        </a:rPr>
                        <a:t>SQ2000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sz="700" dirty="0">
                          <a:solidFill>
                            <a:srgbClr val="0070C0"/>
                          </a:solidFill>
                          <a:latin typeface="Arial" panose="020B0604020202020204" pitchFamily="34" charset="0"/>
                          <a:ea typeface="Helvetica Neue"/>
                          <a:cs typeface="Arial" panose="020B0604020202020204" pitchFamily="34" charset="0"/>
                          <a:sym typeface="Helvetica Neue"/>
                        </a:rPr>
                        <a:t>Pad Control </a:t>
                      </a:r>
                      <a:r>
                        <a:rPr kumimoji="0" lang="en-US"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Arrange</a:t>
                      </a:r>
                      <a:r>
                        <a:rPr kumimoji="0" lang="en-US" altLang="ko-Kore-KR" sz="7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Deicing Pad No.</a:t>
                      </a:r>
                      <a:endParaRPr lang="en-US" sz="700"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700" dirty="0">
                          <a:solidFill>
                            <a:srgbClr val="0070C0"/>
                          </a:solidFill>
                          <a:latin typeface="Arial" panose="020B0604020202020204" pitchFamily="34" charset="0"/>
                          <a:ea typeface="Helvetica Neue"/>
                          <a:cs typeface="Arial" panose="020B0604020202020204" pitchFamily="34" charset="0"/>
                          <a:sym typeface="Helvetica Neue"/>
                        </a:rPr>
                        <a:t>Ice Man</a:t>
                      </a:r>
                      <a:r>
                        <a:rPr lang="en-US" sz="700" dirty="0">
                          <a:latin typeface="Arial" panose="020B0604020202020204" pitchFamily="34" charset="0"/>
                          <a:ea typeface="Helvetica Neue"/>
                          <a:cs typeface="Arial" panose="020B0604020202020204" pitchFamily="34" charset="0"/>
                          <a:sym typeface="Helvetica Neue"/>
                        </a:rPr>
                        <a:t> Manage Deicing Process</a:t>
                      </a:r>
                      <a:endParaRPr sz="700"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6734">
                <a:tc>
                  <a:txBody>
                    <a:bodyPr/>
                    <a:lstStyle/>
                    <a:p>
                      <a:pPr marL="0" marR="0" lvl="0" indent="0" algn="l" rtl="0">
                        <a:spcBef>
                          <a:spcPts val="0"/>
                        </a:spcBef>
                        <a:spcAft>
                          <a:spcPts val="0"/>
                        </a:spcAft>
                        <a:buNone/>
                      </a:pPr>
                      <a:r>
                        <a:rPr lang="en-US" sz="800" b="1" dirty="0">
                          <a:solidFill>
                            <a:srgbClr val="C00000"/>
                          </a:solidFill>
                          <a:latin typeface="Arial" panose="020B0604020202020204" pitchFamily="34" charset="0"/>
                          <a:ea typeface="Helvetica Neue"/>
                          <a:cs typeface="Arial" panose="020B0604020202020204" pitchFamily="34" charset="0"/>
                          <a:sym typeface="Helvetica Neue"/>
                        </a:rPr>
                        <a:t>Gate </a:t>
                      </a:r>
                      <a:r>
                        <a:rPr lang="ko-KR" altLang="en-US" sz="800" b="1" dirty="0" err="1">
                          <a:solidFill>
                            <a:srgbClr val="C00000"/>
                          </a:solidFill>
                          <a:latin typeface="Arial" panose="020B0604020202020204" pitchFamily="34" charset="0"/>
                          <a:ea typeface="Helvetica Neue"/>
                          <a:cs typeface="Arial" panose="020B0604020202020204" pitchFamily="34" charset="0"/>
                          <a:sym typeface="Helvetica Neue"/>
                        </a:rPr>
                        <a:t>시동후</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 </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(FLAP UP, FLT CTL CHK </a:t>
                      </a:r>
                      <a:r>
                        <a:rPr lang="ko-KR" altLang="en-US" sz="800" b="1" dirty="0">
                          <a:solidFill>
                            <a:srgbClr val="C00000"/>
                          </a:solidFill>
                          <a:latin typeface="Arial" panose="020B0604020202020204" pitchFamily="34" charset="0"/>
                          <a:ea typeface="Helvetica Neue"/>
                          <a:cs typeface="Arial" panose="020B0604020202020204" pitchFamily="34" charset="0"/>
                          <a:sym typeface="Helvetica Neue"/>
                        </a:rPr>
                        <a:t>없이</a:t>
                      </a:r>
                      <a:r>
                        <a:rPr lang="en-US" altLang="ko-KR" sz="800" b="1" dirty="0">
                          <a:solidFill>
                            <a:srgbClr val="C00000"/>
                          </a:solidFill>
                          <a:latin typeface="Arial" panose="020B0604020202020204" pitchFamily="34" charset="0"/>
                          <a:ea typeface="Helvetica Neue"/>
                          <a:cs typeface="Arial" panose="020B0604020202020204" pitchFamily="34" charset="0"/>
                          <a:sym typeface="Helvetica Neue"/>
                        </a:rPr>
                        <a:t>)</a:t>
                      </a:r>
                      <a:endParaRPr lang="en-US" sz="900" b="1"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SET </a:t>
                      </a:r>
                      <a:endParaRPr dirty="0">
                        <a:solidFill>
                          <a:srgbClr val="0070C0"/>
                        </a:solidFill>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Report Parking Brake SET - &gt; Ice Man</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altLang="ko-Kore-KR" sz="900" b="1" i="0" kern="1200"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OFF </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COMMUNICATION with GND </a:t>
                      </a:r>
                      <a:r>
                        <a:rPr lang="en-US" sz="900" b="1" i="0" kern="1200" dirty="0">
                          <a:solidFill>
                            <a:schemeClr val="bg1"/>
                          </a:solidFill>
                          <a:latin typeface="Arial" panose="020B0604020202020204" pitchFamily="34" charset="0"/>
                          <a:ea typeface="Helvetica Neue"/>
                          <a:cs typeface="Arial" panose="020B0604020202020204" pitchFamily="34" charset="0"/>
                          <a:sym typeface="Helvetica Neue"/>
                        </a:rPr>
                        <a:t>------ </a:t>
                      </a:r>
                      <a:r>
                        <a:rPr lang="en-US" sz="900" b="1" dirty="0">
                          <a:solidFill>
                            <a:schemeClr val="bg1"/>
                          </a:solidFill>
                          <a:latin typeface="Arial" panose="020B0604020202020204" pitchFamily="34" charset="0"/>
                          <a:ea typeface="Helvetica Neue"/>
                          <a:cs typeface="Arial" panose="020B0604020202020204" pitchFamily="34" charset="0"/>
                          <a:sym typeface="Helvetica Neue"/>
                        </a:rPr>
                        <a:t>ESTAB</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rtl="0">
                        <a:spcBef>
                          <a:spcPts val="0"/>
                        </a:spcBef>
                        <a:spcAft>
                          <a:spcPts val="0"/>
                        </a:spcAft>
                        <a:buNone/>
                      </a:pPr>
                      <a:r>
                        <a:rPr lang="en-US" sz="700" b="1" dirty="0">
                          <a:solidFill>
                            <a:srgbClr val="0070C0"/>
                          </a:solidFill>
                          <a:latin typeface="Arial" panose="020B0604020202020204" pitchFamily="34" charset="0"/>
                          <a:ea typeface="Helvetica Neue"/>
                          <a:cs typeface="Arial" panose="020B0604020202020204" pitchFamily="34" charset="0"/>
                          <a:sym typeface="Helvetica Neue"/>
                        </a:rPr>
                        <a:t>Note</a:t>
                      </a:r>
                      <a:r>
                        <a:rPr lang="en-US" sz="700" b="1" dirty="0">
                          <a:solidFill>
                            <a:schemeClr val="bg1"/>
                          </a:solidFill>
                          <a:latin typeface="Arial" panose="020B0604020202020204" pitchFamily="34" charset="0"/>
                          <a:ea typeface="Helvetica Neue"/>
                          <a:cs typeface="Arial" panose="020B0604020202020204" pitchFamily="34" charset="0"/>
                          <a:sym typeface="Helvetica Neue"/>
                        </a:rPr>
                        <a:t> : </a:t>
                      </a:r>
                      <a:r>
                        <a:rPr lang="en-US" sz="700" b="1" dirty="0">
                          <a:solidFill>
                            <a:srgbClr val="FFC000"/>
                          </a:solidFill>
                          <a:latin typeface="Arial" panose="020B0604020202020204" pitchFamily="34" charset="0"/>
                          <a:ea typeface="Helvetica Neue"/>
                          <a:cs typeface="Arial" panose="020B0604020202020204" pitchFamily="34" charset="0"/>
                          <a:sym typeface="Helvetica Neue"/>
                        </a:rPr>
                        <a:t>AIR ENG 1+2 BLEED FAULT </a:t>
                      </a:r>
                      <a:r>
                        <a:rPr lang="en-US" sz="700" b="0" dirty="0">
                          <a:solidFill>
                            <a:schemeClr val="bg1"/>
                          </a:solidFill>
                          <a:latin typeface="Arial" panose="020B0604020202020204" pitchFamily="34" charset="0"/>
                          <a:ea typeface="Helvetica Neue"/>
                          <a:cs typeface="Arial" panose="020B0604020202020204" pitchFamily="34" charset="0"/>
                          <a:sym typeface="Helvetica Neue"/>
                        </a:rPr>
                        <a:t>– Disregard</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7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7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sz="7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THRUST LEVERS ----------------- CHK IDLE</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sz="700" b="0"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Report Ready for Deicing - &gt; Ice Man</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2"/>
                  </a:ext>
                </a:extLst>
              </a:tr>
              <a:tr h="182403">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START</a:t>
                      </a:r>
                      <a:r>
                        <a:rPr lang="ko-KR" altLang="en-US" sz="900" b="1" dirty="0">
                          <a:latin typeface="Arial" panose="020B0604020202020204" pitchFamily="34" charset="0"/>
                          <a:ea typeface="Helvetica Neue"/>
                          <a:cs typeface="Arial" panose="020B0604020202020204" pitchFamily="34" charset="0"/>
                          <a:sym typeface="Helvetica Neue"/>
                        </a:rPr>
                        <a:t> </a:t>
                      </a:r>
                      <a:r>
                        <a:rPr lang="en-US" altLang="ko-KR" sz="900" b="1" dirty="0">
                          <a:latin typeface="Arial" panose="020B0604020202020204" pitchFamily="34" charset="0"/>
                          <a:ea typeface="Helvetica Neue"/>
                          <a:cs typeface="Arial" panose="020B0604020202020204" pitchFamily="34" charset="0"/>
                          <a:sym typeface="Helvetica Neue"/>
                        </a:rPr>
                        <a:t>SPRAY</a:t>
                      </a:r>
                      <a:r>
                        <a:rPr lang="en-US" sz="900" b="1" dirty="0">
                          <a:latin typeface="Arial" panose="020B0604020202020204" pitchFamily="34" charset="0"/>
                          <a:ea typeface="Helvetica Neue"/>
                          <a:cs typeface="Arial" panose="020B0604020202020204" pitchFamily="34" charset="0"/>
                          <a:sym typeface="Helvetica Neue"/>
                        </a:rPr>
                        <a:t>  </a:t>
                      </a:r>
                      <a:r>
                        <a:rPr lang="en-US" sz="800" b="1" dirty="0">
                          <a:solidFill>
                            <a:srgbClr val="7030A0"/>
                          </a:solidFill>
                          <a:latin typeface="Arial" panose="020B0604020202020204" pitchFamily="34" charset="0"/>
                          <a:ea typeface="Helvetica Neue"/>
                          <a:cs typeface="Arial" panose="020B0604020202020204" pitchFamily="34" charset="0"/>
                          <a:sym typeface="Helvetica Neue"/>
                        </a:rPr>
                        <a:t>REQ DCL(CTC DEL)</a:t>
                      </a:r>
                      <a:endParaRPr sz="900" b="1"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3"/>
                  </a:ext>
                </a:extLst>
              </a:tr>
              <a:tr h="846922">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UPON COMPLETE SPRAY</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(TIME CHK 1분)</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err="1">
                          <a:latin typeface="Arial" panose="020B0604020202020204" pitchFamily="34" charset="0"/>
                          <a:ea typeface="Helvetica Neue"/>
                          <a:cs typeface="Arial" panose="020B0604020202020204" pitchFamily="34" charset="0"/>
                          <a:sym typeface="Helvetica Neue"/>
                        </a:rPr>
                        <a:t>용액과</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마지막</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용액</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뿌린</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시간</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받고</a:t>
                      </a:r>
                      <a:r>
                        <a:rPr lang="en-US" sz="700" b="0" dirty="0">
                          <a:latin typeface="Arial" panose="020B0604020202020204" pitchFamily="34" charset="0"/>
                          <a:ea typeface="Helvetica Neue"/>
                          <a:cs typeface="Arial" panose="020B0604020202020204" pitchFamily="34" charset="0"/>
                          <a:sym typeface="Helvetica Neue"/>
                        </a:rPr>
                        <a:t> </a:t>
                      </a:r>
                      <a:r>
                        <a:rPr lang="en-US" sz="700" b="0" dirty="0" err="1">
                          <a:latin typeface="Arial" panose="020B0604020202020204" pitchFamily="34" charset="0"/>
                          <a:ea typeface="Helvetica Neue"/>
                          <a:cs typeface="Arial" panose="020B0604020202020204" pitchFamily="34" charset="0"/>
                          <a:sym typeface="Helvetica Neue"/>
                        </a:rPr>
                        <a:t>적는다</a:t>
                      </a:r>
                      <a:r>
                        <a:rPr lang="en-US" sz="700" b="0" dirty="0">
                          <a:latin typeface="Arial" panose="020B0604020202020204" pitchFamily="34" charset="0"/>
                          <a:ea typeface="Helvetica Neue"/>
                          <a:cs typeface="Arial" panose="020B0604020202020204" pitchFamily="34" charset="0"/>
                          <a:sym typeface="Helvetica Neue"/>
                        </a:rPr>
                        <a:t>. </a:t>
                      </a:r>
                      <a:endParaRPr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700" b="0" dirty="0">
                          <a:latin typeface="Arial" panose="020B0604020202020204" pitchFamily="34" charset="0"/>
                          <a:ea typeface="Helvetica Neue"/>
                          <a:cs typeface="Arial" panose="020B0604020202020204" pitchFamily="34" charset="0"/>
                          <a:sym typeface="Helvetica Neue"/>
                        </a:rPr>
                        <a:t>Holdover Time </a:t>
                      </a:r>
                      <a:r>
                        <a:rPr lang="en-US" sz="700" b="0" dirty="0" err="1">
                          <a:latin typeface="Arial" panose="020B0604020202020204" pitchFamily="34" charset="0"/>
                          <a:ea typeface="Helvetica Neue"/>
                          <a:cs typeface="Arial" panose="020B0604020202020204" pitchFamily="34" charset="0"/>
                          <a:sym typeface="Helvetica Neue"/>
                        </a:rPr>
                        <a:t>결정</a:t>
                      </a:r>
                      <a:r>
                        <a:rPr lang="en-US" sz="700" b="0" dirty="0">
                          <a:latin typeface="Arial" panose="020B0604020202020204" pitchFamily="34" charset="0"/>
                          <a:ea typeface="Helvetica Neue"/>
                          <a:cs typeface="Arial" panose="020B0604020202020204" pitchFamily="34" charset="0"/>
                          <a:sym typeface="Helvetica Neue"/>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10004"/>
                  </a:ext>
                </a:extLst>
              </a:tr>
              <a:tr h="901306">
                <a:tc>
                  <a:txBody>
                    <a:bodyPr/>
                    <a:lstStyle/>
                    <a:p>
                      <a:pPr marL="0" marR="0" lvl="0" indent="0" algn="l" rtl="0">
                        <a:lnSpc>
                          <a:spcPct val="100000"/>
                        </a:lnSpc>
                        <a:spcBef>
                          <a:spcPts val="0"/>
                        </a:spcBef>
                        <a:spcAft>
                          <a:spcPts val="0"/>
                        </a:spcAft>
                        <a:buClr>
                          <a:srgbClr val="00B050"/>
                        </a:buClr>
                        <a:buSzPts val="800"/>
                        <a:buFont typeface="Helvetica Neue"/>
                        <a:buNone/>
                      </a:pPr>
                      <a:r>
                        <a:rPr lang="en-US"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rPr>
                        <a:t>TIME CHECK 1분후 </a:t>
                      </a:r>
                      <a:endParaRPr sz="800" b="1" i="0" u="none" strike="noStrike" cap="none"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 1 &amp; 2 BLEED -</a:t>
                      </a:r>
                      <a:r>
                        <a:rPr lang="en-US" altLang="ko-KR" sz="900" b="1" dirty="0">
                          <a:solidFill>
                            <a:srgbClr val="0070C0"/>
                          </a:solidFill>
                          <a:latin typeface="Arial" panose="020B0604020202020204" pitchFamily="34" charset="0"/>
                          <a:ea typeface="Helvetica Neue"/>
                          <a:cs typeface="Arial" panose="020B0604020202020204" pitchFamily="34" charset="0"/>
                          <a:sym typeface="Helvetica Neue"/>
                        </a:rPr>
                        <a:t>----------------</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ON</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B050"/>
                          </a:solidFill>
                          <a:latin typeface="Arial" panose="020B0604020202020204" pitchFamily="34" charset="0"/>
                          <a:ea typeface="Helvetica Neue"/>
                          <a:cs typeface="Arial" panose="020B0604020202020204" pitchFamily="34" charset="0"/>
                          <a:sym typeface="Helvetica Neue"/>
                        </a:rPr>
                        <a:t>5</a:t>
                      </a:r>
                      <a:r>
                        <a:rPr lang="ko-KR" altLang="en-US" sz="900" b="1" dirty="0" err="1">
                          <a:solidFill>
                            <a:srgbClr val="00B050"/>
                          </a:solidFill>
                          <a:latin typeface="Arial" panose="020B0604020202020204" pitchFamily="34" charset="0"/>
                          <a:ea typeface="Helvetica Neue"/>
                          <a:cs typeface="Arial" panose="020B0604020202020204" pitchFamily="34" charset="0"/>
                          <a:sym typeface="Helvetica Neue"/>
                        </a:rPr>
                        <a:t>분후</a:t>
                      </a:r>
                      <a:r>
                        <a:rPr lang="ko-KR" altLang="en-US" sz="900" b="1" dirty="0">
                          <a:solidFill>
                            <a:srgbClr val="00B050"/>
                          </a:solidFill>
                          <a:latin typeface="Arial" panose="020B0604020202020204" pitchFamily="34" charset="0"/>
                          <a:ea typeface="Helvetica Neue"/>
                          <a:cs typeface="Arial" panose="020B0604020202020204" pitchFamily="34" charset="0"/>
                          <a:sym typeface="Helvetica Neue"/>
                        </a:rPr>
                        <a:t> </a:t>
                      </a:r>
                      <a:endParaRPr lang="en-US" altLang="ko-KR" sz="900" b="1" dirty="0">
                        <a:solidFill>
                          <a:srgbClr val="00B050"/>
                        </a:solidFill>
                        <a:latin typeface="Arial" panose="020B0604020202020204" pitchFamily="34" charset="0"/>
                        <a:ea typeface="Helvetica Neue"/>
                        <a:cs typeface="Arial" panose="020B0604020202020204" pitchFamily="34" charset="0"/>
                        <a:sym typeface="Helvetica Neue"/>
                      </a:endParaRP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APU BLEED -------------------------- AS RQRD </a:t>
                      </a:r>
                    </a:p>
                    <a:p>
                      <a:pPr marL="0" marR="0" lvl="0" indent="0" algn="l" rtl="0">
                        <a:lnSpc>
                          <a:spcPct val="100000"/>
                        </a:lnSpc>
                        <a:spcBef>
                          <a:spcPts val="0"/>
                        </a:spcBef>
                        <a:spcAft>
                          <a:spcPts val="0"/>
                        </a:spcAft>
                        <a:buClr>
                          <a:schemeClr val="dk1"/>
                        </a:buClr>
                        <a:buSzPts val="900"/>
                        <a:buFont typeface="Helvetica Neue"/>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NORMAL PROCEDURE ----------- RESUME</a:t>
                      </a:r>
                    </a:p>
                    <a:p>
                      <a:pPr marL="0" marR="0" lvl="0" indent="0" algn="l" rtl="0">
                        <a:lnSpc>
                          <a:spcPct val="100000"/>
                        </a:lnSpc>
                        <a:spcBef>
                          <a:spcPts val="0"/>
                        </a:spcBef>
                        <a:spcAft>
                          <a:spcPts val="0"/>
                        </a:spcAft>
                        <a:buClr>
                          <a:schemeClr val="dk1"/>
                        </a:buClr>
                        <a:buSzPts val="900"/>
                        <a:buFont typeface="Helvetica Neue"/>
                        <a:buNone/>
                      </a:pPr>
                      <a:r>
                        <a:rPr lang="en-US" sz="800" b="1" dirty="0">
                          <a:solidFill>
                            <a:srgbClr val="7030A0"/>
                          </a:solidFill>
                          <a:latin typeface="Arial" panose="020B0604020202020204" pitchFamily="34" charset="0"/>
                          <a:cs typeface="Arial" panose="020B0604020202020204" pitchFamily="34" charset="0"/>
                        </a:rPr>
                        <a:t>FLT CONTROL CHK, FLAPS UP </a:t>
                      </a:r>
                      <a:endParaRPr sz="800" b="1" dirty="0">
                        <a:solidFill>
                          <a:srgbClr val="7030A0"/>
                        </a:solidFill>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5"/>
                  </a:ext>
                </a:extLst>
              </a:tr>
              <a:tr h="18240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0000"/>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kumimoji="0" lang="en-US" altLang="ko-Kore-KR" sz="1400" b="0" i="0" u="none" strike="noStrike" kern="0" cap="none" spc="0" normalizeH="0" baseline="0" noProof="0" dirty="0">
                        <a:ln>
                          <a:noFill/>
                        </a:ln>
                        <a:solidFill>
                          <a:srgbClr val="000000"/>
                        </a:solidFill>
                        <a:effectLst/>
                        <a:uLnTx/>
                        <a:uFillTx/>
                        <a:latin typeface="Arial" panose="020B0604020202020204" pitchFamily="34" charset="0"/>
                        <a:cs typeface="Arial" panose="020B0604020202020204" pitchFamily="34" charset="0"/>
                        <a:sym typeface="Arial"/>
                      </a:endParaRPr>
                    </a:p>
                  </a:txBody>
                  <a:tcPr marL="36000" marR="36000" marT="36000" marB="36000"/>
                </a:tc>
                <a:extLst>
                  <a:ext uri="{0D108BD9-81ED-4DB2-BD59-A6C34878D82A}">
                    <a16:rowId xmlns:a16="http://schemas.microsoft.com/office/drawing/2014/main" val="871598603"/>
                  </a:ext>
                </a:extLst>
              </a:tr>
            </a:tbl>
          </a:graphicData>
        </a:graphic>
      </p:graphicFrame>
      <p:sp>
        <p:nvSpPr>
          <p:cNvPr id="2" name="직사각형 1">
            <a:hlinkClick r:id="" action="ppaction://hlinkshowjump?jump=firstslide"/>
            <a:extLst>
              <a:ext uri="{FF2B5EF4-FFF2-40B4-BE49-F238E27FC236}">
                <a16:creationId xmlns:a16="http://schemas.microsoft.com/office/drawing/2014/main" id="{654F4649-BD0D-E760-E72F-6EB5CB4F04CE}"/>
              </a:ext>
            </a:extLst>
          </p:cNvPr>
          <p:cNvSpPr/>
          <p:nvPr/>
        </p:nvSpPr>
        <p:spPr>
          <a:xfrm>
            <a:off x="1577175" y="5184465"/>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5" name="직사각형 4">
            <a:hlinkClick r:id="" action="ppaction://hlinkshowjump?jump=firstslide"/>
            <a:extLst>
              <a:ext uri="{FF2B5EF4-FFF2-40B4-BE49-F238E27FC236}">
                <a16:creationId xmlns:a16="http://schemas.microsoft.com/office/drawing/2014/main" id="{FE7F3A02-AA51-DBC3-F6F5-0AAFB47EC18F}"/>
              </a:ext>
            </a:extLst>
          </p:cNvPr>
          <p:cNvSpPr/>
          <p:nvPr/>
        </p:nvSpPr>
        <p:spPr>
          <a:xfrm>
            <a:off x="1452341" y="633587"/>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3"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419"/>
        <p:cNvGrpSpPr/>
        <p:nvPr/>
      </p:nvGrpSpPr>
      <p:grpSpPr>
        <a:xfrm>
          <a:off x="0" y="0"/>
          <a:ext cx="0" cy="0"/>
          <a:chOff x="0" y="0"/>
          <a:chExt cx="0" cy="0"/>
        </a:xfrm>
      </p:grpSpPr>
      <p:sp>
        <p:nvSpPr>
          <p:cNvPr id="424" name="Google Shape;424;p34"/>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C997E6E1-18FF-431A-35CB-6F548E671CD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A7687D0D-8717-8A42-EC79-38E080108ABA}"/>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834F9B4-A3F9-8E74-8FCA-4558DBC4CA92}"/>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61A8D325-7FFC-E9C0-0360-CA6286DAF7B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429"/>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48428">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2186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REQ DCL</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0"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Deicing </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“Deicing Required </a:t>
                          </a:r>
                          <a:r>
                            <a:rPr kumimoji="0" lang="en-US" altLang="ko-Kore-KR" sz="800" b="0" i="0" u="none" strike="noStrike" kern="0" cap="none" spc="0" normalizeH="0" baseline="0" noProof="0" dirty="0" err="1">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PADxxx</a:t>
                          </a:r>
                          <a:r>
                            <a:rPr kumimoji="0" lang="en-US" altLang="ko-Kore-KR" sz="800" b="0" i="0" u="none" strike="noStrike" kern="0" cap="none" spc="0" normalizeH="0" baseline="0" noProof="0" dirty="0">
                              <a:ln>
                                <a:noFill/>
                              </a:ln>
                              <a:solidFill>
                                <a:srgbClr val="000000"/>
                              </a:solidFill>
                              <a:effectLst/>
                              <a:uLnTx/>
                              <a:uFillTx/>
                              <a:latin typeface="Arial" panose="020B0604020202020204" pitchFamily="34" charset="0"/>
                              <a:ea typeface="Helvetica Neue"/>
                              <a:cs typeface="Arial" panose="020B0604020202020204" pitchFamily="34" charset="0"/>
                              <a:sym typeface="Helvetica Neue"/>
                            </a:rPr>
                            <a:t>” </a:t>
                          </a:r>
                          <a14:m>
                            <m:oMath xmlns:m="http://schemas.openxmlformats.org/officeDocument/2006/math">
                              <m:r>
                                <a:rPr kumimoji="0" lang="en-US" altLang="ko-Kore-KR" sz="800" b="0" i="1" u="none" strike="noStrike" kern="0" cap="none" spc="0" normalizeH="0" baseline="0" noProof="0" smtClean="0">
                                  <a:ln>
                                    <a:noFill/>
                                  </a:ln>
                                  <a:solidFill>
                                    <a:srgbClr val="C00000"/>
                                  </a:solidFill>
                                  <a:effectLst/>
                                  <a:uLnTx/>
                                  <a:uFillTx/>
                                  <a:latin typeface="Cambria Math" panose="02040503050406030204" pitchFamily="18" charset="0"/>
                                  <a:ea typeface="Cambria Math" panose="02040503050406030204" pitchFamily="18" charset="0"/>
                                  <a:cs typeface="Helvetica Neue"/>
                                  <a:sym typeface="Helvetica Neue"/>
                                </a:rPr>
                                <m:t>±</m:t>
                              </m:r>
                            </m:oMath>
                          </a14:m>
                          <a:r>
                            <a:rPr kumimoji="0" lang="en-US" altLang="ko-Kore-KR" sz="700" b="0" i="0" u="none" strike="noStrike" kern="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5min TOBT</a:t>
                          </a:r>
                          <a:endParaRPr lang="en-US" sz="800" dirty="0">
                            <a:solidFill>
                              <a:srgbClr val="C0000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800" dirty="0">
                              <a:solidFill>
                                <a:srgbClr val="0070C0"/>
                              </a:solidFill>
                              <a:latin typeface="Arial" panose="020B0604020202020204" pitchFamily="34" charset="0"/>
                              <a:ea typeface="Helvetica Neue"/>
                              <a:cs typeface="Arial" panose="020B0604020202020204" pitchFamily="34" charset="0"/>
                              <a:sym typeface="Helvetica Neue"/>
                            </a:rPr>
                            <a:t>Apron</a:t>
                          </a:r>
                          <a:r>
                            <a:rPr lang="en-US" sz="800" dirty="0">
                              <a:latin typeface="Arial" panose="020B0604020202020204" pitchFamily="34" charset="0"/>
                              <a:ea typeface="Helvetica Neue"/>
                              <a:cs typeface="Arial" panose="020B0604020202020204" pitchFamily="34" charset="0"/>
                              <a:sym typeface="Helvetica Neue"/>
                            </a:rPr>
                            <a:t> ”Req Pushback Deicing </a:t>
                          </a:r>
                          <a:r>
                            <a:rPr lang="en-US" sz="800" dirty="0" err="1">
                              <a:latin typeface="Arial" panose="020B0604020202020204" pitchFamily="34" charset="0"/>
                              <a:ea typeface="Helvetica Neue"/>
                              <a:cs typeface="Arial" panose="020B0604020202020204" pitchFamily="34" charset="0"/>
                              <a:sym typeface="Helvetica Neue"/>
                            </a:rPr>
                            <a:t>PADxxx</a:t>
                          </a:r>
                          <a:r>
                            <a:rPr lang="en-US" sz="800" dirty="0">
                              <a:latin typeface="Arial" panose="020B0604020202020204" pitchFamily="34" charset="0"/>
                              <a:ea typeface="Helvetica Neue"/>
                              <a:cs typeface="Arial" panose="020B0604020202020204" pitchFamily="34" charset="0"/>
                              <a:sym typeface="Helvetica Neue"/>
                            </a:rPr>
                            <a:t>”  </a:t>
                          </a:r>
                          <a:endParaRPr dirty="0">
                            <a:latin typeface="Arial" panose="020B0604020202020204" pitchFamily="34" charset="0"/>
                            <a:cs typeface="Arial" panose="020B0604020202020204" pitchFamily="34" charset="0"/>
                          </a:endParaRPr>
                        </a:p>
                      </a:txBody>
                      <a:tcPr marL="36000" marR="36000" marT="36000" marB="36000"/>
                    </a:tc>
                    <a:extLst>
                      <a:ext uri="{0D108BD9-81ED-4DB2-BD59-A6C34878D82A}">
                        <a16:rowId xmlns:a16="http://schemas.microsoft.com/office/drawing/2014/main" val="10001"/>
                      </a:ext>
                    </a:extLst>
                  </a:tr>
                  <a:tr h="1938622">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955056">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969311">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Choice>
        <mc:Fallback xmlns="">
          <p:graphicFrame>
            <p:nvGraphicFramePr>
              <p:cNvPr id="430" name="Google Shape;430;p35"/>
              <p:cNvGraphicFramePr/>
              <p:nvPr>
                <p:extLst>
                  <p:ext uri="{D42A27DB-BD31-4B8C-83A1-F6EECF244321}">
                    <p14:modId xmlns:p14="http://schemas.microsoft.com/office/powerpoint/2010/main" val="801898626"/>
                  </p:ext>
                </p:extLst>
              </p:nvPr>
            </p:nvGraphicFramePr>
            <p:xfrm>
              <a:off x="8056" y="-4101"/>
              <a:ext cx="2332393" cy="5325894"/>
            </p:xfrm>
            <a:graphic>
              <a:graphicData uri="http://schemas.openxmlformats.org/drawingml/2006/table">
                <a:tbl>
                  <a:tblPr firstRow="1" bandRow="1">
                    <a:noFill/>
                    <a:tableStyleId>{A521BE36-7E6F-4EC9-8D66-1CF97A6895EC}</a:tableStyleId>
                  </a:tblPr>
                  <a:tblGrid>
                    <a:gridCol w="2332393">
                      <a:extLst>
                        <a:ext uri="{9D8B030D-6E8A-4147-A177-3AD203B41FA5}">
                          <a16:colId xmlns:a16="http://schemas.microsoft.com/office/drawing/2014/main" val="20000"/>
                        </a:ext>
                      </a:extLst>
                    </a:gridCol>
                  </a:tblGrid>
                  <a:tr h="361560">
                    <a:tc>
                      <a:txBody>
                        <a:bodyPr/>
                        <a:lstStyle/>
                        <a:p>
                          <a:pPr marL="0" marR="0" lvl="0" indent="0" algn="l" rtl="0">
                            <a:spcBef>
                              <a:spcPts val="0"/>
                            </a:spcBef>
                            <a:spcAft>
                              <a:spcPts val="0"/>
                            </a:spcAft>
                            <a:buNone/>
                          </a:pPr>
                          <a:r>
                            <a:rPr lang="en-US" sz="1100" dirty="0">
                              <a:latin typeface="Arial" panose="020B0604020202020204" pitchFamily="34" charset="0"/>
                              <a:cs typeface="Arial" panose="020B0604020202020204" pitchFamily="34" charset="0"/>
                            </a:rPr>
                            <a:t>ENG OFF Deicing in </a:t>
                          </a:r>
                          <a:r>
                            <a:rPr lang="en-US" sz="1100" dirty="0">
                              <a:solidFill>
                                <a:srgbClr val="00B050"/>
                              </a:solidFill>
                              <a:latin typeface="Arial" panose="020B0604020202020204" pitchFamily="34" charset="0"/>
                              <a:cs typeface="Arial" panose="020B0604020202020204" pitchFamily="34" charset="0"/>
                            </a:rPr>
                            <a:t>GMP...</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TOBT- 20min CTC KE GMP (</a:t>
                          </a:r>
                          <a:r>
                            <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맑은 고딕" panose="020B0503020000020004" pitchFamily="34" charset="-127"/>
                              <a:cs typeface="Arial" panose="020B0604020202020204" pitchFamily="34" charset="0"/>
                              <a:sym typeface="Helvetica Neue"/>
                            </a:rPr>
                            <a:t>PAD, New TOBT</a:t>
                          </a:r>
                          <a:r>
                            <a:rPr kumimoji="0" lang="en-US" altLang="ko-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a:t>
                          </a:r>
                          <a:endParaRPr kumimoji="0" lang="en-US" altLang="ko-Kore-KR" sz="800" b="1" i="0" u="none" strike="noStrike" kern="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endParaRPr>
                        </a:p>
                      </a:txBody>
                      <a:tcPr marL="36000" marR="36000" marT="36000" marB="36000"/>
                    </a:tc>
                    <a:extLst>
                      <a:ext uri="{0D108BD9-81ED-4DB2-BD59-A6C34878D82A}">
                        <a16:rowId xmlns:a16="http://schemas.microsoft.com/office/drawing/2014/main" val="10000"/>
                      </a:ext>
                    </a:extLst>
                  </a:tr>
                  <a:tr h="437760">
                    <a:tc>
                      <a:txBody>
                        <a:bodyPr/>
                        <a:lstStyle/>
                        <a:p>
                          <a:endParaRPr lang="ko-Kore-KR"/>
                        </a:p>
                      </a:txBody>
                      <a:tcPr marL="36000" marR="36000" marT="36000" marB="36000">
                        <a:blipFill>
                          <a:blip r:embed="rId3"/>
                          <a:stretch>
                            <a:fillRect t="-85294" r="-1081" b="-1061765"/>
                          </a:stretch>
                        </a:blipFill>
                      </a:tcPr>
                    </a:tc>
                    <a:extLst>
                      <a:ext uri="{0D108BD9-81ED-4DB2-BD59-A6C34878D82A}">
                        <a16:rowId xmlns:a16="http://schemas.microsoft.com/office/drawing/2014/main" val="10001"/>
                      </a:ext>
                    </a:extLst>
                  </a:tr>
                  <a:tr h="2072640">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Gate </a:t>
                          </a:r>
                          <a:r>
                            <a:rPr kumimoji="0" lang="ko-KR" altLang="en-US" sz="700" b="1" i="0" u="none" strike="noStrike" kern="1200" cap="none" spc="0" normalizeH="0" baseline="0" noProof="0" dirty="0" err="1">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시동후</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 </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(FLAP UP, FLT CTL CHK, APU OFF </a:t>
                          </a:r>
                          <a:r>
                            <a:rPr kumimoji="0" lang="ko-KR" altLang="en-US"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없이</a:t>
                          </a:r>
                          <a:r>
                            <a:rPr kumimoji="0" lang="en-US" altLang="ko-KR" sz="700" b="1" i="0" u="none" strike="noStrike" kern="1200" cap="none" spc="0" normalizeH="0" baseline="0" noProof="0" dirty="0">
                              <a:ln>
                                <a:noFill/>
                              </a:ln>
                              <a:solidFill>
                                <a:srgbClr val="C00000"/>
                              </a:solidFill>
                              <a:effectLst/>
                              <a:uLnTx/>
                              <a:uFillTx/>
                              <a:latin typeface="Arial" panose="020B0604020202020204" pitchFamily="34" charset="0"/>
                              <a:ea typeface="Helvetica Neue"/>
                              <a:cs typeface="Arial" panose="020B0604020202020204" pitchFamily="34" charset="0"/>
                              <a:sym typeface="Helvetica Neue"/>
                            </a:rPr>
                            <a:t>)</a:t>
                          </a:r>
                          <a:endParaRPr lang="en-US"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Engine anti-ice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PARKING BRAKE -------------------------- SET </a:t>
                          </a:r>
                          <a:endParaRPr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BROADBAND XMT </a:t>
                          </a:r>
                          <a:r>
                            <a:rPr lang="en-US" sz="900" b="1" dirty="0" err="1">
                              <a:solidFill>
                                <a:srgbClr val="0070C0"/>
                              </a:solidFill>
                              <a:latin typeface="Arial" panose="020B0604020202020204" pitchFamily="34" charset="0"/>
                              <a:ea typeface="Helvetica Neue"/>
                              <a:cs typeface="Arial" panose="020B0604020202020204" pitchFamily="34" charset="0"/>
                              <a:sym typeface="Helvetica Neue"/>
                            </a:rPr>
                            <a:t>sw</a:t>
                          </a:r>
                          <a:r>
                            <a:rPr lang="en-US" sz="900" b="1" dirty="0">
                              <a:solidFill>
                                <a:srgbClr val="0070C0"/>
                              </a:solidFill>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COMMUNICATION with GND ------ ESTAB</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DE/ANTI-ICING FLUID TYPE ------ CHECK</a:t>
                          </a:r>
                        </a:p>
                        <a:p>
                          <a:pPr marL="0" marR="0" lvl="0" indent="0" algn="l" rtl="0">
                            <a:spcBef>
                              <a:spcPts val="0"/>
                            </a:spcBef>
                            <a:spcAft>
                              <a:spcPts val="0"/>
                            </a:spcAft>
                            <a:buNone/>
                          </a:pPr>
                          <a:r>
                            <a:rPr lang="en-US" altLang="ko-Kore-KR" sz="900" b="1" dirty="0">
                              <a:solidFill>
                                <a:schemeClr val="bg1"/>
                              </a:solidFill>
                              <a:latin typeface="Arial" panose="020B0604020202020204" pitchFamily="34" charset="0"/>
                              <a:ea typeface="Helvetica Neue"/>
                              <a:cs typeface="Arial" panose="020B0604020202020204" pitchFamily="34" charset="0"/>
                              <a:sym typeface="Helvetica Neue"/>
                            </a:rPr>
                            <a:t>CABIN PRESS MODE SEL ---- CHK AUTO</a:t>
                          </a:r>
                        </a:p>
                        <a:p>
                          <a:pPr marL="0" marR="0" lvl="0" indent="0" algn="l" rtl="0">
                            <a:spcBef>
                              <a:spcPts val="0"/>
                            </a:spcBef>
                            <a:spcAft>
                              <a:spcPts val="0"/>
                            </a:spcAft>
                            <a:buNone/>
                          </a:pPr>
                          <a:r>
                            <a:rPr lang="en-US" sz="900" b="1" dirty="0">
                              <a:solidFill>
                                <a:srgbClr val="0070C0"/>
                              </a:solidFill>
                              <a:latin typeface="Arial" panose="020B0604020202020204" pitchFamily="34" charset="0"/>
                              <a:ea typeface="Helvetica Neue"/>
                              <a:cs typeface="Arial" panose="020B0604020202020204" pitchFamily="34" charset="0"/>
                              <a:sym typeface="Helvetica Neue"/>
                            </a:rPr>
                            <a:t>     </a:t>
                          </a:r>
                          <a:r>
                            <a:rPr lang="en-US" sz="800" b="1" dirty="0">
                              <a:solidFill>
                                <a:srgbClr val="0070C0"/>
                              </a:solidFill>
                              <a:latin typeface="Arial" panose="020B0604020202020204" pitchFamily="34" charset="0"/>
                              <a:ea typeface="Helvetica Neue"/>
                              <a:cs typeface="Arial" panose="020B0604020202020204" pitchFamily="34" charset="0"/>
                              <a:sym typeface="Helvetica Neue"/>
                            </a:rPr>
                            <a:t>(HL7524-7720) GND COOL ----------- OFF</a:t>
                          </a:r>
                          <a:endParaRPr sz="800" b="1" dirty="0">
                            <a:solidFill>
                              <a:srgbClr val="0070C0"/>
                            </a:solidFill>
                            <a:latin typeface="Arial" panose="020B0604020202020204" pitchFamily="34" charset="0"/>
                            <a:ea typeface="Helvetica Neue"/>
                            <a:cs typeface="Arial" panose="020B0604020202020204" pitchFamily="34" charset="0"/>
                            <a:sym typeface="Helvetica Neue"/>
                          </a:endParaRPr>
                        </a:p>
                        <a:p>
                          <a:pPr marL="0" marR="0" lvl="0" indent="0" algn="l" rtl="0">
                            <a:spcBef>
                              <a:spcPts val="0"/>
                            </a:spcBef>
                            <a:spcAft>
                              <a:spcPts val="0"/>
                            </a:spcAft>
                            <a:buNone/>
                          </a:pPr>
                          <a:r>
                            <a:rPr lang="en-US" altLang="ko-Kore-KR" sz="900" b="1" dirty="0">
                              <a:solidFill>
                                <a:srgbClr val="0070C0"/>
                              </a:solidFill>
                              <a:latin typeface="Arial" panose="020B0604020202020204" pitchFamily="34" charset="0"/>
                              <a:ea typeface="Helvetica Neue"/>
                              <a:cs typeface="Arial" panose="020B0604020202020204" pitchFamily="34" charset="0"/>
                              <a:sym typeface="Helvetica Neue"/>
                            </a:rPr>
                            <a:t>ENG 1 &amp; 2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a:t>
                          </a:r>
                          <a:r>
                            <a:rPr kumimoji="0" lang="en-US" altLang="ko-Kore-KR" sz="700" b="1"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 : </a:t>
                          </a:r>
                          <a:r>
                            <a:rPr kumimoji="0" lang="en-US" altLang="ko-Kore-KR" sz="600" b="1" i="0" u="none" strike="noStrike" kern="1200" cap="none" spc="0" normalizeH="0" baseline="0" noProof="0" dirty="0">
                              <a:ln>
                                <a:noFill/>
                              </a:ln>
                              <a:solidFill>
                                <a:srgbClr val="FFC000"/>
                              </a:solidFill>
                              <a:effectLst/>
                              <a:uLnTx/>
                              <a:uFillTx/>
                              <a:latin typeface="Arial" panose="020B0604020202020204" pitchFamily="34" charset="0"/>
                              <a:ea typeface="Helvetica Neue"/>
                              <a:cs typeface="Arial" panose="020B0604020202020204" pitchFamily="34" charset="0"/>
                              <a:sym typeface="Helvetica Neue"/>
                            </a:rPr>
                            <a:t>CAB PR FWD OFV NOT OPEN, CAB PR AFT OFV NOT OPEN, COND LAV + GAL VENT FALUT </a:t>
                          </a:r>
                          <a:r>
                            <a:rPr kumimoji="0" lang="en-US" altLang="ko-Kore-KR" sz="600" b="0" i="0" u="none" strike="noStrike" kern="1200" cap="none" spc="0" normalizeH="0" baseline="0" noProof="0" dirty="0">
                              <a:ln>
                                <a:noFill/>
                              </a:ln>
                              <a:solidFill>
                                <a:prstClr val="black"/>
                              </a:solidFill>
                              <a:effectLst/>
                              <a:uLnTx/>
                              <a:uFillTx/>
                              <a:latin typeface="Arial" panose="020B0604020202020204" pitchFamily="34" charset="0"/>
                              <a:ea typeface="Helvetica Neue"/>
                              <a:cs typeface="Arial" panose="020B0604020202020204" pitchFamily="34" charset="0"/>
                              <a:sym typeface="Helvetica Neue"/>
                            </a:rPr>
                            <a:t>–Disregard</a:t>
                          </a:r>
                          <a:endParaRPr lang="en-US" altLang="ko-Kore-KR" sz="600" b="0" dirty="0">
                            <a:solidFill>
                              <a:schemeClr val="bg1"/>
                            </a:solidFill>
                            <a:latin typeface="Arial" panose="020B0604020202020204" pitchFamily="34" charset="0"/>
                            <a:ea typeface="Helvetica Neue"/>
                            <a:cs typeface="Arial" panose="020B0604020202020204" pitchFamily="34" charset="0"/>
                            <a:sym typeface="Helvetica Neue"/>
                          </a:endParaRP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MASTER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OFF</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SHUTDOWN CHECKLIST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“A/C PREPARED FOR SPRAYING”</a:t>
                          </a:r>
                          <a:endParaRPr lang="en-US" altLang="ko-Kore-KR" sz="700" b="0"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2"/>
                      </a:ext>
                    </a:extLst>
                  </a:tr>
                  <a:tr h="1021080">
                    <a:tc>
                      <a:txBody>
                        <a:bodyPr/>
                        <a:lstStyle/>
                        <a:p>
                          <a:pPr marL="0" marR="0" lvl="0" indent="0" algn="l" rtl="0">
                            <a:spcBef>
                              <a:spcPts val="0"/>
                            </a:spcBef>
                            <a:spcAft>
                              <a:spcPts val="0"/>
                            </a:spcAft>
                            <a:buNone/>
                          </a:pPr>
                          <a:r>
                            <a:rPr lang="en-US" altLang="ko-Kore-KR" sz="900" b="1" dirty="0">
                              <a:latin typeface="Arial" panose="020B0604020202020204" pitchFamily="34" charset="0"/>
                              <a:ea typeface="Helvetica Neue"/>
                              <a:cs typeface="Arial" panose="020B0604020202020204" pitchFamily="34" charset="0"/>
                              <a:sym typeface="Helvetica Neue"/>
                            </a:rPr>
                            <a:t>UPON COMPLETE SPRAY</a:t>
                          </a:r>
                          <a:r>
                            <a:rPr lang="en-US" altLang="ko-Kore-KR" sz="800" b="1" dirty="0">
                              <a:solidFill>
                                <a:srgbClr val="00B050"/>
                              </a:solidFill>
                              <a:latin typeface="Arial" panose="020B0604020202020204" pitchFamily="34" charset="0"/>
                              <a:ea typeface="Helvetica Neue"/>
                              <a:cs typeface="Arial" panose="020B0604020202020204" pitchFamily="34" charset="0"/>
                              <a:sym typeface="Helvetica Neue"/>
                            </a:rPr>
                            <a:t>(TIME CHK 1</a:t>
                          </a:r>
                          <a:r>
                            <a:rPr lang="ko-KR" altLang="en-US" sz="800" b="1" dirty="0">
                              <a:solidFill>
                                <a:srgbClr val="00B050"/>
                              </a:solidFill>
                              <a:latin typeface="Arial" panose="020B0604020202020204" pitchFamily="34" charset="0"/>
                              <a:ea typeface="Helvetica Neue"/>
                              <a:cs typeface="Arial" panose="020B0604020202020204" pitchFamily="34" charset="0"/>
                              <a:sym typeface="Helvetica Neue"/>
                            </a:rPr>
                            <a:t>분</a:t>
                          </a:r>
                          <a:r>
                            <a:rPr lang="en-US" altLang="ko-KR" sz="800" b="1" dirty="0">
                              <a:solidFill>
                                <a:srgbClr val="00B050"/>
                              </a:solidFill>
                              <a:latin typeface="Arial" panose="020B0604020202020204" pitchFamily="34" charset="0"/>
                              <a:ea typeface="Helvetica Neue"/>
                              <a:cs typeface="Arial" panose="020B0604020202020204" pitchFamily="34" charset="0"/>
                              <a:sym typeface="Helvetica Neue"/>
                            </a:rPr>
                            <a:t>)</a:t>
                          </a:r>
                          <a:endParaRPr lang="ko-KR" altLang="en-US" sz="6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ko-KR" altLang="en-US" sz="700" b="0" dirty="0">
                              <a:latin typeface="Arial" panose="020B0604020202020204" pitchFamily="34" charset="0"/>
                              <a:ea typeface="Helvetica Neue"/>
                              <a:cs typeface="Arial" panose="020B0604020202020204" pitchFamily="34" charset="0"/>
                              <a:sym typeface="Helvetica Neue"/>
                            </a:rPr>
                            <a:t>용액과 마지막 용액 뿌린 시간 받고 적는다</a:t>
                          </a:r>
                          <a:r>
                            <a:rPr lang="en-US" altLang="ko-KR" sz="700" b="0" dirty="0">
                              <a:latin typeface="Arial" panose="020B0604020202020204" pitchFamily="34" charset="0"/>
                              <a:ea typeface="Helvetica Neue"/>
                              <a:cs typeface="Arial" panose="020B0604020202020204" pitchFamily="34" charset="0"/>
                              <a:sym typeface="Helvetica Neue"/>
                            </a:rPr>
                            <a:t>. </a:t>
                          </a:r>
                          <a:endParaRPr lang="ko-KR" altLang="en-US" sz="400" dirty="0">
                            <a:latin typeface="Arial" panose="020B0604020202020204" pitchFamily="34" charset="0"/>
                            <a:cs typeface="Arial" panose="020B0604020202020204" pitchFamily="34" charset="0"/>
                          </a:endParaRPr>
                        </a:p>
                        <a:p>
                          <a:pPr marL="0" marR="0" lvl="0" indent="0" algn="l" rtl="0">
                            <a:spcBef>
                              <a:spcPts val="0"/>
                            </a:spcBef>
                            <a:spcAft>
                              <a:spcPts val="0"/>
                            </a:spcAft>
                            <a:buNone/>
                          </a:pPr>
                          <a:r>
                            <a:rPr lang="en-US" altLang="ko-Kore-KR" sz="700" b="0" dirty="0">
                              <a:latin typeface="Arial" panose="020B0604020202020204" pitchFamily="34" charset="0"/>
                              <a:ea typeface="Helvetica Neue"/>
                              <a:cs typeface="Arial" panose="020B0604020202020204" pitchFamily="34" charset="0"/>
                              <a:sym typeface="Helvetica Neue"/>
                            </a:rPr>
                            <a:t>Holdover Time </a:t>
                          </a:r>
                          <a:r>
                            <a:rPr lang="ko-KR" altLang="en-US" sz="700" b="0" dirty="0">
                              <a:latin typeface="Arial" panose="020B0604020202020204" pitchFamily="34" charset="0"/>
                              <a:ea typeface="Helvetica Neue"/>
                              <a:cs typeface="Arial" panose="020B0604020202020204" pitchFamily="34" charset="0"/>
                              <a:sym typeface="Helvetica Neue"/>
                            </a:rPr>
                            <a:t>결정</a:t>
                          </a:r>
                          <a:r>
                            <a:rPr lang="en-US" altLang="ko-KR" sz="700" b="0" dirty="0">
                              <a:latin typeface="Arial" panose="020B0604020202020204" pitchFamily="34" charset="0"/>
                              <a:ea typeface="Helvetica Neue"/>
                              <a:cs typeface="Arial" panose="020B0604020202020204" pitchFamily="34" charset="0"/>
                              <a:sym typeface="Helvetica Neue"/>
                            </a:rPr>
                            <a:t>!!!</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(HL7524-7720) GND COOL ----------- OFF</a:t>
                          </a:r>
                          <a:endParaRPr lang="en-US" altLang="ko-KR" sz="800" b="0" dirty="0">
                            <a:latin typeface="Arial" panose="020B0604020202020204" pitchFamily="34" charset="0"/>
                            <a:ea typeface="Helvetica Neue"/>
                            <a:cs typeface="Arial" panose="020B0604020202020204" pitchFamily="34" charset="0"/>
                            <a:sym typeface="Helvetica Neue"/>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PITOT STATICS (GND Crew) ---------- CHK</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GND EQUIPMENT ------------------- REMOVE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DITCHING pb ------------------------------- OFF</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altLang="ko-Kore-KR" sz="900" b="1" i="0" u="none" strike="noStrike" kern="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OUTFLOW V/V - CHK OPEN(ECAM press)</a:t>
                          </a:r>
                          <a:endParaRPr kumimoji="0" lang="en-US" altLang="ko-Kore-KR" sz="1400" b="0" i="0" u="none" strike="noStrike" kern="0" cap="none" spc="0" normalizeH="0" baseline="0" noProof="0" dirty="0">
                            <a:ln>
                              <a:noFill/>
                            </a:ln>
                            <a:solidFill>
                              <a:srgbClr val="0070C0"/>
                            </a:solidFill>
                            <a:effectLst/>
                            <a:uLnTx/>
                            <a:uFillTx/>
                            <a:latin typeface="Arial" panose="020B0604020202020204" pitchFamily="34" charset="0"/>
                            <a:cs typeface="Arial" panose="020B0604020202020204" pitchFamily="34" charset="0"/>
                            <a:sym typeface="Arial"/>
                          </a:endParaRPr>
                        </a:p>
                      </a:txBody>
                      <a:tcPr marL="36000" marR="36000" marT="0" marB="0"/>
                    </a:tc>
                    <a:extLst>
                      <a:ext uri="{0D108BD9-81ED-4DB2-BD59-A6C34878D82A}">
                        <a16:rowId xmlns:a16="http://schemas.microsoft.com/office/drawing/2014/main" val="10005"/>
                      </a:ext>
                    </a:extLst>
                  </a:tr>
                  <a:tr h="1036320">
                    <a:tc>
                      <a:txBody>
                        <a:bodyPr/>
                        <a:lstStyle/>
                        <a:p>
                          <a:pPr marL="0" marR="0" lvl="0" indent="0" algn="l" defTabSz="116449" rtl="0" eaLnBrk="1" fontAlgn="auto" latinLnBrk="0" hangingPunct="1">
                            <a:lnSpc>
                              <a:spcPct val="100000"/>
                            </a:lnSpc>
                            <a:spcBef>
                              <a:spcPts val="0"/>
                            </a:spcBef>
                            <a:spcAft>
                              <a:spcPts val="0"/>
                            </a:spcAft>
                            <a:buClr>
                              <a:srgbClr val="00B050"/>
                            </a:buClr>
                            <a:buSzPts val="800"/>
                            <a:buFont typeface="Helvetica Neue"/>
                            <a:buNone/>
                            <a:tabLst/>
                            <a:defRPr/>
                          </a:pPr>
                          <a:r>
                            <a:rPr kumimoji="0" lang="en-US" altLang="ko-Kore-KR"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TIME CHECK 1</a:t>
                          </a:r>
                          <a:r>
                            <a:rPr kumimoji="0" lang="ko-KR" altLang="en-US" sz="8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8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ENG 1 &amp; 2 BLEED -</a:t>
                          </a:r>
                          <a:r>
                            <a:rPr kumimoji="0" lang="en-US" altLang="ko-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BROADBAND XMT </a:t>
                          </a:r>
                          <a:r>
                            <a:rPr kumimoji="0" lang="en-US" altLang="ko-Kore-KR" sz="900" b="1" i="0" u="none" strike="noStrike" kern="1200" cap="none" spc="0" normalizeH="0" baseline="0" noProof="0" dirty="0" err="1">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sw</a:t>
                          </a: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 --------------------- ON</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5</a:t>
                          </a:r>
                          <a:r>
                            <a:rPr kumimoji="0" lang="ko-KR" altLang="en-US" sz="900" b="1" i="0" u="none" strike="noStrike" kern="1200" cap="none" spc="0" normalizeH="0" baseline="0" noProof="0" dirty="0" err="1">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분후</a:t>
                          </a:r>
                          <a:r>
                            <a:rPr kumimoji="0" lang="ko-KR" altLang="en-US" sz="900" b="1" i="0" u="none" strike="noStrike" kern="1200" cap="none" spc="0" normalizeH="0" baseline="0" noProof="0" dirty="0">
                              <a:ln>
                                <a:noFill/>
                              </a:ln>
                              <a:solidFill>
                                <a:srgbClr val="00B050"/>
                              </a:solidFill>
                              <a:effectLst/>
                              <a:uLnTx/>
                              <a:uFillTx/>
                              <a:latin typeface="Arial" panose="020B0604020202020204" pitchFamily="34" charset="0"/>
                              <a:ea typeface="Helvetica Neue"/>
                              <a:cs typeface="Arial" panose="020B0604020202020204" pitchFamily="34" charset="0"/>
                              <a:sym typeface="Helvetica Neue"/>
                            </a:rPr>
                            <a:t>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APU BLEED ----------------------------------- ON </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9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NORMAL PROCEDURE ----------- RESUME</a:t>
                          </a:r>
                        </a:p>
                        <a:p>
                          <a:pPr marL="0" marR="0" lvl="0" indent="0" algn="l" defTabSz="116449" rtl="0" eaLnBrk="1" fontAlgn="auto" latinLnBrk="0" hangingPunct="1">
                            <a:lnSpc>
                              <a:spcPct val="100000"/>
                            </a:lnSpc>
                            <a:spcBef>
                              <a:spcPts val="0"/>
                            </a:spcBef>
                            <a:spcAft>
                              <a:spcPts val="0"/>
                            </a:spcAft>
                            <a:buClr>
                              <a:prstClr val="black"/>
                            </a:buClr>
                            <a:buSzPts val="900"/>
                            <a:buFont typeface="Helvetica Neue"/>
                            <a:buNone/>
                            <a:tabLst/>
                            <a:defRPr/>
                          </a:pPr>
                          <a:r>
                            <a:rPr kumimoji="0" lang="en-US" altLang="ko-Kore-KR" sz="700" b="1" i="0" u="none" strike="noStrike" kern="1200" cap="none" spc="0" normalizeH="0" baseline="0" noProof="0" dirty="0">
                              <a:ln>
                                <a:noFill/>
                              </a:ln>
                              <a:solidFill>
                                <a:srgbClr val="0070C0"/>
                              </a:solidFill>
                              <a:effectLst/>
                              <a:uLnTx/>
                              <a:uFillTx/>
                              <a:latin typeface="Arial" panose="020B0604020202020204" pitchFamily="34" charset="0"/>
                              <a:ea typeface="Helvetica Neue"/>
                              <a:cs typeface="Arial" panose="020B0604020202020204" pitchFamily="34" charset="0"/>
                              <a:sym typeface="Helvetica Neue"/>
                            </a:rPr>
                            <a:t>Note : </a:t>
                          </a:r>
                          <a:r>
                            <a:rPr kumimoji="0" lang="en-US" altLang="ko-Kore-KR" sz="700" b="1" i="0" u="none" strike="noStrike" kern="1200" cap="none" spc="0" normalizeH="0" baseline="0" noProof="0" dirty="0">
                              <a:ln>
                                <a:noFill/>
                              </a:ln>
                              <a:solidFill>
                                <a:schemeClr val="bg1"/>
                              </a:solidFill>
                              <a:effectLst/>
                              <a:uLnTx/>
                              <a:uFillTx/>
                              <a:latin typeface="Arial" panose="020B0604020202020204" pitchFamily="34" charset="0"/>
                              <a:ea typeface="Helvetica Neue"/>
                              <a:cs typeface="Arial" panose="020B0604020202020204" pitchFamily="34" charset="0"/>
                              <a:sym typeface="Helvetica Neue"/>
                            </a:rPr>
                            <a:t>INIT B check &amp; re-enter</a:t>
                          </a:r>
                        </a:p>
                        <a:p>
                          <a:pPr marL="0" marR="0" lvl="0" indent="0" algn="l" rtl="0">
                            <a:lnSpc>
                              <a:spcPct val="100000"/>
                            </a:lnSpc>
                            <a:spcBef>
                              <a:spcPts val="0"/>
                            </a:spcBef>
                            <a:spcAft>
                              <a:spcPts val="0"/>
                            </a:spcAft>
                            <a:buClr>
                              <a:srgbClr val="00B050"/>
                            </a:buClr>
                            <a:buSzPts val="800"/>
                            <a:buFont typeface="Helvetica Neue"/>
                            <a:buNone/>
                          </a:pPr>
                          <a:r>
                            <a:rPr lang="en-US" sz="800" b="1" dirty="0">
                              <a:solidFill>
                                <a:srgbClr val="00B050"/>
                              </a:solidFill>
                              <a:latin typeface="Arial" panose="020B0604020202020204" pitchFamily="34" charset="0"/>
                              <a:ea typeface="Helvetica Neue"/>
                              <a:cs typeface="Arial" panose="020B0604020202020204" pitchFamily="34" charset="0"/>
                              <a:sym typeface="Helvetica Neue"/>
                            </a:rPr>
                            <a:t>PREFLT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r>
                            <a:rPr lang="en-US" sz="800" b="1" dirty="0">
                              <a:solidFill>
                                <a:srgbClr val="00B050"/>
                              </a:solidFill>
                              <a:latin typeface="Arial" panose="020B0604020202020204" pitchFamily="34" charset="0"/>
                              <a:ea typeface="Helvetica Neue"/>
                              <a:cs typeface="Arial" panose="020B0604020202020204" pitchFamily="34" charset="0"/>
                              <a:sym typeface="Helvetica Neue"/>
                            </a:rPr>
                            <a:t> -&gt; Req STARTUP -&gt; </a:t>
                          </a:r>
                          <a:r>
                            <a:rPr lang="en-US" sz="800" b="1" dirty="0" err="1">
                              <a:solidFill>
                                <a:srgbClr val="00B050"/>
                              </a:solidFill>
                              <a:latin typeface="Arial" panose="020B0604020202020204" pitchFamily="34" charset="0"/>
                              <a:ea typeface="Helvetica Neue"/>
                              <a:cs typeface="Arial" panose="020B0604020202020204" pitchFamily="34" charset="0"/>
                              <a:sym typeface="Helvetica Neue"/>
                            </a:rPr>
                            <a:t>CHKlist</a:t>
                          </a:r>
                          <a:endParaRPr sz="800" b="1" dirty="0">
                            <a:solidFill>
                              <a:srgbClr val="00B05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6"/>
                      </a:ext>
                    </a:extLst>
                  </a:tr>
                  <a:tr h="396534">
                    <a:tc>
                      <a:txBody>
                        <a:bodyPr/>
                        <a:lstStyle/>
                        <a:p>
                          <a:pPr marL="0" marR="0" lvl="0" indent="0" algn="l" rtl="0">
                            <a:spcBef>
                              <a:spcPts val="0"/>
                            </a:spcBef>
                            <a:spcAft>
                              <a:spcPts val="0"/>
                            </a:spcAft>
                            <a:buNone/>
                          </a:pPr>
                          <a:r>
                            <a:rPr lang="en-US" sz="900" b="1" dirty="0">
                              <a:latin typeface="Arial" panose="020B0604020202020204" pitchFamily="34" charset="0"/>
                              <a:ea typeface="Helvetica Neue"/>
                              <a:cs typeface="Arial" panose="020B0604020202020204" pitchFamily="34" charset="0"/>
                              <a:sym typeface="Helvetica Neue"/>
                            </a:rPr>
                            <a:t>BOTH ENGINES ARE STARTED</a:t>
                          </a:r>
                        </a:p>
                        <a:p>
                          <a:pPr marL="0" marR="0" lvl="0" indent="0" algn="l" rtl="0">
                            <a:spcBef>
                              <a:spcPts val="0"/>
                            </a:spcBef>
                            <a:spcAft>
                              <a:spcPts val="0"/>
                            </a:spcAft>
                            <a:buNone/>
                          </a:pPr>
                          <a:r>
                            <a:rPr lang="en-US" sz="800" b="1" dirty="0">
                              <a:solidFill>
                                <a:srgbClr val="7030A0"/>
                              </a:solidFill>
                              <a:latin typeface="Arial" panose="020B0604020202020204" pitchFamily="34" charset="0"/>
                              <a:ea typeface="Helvetica Neue"/>
                              <a:cs typeface="Arial" panose="020B0604020202020204" pitchFamily="34" charset="0"/>
                              <a:sym typeface="Helvetica Neue"/>
                            </a:rPr>
                            <a:t>FLT CTL CHK, FLAPS UP, APU as REQ</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highlight>
                                <a:srgbClr val="FFFF00"/>
                              </a:highlight>
                              <a:uLnTx/>
                              <a:uFillTx/>
                              <a:latin typeface="Arial" panose="020B0604020202020204" pitchFamily="34" charset="0"/>
                              <a:ea typeface="Helvetica Neue"/>
                              <a:cs typeface="Arial" panose="020B0604020202020204" pitchFamily="34" charset="0"/>
                              <a:sym typeface="Helvetica Neue"/>
                            </a:rPr>
                            <a:t>DECISION TREE next page</a:t>
                          </a:r>
                          <a:endParaRPr sz="700" dirty="0">
                            <a:solidFill>
                              <a:srgbClr val="7030A0"/>
                            </a:solidFill>
                            <a:latin typeface="Arial" panose="020B0604020202020204" pitchFamily="34" charset="0"/>
                            <a:ea typeface="Helvetica Neue"/>
                            <a:cs typeface="Arial" panose="020B0604020202020204" pitchFamily="34" charset="0"/>
                            <a:sym typeface="Helvetica Neue"/>
                          </a:endParaRPr>
                        </a:p>
                      </a:txBody>
                      <a:tcPr marL="36000" marR="36000" marT="0" marB="0"/>
                    </a:tc>
                    <a:extLst>
                      <a:ext uri="{0D108BD9-81ED-4DB2-BD59-A6C34878D82A}">
                        <a16:rowId xmlns:a16="http://schemas.microsoft.com/office/drawing/2014/main" val="10007"/>
                      </a:ext>
                    </a:extLst>
                  </a:tr>
                </a:tbl>
              </a:graphicData>
            </a:graphic>
          </p:graphicFrame>
        </mc:Fallback>
      </mc:AlternateContent>
      <p:sp>
        <p:nvSpPr>
          <p:cNvPr id="2" name="직사각형 1">
            <a:hlinkClick r:id="" action="ppaction://hlinkshowjump?jump=firstslide"/>
            <a:extLst>
              <a:ext uri="{FF2B5EF4-FFF2-40B4-BE49-F238E27FC236}">
                <a16:creationId xmlns:a16="http://schemas.microsoft.com/office/drawing/2014/main" id="{B03DDE63-4142-5292-5212-CBAA9E926A97}"/>
              </a:ext>
            </a:extLst>
          </p:cNvPr>
          <p:cNvSpPr/>
          <p:nvPr/>
        </p:nvSpPr>
        <p:spPr>
          <a:xfrm>
            <a:off x="311673" y="5279727"/>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
        <p:nvSpPr>
          <p:cNvPr id="3" name="직사각형 2">
            <a:hlinkClick r:id="" action="ppaction://hlinkshowjump?jump=firstslide"/>
            <a:extLst>
              <a:ext uri="{FF2B5EF4-FFF2-40B4-BE49-F238E27FC236}">
                <a16:creationId xmlns:a16="http://schemas.microsoft.com/office/drawing/2014/main" id="{FBAAC3CB-C309-1E4C-1777-F739C1CDA2CB}"/>
              </a:ext>
            </a:extLst>
          </p:cNvPr>
          <p:cNvSpPr/>
          <p:nvPr/>
        </p:nvSpPr>
        <p:spPr>
          <a:xfrm>
            <a:off x="1266727" y="5274374"/>
            <a:ext cx="894198" cy="276999"/>
          </a:xfrm>
          <a:prstGeom prst="rect">
            <a:avLst/>
          </a:prstGeom>
          <a:noFill/>
        </p:spPr>
        <p:txBody>
          <a:bodyPr wrap="square" lIns="0" tIns="0" rIns="0" bIns="0">
            <a:spAutoFit/>
          </a:bodyPr>
          <a:lstStyle/>
          <a:p>
            <a:pPr algn="ctr"/>
            <a:r>
              <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Cold Wx</a:t>
            </a:r>
            <a:endParaRPr lang="en-US" altLang="ko-KR" sz="1800" b="1" cap="none" spc="0" dirty="0">
              <a:ln w="0"/>
              <a:solidFill>
                <a:srgbClr val="AA47F5"/>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419">
          <a:extLst>
            <a:ext uri="{FF2B5EF4-FFF2-40B4-BE49-F238E27FC236}">
              <a16:creationId xmlns:a16="http://schemas.microsoft.com/office/drawing/2014/main" id="{FC9246D4-B972-04E3-AE79-33BCB48D6A9F}"/>
            </a:ext>
          </a:extLst>
        </p:cNvPr>
        <p:cNvGrpSpPr/>
        <p:nvPr/>
      </p:nvGrpSpPr>
      <p:grpSpPr>
        <a:xfrm>
          <a:off x="0" y="0"/>
          <a:ext cx="0" cy="0"/>
          <a:chOff x="0" y="0"/>
          <a:chExt cx="0" cy="0"/>
        </a:xfrm>
      </p:grpSpPr>
      <p:sp>
        <p:nvSpPr>
          <p:cNvPr id="424" name="Google Shape;424;p34">
            <a:extLst>
              <a:ext uri="{FF2B5EF4-FFF2-40B4-BE49-F238E27FC236}">
                <a16:creationId xmlns:a16="http://schemas.microsoft.com/office/drawing/2014/main" id="{9CD364A1-1923-FCA2-DF50-03CD66D3AB74}"/>
              </a:ext>
            </a:extLst>
          </p:cNvPr>
          <p:cNvSpPr/>
          <p:nvPr/>
        </p:nvSpPr>
        <p:spPr>
          <a:xfrm>
            <a:off x="178231" y="2526223"/>
            <a:ext cx="759416" cy="348713"/>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425" name="Google Shape;425;p34">
            <a:extLst>
              <a:ext uri="{FF2B5EF4-FFF2-40B4-BE49-F238E27FC236}">
                <a16:creationId xmlns:a16="http://schemas.microsoft.com/office/drawing/2014/main" id="{43B46998-1C73-5B27-ED54-E51E6F8BC458}"/>
              </a:ext>
            </a:extLst>
          </p:cNvPr>
          <p:cNvSpPr/>
          <p:nvPr/>
        </p:nvSpPr>
        <p:spPr>
          <a:xfrm>
            <a:off x="1164430" y="2545838"/>
            <a:ext cx="850349" cy="406589"/>
          </a:xfrm>
          <a:prstGeom prst="frame">
            <a:avLst>
              <a:gd name="adj1" fmla="val 12500"/>
            </a:avLst>
          </a:prstGeom>
          <a:solidFill>
            <a:srgbClr val="00B0F0"/>
          </a:solidFill>
          <a:ln w="12700" cap="flat" cmpd="sng">
            <a:solidFill>
              <a:srgbClr val="00B050"/>
            </a:solidFill>
            <a:prstDash val="solid"/>
            <a:miter lim="800000"/>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3" name="직사각형 2">
            <a:hlinkClick r:id="" action="ppaction://hlinkshowjump?jump=firstslide"/>
            <a:extLst>
              <a:ext uri="{FF2B5EF4-FFF2-40B4-BE49-F238E27FC236}">
                <a16:creationId xmlns:a16="http://schemas.microsoft.com/office/drawing/2014/main" id="{7D2828E4-8C91-E9E0-8C77-4D726F2B466F}"/>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pic>
        <p:nvPicPr>
          <p:cNvPr id="2" name="그림 1">
            <a:extLst>
              <a:ext uri="{FF2B5EF4-FFF2-40B4-BE49-F238E27FC236}">
                <a16:creationId xmlns:a16="http://schemas.microsoft.com/office/drawing/2014/main" id="{93D88787-488F-7509-F6B4-97C0E60F836D}"/>
              </a:ext>
            </a:extLst>
          </p:cNvPr>
          <p:cNvPicPr>
            <a:picLocks noChangeAspect="1"/>
          </p:cNvPicPr>
          <p:nvPr/>
        </p:nvPicPr>
        <p:blipFill>
          <a:blip r:embed="rId3"/>
          <a:stretch>
            <a:fillRect/>
          </a:stretch>
        </p:blipFill>
        <p:spPr>
          <a:xfrm>
            <a:off x="0" y="279203"/>
            <a:ext cx="2328863" cy="4389011"/>
          </a:xfrm>
          <a:prstGeom prst="rect">
            <a:avLst/>
          </a:prstGeom>
        </p:spPr>
      </p:pic>
      <p:sp>
        <p:nvSpPr>
          <p:cNvPr id="4" name="직사각형 3">
            <a:extLst>
              <a:ext uri="{FF2B5EF4-FFF2-40B4-BE49-F238E27FC236}">
                <a16:creationId xmlns:a16="http://schemas.microsoft.com/office/drawing/2014/main" id="{292BB7D8-0156-671C-13CE-CA7A119EA787}"/>
              </a:ext>
            </a:extLst>
          </p:cNvPr>
          <p:cNvSpPr/>
          <p:nvPr/>
        </p:nvSpPr>
        <p:spPr>
          <a:xfrm>
            <a:off x="168333" y="2786062"/>
            <a:ext cx="679020"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
        <p:nvSpPr>
          <p:cNvPr id="5" name="직사각형 4">
            <a:extLst>
              <a:ext uri="{FF2B5EF4-FFF2-40B4-BE49-F238E27FC236}">
                <a16:creationId xmlns:a16="http://schemas.microsoft.com/office/drawing/2014/main" id="{0FD562C0-A7DF-85F6-E24B-3FCFEA41881D}"/>
              </a:ext>
            </a:extLst>
          </p:cNvPr>
          <p:cNvSpPr/>
          <p:nvPr/>
        </p:nvSpPr>
        <p:spPr>
          <a:xfrm>
            <a:off x="1170547" y="2809551"/>
            <a:ext cx="1022583" cy="285751"/>
          </a:xfrm>
          <a:prstGeom prst="rect">
            <a:avLst/>
          </a:prstGeom>
          <a:noFill/>
          <a:ln w="47625"/>
        </p:spPr>
        <p:style>
          <a:lnRef idx="2">
            <a:schemeClr val="accent6"/>
          </a:lnRef>
          <a:fillRef idx="1">
            <a:schemeClr val="lt1"/>
          </a:fillRef>
          <a:effectRef idx="0">
            <a:schemeClr val="accent6"/>
          </a:effectRef>
          <a:fontRef idx="minor">
            <a:schemeClr val="dk1"/>
          </a:fontRef>
        </p:style>
        <p:txBody>
          <a:bodyPr rtlCol="0" anchor="ctr"/>
          <a:lstStyle/>
          <a:p>
            <a:pPr algn="ctr"/>
            <a:endParaRPr kumimoji="1" lang="ko-Kore-KR" altLang="en-US"/>
          </a:p>
        </p:txBody>
      </p:sp>
    </p:spTree>
    <p:extLst>
      <p:ext uri="{BB962C8B-B14F-4D97-AF65-F5344CB8AC3E}">
        <p14:creationId xmlns:p14="http://schemas.microsoft.com/office/powerpoint/2010/main" val="55276175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763859038"/>
              </p:ext>
            </p:extLst>
          </p:nvPr>
        </p:nvGraphicFramePr>
        <p:xfrm>
          <a:off x="-4122" y="4139510"/>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284 </a:t>
                      </a:r>
                      <a:r>
                        <a:rPr lang="en-US" altLang="ko-KR" sz="900" dirty="0"/>
                        <a:t>OUTBD </a:t>
                      </a:r>
                    </a:p>
                    <a:p>
                      <a:pPr marL="0" marR="0" lvl="0" indent="0" algn="l" rtl="0">
                        <a:spcBef>
                          <a:spcPts val="0"/>
                        </a:spcBef>
                        <a:spcAft>
                          <a:spcPts val="0"/>
                        </a:spcAft>
                        <a:buNone/>
                      </a:pPr>
                      <a:r>
                        <a:rPr lang="en-US" altLang="ko-KR" sz="900" dirty="0"/>
                        <a:t>(PULL TRK) </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284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2" name="그룹 151">
            <a:extLst>
              <a:ext uri="{FF2B5EF4-FFF2-40B4-BE49-F238E27FC236}">
                <a16:creationId xmlns:a16="http://schemas.microsoft.com/office/drawing/2014/main" id="{4BE8B393-F758-B69E-C71F-41B24ABD3B39}"/>
              </a:ext>
            </a:extLst>
          </p:cNvPr>
          <p:cNvGrpSpPr/>
          <p:nvPr/>
        </p:nvGrpSpPr>
        <p:grpSpPr>
          <a:xfrm>
            <a:off x="-55490" y="1019432"/>
            <a:ext cx="2394309" cy="3138086"/>
            <a:chOff x="-48346" y="990763"/>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21136"/>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548692"/>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V="1">
              <a:off x="331437" y="2745299"/>
              <a:ext cx="354533" cy="488137"/>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639281"/>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14257"/>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1967600"/>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14708"/>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19339"/>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996764"/>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991120"/>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578344"/>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551319"/>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374350"/>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990763"/>
              <a:ext cx="527709" cy="338554"/>
            </a:xfrm>
            <a:prstGeom prst="rect">
              <a:avLst/>
            </a:prstGeom>
            <a:noFill/>
          </p:spPr>
          <p:txBody>
            <a:bodyPr wrap="none" rtlCol="0">
              <a:spAutoFit/>
            </a:bodyPr>
            <a:lstStyle/>
            <a:p>
              <a:pPr algn="ctr"/>
              <a:r>
                <a:rPr kumimoji="1" lang="en-US" altLang="ko-Kore-KR" sz="800" b="1" dirty="0">
                  <a:solidFill>
                    <a:srgbClr val="92D050"/>
                  </a:solidFill>
                </a:rPr>
                <a:t>KMH35</a:t>
              </a:r>
            </a:p>
            <a:p>
              <a:pPr algn="ctr"/>
              <a:r>
                <a:rPr kumimoji="1" lang="en-US" altLang="ko-Kore-KR" sz="800" b="1" dirty="0">
                  <a:solidFill>
                    <a:srgbClr val="92D050"/>
                  </a:solidFill>
                </a:rPr>
                <a:t>(18L)</a:t>
              </a:r>
              <a:endParaRPr kumimoji="1" lang="ko-Kore-KR" altLang="en-US" sz="800" b="1"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165881"/>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13484"/>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1956094"/>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76709" y="2599564"/>
              <a:ext cx="599844" cy="338554"/>
            </a:xfrm>
            <a:prstGeom prst="rect">
              <a:avLst/>
            </a:prstGeom>
            <a:noFill/>
          </p:spPr>
          <p:txBody>
            <a:bodyPr wrap="none" rtlCol="0">
              <a:spAutoFit/>
            </a:bodyPr>
            <a:lstStyle/>
            <a:p>
              <a:pPr algn="ctr"/>
              <a:r>
                <a:rPr kumimoji="1" lang="en-US" altLang="ko-Kore-KR" sz="800" dirty="0"/>
                <a:t>KMH22</a:t>
              </a:r>
            </a:p>
            <a:p>
              <a:pPr algn="ctr"/>
              <a:r>
                <a:rPr kumimoji="1" lang="en-US" altLang="ko-Kore-KR" sz="800" dirty="0"/>
                <a:t>(MA046)</a:t>
              </a: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p:nvPr/>
          </p:nvCxnSpPr>
          <p:spPr>
            <a:xfrm>
              <a:off x="191911" y="3164206"/>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2" name="구부러진 연결선[U] 131">
              <a:extLst>
                <a:ext uri="{FF2B5EF4-FFF2-40B4-BE49-F238E27FC236}">
                  <a16:creationId xmlns:a16="http://schemas.microsoft.com/office/drawing/2014/main" id="{414C5854-DCF3-751F-4CA3-DD8A308A66C6}"/>
                </a:ext>
              </a:extLst>
            </p:cNvPr>
            <p:cNvCxnSpPr/>
            <p:nvPr/>
          </p:nvCxnSpPr>
          <p:spPr>
            <a:xfrm>
              <a:off x="152401" y="3226298"/>
              <a:ext cx="279053" cy="138461"/>
            </a:xfrm>
            <a:prstGeom prst="curvedConnector3">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V="1">
              <a:off x="0" y="3298447"/>
              <a:ext cx="302153" cy="381645"/>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54533" y="3395637"/>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21224"/>
              <a:ext cx="836148" cy="465790"/>
            </a:xfrm>
            <a:prstGeom prst="wedgeRectCallout">
              <a:avLst>
                <a:gd name="adj1" fmla="val -118823"/>
                <a:gd name="adj2" fmla="val -3300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L/D CHK Complete</a:t>
              </a:r>
            </a:p>
            <a:p>
              <a:r>
                <a:rPr kumimoji="1" lang="en-US" altLang="ko-Kore-KR" sz="800" dirty="0"/>
                <a:t>NEXT 1700ft</a:t>
              </a:r>
              <a:endParaRPr kumimoji="1" lang="ko-Kore-KR" altLang="en-US" sz="800" dirty="0"/>
            </a:p>
          </p:txBody>
        </p:sp>
        <p:sp>
          <p:nvSpPr>
            <p:cNvPr id="143" name="TextBox 142">
              <a:extLst>
                <a:ext uri="{FF2B5EF4-FFF2-40B4-BE49-F238E27FC236}">
                  <a16:creationId xmlns:a16="http://schemas.microsoft.com/office/drawing/2014/main" id="{E7A4A2FD-4EC4-596A-9970-F3E9CA163536}"/>
                </a:ext>
              </a:extLst>
            </p:cNvPr>
            <p:cNvSpPr txBox="1"/>
            <p:nvPr/>
          </p:nvSpPr>
          <p:spPr>
            <a:xfrm>
              <a:off x="28182" y="3553474"/>
              <a:ext cx="550151" cy="338554"/>
            </a:xfrm>
            <a:prstGeom prst="rect">
              <a:avLst/>
            </a:prstGeom>
            <a:noFill/>
          </p:spPr>
          <p:txBody>
            <a:bodyPr wrap="none" rtlCol="0">
              <a:spAutoFit/>
            </a:bodyPr>
            <a:lstStyle/>
            <a:p>
              <a:pPr algn="ctr"/>
              <a:r>
                <a:rPr kumimoji="1" lang="en-US" altLang="ko-Kore-KR" sz="800" dirty="0"/>
                <a:t>FAF</a:t>
              </a:r>
            </a:p>
            <a:p>
              <a:pPr algn="ctr"/>
              <a:r>
                <a:rPr kumimoji="1" lang="en-US" altLang="ko-Kore-KR" sz="800" dirty="0"/>
                <a:t>(FF046)</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907946" y="2889323"/>
              <a:ext cx="1243293" cy="637768"/>
            </a:xfrm>
            <a:prstGeom prst="wedgeRectCallout">
              <a:avLst>
                <a:gd name="adj1" fmla="val -76304"/>
                <a:gd name="adj2" fmla="val -40843"/>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1700ft L/O 6000ft SET</a:t>
              </a:r>
            </a:p>
            <a:p>
              <a:r>
                <a:rPr kumimoji="1" lang="en-US" altLang="ko-Kore-KR" sz="800" dirty="0"/>
                <a:t>TRK to KMH22</a:t>
              </a:r>
            </a:p>
            <a:p>
              <a:r>
                <a:rPr kumimoji="1" lang="en-US" altLang="ko-Kore-KR" sz="800" dirty="0"/>
                <a:t>Act SEC F-PLN</a:t>
              </a:r>
            </a:p>
            <a:p>
              <a:r>
                <a:rPr kumimoji="1" lang="en-US" altLang="ko-Kore-KR" sz="800" dirty="0"/>
                <a:t>DCT KMH22 - NAV </a:t>
              </a:r>
            </a:p>
            <a:p>
              <a:r>
                <a:rPr kumimoji="1" lang="en-US" altLang="ko-Kore-KR" sz="800" dirty="0"/>
                <a:t>ECAM memo no blue</a:t>
              </a:r>
              <a:endParaRPr kumimoji="1" lang="ko-Kore-KR" altLang="en-US" sz="800" dirty="0"/>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258171"/>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07131"/>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488263"/>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441619"/>
              <a:ext cx="418277" cy="421925"/>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grpSp>
      <p:sp>
        <p:nvSpPr>
          <p:cNvPr id="153" name="TextBox 152">
            <a:extLst>
              <a:ext uri="{FF2B5EF4-FFF2-40B4-BE49-F238E27FC236}">
                <a16:creationId xmlns:a16="http://schemas.microsoft.com/office/drawing/2014/main" id="{97F6DB83-E6BE-C7AD-44FF-AB2D0BD878C7}"/>
              </a:ext>
            </a:extLst>
          </p:cNvPr>
          <p:cNvSpPr txBox="1"/>
          <p:nvPr/>
        </p:nvSpPr>
        <p:spPr>
          <a:xfrm>
            <a:off x="1427395" y="5172015"/>
            <a:ext cx="973343" cy="400110"/>
          </a:xfrm>
          <a:prstGeom prst="rect">
            <a:avLst/>
          </a:prstGeom>
          <a:noFill/>
        </p:spPr>
        <p:txBody>
          <a:bodyPr wrap="none" rtlCol="0">
            <a:spAutoFit/>
          </a:bodyPr>
          <a:lstStyle/>
          <a:p>
            <a:r>
              <a:rPr lang="en-US" altLang="ko-KR" sz="1000" b="1" dirty="0">
                <a:solidFill>
                  <a:srgbClr val="C00000"/>
                </a:solidFill>
                <a:latin typeface="Calibri" panose="020F0502020204030204" pitchFamily="34" charset="0"/>
                <a:cs typeface="Calibri" panose="020F0502020204030204" pitchFamily="34" charset="0"/>
              </a:rPr>
              <a:t>LOC 36 Circling</a:t>
            </a:r>
          </a:p>
          <a:p>
            <a:r>
              <a:rPr kumimoji="1" lang="en-US" altLang="ko-Kore-KR" sz="1000" b="1" dirty="0">
                <a:solidFill>
                  <a:srgbClr val="C00000"/>
                </a:solidFill>
                <a:latin typeface="Calibri" panose="020F0502020204030204" pitchFamily="34" charset="0"/>
                <a:cs typeface="Calibri" panose="020F0502020204030204" pitchFamily="34" charset="0"/>
              </a:rPr>
              <a:t>Next Page</a:t>
            </a:r>
            <a:endParaRPr kumimoji="1" lang="ko-Kore-KR" altLang="en-US" sz="1000" b="1" dirty="0">
              <a:solidFill>
                <a:srgbClr val="C00000"/>
              </a:solidFill>
              <a:latin typeface="Calibri" panose="020F0502020204030204" pitchFamily="34" charset="0"/>
              <a:cs typeface="Calibri" panose="020F0502020204030204" pitchFamily="34" charset="0"/>
            </a:endParaRPr>
          </a:p>
        </p:txBody>
      </p:sp>
      <p:sp>
        <p:nvSpPr>
          <p:cNvPr id="2" name="TextBox 1">
            <a:extLst>
              <a:ext uri="{FF2B5EF4-FFF2-40B4-BE49-F238E27FC236}">
                <a16:creationId xmlns:a16="http://schemas.microsoft.com/office/drawing/2014/main" id="{D49E31F1-F9F0-C78C-4D15-80D409335936}"/>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graphicFrame>
        <p:nvGraphicFramePr>
          <p:cNvPr id="138" name="Google Shape;138;p4"/>
          <p:cNvGraphicFramePr/>
          <p:nvPr>
            <p:extLst>
              <p:ext uri="{D42A27DB-BD31-4B8C-83A1-F6EECF244321}">
                <p14:modId xmlns:p14="http://schemas.microsoft.com/office/powerpoint/2010/main" val="3165188743"/>
              </p:ext>
            </p:extLst>
          </p:nvPr>
        </p:nvGraphicFramePr>
        <p:xfrm>
          <a:off x="0" y="0"/>
          <a:ext cx="2328850" cy="1016880"/>
        </p:xfrm>
        <a:graphic>
          <a:graphicData uri="http://schemas.openxmlformats.org/drawingml/2006/table">
            <a:tbl>
              <a:tblPr firstRow="1" bandRow="1">
                <a:noFill/>
                <a:tableStyleId>{A521BE36-7E6F-4EC9-8D66-1CF97A6895EC}</a:tableStyleId>
              </a:tblPr>
              <a:tblGrid>
                <a:gridCol w="1471613">
                  <a:extLst>
                    <a:ext uri="{9D8B030D-6E8A-4147-A177-3AD203B41FA5}">
                      <a16:colId xmlns:a16="http://schemas.microsoft.com/office/drawing/2014/main" val="20000"/>
                    </a:ext>
                  </a:extLst>
                </a:gridCol>
                <a:gridCol w="857237">
                  <a:extLst>
                    <a:ext uri="{9D8B030D-6E8A-4147-A177-3AD203B41FA5}">
                      <a16:colId xmlns:a16="http://schemas.microsoft.com/office/drawing/2014/main" val="906161869"/>
                    </a:ext>
                  </a:extLst>
                </a:gridCol>
              </a:tblGrid>
              <a:tr h="202565">
                <a:tc gridSpan="2">
                  <a:txBody>
                    <a:bodyPr/>
                    <a:lstStyle/>
                    <a:p>
                      <a:pPr marL="0" marR="0" lvl="0" indent="0" algn="ctr" rtl="0">
                        <a:spcBef>
                          <a:spcPts val="0"/>
                        </a:spcBef>
                        <a:spcAft>
                          <a:spcPts val="0"/>
                        </a:spcAft>
                        <a:buNone/>
                      </a:pPr>
                      <a:r>
                        <a:rPr lang="en-US" sz="1100" dirty="0"/>
                        <a:t>PUS VOR 18L/R </a:t>
                      </a:r>
                      <a:endParaRPr lang="en-US" sz="1100" dirty="0">
                        <a:solidFill>
                          <a:srgbClr val="FFC000"/>
                        </a:solidFill>
                      </a:endParaRP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VOR18L/R  GAYHA  GAYHA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0" marB="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284(Missed App)</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2408181646"/>
                  </a:ext>
                </a:extLst>
              </a:tr>
            </a:tbl>
          </a:graphicData>
        </a:graphic>
      </p:graphicFrame>
    </p:spTree>
    <p:extLst>
      <p:ext uri="{BB962C8B-B14F-4D97-AF65-F5344CB8AC3E}">
        <p14:creationId xmlns:p14="http://schemas.microsoft.com/office/powerpoint/2010/main" val="174513959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34"/>
        <p:cNvGrpSpPr/>
        <p:nvPr/>
      </p:nvGrpSpPr>
      <p:grpSpPr>
        <a:xfrm>
          <a:off x="0" y="0"/>
          <a:ext cx="0" cy="0"/>
          <a:chOff x="0" y="0"/>
          <a:chExt cx="0" cy="0"/>
        </a:xfrm>
      </p:grpSpPr>
      <p:graphicFrame>
        <p:nvGraphicFramePr>
          <p:cNvPr id="145" name="Google Shape;138;p4">
            <a:extLst>
              <a:ext uri="{FF2B5EF4-FFF2-40B4-BE49-F238E27FC236}">
                <a16:creationId xmlns:a16="http://schemas.microsoft.com/office/drawing/2014/main" id="{2DD2492E-25C7-6F3E-A765-74CDA0855231}"/>
              </a:ext>
            </a:extLst>
          </p:cNvPr>
          <p:cNvGraphicFramePr/>
          <p:nvPr>
            <p:extLst>
              <p:ext uri="{D42A27DB-BD31-4B8C-83A1-F6EECF244321}">
                <p14:modId xmlns:p14="http://schemas.microsoft.com/office/powerpoint/2010/main" val="2135400964"/>
              </p:ext>
            </p:extLst>
          </p:nvPr>
        </p:nvGraphicFramePr>
        <p:xfrm>
          <a:off x="-4122" y="4335832"/>
          <a:ext cx="2328850" cy="932280"/>
        </p:xfrm>
        <a:graphic>
          <a:graphicData uri="http://schemas.openxmlformats.org/drawingml/2006/table">
            <a:tbl>
              <a:tblPr firstRow="1" bandRow="1">
                <a:noFill/>
                <a:tableStyleId>{A521BE36-7E6F-4EC9-8D66-1CF97A6895EC}</a:tableStyleId>
              </a:tblPr>
              <a:tblGrid>
                <a:gridCol w="2328850">
                  <a:extLst>
                    <a:ext uri="{9D8B030D-6E8A-4147-A177-3AD203B41FA5}">
                      <a16:colId xmlns:a16="http://schemas.microsoft.com/office/drawing/2014/main" val="20000"/>
                    </a:ext>
                  </a:extLst>
                </a:gridCol>
              </a:tblGrid>
              <a:tr h="152551">
                <a:tc>
                  <a:txBody>
                    <a:bodyPr/>
                    <a:lstStyle/>
                    <a:p>
                      <a:pPr marL="0" marR="0" lvl="0" indent="0" algn="ctr" rtl="0">
                        <a:spcBef>
                          <a:spcPts val="0"/>
                        </a:spcBef>
                        <a:spcAft>
                          <a:spcPts val="0"/>
                        </a:spcAft>
                        <a:buNone/>
                      </a:pPr>
                      <a:r>
                        <a:rPr lang="en-US" sz="1100" dirty="0"/>
                        <a:t>Missed App</a:t>
                      </a:r>
                    </a:p>
                  </a:txBody>
                  <a:tcPr marL="36000" marR="36000" marT="36000" marB="36000" anchor="ctr"/>
                </a:tc>
                <a:extLst>
                  <a:ext uri="{0D108BD9-81ED-4DB2-BD59-A6C34878D82A}">
                    <a16:rowId xmlns:a16="http://schemas.microsoft.com/office/drawing/2014/main" val="10000"/>
                  </a:ext>
                </a:extLst>
              </a:tr>
              <a:tr h="220461">
                <a:tc>
                  <a:txBody>
                    <a:bodyPr/>
                    <a:lstStyle/>
                    <a:p>
                      <a:pPr marL="0" marR="0" lvl="0" indent="0" algn="l" rtl="0">
                        <a:spcBef>
                          <a:spcPts val="0"/>
                        </a:spcBef>
                        <a:spcAft>
                          <a:spcPts val="0"/>
                        </a:spcAft>
                        <a:buNone/>
                      </a:pPr>
                      <a:r>
                        <a:rPr lang="en-US" altLang="ko-Kore-KR" sz="900" dirty="0"/>
                        <a:t>Base Turn </a:t>
                      </a:r>
                      <a:r>
                        <a:rPr lang="ko-KR" altLang="en-US" sz="900" dirty="0"/>
                        <a:t>이전 </a:t>
                      </a:r>
                      <a:r>
                        <a:rPr lang="en-US" altLang="ko-KR" sz="900" dirty="0"/>
                        <a:t>:</a:t>
                      </a:r>
                      <a:r>
                        <a:rPr lang="ko-KR" altLang="en-US" sz="900" dirty="0"/>
                        <a:t> </a:t>
                      </a:r>
                      <a:r>
                        <a:rPr lang="en-US" altLang="ko-KR" sz="900" dirty="0"/>
                        <a:t>L/H Turn </a:t>
                      </a:r>
                      <a:r>
                        <a:rPr lang="en-US" altLang="ko-KR" sz="900" b="1" dirty="0">
                          <a:solidFill>
                            <a:srgbClr val="C00000"/>
                          </a:solidFill>
                        </a:rPr>
                        <a:t>KMH 310 </a:t>
                      </a:r>
                      <a:r>
                        <a:rPr lang="en-US" altLang="ko-KR" sz="900" dirty="0"/>
                        <a:t>OUTBD </a:t>
                      </a:r>
                    </a:p>
                    <a:p>
                      <a:pPr marL="0" marR="0" lvl="0" indent="0" algn="l" rtl="0">
                        <a:spcBef>
                          <a:spcPts val="0"/>
                        </a:spcBef>
                        <a:spcAft>
                          <a:spcPts val="0"/>
                        </a:spcAft>
                        <a:buNone/>
                      </a:pPr>
                      <a:r>
                        <a:rPr lang="en-US" altLang="ko-KR" sz="900" dirty="0"/>
                        <a:t>(PULL TRK)</a:t>
                      </a:r>
                    </a:p>
                  </a:txBody>
                  <a:tcPr marL="36000" marR="36000" marT="36000" marB="36000" anchor="ctr"/>
                </a:tc>
                <a:extLst>
                  <a:ext uri="{0D108BD9-81ED-4DB2-BD59-A6C34878D82A}">
                    <a16:rowId xmlns:a16="http://schemas.microsoft.com/office/drawing/2014/main" val="10001"/>
                  </a:ext>
                </a:extLst>
              </a:tr>
              <a:tr h="307775">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n-US" altLang="ko-KR" sz="900" dirty="0"/>
                        <a:t>Base Turn </a:t>
                      </a:r>
                      <a:r>
                        <a:rPr lang="ko-KR" altLang="en-US" sz="900" dirty="0"/>
                        <a:t>이후 </a:t>
                      </a:r>
                      <a:r>
                        <a:rPr lang="en-US" altLang="ko-KR" sz="900" dirty="0"/>
                        <a:t>:</a:t>
                      </a:r>
                      <a:r>
                        <a:rPr lang="ko-KR" altLang="en-US" sz="900" dirty="0"/>
                        <a:t> </a:t>
                      </a:r>
                      <a:r>
                        <a:rPr lang="en-US" altLang="ko-KR" sz="900" dirty="0"/>
                        <a:t>Continue R/H Turn </a:t>
                      </a:r>
                      <a:r>
                        <a:rPr lang="en-US" altLang="ko-KR" sz="900" b="1" dirty="0">
                          <a:solidFill>
                            <a:srgbClr val="C00000"/>
                          </a:solidFill>
                        </a:rPr>
                        <a:t>KMH 310 </a:t>
                      </a:r>
                      <a:r>
                        <a:rPr lang="en-US" altLang="ko-KR" sz="900" dirty="0"/>
                        <a:t>OUTBD  (PULL TRK)</a:t>
                      </a:r>
                    </a:p>
                  </a:txBody>
                  <a:tcPr marL="36000" marR="36000" marT="36000" marB="36000" anchor="ctr"/>
                </a:tc>
                <a:extLst>
                  <a:ext uri="{0D108BD9-81ED-4DB2-BD59-A6C34878D82A}">
                    <a16:rowId xmlns:a16="http://schemas.microsoft.com/office/drawing/2014/main" val="3324277550"/>
                  </a:ext>
                </a:extLst>
              </a:tr>
            </a:tbl>
          </a:graphicData>
        </a:graphic>
      </p:graphicFrame>
      <p:grpSp>
        <p:nvGrpSpPr>
          <p:cNvPr id="15" name="그룹 14">
            <a:extLst>
              <a:ext uri="{FF2B5EF4-FFF2-40B4-BE49-F238E27FC236}">
                <a16:creationId xmlns:a16="http://schemas.microsoft.com/office/drawing/2014/main" id="{EA4E3C12-23F7-925D-4989-9A1D08C75E1F}"/>
              </a:ext>
            </a:extLst>
          </p:cNvPr>
          <p:cNvGrpSpPr/>
          <p:nvPr/>
        </p:nvGrpSpPr>
        <p:grpSpPr>
          <a:xfrm>
            <a:off x="-48346" y="1189404"/>
            <a:ext cx="2394309" cy="3138086"/>
            <a:chOff x="-48346" y="1067956"/>
            <a:chExt cx="2394309" cy="3138086"/>
          </a:xfrm>
        </p:grpSpPr>
        <p:pic>
          <p:nvPicPr>
            <p:cNvPr id="12" name="그림 11" descr="나무, 식물이(가) 표시된 사진&#10;&#10;자동 생성된 설명">
              <a:extLst>
                <a:ext uri="{FF2B5EF4-FFF2-40B4-BE49-F238E27FC236}">
                  <a16:creationId xmlns:a16="http://schemas.microsoft.com/office/drawing/2014/main" id="{CDDBC3DB-6733-2907-F7DB-E2FDA5AE9F63}"/>
                </a:ext>
              </a:extLst>
            </p:cNvPr>
            <p:cNvPicPr>
              <a:picLocks noChangeAspect="1"/>
            </p:cNvPicPr>
            <p:nvPr/>
          </p:nvPicPr>
          <p:blipFill rotWithShape="1">
            <a:blip r:embed="rId3"/>
            <a:stretch/>
          </p:blipFill>
          <p:spPr>
            <a:xfrm>
              <a:off x="-361" y="1098329"/>
              <a:ext cx="2346324" cy="3107713"/>
            </a:xfrm>
            <a:prstGeom prst="rect">
              <a:avLst/>
            </a:prstGeom>
          </p:spPr>
        </p:pic>
        <p:cxnSp>
          <p:nvCxnSpPr>
            <p:cNvPr id="27" name="직선 연결선[R] 26">
              <a:extLst>
                <a:ext uri="{FF2B5EF4-FFF2-40B4-BE49-F238E27FC236}">
                  <a16:creationId xmlns:a16="http://schemas.microsoft.com/office/drawing/2014/main" id="{A447B34E-85E3-7041-0027-4D72BCEB8F48}"/>
                </a:ext>
              </a:extLst>
            </p:cNvPr>
            <p:cNvCxnSpPr>
              <a:cxnSpLocks/>
              <a:endCxn id="29" idx="0"/>
            </p:cNvCxnSpPr>
            <p:nvPr/>
          </p:nvCxnSpPr>
          <p:spPr>
            <a:xfrm flipH="1" flipV="1">
              <a:off x="647706" y="1625885"/>
              <a:ext cx="35808" cy="119660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1" name="직선 연결선[R] 40">
              <a:extLst>
                <a:ext uri="{FF2B5EF4-FFF2-40B4-BE49-F238E27FC236}">
                  <a16:creationId xmlns:a16="http://schemas.microsoft.com/office/drawing/2014/main" id="{AF422B5F-7DE7-D8E9-59E5-31D47952B5A3}"/>
                </a:ext>
              </a:extLst>
            </p:cNvPr>
            <p:cNvCxnSpPr>
              <a:cxnSpLocks/>
            </p:cNvCxnSpPr>
            <p:nvPr/>
          </p:nvCxnSpPr>
          <p:spPr>
            <a:xfrm flipH="1" flipV="1">
              <a:off x="685970" y="2822492"/>
              <a:ext cx="1038585" cy="862373"/>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23" name="포인트가 4개인 별 22">
              <a:extLst>
                <a:ext uri="{FF2B5EF4-FFF2-40B4-BE49-F238E27FC236}">
                  <a16:creationId xmlns:a16="http://schemas.microsoft.com/office/drawing/2014/main" id="{34EBE2B8-A456-4BC0-19B9-499481DE4E5C}"/>
                </a:ext>
              </a:extLst>
            </p:cNvPr>
            <p:cNvSpPr/>
            <p:nvPr/>
          </p:nvSpPr>
          <p:spPr>
            <a:xfrm>
              <a:off x="590749" y="2716474"/>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29" name="호 28">
              <a:extLst>
                <a:ext uri="{FF2B5EF4-FFF2-40B4-BE49-F238E27FC236}">
                  <a16:creationId xmlns:a16="http://schemas.microsoft.com/office/drawing/2014/main" id="{0EDEDCBE-E5F5-DEFE-E89D-A65BA4BB793D}"/>
                </a:ext>
              </a:extLst>
            </p:cNvPr>
            <p:cNvSpPr/>
            <p:nvPr/>
          </p:nvSpPr>
          <p:spPr>
            <a:xfrm>
              <a:off x="647194" y="1191450"/>
              <a:ext cx="956185" cy="911025"/>
            </a:xfrm>
            <a:prstGeom prst="arc">
              <a:avLst>
                <a:gd name="adj1" fmla="val 10951624"/>
                <a:gd name="adj2" fmla="val 61662"/>
              </a:avLst>
            </a:prstGeom>
            <a:ln w="28575">
              <a:solidFill>
                <a:srgbClr val="AA47F5"/>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1" name="포인트가 4개인 별 30">
              <a:extLst>
                <a:ext uri="{FF2B5EF4-FFF2-40B4-BE49-F238E27FC236}">
                  <a16:creationId xmlns:a16="http://schemas.microsoft.com/office/drawing/2014/main" id="{58BD0D03-CFFD-7313-7A4A-408AE9CE381A}"/>
                </a:ext>
              </a:extLst>
            </p:cNvPr>
            <p:cNvSpPr/>
            <p:nvPr/>
          </p:nvSpPr>
          <p:spPr>
            <a:xfrm>
              <a:off x="573819" y="2044793"/>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5" name="호 34">
              <a:extLst>
                <a:ext uri="{FF2B5EF4-FFF2-40B4-BE49-F238E27FC236}">
                  <a16:creationId xmlns:a16="http://schemas.microsoft.com/office/drawing/2014/main" id="{930CEE6A-5EFE-59E6-5594-85206F09186A}"/>
                </a:ext>
              </a:extLst>
            </p:cNvPr>
            <p:cNvSpPr/>
            <p:nvPr/>
          </p:nvSpPr>
          <p:spPr>
            <a:xfrm>
              <a:off x="686711" y="1191901"/>
              <a:ext cx="973831" cy="1004707"/>
            </a:xfrm>
            <a:prstGeom prst="arc">
              <a:avLst>
                <a:gd name="adj1" fmla="val 16012884"/>
                <a:gd name="adj2" fmla="val 21134675"/>
              </a:avLst>
            </a:prstGeom>
            <a:ln w="28575">
              <a:solidFill>
                <a:srgbClr val="92D050"/>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ko-Kore-KR" altLang="en-US"/>
            </a:p>
          </p:txBody>
        </p:sp>
        <p:sp>
          <p:nvSpPr>
            <p:cNvPr id="38" name="포인트가 4개인 별 37">
              <a:extLst>
                <a:ext uri="{FF2B5EF4-FFF2-40B4-BE49-F238E27FC236}">
                  <a16:creationId xmlns:a16="http://schemas.microsoft.com/office/drawing/2014/main" id="{7EB48E4E-D41B-9BE2-A6CB-DE56A1828C44}"/>
                </a:ext>
              </a:extLst>
            </p:cNvPr>
            <p:cNvSpPr/>
            <p:nvPr/>
          </p:nvSpPr>
          <p:spPr>
            <a:xfrm>
              <a:off x="539954" y="109653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39" name="포인트가 4개인 별 38">
              <a:extLst>
                <a:ext uri="{FF2B5EF4-FFF2-40B4-BE49-F238E27FC236}">
                  <a16:creationId xmlns:a16="http://schemas.microsoft.com/office/drawing/2014/main" id="{4623912B-268E-11E3-0FE7-B2FCDA90C0C0}"/>
                </a:ext>
              </a:extLst>
            </p:cNvPr>
            <p:cNvSpPr/>
            <p:nvPr/>
          </p:nvSpPr>
          <p:spPr>
            <a:xfrm>
              <a:off x="1431776" y="1073957"/>
              <a:ext cx="185531" cy="212035"/>
            </a:xfrm>
            <a:prstGeom prst="star4">
              <a:avLst>
                <a:gd name="adj" fmla="val 18750"/>
              </a:avLst>
            </a:prstGeom>
            <a:solidFill>
              <a:srgbClr val="AA47F5"/>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40" name="포인트가 4개인 별 39">
              <a:extLst>
                <a:ext uri="{FF2B5EF4-FFF2-40B4-BE49-F238E27FC236}">
                  <a16:creationId xmlns:a16="http://schemas.microsoft.com/office/drawing/2014/main" id="{00C949CF-AF86-BF74-7612-33AF2285DACA}"/>
                </a:ext>
              </a:extLst>
            </p:cNvPr>
            <p:cNvSpPr/>
            <p:nvPr/>
          </p:nvSpPr>
          <p:spPr>
            <a:xfrm>
              <a:off x="1539024" y="1068313"/>
              <a:ext cx="185531" cy="212035"/>
            </a:xfrm>
            <a:prstGeom prst="star4">
              <a:avLst>
                <a:gd name="adj" fmla="val 18750"/>
              </a:avLst>
            </a:prstGeom>
            <a:solidFill>
              <a:srgbClr val="92D05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cxnSp>
          <p:nvCxnSpPr>
            <p:cNvPr id="44" name="직선 연결선[R] 43">
              <a:extLst>
                <a:ext uri="{FF2B5EF4-FFF2-40B4-BE49-F238E27FC236}">
                  <a16:creationId xmlns:a16="http://schemas.microsoft.com/office/drawing/2014/main" id="{868CF2DE-D380-1488-974D-31BDE8684A05}"/>
                </a:ext>
              </a:extLst>
            </p:cNvPr>
            <p:cNvCxnSpPr>
              <a:cxnSpLocks/>
              <a:endCxn id="29" idx="2"/>
            </p:cNvCxnSpPr>
            <p:nvPr/>
          </p:nvCxnSpPr>
          <p:spPr>
            <a:xfrm flipH="1" flipV="1">
              <a:off x="1603294" y="1655537"/>
              <a:ext cx="22873" cy="389256"/>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49" name="직선 연결선[R] 48">
              <a:extLst>
                <a:ext uri="{FF2B5EF4-FFF2-40B4-BE49-F238E27FC236}">
                  <a16:creationId xmlns:a16="http://schemas.microsoft.com/office/drawing/2014/main" id="{66964C75-BD54-9870-DA4E-4CA275254DF7}"/>
                </a:ext>
              </a:extLst>
            </p:cNvPr>
            <p:cNvCxnSpPr>
              <a:cxnSpLocks/>
              <a:endCxn id="35" idx="2"/>
            </p:cNvCxnSpPr>
            <p:nvPr/>
          </p:nvCxnSpPr>
          <p:spPr>
            <a:xfrm flipH="1" flipV="1">
              <a:off x="1656354" y="1628512"/>
              <a:ext cx="22321" cy="421925"/>
            </a:xfrm>
            <a:prstGeom prst="line">
              <a:avLst/>
            </a:prstGeom>
            <a:ln w="28575">
              <a:solidFill>
                <a:srgbClr val="92D050"/>
              </a:solidFill>
            </a:ln>
          </p:spPr>
          <p:style>
            <a:lnRef idx="1">
              <a:schemeClr val="accent1"/>
            </a:lnRef>
            <a:fillRef idx="0">
              <a:schemeClr val="accent1"/>
            </a:fillRef>
            <a:effectRef idx="0">
              <a:schemeClr val="accent1"/>
            </a:effectRef>
            <a:fontRef idx="minor">
              <a:schemeClr val="tx1"/>
            </a:fontRef>
          </p:style>
        </p:cxnSp>
        <p:cxnSp>
          <p:nvCxnSpPr>
            <p:cNvPr id="54" name="직선 연결선[R] 53">
              <a:extLst>
                <a:ext uri="{FF2B5EF4-FFF2-40B4-BE49-F238E27FC236}">
                  <a16:creationId xmlns:a16="http://schemas.microsoft.com/office/drawing/2014/main" id="{DA8E6069-ABB3-A90D-9CB2-412A7718E23F}"/>
                </a:ext>
              </a:extLst>
            </p:cNvPr>
            <p:cNvCxnSpPr>
              <a:cxnSpLocks/>
            </p:cNvCxnSpPr>
            <p:nvPr/>
          </p:nvCxnSpPr>
          <p:spPr>
            <a:xfrm>
              <a:off x="79022" y="1451543"/>
              <a:ext cx="1538285" cy="603307"/>
            </a:xfrm>
            <a:prstGeom prst="line">
              <a:avLst/>
            </a:prstGeom>
            <a:ln w="19050">
              <a:solidFill>
                <a:srgbClr val="FFC000"/>
              </a:solidFill>
              <a:prstDash val="dash"/>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4E0B4524-D5ED-0F82-3605-CE03D6D8F41C}"/>
                </a:ext>
              </a:extLst>
            </p:cNvPr>
            <p:cNvSpPr txBox="1"/>
            <p:nvPr/>
          </p:nvSpPr>
          <p:spPr>
            <a:xfrm>
              <a:off x="1670760" y="1067956"/>
              <a:ext cx="527709" cy="338554"/>
            </a:xfrm>
            <a:prstGeom prst="rect">
              <a:avLst/>
            </a:prstGeom>
            <a:noFill/>
          </p:spPr>
          <p:txBody>
            <a:bodyPr wrap="none" rtlCol="0">
              <a:spAutoFit/>
            </a:bodyPr>
            <a:lstStyle/>
            <a:p>
              <a:pPr algn="ctr"/>
              <a:r>
                <a:rPr kumimoji="1" lang="en-US" altLang="ko-Kore-KR" sz="800" dirty="0">
                  <a:solidFill>
                    <a:srgbClr val="92D050"/>
                  </a:solidFill>
                </a:rPr>
                <a:t>KMH35</a:t>
              </a:r>
            </a:p>
            <a:p>
              <a:pPr algn="ctr"/>
              <a:r>
                <a:rPr kumimoji="1" lang="en-US" altLang="ko-Kore-KR" sz="800" dirty="0">
                  <a:solidFill>
                    <a:srgbClr val="92D050"/>
                  </a:solidFill>
                </a:rPr>
                <a:t>(18L)</a:t>
              </a:r>
              <a:endParaRPr kumimoji="1" lang="ko-Kore-KR" altLang="en-US" sz="800" dirty="0">
                <a:solidFill>
                  <a:srgbClr val="92D050"/>
                </a:solidFill>
              </a:endParaRPr>
            </a:p>
          </p:txBody>
        </p:sp>
        <p:sp>
          <p:nvSpPr>
            <p:cNvPr id="61" name="TextBox 60">
              <a:extLst>
                <a:ext uri="{FF2B5EF4-FFF2-40B4-BE49-F238E27FC236}">
                  <a16:creationId xmlns:a16="http://schemas.microsoft.com/office/drawing/2014/main" id="{C03758C5-ABCE-E358-B805-F5F84F53890B}"/>
                </a:ext>
              </a:extLst>
            </p:cNvPr>
            <p:cNvSpPr txBox="1"/>
            <p:nvPr/>
          </p:nvSpPr>
          <p:spPr>
            <a:xfrm>
              <a:off x="984588" y="1243074"/>
              <a:ext cx="527709" cy="338554"/>
            </a:xfrm>
            <a:prstGeom prst="rect">
              <a:avLst/>
            </a:prstGeom>
            <a:noFill/>
          </p:spPr>
          <p:txBody>
            <a:bodyPr wrap="none" rtlCol="0">
              <a:spAutoFit/>
            </a:bodyPr>
            <a:lstStyle/>
            <a:p>
              <a:pPr algn="ctr"/>
              <a:r>
                <a:rPr kumimoji="1" lang="en-US" altLang="ko-Kore-KR" sz="800" dirty="0"/>
                <a:t>KMH34</a:t>
              </a:r>
            </a:p>
            <a:p>
              <a:pPr algn="ctr"/>
              <a:r>
                <a:rPr kumimoji="1" lang="en-US" altLang="ko-Kore-KR" sz="800" dirty="0"/>
                <a:t>(18R)</a:t>
              </a:r>
              <a:endParaRPr kumimoji="1" lang="ko-Kore-KR" altLang="en-US" sz="800" dirty="0"/>
            </a:p>
          </p:txBody>
        </p:sp>
        <p:sp>
          <p:nvSpPr>
            <p:cNvPr id="62" name="TextBox 61">
              <a:extLst>
                <a:ext uri="{FF2B5EF4-FFF2-40B4-BE49-F238E27FC236}">
                  <a16:creationId xmlns:a16="http://schemas.microsoft.com/office/drawing/2014/main" id="{BAB56EBB-C6CC-544B-6B1B-7AD74DDE9799}"/>
                </a:ext>
              </a:extLst>
            </p:cNvPr>
            <p:cNvSpPr txBox="1"/>
            <p:nvPr/>
          </p:nvSpPr>
          <p:spPr>
            <a:xfrm>
              <a:off x="70193" y="1090677"/>
              <a:ext cx="527709" cy="215444"/>
            </a:xfrm>
            <a:prstGeom prst="rect">
              <a:avLst/>
            </a:prstGeom>
            <a:noFill/>
          </p:spPr>
          <p:txBody>
            <a:bodyPr wrap="none" rtlCol="0">
              <a:spAutoFit/>
            </a:bodyPr>
            <a:lstStyle/>
            <a:p>
              <a:r>
                <a:rPr kumimoji="1" lang="en-US" altLang="ko-Kore-KR" sz="800" dirty="0"/>
                <a:t>KMH32</a:t>
              </a:r>
              <a:endParaRPr kumimoji="1" lang="ko-Kore-KR" altLang="en-US" sz="800" dirty="0"/>
            </a:p>
          </p:txBody>
        </p:sp>
        <p:sp>
          <p:nvSpPr>
            <p:cNvPr id="63" name="TextBox 62">
              <a:extLst>
                <a:ext uri="{FF2B5EF4-FFF2-40B4-BE49-F238E27FC236}">
                  <a16:creationId xmlns:a16="http://schemas.microsoft.com/office/drawing/2014/main" id="{F26F0C7B-7DBA-0E46-EAB1-02BB391E9101}"/>
                </a:ext>
              </a:extLst>
            </p:cNvPr>
            <p:cNvSpPr txBox="1"/>
            <p:nvPr/>
          </p:nvSpPr>
          <p:spPr>
            <a:xfrm>
              <a:off x="104058" y="2033287"/>
              <a:ext cx="527709" cy="215444"/>
            </a:xfrm>
            <a:prstGeom prst="rect">
              <a:avLst/>
            </a:prstGeom>
            <a:noFill/>
          </p:spPr>
          <p:txBody>
            <a:bodyPr wrap="none" rtlCol="0">
              <a:spAutoFit/>
            </a:bodyPr>
            <a:lstStyle/>
            <a:p>
              <a:r>
                <a:rPr kumimoji="1" lang="en-US" altLang="ko-Kore-KR" sz="800" dirty="0"/>
                <a:t>KMH30</a:t>
              </a:r>
              <a:endParaRPr kumimoji="1" lang="ko-Kore-KR" altLang="en-US" sz="800" dirty="0"/>
            </a:p>
          </p:txBody>
        </p:sp>
        <p:sp>
          <p:nvSpPr>
            <p:cNvPr id="128" name="TextBox 127">
              <a:extLst>
                <a:ext uri="{FF2B5EF4-FFF2-40B4-BE49-F238E27FC236}">
                  <a16:creationId xmlns:a16="http://schemas.microsoft.com/office/drawing/2014/main" id="{246E7BA4-156E-250A-F438-49FB015FCB5C}"/>
                </a:ext>
              </a:extLst>
            </p:cNvPr>
            <p:cNvSpPr txBox="1"/>
            <p:nvPr/>
          </p:nvSpPr>
          <p:spPr>
            <a:xfrm>
              <a:off x="115180" y="2676757"/>
              <a:ext cx="522900" cy="338554"/>
            </a:xfrm>
            <a:prstGeom prst="rect">
              <a:avLst/>
            </a:prstGeom>
            <a:noFill/>
          </p:spPr>
          <p:txBody>
            <a:bodyPr wrap="none" rtlCol="0">
              <a:spAutoFit/>
            </a:bodyPr>
            <a:lstStyle/>
            <a:p>
              <a:pPr algn="ctr"/>
              <a:r>
                <a:rPr kumimoji="1" lang="en-US" altLang="ko-Kore-KR" sz="800" dirty="0"/>
                <a:t>KMH22</a:t>
              </a:r>
            </a:p>
            <a:p>
              <a:pPr algn="ctr"/>
              <a:endParaRPr kumimoji="1" lang="ko-Kore-KR" altLang="en-US" sz="800" dirty="0"/>
            </a:p>
          </p:txBody>
        </p:sp>
        <p:cxnSp>
          <p:nvCxnSpPr>
            <p:cNvPr id="130" name="구부러진 연결선[U] 129">
              <a:extLst>
                <a:ext uri="{FF2B5EF4-FFF2-40B4-BE49-F238E27FC236}">
                  <a16:creationId xmlns:a16="http://schemas.microsoft.com/office/drawing/2014/main" id="{CF940597-B6DB-F9E0-2BFE-9248A4AEFCD5}"/>
                </a:ext>
              </a:extLst>
            </p:cNvPr>
            <p:cNvCxnSpPr>
              <a:cxnSpLocks/>
            </p:cNvCxnSpPr>
            <p:nvPr/>
          </p:nvCxnSpPr>
          <p:spPr>
            <a:xfrm>
              <a:off x="1610387" y="3841126"/>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cxnSp>
          <p:nvCxnSpPr>
            <p:cNvPr id="133" name="직선 연결선[R] 132">
              <a:extLst>
                <a:ext uri="{FF2B5EF4-FFF2-40B4-BE49-F238E27FC236}">
                  <a16:creationId xmlns:a16="http://schemas.microsoft.com/office/drawing/2014/main" id="{CBE8342F-5466-CF7A-EF58-F1468E9658D9}"/>
                </a:ext>
              </a:extLst>
            </p:cNvPr>
            <p:cNvCxnSpPr>
              <a:cxnSpLocks/>
            </p:cNvCxnSpPr>
            <p:nvPr/>
          </p:nvCxnSpPr>
          <p:spPr>
            <a:xfrm flipH="1" flipV="1">
              <a:off x="1768383" y="3786668"/>
              <a:ext cx="4117" cy="397222"/>
            </a:xfrm>
            <a:prstGeom prst="line">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sp>
          <p:nvSpPr>
            <p:cNvPr id="142" name="포인트가 4개인 별 141">
              <a:extLst>
                <a:ext uri="{FF2B5EF4-FFF2-40B4-BE49-F238E27FC236}">
                  <a16:creationId xmlns:a16="http://schemas.microsoft.com/office/drawing/2014/main" id="{A338195F-D345-F96E-91F4-57F2A830C58D}"/>
                </a:ext>
              </a:extLst>
            </p:cNvPr>
            <p:cNvSpPr/>
            <p:nvPr/>
          </p:nvSpPr>
          <p:spPr>
            <a:xfrm>
              <a:off x="1679774" y="3607592"/>
              <a:ext cx="185531" cy="212035"/>
            </a:xfrm>
            <a:prstGeom prst="star4">
              <a:avLst>
                <a:gd name="adj" fmla="val 18750"/>
              </a:avLst>
            </a:prstGeom>
            <a:solidFill>
              <a:srgbClr val="FFFF00"/>
            </a:solidFill>
            <a:ln w="1905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ko-Kore-KR" altLang="en-US"/>
            </a:p>
          </p:txBody>
        </p:sp>
        <p:sp>
          <p:nvSpPr>
            <p:cNvPr id="146" name="사각형 설명선[R] 145">
              <a:extLst>
                <a:ext uri="{FF2B5EF4-FFF2-40B4-BE49-F238E27FC236}">
                  <a16:creationId xmlns:a16="http://schemas.microsoft.com/office/drawing/2014/main" id="{CFB9E6EC-B866-FE82-A5A6-F4E244DD87CD}"/>
                </a:ext>
              </a:extLst>
            </p:cNvPr>
            <p:cNvSpPr/>
            <p:nvPr/>
          </p:nvSpPr>
          <p:spPr>
            <a:xfrm>
              <a:off x="596770" y="3653893"/>
              <a:ext cx="836148" cy="510314"/>
            </a:xfrm>
            <a:prstGeom prst="wedgeRectCallout">
              <a:avLst>
                <a:gd name="adj1" fmla="val 84272"/>
                <a:gd name="adj2" fmla="val 1671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Before FAF L/G DN CONF 3</a:t>
              </a:r>
            </a:p>
            <a:p>
              <a:r>
                <a:rPr kumimoji="1" lang="en-US" altLang="ko-Kore-KR" sz="800" dirty="0"/>
                <a:t>1700ft L/O</a:t>
              </a:r>
            </a:p>
            <a:p>
              <a:r>
                <a:rPr kumimoji="1" lang="en-US" altLang="ko-Kore-KR" sz="800" dirty="0"/>
                <a:t>6000ft SET</a:t>
              </a:r>
            </a:p>
          </p:txBody>
        </p:sp>
        <p:sp>
          <p:nvSpPr>
            <p:cNvPr id="143" name="TextBox 142">
              <a:extLst>
                <a:ext uri="{FF2B5EF4-FFF2-40B4-BE49-F238E27FC236}">
                  <a16:creationId xmlns:a16="http://schemas.microsoft.com/office/drawing/2014/main" id="{E7A4A2FD-4EC4-596A-9970-F3E9CA163536}"/>
                </a:ext>
              </a:extLst>
            </p:cNvPr>
            <p:cNvSpPr txBox="1"/>
            <p:nvPr/>
          </p:nvSpPr>
          <p:spPr>
            <a:xfrm>
              <a:off x="1711414" y="3383086"/>
              <a:ext cx="527709" cy="215444"/>
            </a:xfrm>
            <a:prstGeom prst="rect">
              <a:avLst/>
            </a:prstGeom>
            <a:noFill/>
          </p:spPr>
          <p:txBody>
            <a:bodyPr wrap="none" rtlCol="0">
              <a:spAutoFit/>
            </a:bodyPr>
            <a:lstStyle/>
            <a:p>
              <a:pPr algn="ctr"/>
              <a:r>
                <a:rPr kumimoji="1" lang="en-US" altLang="ko-Kore-KR" sz="800" dirty="0"/>
                <a:t>KMH18</a:t>
              </a:r>
            </a:p>
          </p:txBody>
        </p:sp>
        <p:sp>
          <p:nvSpPr>
            <p:cNvPr id="147" name="사각형 설명선[R] 146">
              <a:extLst>
                <a:ext uri="{FF2B5EF4-FFF2-40B4-BE49-F238E27FC236}">
                  <a16:creationId xmlns:a16="http://schemas.microsoft.com/office/drawing/2014/main" id="{AE343AE0-07BA-1600-95F8-3A2E7E340B60}"/>
                </a:ext>
              </a:extLst>
            </p:cNvPr>
            <p:cNvSpPr/>
            <p:nvPr/>
          </p:nvSpPr>
          <p:spPr>
            <a:xfrm>
              <a:off x="25793" y="2982213"/>
              <a:ext cx="1171053" cy="629402"/>
            </a:xfrm>
            <a:prstGeom prst="wedgeRectCallout">
              <a:avLst>
                <a:gd name="adj1" fmla="val 68256"/>
                <a:gd name="adj2" fmla="val 27380"/>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TRK to KMH22</a:t>
              </a:r>
            </a:p>
            <a:p>
              <a:r>
                <a:rPr kumimoji="1" lang="en-US" altLang="ko-Kore-KR" sz="800" dirty="0"/>
                <a:t>Act SEC F-PLN</a:t>
              </a:r>
            </a:p>
            <a:p>
              <a:r>
                <a:rPr kumimoji="1" lang="en-US" altLang="ko-Kore-KR" sz="800" dirty="0"/>
                <a:t>DCT KMH22 - NAV</a:t>
              </a:r>
            </a:p>
            <a:p>
              <a:r>
                <a:rPr kumimoji="1" lang="en-US" altLang="ko-Kore-KR" sz="800" dirty="0"/>
                <a:t>FLAP FULL(LD no blue)</a:t>
              </a:r>
            </a:p>
            <a:p>
              <a:r>
                <a:rPr kumimoji="1" lang="en-US" altLang="ko-Kore-KR" sz="800" dirty="0"/>
                <a:t>Before L/D CHK</a:t>
              </a:r>
            </a:p>
          </p:txBody>
        </p:sp>
        <p:sp>
          <p:nvSpPr>
            <p:cNvPr id="148" name="사각형 설명선[R] 147">
              <a:extLst>
                <a:ext uri="{FF2B5EF4-FFF2-40B4-BE49-F238E27FC236}">
                  <a16:creationId xmlns:a16="http://schemas.microsoft.com/office/drawing/2014/main" id="{E871E623-1836-7590-4F6F-CB1F7591C0E6}"/>
                </a:ext>
              </a:extLst>
            </p:cNvPr>
            <p:cNvSpPr/>
            <p:nvPr/>
          </p:nvSpPr>
          <p:spPr>
            <a:xfrm>
              <a:off x="828719" y="2335364"/>
              <a:ext cx="708292" cy="465790"/>
            </a:xfrm>
            <a:prstGeom prst="wedgeRectCallout">
              <a:avLst>
                <a:gd name="adj1" fmla="val -69799"/>
                <a:gd name="adj2" fmla="val -47152"/>
              </a:avLst>
            </a:prstGeom>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r>
                <a:rPr kumimoji="1" lang="en-US" altLang="ko-Kore-KR" sz="800" dirty="0"/>
                <a:t> TRK 110</a:t>
              </a:r>
            </a:p>
            <a:p>
              <a:r>
                <a:rPr kumimoji="1" lang="en-US" altLang="ko-Kore-KR" sz="800" b="1" dirty="0">
                  <a:solidFill>
                    <a:srgbClr val="FFC000"/>
                  </a:solidFill>
                </a:rPr>
                <a:t> KMH30-1NM</a:t>
              </a:r>
            </a:p>
            <a:p>
              <a:r>
                <a:rPr kumimoji="1" lang="en-US" altLang="ko-Kore-KR" sz="800" dirty="0"/>
                <a:t> -3 FPA Des</a:t>
              </a:r>
            </a:p>
          </p:txBody>
        </p:sp>
        <p:sp>
          <p:nvSpPr>
            <p:cNvPr id="149" name="TextBox 148">
              <a:extLst>
                <a:ext uri="{FF2B5EF4-FFF2-40B4-BE49-F238E27FC236}">
                  <a16:creationId xmlns:a16="http://schemas.microsoft.com/office/drawing/2014/main" id="{C0E1023B-1541-46CF-70D1-CCD44038861A}"/>
                </a:ext>
              </a:extLst>
            </p:cNvPr>
            <p:cNvSpPr txBox="1"/>
            <p:nvPr/>
          </p:nvSpPr>
          <p:spPr>
            <a:xfrm>
              <a:off x="-48346" y="1584324"/>
              <a:ext cx="688009" cy="338554"/>
            </a:xfrm>
            <a:prstGeom prst="rect">
              <a:avLst/>
            </a:prstGeom>
            <a:noFill/>
          </p:spPr>
          <p:txBody>
            <a:bodyPr wrap="none" rtlCol="0">
              <a:spAutoFit/>
            </a:bodyPr>
            <a:lstStyle/>
            <a:p>
              <a:r>
                <a:rPr kumimoji="1" lang="en-US" altLang="ko-Kore-KR" sz="800" b="1" dirty="0">
                  <a:solidFill>
                    <a:srgbClr val="FFC000"/>
                  </a:solidFill>
                </a:rPr>
                <a:t>KMH R280</a:t>
              </a:r>
            </a:p>
            <a:p>
              <a:r>
                <a:rPr kumimoji="1" lang="en-US" altLang="ko-Kore-KR" sz="800" b="1" dirty="0">
                  <a:solidFill>
                    <a:srgbClr val="FFC000"/>
                  </a:solidFill>
                </a:rPr>
                <a:t>Start Turn</a:t>
              </a:r>
              <a:endParaRPr kumimoji="1" lang="ko-Kore-KR" altLang="en-US" sz="800" b="1" dirty="0">
                <a:solidFill>
                  <a:srgbClr val="FFC000"/>
                </a:solidFill>
              </a:endParaRPr>
            </a:p>
          </p:txBody>
        </p:sp>
        <p:sp>
          <p:nvSpPr>
            <p:cNvPr id="150" name="사각형 설명선[R] 149">
              <a:extLst>
                <a:ext uri="{FF2B5EF4-FFF2-40B4-BE49-F238E27FC236}">
                  <a16:creationId xmlns:a16="http://schemas.microsoft.com/office/drawing/2014/main" id="{FD89808B-5034-A5A3-931F-51E835F84D56}"/>
                </a:ext>
              </a:extLst>
            </p:cNvPr>
            <p:cNvSpPr/>
            <p:nvPr/>
          </p:nvSpPr>
          <p:spPr>
            <a:xfrm>
              <a:off x="931503" y="1565456"/>
              <a:ext cx="605516" cy="353512"/>
            </a:xfrm>
            <a:prstGeom prst="wedgeRectCallout">
              <a:avLst>
                <a:gd name="adj1" fmla="val -86957"/>
                <a:gd name="adj2" fmla="val -77947"/>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TRK 182</a:t>
              </a:r>
            </a:p>
            <a:p>
              <a:r>
                <a:rPr kumimoji="1" lang="en-US" altLang="ko-Kore-KR" sz="800" b="1" dirty="0">
                  <a:solidFill>
                    <a:srgbClr val="FFC000"/>
                  </a:solidFill>
                </a:rPr>
                <a:t>  090-1000ft</a:t>
              </a:r>
            </a:p>
            <a:p>
              <a:r>
                <a:rPr kumimoji="1" lang="en-US" altLang="ko-Kore-KR" sz="800" b="1" dirty="0">
                  <a:solidFill>
                    <a:srgbClr val="FFC000"/>
                  </a:solidFill>
                </a:rPr>
                <a:t> </a:t>
              </a:r>
              <a:r>
                <a:rPr kumimoji="1" lang="en-US" altLang="ko-Kore-KR" sz="800" b="1" dirty="0">
                  <a:solidFill>
                    <a:srgbClr val="92D050"/>
                  </a:solidFill>
                </a:rPr>
                <a:t>(900ft)</a:t>
              </a:r>
            </a:p>
          </p:txBody>
        </p:sp>
        <p:sp>
          <p:nvSpPr>
            <p:cNvPr id="151" name="사각형 설명선[R] 150">
              <a:extLst>
                <a:ext uri="{FF2B5EF4-FFF2-40B4-BE49-F238E27FC236}">
                  <a16:creationId xmlns:a16="http://schemas.microsoft.com/office/drawing/2014/main" id="{976C1F7A-E636-B87D-52FD-AEB37F9F32B9}"/>
                </a:ext>
              </a:extLst>
            </p:cNvPr>
            <p:cNvSpPr/>
            <p:nvPr/>
          </p:nvSpPr>
          <p:spPr>
            <a:xfrm>
              <a:off x="1848171" y="1554533"/>
              <a:ext cx="418277" cy="441368"/>
            </a:xfrm>
            <a:prstGeom prst="wedgeRectCallout">
              <a:avLst>
                <a:gd name="adj1" fmla="val -90896"/>
                <a:gd name="adj2" fmla="val -29838"/>
              </a:avLst>
            </a:prstGeom>
          </p:spPr>
          <p:style>
            <a:lnRef idx="2">
              <a:schemeClr val="accent1">
                <a:shade val="50000"/>
              </a:schemeClr>
            </a:lnRef>
            <a:fillRef idx="1">
              <a:schemeClr val="accent1"/>
            </a:fillRef>
            <a:effectRef idx="0">
              <a:schemeClr val="accent1"/>
            </a:effectRef>
            <a:fontRef idx="minor">
              <a:schemeClr val="lt1"/>
            </a:fontRef>
          </p:style>
          <p:txBody>
            <a:bodyPr lIns="0" tIns="0" rIns="0" bIns="0" rtlCol="0" anchor="ctr"/>
            <a:lstStyle/>
            <a:p>
              <a:r>
                <a:rPr kumimoji="1" lang="en-US" altLang="ko-Kore-KR" sz="800" dirty="0"/>
                <a:t> A/P Off  </a:t>
              </a:r>
            </a:p>
            <a:p>
              <a:r>
                <a:rPr kumimoji="1" lang="ko-KR" altLang="en-US" sz="800" dirty="0"/>
                <a:t> </a:t>
              </a:r>
              <a:r>
                <a:rPr kumimoji="1" lang="en-US" altLang="ko-Kore-KR" sz="800" dirty="0"/>
                <a:t>FD Off - </a:t>
              </a:r>
              <a:r>
                <a:rPr kumimoji="1" lang="ko-KR" altLang="en-US" sz="800" dirty="0"/>
                <a:t> </a:t>
              </a:r>
              <a:endParaRPr kumimoji="1" lang="en-US" altLang="ko-KR" sz="800" dirty="0"/>
            </a:p>
            <a:p>
              <a:r>
                <a:rPr kumimoji="1" lang="ko-KR" altLang="en-US" sz="800" dirty="0"/>
                <a:t> </a:t>
              </a:r>
              <a:r>
                <a:rPr kumimoji="1" lang="en-US" altLang="ko-Kore-KR" sz="800" dirty="0"/>
                <a:t>On</a:t>
              </a:r>
            </a:p>
          </p:txBody>
        </p:sp>
        <p:cxnSp>
          <p:nvCxnSpPr>
            <p:cNvPr id="13" name="구부러진 연결선[U] 12">
              <a:extLst>
                <a:ext uri="{FF2B5EF4-FFF2-40B4-BE49-F238E27FC236}">
                  <a16:creationId xmlns:a16="http://schemas.microsoft.com/office/drawing/2014/main" id="{3FA0277A-46F3-9B10-43A1-F9FC3A7CADA4}"/>
                </a:ext>
              </a:extLst>
            </p:cNvPr>
            <p:cNvCxnSpPr>
              <a:cxnSpLocks/>
            </p:cNvCxnSpPr>
            <p:nvPr/>
          </p:nvCxnSpPr>
          <p:spPr>
            <a:xfrm>
              <a:off x="1603294" y="3938785"/>
              <a:ext cx="324227" cy="49428"/>
            </a:xfrm>
            <a:prstGeom prst="curvedConnector3">
              <a:avLst>
                <a:gd name="adj1" fmla="val 44506"/>
              </a:avLst>
            </a:prstGeom>
            <a:ln w="28575">
              <a:solidFill>
                <a:srgbClr val="AA47F5"/>
              </a:solidFill>
            </a:ln>
          </p:spPr>
          <p:style>
            <a:lnRef idx="1">
              <a:schemeClr val="accent1"/>
            </a:lnRef>
            <a:fillRef idx="0">
              <a:schemeClr val="accent1"/>
            </a:fillRef>
            <a:effectRef idx="0">
              <a:schemeClr val="accent1"/>
            </a:effectRef>
            <a:fontRef idx="minor">
              <a:schemeClr val="tx1"/>
            </a:fontRef>
          </p:style>
        </p:cxnSp>
      </p:grpSp>
      <p:graphicFrame>
        <p:nvGraphicFramePr>
          <p:cNvPr id="138" name="Google Shape;138;p4"/>
          <p:cNvGraphicFramePr/>
          <p:nvPr>
            <p:extLst>
              <p:ext uri="{D42A27DB-BD31-4B8C-83A1-F6EECF244321}">
                <p14:modId xmlns:p14="http://schemas.microsoft.com/office/powerpoint/2010/main" val="1148645136"/>
              </p:ext>
            </p:extLst>
          </p:nvPr>
        </p:nvGraphicFramePr>
        <p:xfrm>
          <a:off x="0" y="0"/>
          <a:ext cx="2328850" cy="1210800"/>
        </p:xfrm>
        <a:graphic>
          <a:graphicData uri="http://schemas.openxmlformats.org/drawingml/2006/table">
            <a:tbl>
              <a:tblPr firstRow="1" bandRow="1">
                <a:noFill/>
                <a:tableStyleId>{A521BE36-7E6F-4EC9-8D66-1CF97A6895EC}</a:tableStyleId>
              </a:tblPr>
              <a:tblGrid>
                <a:gridCol w="1485900">
                  <a:extLst>
                    <a:ext uri="{9D8B030D-6E8A-4147-A177-3AD203B41FA5}">
                      <a16:colId xmlns:a16="http://schemas.microsoft.com/office/drawing/2014/main" val="20000"/>
                    </a:ext>
                  </a:extLst>
                </a:gridCol>
                <a:gridCol w="842950">
                  <a:extLst>
                    <a:ext uri="{9D8B030D-6E8A-4147-A177-3AD203B41FA5}">
                      <a16:colId xmlns:a16="http://schemas.microsoft.com/office/drawing/2014/main" val="3596387649"/>
                    </a:ext>
                  </a:extLst>
                </a:gridCol>
              </a:tblGrid>
              <a:tr h="202565">
                <a:tc gridSpan="2">
                  <a:txBody>
                    <a:bodyPr/>
                    <a:lstStyle/>
                    <a:p>
                      <a:pPr marL="0" marR="0" lvl="0" indent="0" algn="ctr" rtl="0">
                        <a:spcBef>
                          <a:spcPts val="0"/>
                        </a:spcBef>
                        <a:spcAft>
                          <a:spcPts val="0"/>
                        </a:spcAft>
                        <a:buNone/>
                      </a:pPr>
                      <a:r>
                        <a:rPr lang="en-US" sz="1100" dirty="0"/>
                        <a:t>PUS LOC 36L/R Circling 18L/R</a:t>
                      </a:r>
                    </a:p>
                  </a:txBody>
                  <a:tcPr marL="91450" marR="91450" marT="36000" marB="36000" anchor="ctr"/>
                </a:tc>
                <a:tc hMerge="1">
                  <a:txBody>
                    <a:bodyPr/>
                    <a:lstStyle/>
                    <a:p>
                      <a:endParaRPr lang="ko-Kore-KR" altLang="en-US"/>
                    </a:p>
                  </a:txBody>
                  <a:tcPr/>
                </a:tc>
                <a:extLst>
                  <a:ext uri="{0D108BD9-81ED-4DB2-BD59-A6C34878D82A}">
                    <a16:rowId xmlns:a16="http://schemas.microsoft.com/office/drawing/2014/main" val="10000"/>
                  </a:ext>
                </a:extLst>
              </a:tr>
              <a:tr h="498856">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STAR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LOC36L     KEVOX     KEVOX x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                                           TRANS</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900" b="1" i="0" u="none" strike="noStrike" kern="1200" cap="none" spc="0" normalizeH="0" baseline="0" noProof="0" dirty="0">
                          <a:ln>
                            <a:noFill/>
                          </a:ln>
                          <a:solidFill>
                            <a:srgbClr val="6F6F6F"/>
                          </a:solidFill>
                          <a:effectLst/>
                          <a:uLnTx/>
                          <a:uFillTx/>
                          <a:latin typeface="Calibri"/>
                          <a:cs typeface="Calibri"/>
                        </a:rPr>
                        <a:t>                                     MASTA</a:t>
                      </a:r>
                      <a:endParaRPr kumimoji="0" lang="en-US" altLang="ko-Kore-KR" sz="900" b="1" i="0" u="none" strike="noStrike" kern="1200" cap="none" spc="0" normalizeH="0" baseline="0" noProof="0" dirty="0">
                        <a:ln>
                          <a:noFill/>
                        </a:ln>
                        <a:solidFill>
                          <a:srgbClr val="00B050"/>
                        </a:solidFill>
                        <a:effectLst/>
                        <a:uLnTx/>
                        <a:uFillTx/>
                        <a:latin typeface="Calibri"/>
                        <a:cs typeface="Calibri"/>
                      </a:endParaRPr>
                    </a:p>
                  </a:txBody>
                  <a:tcPr marL="36000" marR="36000" marT="0" marB="0" anchor="ctr"/>
                </a:tc>
                <a:tc>
                  <a:txBody>
                    <a:bodyPr/>
                    <a:lstStyle/>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prstClr val="black"/>
                          </a:solidFill>
                          <a:effectLst/>
                          <a:uLnTx/>
                          <a:uFillTx/>
                          <a:latin typeface="Calibri"/>
                          <a:cs typeface="Calibri"/>
                        </a:rPr>
                        <a:t>SEC F-PLN</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0" i="0" u="none" strike="noStrike" kern="1200" cap="none" spc="0" normalizeH="0" baseline="0" noProof="0" dirty="0">
                          <a:ln>
                            <a:noFill/>
                          </a:ln>
                          <a:solidFill>
                            <a:prstClr val="black"/>
                          </a:solidFill>
                          <a:effectLst/>
                          <a:uLnTx/>
                          <a:uFillTx/>
                          <a:latin typeface="Calibri"/>
                          <a:cs typeface="Calibri"/>
                        </a:rPr>
                        <a:t>APPR        VIA   </a:t>
                      </a:r>
                      <a:r>
                        <a:rPr kumimoji="0" lang="en-US" altLang="ko-Kore-KR" sz="900" b="1" i="0" u="none" strike="noStrike" kern="1200" cap="none" spc="0" normalizeH="0" baseline="0" noProof="0" dirty="0">
                          <a:ln>
                            <a:noFill/>
                          </a:ln>
                          <a:solidFill>
                            <a:srgbClr val="6F6F6F"/>
                          </a:solidFill>
                          <a:effectLst/>
                          <a:uLnTx/>
                          <a:uFillTx/>
                          <a:latin typeface="Calibri"/>
                          <a:cs typeface="Calibri"/>
                        </a:rPr>
                        <a:t>R18L/R  V18L/R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(MDA: Blank)    </a:t>
                      </a:r>
                    </a:p>
                    <a:p>
                      <a:pPr marL="0" marR="0" lvl="0" indent="0" algn="l" defTabSz="116449" rtl="0" eaLnBrk="1" fontAlgn="auto" latinLnBrk="0" hangingPunct="1">
                        <a:lnSpc>
                          <a:spcPct val="100000"/>
                        </a:lnSpc>
                        <a:spcBef>
                          <a:spcPts val="0"/>
                        </a:spcBef>
                        <a:spcAft>
                          <a:spcPts val="0"/>
                        </a:spcAft>
                        <a:buClrTx/>
                        <a:buSzTx/>
                        <a:buFontTx/>
                        <a:buNone/>
                        <a:tabLst/>
                        <a:defRPr/>
                      </a:pPr>
                      <a:r>
                        <a:rPr kumimoji="0" lang="en-US" altLang="ko-Kore-KR" sz="800" b="1" i="0" u="none" strike="noStrike" kern="1200" cap="none" spc="0" normalizeH="0" baseline="0" noProof="0" dirty="0">
                          <a:ln>
                            <a:noFill/>
                          </a:ln>
                          <a:solidFill>
                            <a:srgbClr val="C00000"/>
                          </a:solidFill>
                          <a:effectLst/>
                          <a:uLnTx/>
                          <a:uFillTx/>
                          <a:latin typeface="Calibri"/>
                          <a:cs typeface="Calibri"/>
                        </a:rPr>
                        <a:t>(LDG CONF </a:t>
                      </a:r>
                      <a:r>
                        <a:rPr kumimoji="0" lang="en-US" altLang="ko-Kore-KR" sz="800" b="1" i="0" u="none" strike="noStrike" kern="1200" cap="none" spc="0" normalizeH="0" baseline="0" noProof="0" dirty="0" err="1">
                          <a:ln>
                            <a:noFill/>
                          </a:ln>
                          <a:solidFill>
                            <a:srgbClr val="C00000"/>
                          </a:solidFill>
                          <a:effectLst/>
                          <a:uLnTx/>
                          <a:uFillTx/>
                          <a:latin typeface="Calibri"/>
                          <a:cs typeface="Calibri"/>
                        </a:rPr>
                        <a:t>chk</a:t>
                      </a:r>
                      <a:r>
                        <a:rPr kumimoji="0" lang="en-US" altLang="ko-Kore-KR" sz="800" b="1" i="0" u="none" strike="noStrike" kern="1200" cap="none" spc="0" normalizeH="0" baseline="0" noProof="0" dirty="0">
                          <a:ln>
                            <a:noFill/>
                          </a:ln>
                          <a:solidFill>
                            <a:srgbClr val="C00000"/>
                          </a:solidFill>
                          <a:effectLst/>
                          <a:uLnTx/>
                          <a:uFillTx/>
                          <a:latin typeface="Calibri"/>
                          <a:cs typeface="Calibri"/>
                        </a:rPr>
                        <a:t>)</a:t>
                      </a:r>
                    </a:p>
                  </a:txBody>
                  <a:tcPr marL="36000" marR="36000" marT="36000" marB="36000" anchor="ctr"/>
                </a:tc>
                <a:extLst>
                  <a:ext uri="{0D108BD9-81ED-4DB2-BD59-A6C34878D82A}">
                    <a16:rowId xmlns:a16="http://schemas.microsoft.com/office/drawing/2014/main" val="10001"/>
                  </a:ext>
                </a:extLst>
              </a:tr>
              <a:tr h="115940">
                <a:tc gridSpan="2">
                  <a:txBody>
                    <a:bodyPr/>
                    <a:lstStyle/>
                    <a:p>
                      <a:pPr marL="0" marR="0" lvl="0" indent="0" algn="ctr" rtl="0">
                        <a:spcBef>
                          <a:spcPts val="0"/>
                        </a:spcBef>
                        <a:spcAft>
                          <a:spcPts val="0"/>
                        </a:spcAft>
                        <a:buNone/>
                      </a:pPr>
                      <a:r>
                        <a:rPr lang="en-US" sz="900" b="1" dirty="0">
                          <a:solidFill>
                            <a:srgbClr val="FF0000"/>
                          </a:solidFill>
                        </a:rPr>
                        <a:t>CI36L(CF36R) 3500 FI36L(FF36R) 2100</a:t>
                      </a:r>
                    </a:p>
                  </a:txBody>
                  <a:tcPr marL="90000" marR="91450" marT="0" marB="0" anchor="ctr"/>
                </a:tc>
                <a:tc hMerge="1">
                  <a:txBody>
                    <a:bodyPr/>
                    <a:lstStyle/>
                    <a:p>
                      <a:endParaRPr lang="ko-Kore-KR" altLang="en-US"/>
                    </a:p>
                  </a:txBody>
                  <a:tcPr/>
                </a:tc>
                <a:extLst>
                  <a:ext uri="{0D108BD9-81ED-4DB2-BD59-A6C34878D82A}">
                    <a16:rowId xmlns:a16="http://schemas.microsoft.com/office/drawing/2014/main" val="3929884486"/>
                  </a:ext>
                </a:extLst>
              </a:tr>
              <a:tr h="115940">
                <a:tc gridSpan="2">
                  <a:txBody>
                    <a:bodyPr/>
                    <a:lstStyle/>
                    <a:p>
                      <a:pPr marL="0" marR="0" lvl="0" indent="0" algn="ctr" rtl="0">
                        <a:spcBef>
                          <a:spcPts val="0"/>
                        </a:spcBef>
                        <a:spcAft>
                          <a:spcPts val="0"/>
                        </a:spcAft>
                        <a:buNone/>
                      </a:pPr>
                      <a:r>
                        <a:rPr lang="en-US" sz="900" b="1" dirty="0">
                          <a:solidFill>
                            <a:srgbClr val="0070C0"/>
                          </a:solidFill>
                        </a:rPr>
                        <a:t>FIX : KMH 280(Base Turn), 310(Missed App)</a:t>
                      </a:r>
                    </a:p>
                  </a:txBody>
                  <a:tcPr marL="90000" marR="91450" marT="0" marB="0" anchor="ctr"/>
                </a:tc>
                <a:tc hMerge="1">
                  <a:txBody>
                    <a:bodyPr/>
                    <a:lstStyle/>
                    <a:p>
                      <a:pPr marL="0" marR="0" lvl="0" indent="0" algn="l" rtl="0">
                        <a:spcBef>
                          <a:spcPts val="0"/>
                        </a:spcBef>
                        <a:spcAft>
                          <a:spcPts val="0"/>
                        </a:spcAft>
                        <a:buNone/>
                      </a:pPr>
                      <a:endParaRPr lang="en-US" altLang="ko-Kore-KR" sz="900" b="1" dirty="0">
                        <a:solidFill>
                          <a:schemeClr val="accent1"/>
                        </a:solidFill>
                      </a:endParaRPr>
                    </a:p>
                  </a:txBody>
                  <a:tcPr marL="91450" marR="91450" marT="0" marB="0" anchor="ctr"/>
                </a:tc>
                <a:extLst>
                  <a:ext uri="{0D108BD9-81ED-4DB2-BD59-A6C34878D82A}">
                    <a16:rowId xmlns:a16="http://schemas.microsoft.com/office/drawing/2014/main" val="2408181646"/>
                  </a:ext>
                </a:extLst>
              </a:tr>
            </a:tbl>
          </a:graphicData>
        </a:graphic>
      </p:graphicFrame>
      <p:sp>
        <p:nvSpPr>
          <p:cNvPr id="4" name="TextBox 3">
            <a:extLst>
              <a:ext uri="{FF2B5EF4-FFF2-40B4-BE49-F238E27FC236}">
                <a16:creationId xmlns:a16="http://schemas.microsoft.com/office/drawing/2014/main" id="{4BD0B5CA-87B6-4833-6589-576CFFE0A29B}"/>
              </a:ext>
            </a:extLst>
          </p:cNvPr>
          <p:cNvSpPr txBox="1"/>
          <p:nvPr/>
        </p:nvSpPr>
        <p:spPr>
          <a:xfrm>
            <a:off x="515207" y="5165987"/>
            <a:ext cx="1232704" cy="307777"/>
          </a:xfrm>
          <a:prstGeom prst="rect">
            <a:avLst/>
          </a:prstGeom>
          <a:noFill/>
        </p:spPr>
        <p:txBody>
          <a:bodyPr wrap="square">
            <a:spAutoFit/>
          </a:bodyPr>
          <a:lstStyle/>
          <a:p>
            <a:pPr algn="ctr"/>
            <a:r>
              <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rId4" action="ppaction://hlinksldjump">
                  <a:extLst>
                    <a:ext uri="{A12FA001-AC4F-418D-AE19-62706E023703}">
                      <ahyp:hlinkClr xmlns:ahyp="http://schemas.microsoft.com/office/drawing/2018/hyperlinkcolor" val="tx"/>
                    </a:ext>
                  </a:extLst>
                </a:hlinkClick>
              </a:rPr>
              <a:t>Domestic</a:t>
            </a:r>
            <a:endParaRPr lang="en-US" altLang="ko-KR" sz="14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111389871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363"/>
        <p:cNvGrpSpPr/>
        <p:nvPr/>
      </p:nvGrpSpPr>
      <p:grpSpPr>
        <a:xfrm>
          <a:off x="0" y="0"/>
          <a:ext cx="0" cy="0"/>
          <a:chOff x="0" y="0"/>
          <a:chExt cx="0" cy="0"/>
        </a:xfrm>
      </p:grpSpPr>
      <p:graphicFrame>
        <p:nvGraphicFramePr>
          <p:cNvPr id="365" name="Google Shape;365;p26"/>
          <p:cNvGraphicFramePr/>
          <p:nvPr/>
        </p:nvGraphicFramePr>
        <p:xfrm>
          <a:off x="388143" y="11369"/>
          <a:ext cx="1552575" cy="5193220"/>
        </p:xfrm>
        <a:graphic>
          <a:graphicData uri="http://schemas.openxmlformats.org/drawingml/2006/table">
            <a:tbl>
              <a:tblPr firstRow="1" bandRow="1">
                <a:noFill/>
                <a:tableStyleId>{A521BE36-7E6F-4EC9-8D66-1CF97A6895EC}</a:tableStyleId>
              </a:tblPr>
              <a:tblGrid>
                <a:gridCol w="517525">
                  <a:extLst>
                    <a:ext uri="{9D8B030D-6E8A-4147-A177-3AD203B41FA5}">
                      <a16:colId xmlns:a16="http://schemas.microsoft.com/office/drawing/2014/main" val="20000"/>
                    </a:ext>
                  </a:extLst>
                </a:gridCol>
                <a:gridCol w="517525">
                  <a:extLst>
                    <a:ext uri="{9D8B030D-6E8A-4147-A177-3AD203B41FA5}">
                      <a16:colId xmlns:a16="http://schemas.microsoft.com/office/drawing/2014/main" val="20001"/>
                    </a:ext>
                  </a:extLst>
                </a:gridCol>
                <a:gridCol w="517525">
                  <a:extLst>
                    <a:ext uri="{9D8B030D-6E8A-4147-A177-3AD203B41FA5}">
                      <a16:colId xmlns:a16="http://schemas.microsoft.com/office/drawing/2014/main" val="20002"/>
                    </a:ext>
                  </a:extLst>
                </a:gridCol>
              </a:tblGrid>
              <a:tr h="194500">
                <a:tc>
                  <a:txBody>
                    <a:bodyPr/>
                    <a:lstStyle/>
                    <a:p>
                      <a:pPr marL="0" marR="0" lvl="0" indent="0" algn="ctr" rtl="0">
                        <a:spcBef>
                          <a:spcPts val="0"/>
                        </a:spcBef>
                        <a:spcAft>
                          <a:spcPts val="0"/>
                        </a:spcAft>
                        <a:buNone/>
                      </a:pPr>
                      <a:r>
                        <a:rPr lang="en-US" sz="800"/>
                        <a:t>GS KTS</a:t>
                      </a:r>
                      <a:endParaRPr sz="800"/>
                    </a:p>
                  </a:txBody>
                  <a:tcPr marL="72000" marR="72000" marT="0" marB="0" anchor="ctr"/>
                </a:tc>
                <a:tc>
                  <a:txBody>
                    <a:bodyPr/>
                    <a:lstStyle/>
                    <a:p>
                      <a:pPr marL="0" marR="0" lvl="0" indent="0" algn="ctr" rtl="0">
                        <a:spcBef>
                          <a:spcPts val="0"/>
                        </a:spcBef>
                        <a:spcAft>
                          <a:spcPts val="0"/>
                        </a:spcAft>
                        <a:buNone/>
                      </a:pPr>
                      <a:r>
                        <a:rPr lang="en-US" sz="800"/>
                        <a:t>KM</a:t>
                      </a:r>
                      <a:endParaRPr sz="800"/>
                    </a:p>
                  </a:txBody>
                  <a:tcPr marL="72000" marR="72000" marT="0" marB="0" anchor="ctr"/>
                </a:tc>
                <a:tc>
                  <a:txBody>
                    <a:bodyPr/>
                    <a:lstStyle/>
                    <a:p>
                      <a:pPr marL="0" marR="0" lvl="0" indent="0" algn="ctr" rtl="0">
                        <a:spcBef>
                          <a:spcPts val="0"/>
                        </a:spcBef>
                        <a:spcAft>
                          <a:spcPts val="0"/>
                        </a:spcAft>
                        <a:buNone/>
                      </a:pPr>
                      <a:r>
                        <a:rPr lang="en-US" sz="800"/>
                        <a:t>MILES</a:t>
                      </a:r>
                      <a:endParaRPr sz="800"/>
                    </a:p>
                  </a:txBody>
                  <a:tcPr marL="72000" marR="72000" marT="0" marB="0" anchor="ctr"/>
                </a:tc>
                <a:extLst>
                  <a:ext uri="{0D108BD9-81ED-4DB2-BD59-A6C34878D82A}">
                    <a16:rowId xmlns:a16="http://schemas.microsoft.com/office/drawing/2014/main" val="10000"/>
                  </a:ext>
                </a:extLst>
              </a:tr>
              <a:tr h="560275">
                <a:tc>
                  <a:txBody>
                    <a:bodyPr/>
                    <a:lstStyle/>
                    <a:p>
                      <a:pPr marL="0" marR="0" lvl="0" indent="0" algn="ctr" rtl="0">
                        <a:spcBef>
                          <a:spcPts val="0"/>
                        </a:spcBef>
                        <a:spcAft>
                          <a:spcPts val="0"/>
                        </a:spcAft>
                        <a:buNone/>
                      </a:pPr>
                      <a:r>
                        <a:rPr lang="en-US" sz="800" b="1">
                          <a:solidFill>
                            <a:schemeClr val="dk1"/>
                          </a:solidFill>
                        </a:rPr>
                        <a:t>300</a:t>
                      </a:r>
                      <a:endParaRPr/>
                    </a:p>
                    <a:p>
                      <a:pPr marL="0" marR="0" lvl="0" indent="0" algn="ctr" rtl="0">
                        <a:spcBef>
                          <a:spcPts val="0"/>
                        </a:spcBef>
                        <a:spcAft>
                          <a:spcPts val="0"/>
                        </a:spcAft>
                        <a:buNone/>
                      </a:pPr>
                      <a:r>
                        <a:rPr lang="en-US" sz="800" b="1">
                          <a:solidFill>
                            <a:schemeClr val="dk1"/>
                          </a:solidFill>
                        </a:rPr>
                        <a:t>310</a:t>
                      </a:r>
                      <a:endParaRPr/>
                    </a:p>
                    <a:p>
                      <a:pPr marL="0" marR="0" lvl="0" indent="0" algn="ctr" rtl="0">
                        <a:spcBef>
                          <a:spcPts val="0"/>
                        </a:spcBef>
                        <a:spcAft>
                          <a:spcPts val="0"/>
                        </a:spcAft>
                        <a:buNone/>
                      </a:pPr>
                      <a:r>
                        <a:rPr lang="en-US" sz="800" b="1">
                          <a:solidFill>
                            <a:schemeClr val="dk1"/>
                          </a:solidFill>
                        </a:rPr>
                        <a:t>320</a:t>
                      </a:r>
                      <a:endParaRPr/>
                    </a:p>
                    <a:p>
                      <a:pPr marL="0" marR="0" lvl="0" indent="0" algn="ctr" rtl="0">
                        <a:spcBef>
                          <a:spcPts val="0"/>
                        </a:spcBef>
                        <a:spcAft>
                          <a:spcPts val="0"/>
                        </a:spcAft>
                        <a:buNone/>
                      </a:pPr>
                      <a:r>
                        <a:rPr lang="en-US" sz="800" b="1">
                          <a:solidFill>
                            <a:schemeClr val="dk1"/>
                          </a:solidFill>
                        </a:rPr>
                        <a:t>330</a:t>
                      </a:r>
                      <a:endParaRPr/>
                    </a:p>
                    <a:p>
                      <a:pPr marL="0" marR="0" lvl="0" indent="0" algn="ctr" rtl="0">
                        <a:spcBef>
                          <a:spcPts val="0"/>
                        </a:spcBef>
                        <a:spcAft>
                          <a:spcPts val="0"/>
                        </a:spcAft>
                        <a:buNone/>
                      </a:pPr>
                      <a:r>
                        <a:rPr lang="en-US" sz="800" b="1">
                          <a:solidFill>
                            <a:schemeClr val="dk1"/>
                          </a:solidFill>
                        </a:rPr>
                        <a:t>340</a:t>
                      </a:r>
                      <a:endParaRPr/>
                    </a:p>
                    <a:p>
                      <a:pPr marL="0" marR="0" lvl="0" indent="0" algn="ctr" rtl="0">
                        <a:spcBef>
                          <a:spcPts val="0"/>
                        </a:spcBef>
                        <a:spcAft>
                          <a:spcPts val="0"/>
                        </a:spcAft>
                        <a:buNone/>
                      </a:pPr>
                      <a:r>
                        <a:rPr lang="en-US" sz="800" b="1">
                          <a:solidFill>
                            <a:schemeClr val="dk1"/>
                          </a:solidFill>
                        </a:rPr>
                        <a:t>350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560</a:t>
                      </a:r>
                      <a:endParaRPr/>
                    </a:p>
                    <a:p>
                      <a:pPr marL="0" marR="0" lvl="0" indent="0" algn="ctr" rtl="0">
                        <a:spcBef>
                          <a:spcPts val="0"/>
                        </a:spcBef>
                        <a:spcAft>
                          <a:spcPts val="0"/>
                        </a:spcAft>
                        <a:buNone/>
                      </a:pPr>
                      <a:r>
                        <a:rPr lang="en-US" sz="800" b="1">
                          <a:solidFill>
                            <a:srgbClr val="0070C0"/>
                          </a:solidFill>
                        </a:rPr>
                        <a:t>570</a:t>
                      </a:r>
                      <a:endParaRPr/>
                    </a:p>
                    <a:p>
                      <a:pPr marL="0" marR="0" lvl="0" indent="0" algn="ctr" rtl="0">
                        <a:spcBef>
                          <a:spcPts val="0"/>
                        </a:spcBef>
                        <a:spcAft>
                          <a:spcPts val="0"/>
                        </a:spcAft>
                        <a:buNone/>
                      </a:pPr>
                      <a:r>
                        <a:rPr lang="en-US" sz="800" b="1">
                          <a:solidFill>
                            <a:srgbClr val="0070C0"/>
                          </a:solidFill>
                        </a:rPr>
                        <a:t>590</a:t>
                      </a:r>
                      <a:endParaRPr/>
                    </a:p>
                    <a:p>
                      <a:pPr marL="0" marR="0" lvl="0" indent="0" algn="ctr" rtl="0">
                        <a:spcBef>
                          <a:spcPts val="0"/>
                        </a:spcBef>
                        <a:spcAft>
                          <a:spcPts val="0"/>
                        </a:spcAft>
                        <a:buNone/>
                      </a:pPr>
                      <a:r>
                        <a:rPr lang="en-US" sz="800" b="1">
                          <a:solidFill>
                            <a:srgbClr val="0070C0"/>
                          </a:solidFill>
                        </a:rPr>
                        <a:t>610</a:t>
                      </a:r>
                      <a:endParaRPr/>
                    </a:p>
                    <a:p>
                      <a:pPr marL="0" marR="0" lvl="0" indent="0" algn="ctr" rtl="0">
                        <a:spcBef>
                          <a:spcPts val="0"/>
                        </a:spcBef>
                        <a:spcAft>
                          <a:spcPts val="0"/>
                        </a:spcAft>
                        <a:buNone/>
                      </a:pPr>
                      <a:r>
                        <a:rPr lang="en-US" sz="800" b="1">
                          <a:solidFill>
                            <a:srgbClr val="0070C0"/>
                          </a:solidFill>
                        </a:rPr>
                        <a:t>630</a:t>
                      </a:r>
                      <a:endParaRPr/>
                    </a:p>
                    <a:p>
                      <a:pPr marL="0" marR="0" lvl="0" indent="0" algn="ctr" rtl="0">
                        <a:spcBef>
                          <a:spcPts val="0"/>
                        </a:spcBef>
                        <a:spcAft>
                          <a:spcPts val="0"/>
                        </a:spcAft>
                        <a:buNone/>
                      </a:pPr>
                      <a:r>
                        <a:rPr lang="en-US" sz="800" b="1">
                          <a:solidFill>
                            <a:srgbClr val="0070C0"/>
                          </a:solidFill>
                        </a:rPr>
                        <a:t>650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350</a:t>
                      </a:r>
                      <a:endParaRPr/>
                    </a:p>
                    <a:p>
                      <a:pPr marL="0" marR="0" lvl="0" indent="0" algn="ctr" rtl="0">
                        <a:spcBef>
                          <a:spcPts val="0"/>
                        </a:spcBef>
                        <a:spcAft>
                          <a:spcPts val="0"/>
                        </a:spcAft>
                        <a:buNone/>
                      </a:pPr>
                      <a:r>
                        <a:rPr lang="en-US" sz="800" b="1">
                          <a:solidFill>
                            <a:srgbClr val="00B050"/>
                          </a:solidFill>
                        </a:rPr>
                        <a:t>360</a:t>
                      </a:r>
                      <a:endParaRPr/>
                    </a:p>
                    <a:p>
                      <a:pPr marL="0" marR="0" lvl="0" indent="0" algn="ctr" rtl="0">
                        <a:spcBef>
                          <a:spcPts val="0"/>
                        </a:spcBef>
                        <a:spcAft>
                          <a:spcPts val="0"/>
                        </a:spcAft>
                        <a:buNone/>
                      </a:pPr>
                      <a:r>
                        <a:rPr lang="en-US" sz="800" b="1">
                          <a:solidFill>
                            <a:srgbClr val="00B050"/>
                          </a:solidFill>
                        </a:rPr>
                        <a:t>370</a:t>
                      </a:r>
                      <a:endParaRPr/>
                    </a:p>
                    <a:p>
                      <a:pPr marL="0" marR="0" lvl="0" indent="0" algn="ctr" rtl="0">
                        <a:spcBef>
                          <a:spcPts val="0"/>
                        </a:spcBef>
                        <a:spcAft>
                          <a:spcPts val="0"/>
                        </a:spcAft>
                        <a:buNone/>
                      </a:pPr>
                      <a:r>
                        <a:rPr lang="en-US" sz="800" b="1">
                          <a:solidFill>
                            <a:srgbClr val="00B050"/>
                          </a:solidFill>
                        </a:rPr>
                        <a:t>380</a:t>
                      </a:r>
                      <a:endParaRPr/>
                    </a:p>
                    <a:p>
                      <a:pPr marL="0" marR="0" lvl="0" indent="0" algn="ctr" rtl="0">
                        <a:spcBef>
                          <a:spcPts val="0"/>
                        </a:spcBef>
                        <a:spcAft>
                          <a:spcPts val="0"/>
                        </a:spcAft>
                        <a:buNone/>
                      </a:pPr>
                      <a:r>
                        <a:rPr lang="en-US" sz="800" b="1">
                          <a:solidFill>
                            <a:srgbClr val="00B050"/>
                          </a:solidFill>
                        </a:rPr>
                        <a:t>390</a:t>
                      </a:r>
                      <a:endParaRPr/>
                    </a:p>
                    <a:p>
                      <a:pPr marL="0" marR="0" lvl="0" indent="0" algn="ctr" rtl="0">
                        <a:spcBef>
                          <a:spcPts val="0"/>
                        </a:spcBef>
                        <a:spcAft>
                          <a:spcPts val="0"/>
                        </a:spcAft>
                        <a:buNone/>
                      </a:pPr>
                      <a:r>
                        <a:rPr lang="en-US" sz="800" b="1">
                          <a:solidFill>
                            <a:srgbClr val="00B050"/>
                          </a:solidFill>
                        </a:rPr>
                        <a:t>400</a:t>
                      </a:r>
                      <a:endParaRPr sz="800" b="1">
                        <a:solidFill>
                          <a:srgbClr val="00B050"/>
                        </a:solidFill>
                      </a:endParaRPr>
                    </a:p>
                  </a:txBody>
                  <a:tcPr marL="72000" marR="72000" marT="0" marB="0" anchor="ctr"/>
                </a:tc>
                <a:extLst>
                  <a:ext uri="{0D108BD9-81ED-4DB2-BD59-A6C34878D82A}">
                    <a16:rowId xmlns:a16="http://schemas.microsoft.com/office/drawing/2014/main" val="10001"/>
                  </a:ext>
                </a:extLst>
              </a:tr>
              <a:tr h="477275">
                <a:tc>
                  <a:txBody>
                    <a:bodyPr/>
                    <a:lstStyle/>
                    <a:p>
                      <a:pPr marL="0" marR="0" lvl="0" indent="0" algn="ctr" rtl="0">
                        <a:spcBef>
                          <a:spcPts val="0"/>
                        </a:spcBef>
                        <a:spcAft>
                          <a:spcPts val="0"/>
                        </a:spcAft>
                        <a:buNone/>
                      </a:pPr>
                      <a:r>
                        <a:rPr lang="en-US" sz="800" b="1">
                          <a:solidFill>
                            <a:schemeClr val="dk1"/>
                          </a:solidFill>
                        </a:rPr>
                        <a:t>360</a:t>
                      </a:r>
                      <a:endParaRPr/>
                    </a:p>
                    <a:p>
                      <a:pPr marL="0" marR="0" lvl="0" indent="0" algn="ctr" rtl="0">
                        <a:spcBef>
                          <a:spcPts val="0"/>
                        </a:spcBef>
                        <a:spcAft>
                          <a:spcPts val="0"/>
                        </a:spcAft>
                        <a:buNone/>
                      </a:pPr>
                      <a:r>
                        <a:rPr lang="en-US" sz="800" b="1">
                          <a:solidFill>
                            <a:schemeClr val="dk1"/>
                          </a:solidFill>
                        </a:rPr>
                        <a:t>370</a:t>
                      </a:r>
                      <a:endParaRPr/>
                    </a:p>
                    <a:p>
                      <a:pPr marL="0" marR="0" lvl="0" indent="0" algn="ctr" rtl="0">
                        <a:spcBef>
                          <a:spcPts val="0"/>
                        </a:spcBef>
                        <a:spcAft>
                          <a:spcPts val="0"/>
                        </a:spcAft>
                        <a:buNone/>
                      </a:pPr>
                      <a:r>
                        <a:rPr lang="en-US" sz="800" b="1">
                          <a:solidFill>
                            <a:schemeClr val="dk1"/>
                          </a:solidFill>
                        </a:rPr>
                        <a:t>380</a:t>
                      </a:r>
                      <a:endParaRPr/>
                    </a:p>
                    <a:p>
                      <a:pPr marL="0" marR="0" lvl="0" indent="0" algn="ctr" rtl="0">
                        <a:spcBef>
                          <a:spcPts val="0"/>
                        </a:spcBef>
                        <a:spcAft>
                          <a:spcPts val="0"/>
                        </a:spcAft>
                        <a:buNone/>
                      </a:pPr>
                      <a:r>
                        <a:rPr lang="en-US" sz="800" b="1">
                          <a:solidFill>
                            <a:schemeClr val="dk1"/>
                          </a:solidFill>
                        </a:rPr>
                        <a:t>390</a:t>
                      </a:r>
                      <a:endParaRPr/>
                    </a:p>
                    <a:p>
                      <a:pPr marL="0" marR="0" lvl="0" indent="0" algn="ctr" rtl="0">
                        <a:spcBef>
                          <a:spcPts val="0"/>
                        </a:spcBef>
                        <a:spcAft>
                          <a:spcPts val="0"/>
                        </a:spcAft>
                        <a:buNone/>
                      </a:pPr>
                      <a:r>
                        <a:rPr lang="en-US" sz="800" b="1">
                          <a:solidFill>
                            <a:schemeClr val="dk1"/>
                          </a:solidFill>
                        </a:rPr>
                        <a:t>400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670</a:t>
                      </a:r>
                      <a:endParaRPr/>
                    </a:p>
                    <a:p>
                      <a:pPr marL="0" marR="0" lvl="0" indent="0" algn="ctr" rtl="0">
                        <a:spcBef>
                          <a:spcPts val="0"/>
                        </a:spcBef>
                        <a:spcAft>
                          <a:spcPts val="0"/>
                        </a:spcAft>
                        <a:buNone/>
                      </a:pPr>
                      <a:r>
                        <a:rPr lang="en-US" sz="800" b="1">
                          <a:solidFill>
                            <a:srgbClr val="0070C0"/>
                          </a:solidFill>
                        </a:rPr>
                        <a:t>690</a:t>
                      </a:r>
                      <a:endParaRPr/>
                    </a:p>
                    <a:p>
                      <a:pPr marL="0" marR="0" lvl="0" indent="0" algn="ctr" rtl="0">
                        <a:spcBef>
                          <a:spcPts val="0"/>
                        </a:spcBef>
                        <a:spcAft>
                          <a:spcPts val="0"/>
                        </a:spcAft>
                        <a:buNone/>
                      </a:pPr>
                      <a:r>
                        <a:rPr lang="en-US" sz="800" b="1">
                          <a:solidFill>
                            <a:srgbClr val="0070C0"/>
                          </a:solidFill>
                        </a:rPr>
                        <a:t>710</a:t>
                      </a:r>
                      <a:endParaRPr/>
                    </a:p>
                    <a:p>
                      <a:pPr marL="0" marR="0" lvl="0" indent="0" algn="ctr" rtl="0">
                        <a:spcBef>
                          <a:spcPts val="0"/>
                        </a:spcBef>
                        <a:spcAft>
                          <a:spcPts val="0"/>
                        </a:spcAft>
                        <a:buNone/>
                      </a:pPr>
                      <a:r>
                        <a:rPr lang="en-US" sz="800" b="1">
                          <a:solidFill>
                            <a:srgbClr val="0070C0"/>
                          </a:solidFill>
                        </a:rPr>
                        <a:t>720</a:t>
                      </a:r>
                      <a:endParaRPr/>
                    </a:p>
                    <a:p>
                      <a:pPr marL="0" marR="0" lvl="0" indent="0" algn="ctr" rtl="0">
                        <a:spcBef>
                          <a:spcPts val="0"/>
                        </a:spcBef>
                        <a:spcAft>
                          <a:spcPts val="0"/>
                        </a:spcAft>
                        <a:buNone/>
                      </a:pPr>
                      <a:r>
                        <a:rPr lang="en-US" sz="800" b="1">
                          <a:solidFill>
                            <a:srgbClr val="0070C0"/>
                          </a:solidFill>
                        </a:rPr>
                        <a:t>740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410</a:t>
                      </a:r>
                      <a:endParaRPr/>
                    </a:p>
                    <a:p>
                      <a:pPr marL="0" marR="0" lvl="0" indent="0" algn="ctr" rtl="0">
                        <a:spcBef>
                          <a:spcPts val="0"/>
                        </a:spcBef>
                        <a:spcAft>
                          <a:spcPts val="0"/>
                        </a:spcAft>
                        <a:buNone/>
                      </a:pPr>
                      <a:r>
                        <a:rPr lang="en-US" sz="800" b="1">
                          <a:solidFill>
                            <a:srgbClr val="00B050"/>
                          </a:solidFill>
                        </a:rPr>
                        <a:t>430</a:t>
                      </a:r>
                      <a:endParaRPr/>
                    </a:p>
                    <a:p>
                      <a:pPr marL="0" marR="0" lvl="0" indent="0" algn="ctr" rtl="0">
                        <a:spcBef>
                          <a:spcPts val="0"/>
                        </a:spcBef>
                        <a:spcAft>
                          <a:spcPts val="0"/>
                        </a:spcAft>
                        <a:buNone/>
                      </a:pPr>
                      <a:r>
                        <a:rPr lang="en-US" sz="800" b="1">
                          <a:solidFill>
                            <a:srgbClr val="00B050"/>
                          </a:solidFill>
                        </a:rPr>
                        <a:t>440</a:t>
                      </a:r>
                      <a:endParaRPr/>
                    </a:p>
                    <a:p>
                      <a:pPr marL="0" marR="0" lvl="0" indent="0" algn="ctr" rtl="0">
                        <a:spcBef>
                          <a:spcPts val="0"/>
                        </a:spcBef>
                        <a:spcAft>
                          <a:spcPts val="0"/>
                        </a:spcAft>
                        <a:buNone/>
                      </a:pPr>
                      <a:r>
                        <a:rPr lang="en-US" sz="800" b="1">
                          <a:solidFill>
                            <a:srgbClr val="00B050"/>
                          </a:solidFill>
                        </a:rPr>
                        <a:t>450</a:t>
                      </a:r>
                      <a:endParaRPr/>
                    </a:p>
                    <a:p>
                      <a:pPr marL="0" marR="0" lvl="0" indent="0" algn="ctr" rtl="0">
                        <a:spcBef>
                          <a:spcPts val="0"/>
                        </a:spcBef>
                        <a:spcAft>
                          <a:spcPts val="0"/>
                        </a:spcAft>
                        <a:buNone/>
                      </a:pPr>
                      <a:r>
                        <a:rPr lang="en-US" sz="800" b="1">
                          <a:solidFill>
                            <a:srgbClr val="00B050"/>
                          </a:solidFill>
                        </a:rPr>
                        <a:t>460</a:t>
                      </a:r>
                      <a:endParaRPr sz="800" b="1">
                        <a:solidFill>
                          <a:srgbClr val="00B050"/>
                        </a:solidFill>
                      </a:endParaRPr>
                    </a:p>
                  </a:txBody>
                  <a:tcPr marL="72000" marR="72000" marT="0" marB="0" anchor="ctr"/>
                </a:tc>
                <a:extLst>
                  <a:ext uri="{0D108BD9-81ED-4DB2-BD59-A6C34878D82A}">
                    <a16:rowId xmlns:a16="http://schemas.microsoft.com/office/drawing/2014/main" val="10002"/>
                  </a:ext>
                </a:extLst>
              </a:tr>
              <a:tr h="477275">
                <a:tc>
                  <a:txBody>
                    <a:bodyPr/>
                    <a:lstStyle/>
                    <a:p>
                      <a:pPr marL="0" marR="0" lvl="0" indent="0" algn="ctr" rtl="0">
                        <a:spcBef>
                          <a:spcPts val="0"/>
                        </a:spcBef>
                        <a:spcAft>
                          <a:spcPts val="0"/>
                        </a:spcAft>
                        <a:buNone/>
                      </a:pPr>
                      <a:r>
                        <a:rPr lang="en-US" sz="800" b="1">
                          <a:solidFill>
                            <a:schemeClr val="dk1"/>
                          </a:solidFill>
                        </a:rPr>
                        <a:t>410</a:t>
                      </a:r>
                      <a:endParaRPr/>
                    </a:p>
                    <a:p>
                      <a:pPr marL="0" marR="0" lvl="0" indent="0" algn="ctr" rtl="0">
                        <a:spcBef>
                          <a:spcPts val="0"/>
                        </a:spcBef>
                        <a:spcAft>
                          <a:spcPts val="0"/>
                        </a:spcAft>
                        <a:buNone/>
                      </a:pPr>
                      <a:r>
                        <a:rPr lang="en-US" sz="800" b="1">
                          <a:solidFill>
                            <a:schemeClr val="dk1"/>
                          </a:solidFill>
                        </a:rPr>
                        <a:t>420</a:t>
                      </a:r>
                      <a:endParaRPr/>
                    </a:p>
                    <a:p>
                      <a:pPr marL="0" marR="0" lvl="0" indent="0" algn="ctr" rtl="0">
                        <a:spcBef>
                          <a:spcPts val="0"/>
                        </a:spcBef>
                        <a:spcAft>
                          <a:spcPts val="0"/>
                        </a:spcAft>
                        <a:buNone/>
                      </a:pPr>
                      <a:r>
                        <a:rPr lang="en-US" sz="800" b="1">
                          <a:solidFill>
                            <a:schemeClr val="dk1"/>
                          </a:solidFill>
                        </a:rPr>
                        <a:t>430</a:t>
                      </a:r>
                      <a:endParaRPr/>
                    </a:p>
                    <a:p>
                      <a:pPr marL="0" marR="0" lvl="0" indent="0" algn="ctr" rtl="0">
                        <a:spcBef>
                          <a:spcPts val="0"/>
                        </a:spcBef>
                        <a:spcAft>
                          <a:spcPts val="0"/>
                        </a:spcAft>
                        <a:buNone/>
                      </a:pPr>
                      <a:r>
                        <a:rPr lang="en-US" sz="800" b="1">
                          <a:solidFill>
                            <a:schemeClr val="dk1"/>
                          </a:solidFill>
                        </a:rPr>
                        <a:t>440</a:t>
                      </a:r>
                      <a:endParaRPr/>
                    </a:p>
                    <a:p>
                      <a:pPr marL="0" marR="0" lvl="0" indent="0" algn="ctr" rtl="0">
                        <a:spcBef>
                          <a:spcPts val="0"/>
                        </a:spcBef>
                        <a:spcAft>
                          <a:spcPts val="0"/>
                        </a:spcAft>
                        <a:buNone/>
                      </a:pPr>
                      <a:r>
                        <a:rPr lang="en-US" sz="800" b="1">
                          <a:solidFill>
                            <a:schemeClr val="dk1"/>
                          </a:solidFill>
                        </a:rPr>
                        <a:t>450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760</a:t>
                      </a:r>
                      <a:endParaRPr/>
                    </a:p>
                    <a:p>
                      <a:pPr marL="0" marR="0" lvl="0" indent="0" algn="ctr" rtl="0">
                        <a:spcBef>
                          <a:spcPts val="0"/>
                        </a:spcBef>
                        <a:spcAft>
                          <a:spcPts val="0"/>
                        </a:spcAft>
                        <a:buNone/>
                      </a:pPr>
                      <a:r>
                        <a:rPr lang="en-US" sz="800" b="1">
                          <a:solidFill>
                            <a:srgbClr val="0070C0"/>
                          </a:solidFill>
                        </a:rPr>
                        <a:t>780</a:t>
                      </a:r>
                      <a:endParaRPr/>
                    </a:p>
                    <a:p>
                      <a:pPr marL="0" marR="0" lvl="0" indent="0" algn="ctr" rtl="0">
                        <a:spcBef>
                          <a:spcPts val="0"/>
                        </a:spcBef>
                        <a:spcAft>
                          <a:spcPts val="0"/>
                        </a:spcAft>
                        <a:buNone/>
                      </a:pPr>
                      <a:r>
                        <a:rPr lang="en-US" sz="800" b="1">
                          <a:solidFill>
                            <a:srgbClr val="0070C0"/>
                          </a:solidFill>
                        </a:rPr>
                        <a:t>800</a:t>
                      </a:r>
                      <a:endParaRPr/>
                    </a:p>
                    <a:p>
                      <a:pPr marL="0" marR="0" lvl="0" indent="0" algn="ctr" rtl="0">
                        <a:spcBef>
                          <a:spcPts val="0"/>
                        </a:spcBef>
                        <a:spcAft>
                          <a:spcPts val="0"/>
                        </a:spcAft>
                        <a:buNone/>
                      </a:pPr>
                      <a:r>
                        <a:rPr lang="en-US" sz="800" b="1">
                          <a:solidFill>
                            <a:srgbClr val="0070C0"/>
                          </a:solidFill>
                        </a:rPr>
                        <a:t>820</a:t>
                      </a:r>
                      <a:endParaRPr/>
                    </a:p>
                    <a:p>
                      <a:pPr marL="0" marR="0" lvl="0" indent="0" algn="ctr" rtl="0">
                        <a:spcBef>
                          <a:spcPts val="0"/>
                        </a:spcBef>
                        <a:spcAft>
                          <a:spcPts val="0"/>
                        </a:spcAft>
                        <a:buNone/>
                      </a:pPr>
                      <a:r>
                        <a:rPr lang="en-US" sz="800" b="1">
                          <a:solidFill>
                            <a:srgbClr val="0070C0"/>
                          </a:solidFill>
                        </a:rPr>
                        <a:t>830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470</a:t>
                      </a:r>
                      <a:endParaRPr/>
                    </a:p>
                    <a:p>
                      <a:pPr marL="0" marR="0" lvl="0" indent="0" algn="ctr" rtl="0">
                        <a:spcBef>
                          <a:spcPts val="0"/>
                        </a:spcBef>
                        <a:spcAft>
                          <a:spcPts val="0"/>
                        </a:spcAft>
                        <a:buNone/>
                      </a:pPr>
                      <a:r>
                        <a:rPr lang="en-US" sz="800" b="1">
                          <a:solidFill>
                            <a:srgbClr val="00B050"/>
                          </a:solidFill>
                        </a:rPr>
                        <a:t>480</a:t>
                      </a:r>
                      <a:endParaRPr/>
                    </a:p>
                    <a:p>
                      <a:pPr marL="0" marR="0" lvl="0" indent="0" algn="ctr" rtl="0">
                        <a:spcBef>
                          <a:spcPts val="0"/>
                        </a:spcBef>
                        <a:spcAft>
                          <a:spcPts val="0"/>
                        </a:spcAft>
                        <a:buNone/>
                      </a:pPr>
                      <a:r>
                        <a:rPr lang="en-US" sz="800" b="1">
                          <a:solidFill>
                            <a:srgbClr val="00B050"/>
                          </a:solidFill>
                        </a:rPr>
                        <a:t>500</a:t>
                      </a:r>
                      <a:endParaRPr/>
                    </a:p>
                    <a:p>
                      <a:pPr marL="0" marR="0" lvl="0" indent="0" algn="ctr" rtl="0">
                        <a:spcBef>
                          <a:spcPts val="0"/>
                        </a:spcBef>
                        <a:spcAft>
                          <a:spcPts val="0"/>
                        </a:spcAft>
                        <a:buNone/>
                      </a:pPr>
                      <a:r>
                        <a:rPr lang="en-US" sz="800" b="1">
                          <a:solidFill>
                            <a:srgbClr val="00B050"/>
                          </a:solidFill>
                        </a:rPr>
                        <a:t>510</a:t>
                      </a:r>
                      <a:endParaRPr/>
                    </a:p>
                    <a:p>
                      <a:pPr marL="0" marR="0" lvl="0" indent="0" algn="ctr" rtl="0">
                        <a:spcBef>
                          <a:spcPts val="0"/>
                        </a:spcBef>
                        <a:spcAft>
                          <a:spcPts val="0"/>
                        </a:spcAft>
                        <a:buNone/>
                      </a:pPr>
                      <a:r>
                        <a:rPr lang="en-US" sz="800" b="1">
                          <a:solidFill>
                            <a:srgbClr val="00B050"/>
                          </a:solidFill>
                        </a:rPr>
                        <a:t>520</a:t>
                      </a:r>
                      <a:endParaRPr sz="800" b="1">
                        <a:solidFill>
                          <a:srgbClr val="00B050"/>
                        </a:solidFill>
                      </a:endParaRPr>
                    </a:p>
                  </a:txBody>
                  <a:tcPr marL="72000" marR="72000" marT="0" marB="0" anchor="ctr"/>
                </a:tc>
                <a:extLst>
                  <a:ext uri="{0D108BD9-81ED-4DB2-BD59-A6C34878D82A}">
                    <a16:rowId xmlns:a16="http://schemas.microsoft.com/office/drawing/2014/main" val="10003"/>
                  </a:ext>
                </a:extLst>
              </a:tr>
              <a:tr h="477275">
                <a:tc>
                  <a:txBody>
                    <a:bodyPr/>
                    <a:lstStyle/>
                    <a:p>
                      <a:pPr marL="0" marR="0" lvl="0" indent="0" algn="ctr" rtl="0">
                        <a:spcBef>
                          <a:spcPts val="0"/>
                        </a:spcBef>
                        <a:spcAft>
                          <a:spcPts val="0"/>
                        </a:spcAft>
                        <a:buNone/>
                      </a:pPr>
                      <a:r>
                        <a:rPr lang="en-US" sz="800" b="1">
                          <a:solidFill>
                            <a:schemeClr val="dk1"/>
                          </a:solidFill>
                        </a:rPr>
                        <a:t>460</a:t>
                      </a:r>
                      <a:endParaRPr/>
                    </a:p>
                    <a:p>
                      <a:pPr marL="0" marR="0" lvl="0" indent="0" algn="ctr" rtl="0">
                        <a:spcBef>
                          <a:spcPts val="0"/>
                        </a:spcBef>
                        <a:spcAft>
                          <a:spcPts val="0"/>
                        </a:spcAft>
                        <a:buNone/>
                      </a:pPr>
                      <a:r>
                        <a:rPr lang="en-US" sz="800" b="1">
                          <a:solidFill>
                            <a:schemeClr val="dk1"/>
                          </a:solidFill>
                        </a:rPr>
                        <a:t>470</a:t>
                      </a:r>
                      <a:endParaRPr/>
                    </a:p>
                    <a:p>
                      <a:pPr marL="0" marR="0" lvl="0" indent="0" algn="ctr" rtl="0">
                        <a:spcBef>
                          <a:spcPts val="0"/>
                        </a:spcBef>
                        <a:spcAft>
                          <a:spcPts val="0"/>
                        </a:spcAft>
                        <a:buNone/>
                      </a:pPr>
                      <a:r>
                        <a:rPr lang="en-US" sz="800" b="1">
                          <a:solidFill>
                            <a:schemeClr val="dk1"/>
                          </a:solidFill>
                        </a:rPr>
                        <a:t>480</a:t>
                      </a:r>
                      <a:endParaRPr/>
                    </a:p>
                    <a:p>
                      <a:pPr marL="0" marR="0" lvl="0" indent="0" algn="ctr" rtl="0">
                        <a:spcBef>
                          <a:spcPts val="0"/>
                        </a:spcBef>
                        <a:spcAft>
                          <a:spcPts val="0"/>
                        </a:spcAft>
                        <a:buNone/>
                      </a:pPr>
                      <a:r>
                        <a:rPr lang="en-US" sz="800" b="1">
                          <a:solidFill>
                            <a:schemeClr val="dk1"/>
                          </a:solidFill>
                        </a:rPr>
                        <a:t>490</a:t>
                      </a:r>
                      <a:endParaRPr/>
                    </a:p>
                    <a:p>
                      <a:pPr marL="0" marR="0" lvl="0" indent="0" algn="ctr" rtl="0">
                        <a:spcBef>
                          <a:spcPts val="0"/>
                        </a:spcBef>
                        <a:spcAft>
                          <a:spcPts val="0"/>
                        </a:spcAft>
                        <a:buNone/>
                      </a:pPr>
                      <a:r>
                        <a:rPr lang="en-US" sz="800" b="1">
                          <a:solidFill>
                            <a:schemeClr val="dk1"/>
                          </a:solidFill>
                        </a:rPr>
                        <a:t>500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850</a:t>
                      </a:r>
                      <a:endParaRPr/>
                    </a:p>
                    <a:p>
                      <a:pPr marL="0" marR="0" lvl="0" indent="0" algn="ctr" rtl="0">
                        <a:spcBef>
                          <a:spcPts val="0"/>
                        </a:spcBef>
                        <a:spcAft>
                          <a:spcPts val="0"/>
                        </a:spcAft>
                        <a:buNone/>
                      </a:pPr>
                      <a:r>
                        <a:rPr lang="en-US" sz="800" b="1">
                          <a:solidFill>
                            <a:srgbClr val="0070C0"/>
                          </a:solidFill>
                        </a:rPr>
                        <a:t>870</a:t>
                      </a:r>
                      <a:endParaRPr/>
                    </a:p>
                    <a:p>
                      <a:pPr marL="0" marR="0" lvl="0" indent="0" algn="ctr" rtl="0">
                        <a:spcBef>
                          <a:spcPts val="0"/>
                        </a:spcBef>
                        <a:spcAft>
                          <a:spcPts val="0"/>
                        </a:spcAft>
                        <a:buNone/>
                      </a:pPr>
                      <a:r>
                        <a:rPr lang="en-US" sz="800" b="1">
                          <a:solidFill>
                            <a:srgbClr val="0070C0"/>
                          </a:solidFill>
                        </a:rPr>
                        <a:t>890</a:t>
                      </a:r>
                      <a:endParaRPr/>
                    </a:p>
                    <a:p>
                      <a:pPr marL="0" marR="0" lvl="0" indent="0" algn="ctr" rtl="0">
                        <a:spcBef>
                          <a:spcPts val="0"/>
                        </a:spcBef>
                        <a:spcAft>
                          <a:spcPts val="0"/>
                        </a:spcAft>
                        <a:buNone/>
                      </a:pPr>
                      <a:r>
                        <a:rPr lang="en-US" sz="800" b="1">
                          <a:solidFill>
                            <a:srgbClr val="0070C0"/>
                          </a:solidFill>
                        </a:rPr>
                        <a:t>910</a:t>
                      </a:r>
                      <a:endParaRPr/>
                    </a:p>
                    <a:p>
                      <a:pPr marL="0" marR="0" lvl="0" indent="0" algn="ctr" rtl="0">
                        <a:spcBef>
                          <a:spcPts val="0"/>
                        </a:spcBef>
                        <a:spcAft>
                          <a:spcPts val="0"/>
                        </a:spcAft>
                        <a:buNone/>
                      </a:pPr>
                      <a:r>
                        <a:rPr lang="en-US" sz="800" b="1">
                          <a:solidFill>
                            <a:srgbClr val="0070C0"/>
                          </a:solidFill>
                        </a:rPr>
                        <a:t>930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530</a:t>
                      </a:r>
                      <a:endParaRPr/>
                    </a:p>
                    <a:p>
                      <a:pPr marL="0" marR="0" lvl="0" indent="0" algn="ctr" rtl="0">
                        <a:spcBef>
                          <a:spcPts val="0"/>
                        </a:spcBef>
                        <a:spcAft>
                          <a:spcPts val="0"/>
                        </a:spcAft>
                        <a:buNone/>
                      </a:pPr>
                      <a:r>
                        <a:rPr lang="en-US" sz="800" b="1">
                          <a:solidFill>
                            <a:srgbClr val="00B050"/>
                          </a:solidFill>
                        </a:rPr>
                        <a:t>540</a:t>
                      </a:r>
                      <a:endParaRPr/>
                    </a:p>
                    <a:p>
                      <a:pPr marL="0" marR="0" lvl="0" indent="0" algn="ctr" rtl="0">
                        <a:spcBef>
                          <a:spcPts val="0"/>
                        </a:spcBef>
                        <a:spcAft>
                          <a:spcPts val="0"/>
                        </a:spcAft>
                        <a:buNone/>
                      </a:pPr>
                      <a:r>
                        <a:rPr lang="en-US" sz="800" b="1">
                          <a:solidFill>
                            <a:srgbClr val="00B050"/>
                          </a:solidFill>
                        </a:rPr>
                        <a:t>550</a:t>
                      </a:r>
                      <a:endParaRPr/>
                    </a:p>
                    <a:p>
                      <a:pPr marL="0" marR="0" lvl="0" indent="0" algn="ctr" rtl="0">
                        <a:spcBef>
                          <a:spcPts val="0"/>
                        </a:spcBef>
                        <a:spcAft>
                          <a:spcPts val="0"/>
                        </a:spcAft>
                        <a:buNone/>
                      </a:pPr>
                      <a:r>
                        <a:rPr lang="en-US" sz="800" b="1">
                          <a:solidFill>
                            <a:srgbClr val="00B050"/>
                          </a:solidFill>
                        </a:rPr>
                        <a:t>560</a:t>
                      </a:r>
                      <a:endParaRPr/>
                    </a:p>
                    <a:p>
                      <a:pPr marL="0" marR="0" lvl="0" indent="0" algn="ctr" rtl="0">
                        <a:spcBef>
                          <a:spcPts val="0"/>
                        </a:spcBef>
                        <a:spcAft>
                          <a:spcPts val="0"/>
                        </a:spcAft>
                        <a:buNone/>
                      </a:pPr>
                      <a:r>
                        <a:rPr lang="en-US" sz="800" b="1">
                          <a:solidFill>
                            <a:srgbClr val="00B050"/>
                          </a:solidFill>
                        </a:rPr>
                        <a:t>580</a:t>
                      </a:r>
                      <a:endParaRPr sz="800" b="1">
                        <a:solidFill>
                          <a:srgbClr val="00B050"/>
                        </a:solidFill>
                      </a:endParaRPr>
                    </a:p>
                  </a:txBody>
                  <a:tcPr marL="72000" marR="72000" marT="0" marB="0" anchor="ctr"/>
                </a:tc>
                <a:extLst>
                  <a:ext uri="{0D108BD9-81ED-4DB2-BD59-A6C34878D82A}">
                    <a16:rowId xmlns:a16="http://schemas.microsoft.com/office/drawing/2014/main" val="10004"/>
                  </a:ext>
                </a:extLst>
              </a:tr>
              <a:tr h="477275">
                <a:tc>
                  <a:txBody>
                    <a:bodyPr/>
                    <a:lstStyle/>
                    <a:p>
                      <a:pPr marL="0" marR="0" lvl="0" indent="0" algn="ctr" rtl="0">
                        <a:spcBef>
                          <a:spcPts val="0"/>
                        </a:spcBef>
                        <a:spcAft>
                          <a:spcPts val="0"/>
                        </a:spcAft>
                        <a:buNone/>
                      </a:pPr>
                      <a:r>
                        <a:rPr lang="en-US" sz="800" b="1">
                          <a:solidFill>
                            <a:schemeClr val="dk1"/>
                          </a:solidFill>
                        </a:rPr>
                        <a:t>510</a:t>
                      </a:r>
                      <a:endParaRPr/>
                    </a:p>
                    <a:p>
                      <a:pPr marL="0" marR="0" lvl="0" indent="0" algn="ctr" rtl="0">
                        <a:spcBef>
                          <a:spcPts val="0"/>
                        </a:spcBef>
                        <a:spcAft>
                          <a:spcPts val="0"/>
                        </a:spcAft>
                        <a:buNone/>
                      </a:pPr>
                      <a:r>
                        <a:rPr lang="en-US" sz="800" b="1">
                          <a:solidFill>
                            <a:schemeClr val="dk1"/>
                          </a:solidFill>
                        </a:rPr>
                        <a:t>520</a:t>
                      </a:r>
                      <a:endParaRPr/>
                    </a:p>
                    <a:p>
                      <a:pPr marL="0" marR="0" lvl="0" indent="0" algn="ctr" rtl="0">
                        <a:spcBef>
                          <a:spcPts val="0"/>
                        </a:spcBef>
                        <a:spcAft>
                          <a:spcPts val="0"/>
                        </a:spcAft>
                        <a:buNone/>
                      </a:pPr>
                      <a:r>
                        <a:rPr lang="en-US" sz="800" b="1">
                          <a:solidFill>
                            <a:schemeClr val="dk1"/>
                          </a:solidFill>
                        </a:rPr>
                        <a:t>530</a:t>
                      </a:r>
                      <a:endParaRPr/>
                    </a:p>
                    <a:p>
                      <a:pPr marL="0" marR="0" lvl="0" indent="0" algn="ctr" rtl="0">
                        <a:spcBef>
                          <a:spcPts val="0"/>
                        </a:spcBef>
                        <a:spcAft>
                          <a:spcPts val="0"/>
                        </a:spcAft>
                        <a:buNone/>
                      </a:pPr>
                      <a:r>
                        <a:rPr lang="en-US" sz="800" b="1">
                          <a:solidFill>
                            <a:schemeClr val="dk1"/>
                          </a:solidFill>
                        </a:rPr>
                        <a:t>540</a:t>
                      </a:r>
                      <a:endParaRPr/>
                    </a:p>
                    <a:p>
                      <a:pPr marL="0" marR="0" lvl="0" indent="0" algn="ctr" rtl="0">
                        <a:spcBef>
                          <a:spcPts val="0"/>
                        </a:spcBef>
                        <a:spcAft>
                          <a:spcPts val="0"/>
                        </a:spcAft>
                        <a:buNone/>
                      </a:pPr>
                      <a:r>
                        <a:rPr lang="en-US" sz="800" b="1">
                          <a:solidFill>
                            <a:schemeClr val="dk1"/>
                          </a:solidFill>
                        </a:rPr>
                        <a:t>550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950</a:t>
                      </a:r>
                      <a:endParaRPr/>
                    </a:p>
                    <a:p>
                      <a:pPr marL="0" marR="0" lvl="0" indent="0" algn="ctr" rtl="0">
                        <a:spcBef>
                          <a:spcPts val="0"/>
                        </a:spcBef>
                        <a:spcAft>
                          <a:spcPts val="0"/>
                        </a:spcAft>
                        <a:buNone/>
                      </a:pPr>
                      <a:r>
                        <a:rPr lang="en-US" sz="800" b="1">
                          <a:solidFill>
                            <a:srgbClr val="0070C0"/>
                          </a:solidFill>
                        </a:rPr>
                        <a:t>960</a:t>
                      </a:r>
                      <a:endParaRPr/>
                    </a:p>
                    <a:p>
                      <a:pPr marL="0" marR="0" lvl="0" indent="0" algn="ctr" rtl="0">
                        <a:spcBef>
                          <a:spcPts val="0"/>
                        </a:spcBef>
                        <a:spcAft>
                          <a:spcPts val="0"/>
                        </a:spcAft>
                        <a:buNone/>
                      </a:pPr>
                      <a:r>
                        <a:rPr lang="en-US" sz="800" b="1">
                          <a:solidFill>
                            <a:srgbClr val="0070C0"/>
                          </a:solidFill>
                        </a:rPr>
                        <a:t>980</a:t>
                      </a:r>
                      <a:endParaRPr/>
                    </a:p>
                    <a:p>
                      <a:pPr marL="0" marR="0" lvl="0" indent="0" algn="ctr" rtl="0">
                        <a:spcBef>
                          <a:spcPts val="0"/>
                        </a:spcBef>
                        <a:spcAft>
                          <a:spcPts val="0"/>
                        </a:spcAft>
                        <a:buNone/>
                      </a:pPr>
                      <a:r>
                        <a:rPr lang="en-US" sz="800" b="1">
                          <a:solidFill>
                            <a:srgbClr val="0070C0"/>
                          </a:solidFill>
                        </a:rPr>
                        <a:t>1000</a:t>
                      </a:r>
                      <a:endParaRPr/>
                    </a:p>
                    <a:p>
                      <a:pPr marL="0" marR="0" lvl="0" indent="0" algn="ctr" rtl="0">
                        <a:spcBef>
                          <a:spcPts val="0"/>
                        </a:spcBef>
                        <a:spcAft>
                          <a:spcPts val="0"/>
                        </a:spcAft>
                        <a:buNone/>
                      </a:pPr>
                      <a:r>
                        <a:rPr lang="en-US" sz="800" b="1">
                          <a:solidFill>
                            <a:srgbClr val="0070C0"/>
                          </a:solidFill>
                        </a:rPr>
                        <a:t>1020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590</a:t>
                      </a:r>
                      <a:endParaRPr/>
                    </a:p>
                    <a:p>
                      <a:pPr marL="0" marR="0" lvl="0" indent="0" algn="ctr" rtl="0">
                        <a:spcBef>
                          <a:spcPts val="0"/>
                        </a:spcBef>
                        <a:spcAft>
                          <a:spcPts val="0"/>
                        </a:spcAft>
                        <a:buNone/>
                      </a:pPr>
                      <a:r>
                        <a:rPr lang="en-US" sz="800" b="1">
                          <a:solidFill>
                            <a:srgbClr val="00B050"/>
                          </a:solidFill>
                        </a:rPr>
                        <a:t>600</a:t>
                      </a:r>
                      <a:endParaRPr/>
                    </a:p>
                    <a:p>
                      <a:pPr marL="0" marR="0" lvl="0" indent="0" algn="ctr" rtl="0">
                        <a:spcBef>
                          <a:spcPts val="0"/>
                        </a:spcBef>
                        <a:spcAft>
                          <a:spcPts val="0"/>
                        </a:spcAft>
                        <a:buNone/>
                      </a:pPr>
                      <a:r>
                        <a:rPr lang="en-US" sz="800" b="1">
                          <a:solidFill>
                            <a:srgbClr val="00B050"/>
                          </a:solidFill>
                        </a:rPr>
                        <a:t>610</a:t>
                      </a:r>
                      <a:endParaRPr/>
                    </a:p>
                    <a:p>
                      <a:pPr marL="0" marR="0" lvl="0" indent="0" algn="ctr" rtl="0">
                        <a:spcBef>
                          <a:spcPts val="0"/>
                        </a:spcBef>
                        <a:spcAft>
                          <a:spcPts val="0"/>
                        </a:spcAft>
                        <a:buNone/>
                      </a:pPr>
                      <a:r>
                        <a:rPr lang="en-US" sz="800" b="1">
                          <a:solidFill>
                            <a:srgbClr val="00B050"/>
                          </a:solidFill>
                        </a:rPr>
                        <a:t>620</a:t>
                      </a:r>
                      <a:endParaRPr/>
                    </a:p>
                    <a:p>
                      <a:pPr marL="0" marR="0" lvl="0" indent="0" algn="ctr" rtl="0">
                        <a:spcBef>
                          <a:spcPts val="0"/>
                        </a:spcBef>
                        <a:spcAft>
                          <a:spcPts val="0"/>
                        </a:spcAft>
                        <a:buNone/>
                      </a:pPr>
                      <a:r>
                        <a:rPr lang="en-US" sz="800" b="1">
                          <a:solidFill>
                            <a:srgbClr val="00B050"/>
                          </a:solidFill>
                        </a:rPr>
                        <a:t>630</a:t>
                      </a:r>
                      <a:endParaRPr sz="800" b="1">
                        <a:solidFill>
                          <a:srgbClr val="00B050"/>
                        </a:solidFill>
                      </a:endParaRPr>
                    </a:p>
                  </a:txBody>
                  <a:tcPr marL="72000" marR="72000" marT="0" marB="0" anchor="ctr"/>
                </a:tc>
                <a:extLst>
                  <a:ext uri="{0D108BD9-81ED-4DB2-BD59-A6C34878D82A}">
                    <a16:rowId xmlns:a16="http://schemas.microsoft.com/office/drawing/2014/main" val="10005"/>
                  </a:ext>
                </a:extLst>
              </a:tr>
              <a:tr h="477275">
                <a:tc>
                  <a:txBody>
                    <a:bodyPr/>
                    <a:lstStyle/>
                    <a:p>
                      <a:pPr marL="0" marR="0" lvl="0" indent="0" algn="ctr" rtl="0">
                        <a:spcBef>
                          <a:spcPts val="0"/>
                        </a:spcBef>
                        <a:spcAft>
                          <a:spcPts val="0"/>
                        </a:spcAft>
                        <a:buNone/>
                      </a:pPr>
                      <a:r>
                        <a:rPr lang="en-US" sz="800" b="1">
                          <a:solidFill>
                            <a:schemeClr val="dk1"/>
                          </a:solidFill>
                        </a:rPr>
                        <a:t>560</a:t>
                      </a:r>
                      <a:endParaRPr/>
                    </a:p>
                    <a:p>
                      <a:pPr marL="0" marR="0" lvl="0" indent="0" algn="ctr" rtl="0">
                        <a:spcBef>
                          <a:spcPts val="0"/>
                        </a:spcBef>
                        <a:spcAft>
                          <a:spcPts val="0"/>
                        </a:spcAft>
                        <a:buNone/>
                      </a:pPr>
                      <a:r>
                        <a:rPr lang="en-US" sz="800" b="1">
                          <a:solidFill>
                            <a:schemeClr val="dk1"/>
                          </a:solidFill>
                        </a:rPr>
                        <a:t>570</a:t>
                      </a:r>
                      <a:endParaRPr/>
                    </a:p>
                    <a:p>
                      <a:pPr marL="0" marR="0" lvl="0" indent="0" algn="ctr" rtl="0">
                        <a:spcBef>
                          <a:spcPts val="0"/>
                        </a:spcBef>
                        <a:spcAft>
                          <a:spcPts val="0"/>
                        </a:spcAft>
                        <a:buNone/>
                      </a:pPr>
                      <a:r>
                        <a:rPr lang="en-US" sz="800" b="1">
                          <a:solidFill>
                            <a:schemeClr val="dk1"/>
                          </a:solidFill>
                        </a:rPr>
                        <a:t>580</a:t>
                      </a:r>
                      <a:endParaRPr/>
                    </a:p>
                    <a:p>
                      <a:pPr marL="0" marR="0" lvl="0" indent="0" algn="ctr" rtl="0">
                        <a:spcBef>
                          <a:spcPts val="0"/>
                        </a:spcBef>
                        <a:spcAft>
                          <a:spcPts val="0"/>
                        </a:spcAft>
                        <a:buNone/>
                      </a:pPr>
                      <a:r>
                        <a:rPr lang="en-US" sz="800" b="1">
                          <a:solidFill>
                            <a:schemeClr val="dk1"/>
                          </a:solidFill>
                        </a:rPr>
                        <a:t>590</a:t>
                      </a:r>
                      <a:endParaRPr/>
                    </a:p>
                    <a:p>
                      <a:pPr marL="0" marR="0" lvl="0" indent="0" algn="ctr" rtl="0">
                        <a:spcBef>
                          <a:spcPts val="0"/>
                        </a:spcBef>
                        <a:spcAft>
                          <a:spcPts val="0"/>
                        </a:spcAft>
                        <a:buNone/>
                      </a:pPr>
                      <a:r>
                        <a:rPr lang="en-US" sz="800" b="1">
                          <a:solidFill>
                            <a:schemeClr val="dk1"/>
                          </a:solidFill>
                        </a:rPr>
                        <a:t>600</a:t>
                      </a:r>
                      <a:endParaRPr sz="800" b="1">
                        <a:solidFill>
                          <a:schemeClr val="dk1"/>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1040</a:t>
                      </a:r>
                      <a:endParaRPr/>
                    </a:p>
                    <a:p>
                      <a:pPr marL="0" marR="0" lvl="0" indent="0" algn="ctr" rtl="0">
                        <a:spcBef>
                          <a:spcPts val="0"/>
                        </a:spcBef>
                        <a:spcAft>
                          <a:spcPts val="0"/>
                        </a:spcAft>
                        <a:buNone/>
                      </a:pPr>
                      <a:r>
                        <a:rPr lang="en-US" sz="800" b="1">
                          <a:solidFill>
                            <a:srgbClr val="0070C0"/>
                          </a:solidFill>
                        </a:rPr>
                        <a:t>1060</a:t>
                      </a:r>
                      <a:endParaRPr/>
                    </a:p>
                    <a:p>
                      <a:pPr marL="0" marR="0" lvl="0" indent="0" algn="ctr" rtl="0">
                        <a:spcBef>
                          <a:spcPts val="0"/>
                        </a:spcBef>
                        <a:spcAft>
                          <a:spcPts val="0"/>
                        </a:spcAft>
                        <a:buNone/>
                      </a:pPr>
                      <a:r>
                        <a:rPr lang="en-US" sz="800" b="1">
                          <a:solidFill>
                            <a:srgbClr val="0070C0"/>
                          </a:solidFill>
                        </a:rPr>
                        <a:t>1070</a:t>
                      </a:r>
                      <a:endParaRPr/>
                    </a:p>
                    <a:p>
                      <a:pPr marL="0" marR="0" lvl="0" indent="0" algn="ctr" rtl="0">
                        <a:spcBef>
                          <a:spcPts val="0"/>
                        </a:spcBef>
                        <a:spcAft>
                          <a:spcPts val="0"/>
                        </a:spcAft>
                        <a:buNone/>
                      </a:pPr>
                      <a:r>
                        <a:rPr lang="en-US" sz="800" b="1">
                          <a:solidFill>
                            <a:srgbClr val="0070C0"/>
                          </a:solidFill>
                        </a:rPr>
                        <a:t>1090</a:t>
                      </a:r>
                      <a:endParaRPr/>
                    </a:p>
                    <a:p>
                      <a:pPr marL="0" marR="0" lvl="0" indent="0" algn="ctr" rtl="0">
                        <a:spcBef>
                          <a:spcPts val="0"/>
                        </a:spcBef>
                        <a:spcAft>
                          <a:spcPts val="0"/>
                        </a:spcAft>
                        <a:buNone/>
                      </a:pPr>
                      <a:r>
                        <a:rPr lang="en-US" sz="800" b="1">
                          <a:solidFill>
                            <a:srgbClr val="0070C0"/>
                          </a:solidFill>
                        </a:rPr>
                        <a:t>1110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650</a:t>
                      </a:r>
                      <a:endParaRPr/>
                    </a:p>
                    <a:p>
                      <a:pPr marL="0" marR="0" lvl="0" indent="0" algn="ctr" rtl="0">
                        <a:spcBef>
                          <a:spcPts val="0"/>
                        </a:spcBef>
                        <a:spcAft>
                          <a:spcPts val="0"/>
                        </a:spcAft>
                        <a:buNone/>
                      </a:pPr>
                      <a:r>
                        <a:rPr lang="en-US" sz="800" b="1">
                          <a:solidFill>
                            <a:srgbClr val="00B050"/>
                          </a:solidFill>
                        </a:rPr>
                        <a:t>660</a:t>
                      </a:r>
                      <a:endParaRPr/>
                    </a:p>
                    <a:p>
                      <a:pPr marL="0" marR="0" lvl="0" indent="0" algn="ctr" rtl="0">
                        <a:spcBef>
                          <a:spcPts val="0"/>
                        </a:spcBef>
                        <a:spcAft>
                          <a:spcPts val="0"/>
                        </a:spcAft>
                        <a:buNone/>
                      </a:pPr>
                      <a:r>
                        <a:rPr lang="en-US" sz="800" b="1">
                          <a:solidFill>
                            <a:srgbClr val="00B050"/>
                          </a:solidFill>
                        </a:rPr>
                        <a:t>670</a:t>
                      </a:r>
                      <a:endParaRPr/>
                    </a:p>
                    <a:p>
                      <a:pPr marL="0" marR="0" lvl="0" indent="0" algn="ctr" rtl="0">
                        <a:spcBef>
                          <a:spcPts val="0"/>
                        </a:spcBef>
                        <a:spcAft>
                          <a:spcPts val="0"/>
                        </a:spcAft>
                        <a:buNone/>
                      </a:pPr>
                      <a:r>
                        <a:rPr lang="en-US" sz="800" b="1">
                          <a:solidFill>
                            <a:srgbClr val="00B050"/>
                          </a:solidFill>
                        </a:rPr>
                        <a:t>680</a:t>
                      </a:r>
                      <a:endParaRPr/>
                    </a:p>
                    <a:p>
                      <a:pPr marL="0" marR="0" lvl="0" indent="0" algn="ctr" rtl="0">
                        <a:spcBef>
                          <a:spcPts val="0"/>
                        </a:spcBef>
                        <a:spcAft>
                          <a:spcPts val="0"/>
                        </a:spcAft>
                        <a:buNone/>
                      </a:pPr>
                      <a:r>
                        <a:rPr lang="en-US" sz="800" b="1">
                          <a:solidFill>
                            <a:srgbClr val="00B050"/>
                          </a:solidFill>
                        </a:rPr>
                        <a:t>690</a:t>
                      </a:r>
                      <a:endParaRPr sz="800" b="1">
                        <a:solidFill>
                          <a:srgbClr val="00B050"/>
                        </a:solidFill>
                      </a:endParaRPr>
                    </a:p>
                  </a:txBody>
                  <a:tcPr marL="72000" marR="72000" marT="0" marB="0" anchor="ctr"/>
                </a:tc>
                <a:extLst>
                  <a:ext uri="{0D108BD9-81ED-4DB2-BD59-A6C34878D82A}">
                    <a16:rowId xmlns:a16="http://schemas.microsoft.com/office/drawing/2014/main" val="10006"/>
                  </a:ext>
                </a:extLst>
              </a:tr>
              <a:tr h="477275">
                <a:tc>
                  <a:txBody>
                    <a:bodyPr/>
                    <a:lstStyle/>
                    <a:p>
                      <a:pPr marL="0" marR="0" lvl="0" indent="0" algn="ctr" rtl="0">
                        <a:spcBef>
                          <a:spcPts val="0"/>
                        </a:spcBef>
                        <a:spcAft>
                          <a:spcPts val="0"/>
                        </a:spcAft>
                        <a:buNone/>
                      </a:pPr>
                      <a:r>
                        <a:rPr lang="en-US" sz="800" b="1">
                          <a:solidFill>
                            <a:schemeClr val="dk1"/>
                          </a:solidFill>
                        </a:rPr>
                        <a:t>610</a:t>
                      </a:r>
                      <a:endParaRPr/>
                    </a:p>
                    <a:p>
                      <a:pPr marL="0" marR="0" lvl="0" indent="0" algn="ctr" rtl="0">
                        <a:spcBef>
                          <a:spcPts val="0"/>
                        </a:spcBef>
                        <a:spcAft>
                          <a:spcPts val="0"/>
                        </a:spcAft>
                        <a:buNone/>
                      </a:pPr>
                      <a:r>
                        <a:rPr lang="en-US" sz="800" b="1">
                          <a:solidFill>
                            <a:schemeClr val="dk1"/>
                          </a:solidFill>
                        </a:rPr>
                        <a:t>620</a:t>
                      </a:r>
                      <a:endParaRPr/>
                    </a:p>
                    <a:p>
                      <a:pPr marL="0" marR="0" lvl="0" indent="0" algn="ctr" rtl="0">
                        <a:spcBef>
                          <a:spcPts val="0"/>
                        </a:spcBef>
                        <a:spcAft>
                          <a:spcPts val="0"/>
                        </a:spcAft>
                        <a:buNone/>
                      </a:pPr>
                      <a:r>
                        <a:rPr lang="en-US" sz="800" b="1">
                          <a:solidFill>
                            <a:schemeClr val="dk1"/>
                          </a:solidFill>
                        </a:rPr>
                        <a:t>630</a:t>
                      </a:r>
                      <a:endParaRPr/>
                    </a:p>
                    <a:p>
                      <a:pPr marL="0" marR="0" lvl="0" indent="0" algn="ctr" rtl="0">
                        <a:spcBef>
                          <a:spcPts val="0"/>
                        </a:spcBef>
                        <a:spcAft>
                          <a:spcPts val="0"/>
                        </a:spcAft>
                        <a:buNone/>
                      </a:pPr>
                      <a:r>
                        <a:rPr lang="en-US" sz="800" b="1">
                          <a:solidFill>
                            <a:schemeClr val="dk1"/>
                          </a:solidFill>
                        </a:rPr>
                        <a:t>640</a:t>
                      </a:r>
                      <a:endParaRPr/>
                    </a:p>
                    <a:p>
                      <a:pPr marL="0" marR="0" lvl="0" indent="0" algn="ctr" rtl="0">
                        <a:spcBef>
                          <a:spcPts val="0"/>
                        </a:spcBef>
                        <a:spcAft>
                          <a:spcPts val="0"/>
                        </a:spcAft>
                        <a:buNone/>
                      </a:pPr>
                      <a:r>
                        <a:rPr lang="en-US" sz="800" b="1">
                          <a:solidFill>
                            <a:schemeClr val="dk1"/>
                          </a:solidFill>
                        </a:rPr>
                        <a:t>650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1130</a:t>
                      </a:r>
                      <a:endParaRPr/>
                    </a:p>
                    <a:p>
                      <a:pPr marL="0" marR="0" lvl="0" indent="0" algn="ctr" rtl="0">
                        <a:spcBef>
                          <a:spcPts val="0"/>
                        </a:spcBef>
                        <a:spcAft>
                          <a:spcPts val="0"/>
                        </a:spcAft>
                        <a:buNone/>
                      </a:pPr>
                      <a:r>
                        <a:rPr lang="en-US" sz="800" b="1">
                          <a:solidFill>
                            <a:srgbClr val="0070C0"/>
                          </a:solidFill>
                        </a:rPr>
                        <a:t>1150</a:t>
                      </a:r>
                      <a:endParaRPr/>
                    </a:p>
                    <a:p>
                      <a:pPr marL="0" marR="0" lvl="0" indent="0" algn="ctr" rtl="0">
                        <a:spcBef>
                          <a:spcPts val="0"/>
                        </a:spcBef>
                        <a:spcAft>
                          <a:spcPts val="0"/>
                        </a:spcAft>
                        <a:buNone/>
                      </a:pPr>
                      <a:r>
                        <a:rPr lang="en-US" sz="800" b="1">
                          <a:solidFill>
                            <a:srgbClr val="0070C0"/>
                          </a:solidFill>
                        </a:rPr>
                        <a:t>1170</a:t>
                      </a:r>
                      <a:endParaRPr/>
                    </a:p>
                    <a:p>
                      <a:pPr marL="0" marR="0" lvl="0" indent="0" algn="ctr" rtl="0">
                        <a:spcBef>
                          <a:spcPts val="0"/>
                        </a:spcBef>
                        <a:spcAft>
                          <a:spcPts val="0"/>
                        </a:spcAft>
                        <a:buNone/>
                      </a:pPr>
                      <a:r>
                        <a:rPr lang="en-US" sz="800" b="1">
                          <a:solidFill>
                            <a:srgbClr val="0070C0"/>
                          </a:solidFill>
                        </a:rPr>
                        <a:t>1190</a:t>
                      </a:r>
                      <a:endParaRPr/>
                    </a:p>
                    <a:p>
                      <a:pPr marL="0" marR="0" lvl="0" indent="0" algn="ctr" rtl="0">
                        <a:spcBef>
                          <a:spcPts val="0"/>
                        </a:spcBef>
                        <a:spcAft>
                          <a:spcPts val="0"/>
                        </a:spcAft>
                        <a:buNone/>
                      </a:pPr>
                      <a:r>
                        <a:rPr lang="en-US" sz="800" b="1">
                          <a:solidFill>
                            <a:srgbClr val="0070C0"/>
                          </a:solidFill>
                        </a:rPr>
                        <a:t>1200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700</a:t>
                      </a:r>
                      <a:endParaRPr/>
                    </a:p>
                    <a:p>
                      <a:pPr marL="0" marR="0" lvl="0" indent="0" algn="ctr" rtl="0">
                        <a:spcBef>
                          <a:spcPts val="0"/>
                        </a:spcBef>
                        <a:spcAft>
                          <a:spcPts val="0"/>
                        </a:spcAft>
                        <a:buNone/>
                      </a:pPr>
                      <a:r>
                        <a:rPr lang="en-US" sz="800" b="1">
                          <a:solidFill>
                            <a:srgbClr val="00B050"/>
                          </a:solidFill>
                        </a:rPr>
                        <a:t>710</a:t>
                      </a:r>
                      <a:endParaRPr/>
                    </a:p>
                    <a:p>
                      <a:pPr marL="0" marR="0" lvl="0" indent="0" algn="ctr" rtl="0">
                        <a:spcBef>
                          <a:spcPts val="0"/>
                        </a:spcBef>
                        <a:spcAft>
                          <a:spcPts val="0"/>
                        </a:spcAft>
                        <a:buNone/>
                      </a:pPr>
                      <a:r>
                        <a:rPr lang="en-US" sz="800" b="1">
                          <a:solidFill>
                            <a:srgbClr val="00B050"/>
                          </a:solidFill>
                        </a:rPr>
                        <a:t>730</a:t>
                      </a:r>
                      <a:endParaRPr/>
                    </a:p>
                    <a:p>
                      <a:pPr marL="0" marR="0" lvl="0" indent="0" algn="ctr" rtl="0">
                        <a:spcBef>
                          <a:spcPts val="0"/>
                        </a:spcBef>
                        <a:spcAft>
                          <a:spcPts val="0"/>
                        </a:spcAft>
                        <a:buNone/>
                      </a:pPr>
                      <a:r>
                        <a:rPr lang="en-US" sz="800" b="1">
                          <a:solidFill>
                            <a:srgbClr val="00B050"/>
                          </a:solidFill>
                        </a:rPr>
                        <a:t>740</a:t>
                      </a:r>
                      <a:endParaRPr/>
                    </a:p>
                    <a:p>
                      <a:pPr marL="0" marR="0" lvl="0" indent="0" algn="ctr" rtl="0">
                        <a:spcBef>
                          <a:spcPts val="0"/>
                        </a:spcBef>
                        <a:spcAft>
                          <a:spcPts val="0"/>
                        </a:spcAft>
                        <a:buNone/>
                      </a:pPr>
                      <a:r>
                        <a:rPr lang="en-US" sz="800" b="1">
                          <a:solidFill>
                            <a:srgbClr val="00B050"/>
                          </a:solidFill>
                        </a:rPr>
                        <a:t>750</a:t>
                      </a:r>
                      <a:endParaRPr sz="800" b="1">
                        <a:solidFill>
                          <a:srgbClr val="00B050"/>
                        </a:solidFill>
                      </a:endParaRPr>
                    </a:p>
                  </a:txBody>
                  <a:tcPr marL="72000" marR="72000" marT="0" marB="0" anchor="ctr"/>
                </a:tc>
                <a:extLst>
                  <a:ext uri="{0D108BD9-81ED-4DB2-BD59-A6C34878D82A}">
                    <a16:rowId xmlns:a16="http://schemas.microsoft.com/office/drawing/2014/main" val="10007"/>
                  </a:ext>
                </a:extLst>
              </a:tr>
              <a:tr h="477275">
                <a:tc>
                  <a:txBody>
                    <a:bodyPr/>
                    <a:lstStyle/>
                    <a:p>
                      <a:pPr marL="0" marR="0" lvl="0" indent="0" algn="ctr" rtl="0">
                        <a:spcBef>
                          <a:spcPts val="0"/>
                        </a:spcBef>
                        <a:spcAft>
                          <a:spcPts val="0"/>
                        </a:spcAft>
                        <a:buNone/>
                      </a:pPr>
                      <a:r>
                        <a:rPr lang="en-US" sz="800" b="1">
                          <a:solidFill>
                            <a:schemeClr val="dk1"/>
                          </a:solidFill>
                        </a:rPr>
                        <a:t>660</a:t>
                      </a:r>
                      <a:endParaRPr/>
                    </a:p>
                    <a:p>
                      <a:pPr marL="0" marR="0" lvl="0" indent="0" algn="ctr" rtl="0">
                        <a:spcBef>
                          <a:spcPts val="0"/>
                        </a:spcBef>
                        <a:spcAft>
                          <a:spcPts val="0"/>
                        </a:spcAft>
                        <a:buNone/>
                      </a:pPr>
                      <a:r>
                        <a:rPr lang="en-US" sz="800" b="1">
                          <a:solidFill>
                            <a:schemeClr val="dk1"/>
                          </a:solidFill>
                        </a:rPr>
                        <a:t>670</a:t>
                      </a:r>
                      <a:endParaRPr/>
                    </a:p>
                    <a:p>
                      <a:pPr marL="0" marR="0" lvl="0" indent="0" algn="ctr" rtl="0">
                        <a:spcBef>
                          <a:spcPts val="0"/>
                        </a:spcBef>
                        <a:spcAft>
                          <a:spcPts val="0"/>
                        </a:spcAft>
                        <a:buNone/>
                      </a:pPr>
                      <a:r>
                        <a:rPr lang="en-US" sz="800" b="1">
                          <a:solidFill>
                            <a:schemeClr val="dk1"/>
                          </a:solidFill>
                        </a:rPr>
                        <a:t>680</a:t>
                      </a:r>
                      <a:endParaRPr/>
                    </a:p>
                    <a:p>
                      <a:pPr marL="0" marR="0" lvl="0" indent="0" algn="ctr" rtl="0">
                        <a:spcBef>
                          <a:spcPts val="0"/>
                        </a:spcBef>
                        <a:spcAft>
                          <a:spcPts val="0"/>
                        </a:spcAft>
                        <a:buNone/>
                      </a:pPr>
                      <a:r>
                        <a:rPr lang="en-US" sz="800" b="1">
                          <a:solidFill>
                            <a:schemeClr val="dk1"/>
                          </a:solidFill>
                        </a:rPr>
                        <a:t>690</a:t>
                      </a:r>
                      <a:endParaRPr/>
                    </a:p>
                    <a:p>
                      <a:pPr marL="0" marR="0" lvl="0" indent="0" algn="ctr" rtl="0">
                        <a:spcBef>
                          <a:spcPts val="0"/>
                        </a:spcBef>
                        <a:spcAft>
                          <a:spcPts val="0"/>
                        </a:spcAft>
                        <a:buNone/>
                      </a:pPr>
                      <a:r>
                        <a:rPr lang="en-US" sz="800" b="1">
                          <a:solidFill>
                            <a:schemeClr val="dk1"/>
                          </a:solidFill>
                        </a:rPr>
                        <a:t>700</a:t>
                      </a:r>
                      <a:endParaRPr/>
                    </a:p>
                  </a:txBody>
                  <a:tcPr marL="72000" marR="72000" marT="0" marB="0" anchor="ctr"/>
                </a:tc>
                <a:tc>
                  <a:txBody>
                    <a:bodyPr/>
                    <a:lstStyle/>
                    <a:p>
                      <a:pPr marL="0" marR="0" lvl="0" indent="0" algn="ctr" rtl="0">
                        <a:spcBef>
                          <a:spcPts val="0"/>
                        </a:spcBef>
                        <a:spcAft>
                          <a:spcPts val="0"/>
                        </a:spcAft>
                        <a:buNone/>
                      </a:pPr>
                      <a:r>
                        <a:rPr lang="en-US" sz="800" b="1">
                          <a:solidFill>
                            <a:srgbClr val="0070C0"/>
                          </a:solidFill>
                        </a:rPr>
                        <a:t>1220</a:t>
                      </a:r>
                      <a:endParaRPr/>
                    </a:p>
                    <a:p>
                      <a:pPr marL="0" marR="0" lvl="0" indent="0" algn="ctr" rtl="0">
                        <a:spcBef>
                          <a:spcPts val="0"/>
                        </a:spcBef>
                        <a:spcAft>
                          <a:spcPts val="0"/>
                        </a:spcAft>
                        <a:buNone/>
                      </a:pPr>
                      <a:r>
                        <a:rPr lang="en-US" sz="800" b="1">
                          <a:solidFill>
                            <a:srgbClr val="0070C0"/>
                          </a:solidFill>
                        </a:rPr>
                        <a:t>1240</a:t>
                      </a:r>
                      <a:endParaRPr/>
                    </a:p>
                    <a:p>
                      <a:pPr marL="0" marR="0" lvl="0" indent="0" algn="ctr" rtl="0">
                        <a:spcBef>
                          <a:spcPts val="0"/>
                        </a:spcBef>
                        <a:spcAft>
                          <a:spcPts val="0"/>
                        </a:spcAft>
                        <a:buNone/>
                      </a:pPr>
                      <a:r>
                        <a:rPr lang="en-US" sz="800" b="1">
                          <a:solidFill>
                            <a:srgbClr val="0070C0"/>
                          </a:solidFill>
                        </a:rPr>
                        <a:t>1260</a:t>
                      </a:r>
                      <a:endParaRPr/>
                    </a:p>
                    <a:p>
                      <a:pPr marL="0" marR="0" lvl="0" indent="0" algn="ctr" rtl="0">
                        <a:spcBef>
                          <a:spcPts val="0"/>
                        </a:spcBef>
                        <a:spcAft>
                          <a:spcPts val="0"/>
                        </a:spcAft>
                        <a:buNone/>
                      </a:pPr>
                      <a:r>
                        <a:rPr lang="en-US" sz="800" b="1">
                          <a:solidFill>
                            <a:srgbClr val="0070C0"/>
                          </a:solidFill>
                        </a:rPr>
                        <a:t>1280</a:t>
                      </a:r>
                      <a:endParaRPr/>
                    </a:p>
                    <a:p>
                      <a:pPr marL="0" marR="0" lvl="0" indent="0" algn="ctr" rtl="0">
                        <a:spcBef>
                          <a:spcPts val="0"/>
                        </a:spcBef>
                        <a:spcAft>
                          <a:spcPts val="0"/>
                        </a:spcAft>
                        <a:buNone/>
                      </a:pPr>
                      <a:r>
                        <a:rPr lang="en-US" sz="800" b="1">
                          <a:solidFill>
                            <a:srgbClr val="0070C0"/>
                          </a:solidFill>
                        </a:rPr>
                        <a:t>1300</a:t>
                      </a:r>
                      <a:endParaRPr sz="800" b="1">
                        <a:solidFill>
                          <a:srgbClr val="0070C0"/>
                        </a:solidFill>
                      </a:endParaRPr>
                    </a:p>
                  </a:txBody>
                  <a:tcPr marL="72000" marR="72000" marT="0" marB="0" anchor="ctr"/>
                </a:tc>
                <a:tc>
                  <a:txBody>
                    <a:bodyPr/>
                    <a:lstStyle/>
                    <a:p>
                      <a:pPr marL="0" marR="0" lvl="0" indent="0" algn="ctr" rtl="0">
                        <a:spcBef>
                          <a:spcPts val="0"/>
                        </a:spcBef>
                        <a:spcAft>
                          <a:spcPts val="0"/>
                        </a:spcAft>
                        <a:buNone/>
                      </a:pPr>
                      <a:r>
                        <a:rPr lang="en-US" sz="800" b="1">
                          <a:solidFill>
                            <a:srgbClr val="00B050"/>
                          </a:solidFill>
                        </a:rPr>
                        <a:t>760</a:t>
                      </a:r>
                      <a:endParaRPr/>
                    </a:p>
                    <a:p>
                      <a:pPr marL="0" marR="0" lvl="0" indent="0" algn="ctr" rtl="0">
                        <a:spcBef>
                          <a:spcPts val="0"/>
                        </a:spcBef>
                        <a:spcAft>
                          <a:spcPts val="0"/>
                        </a:spcAft>
                        <a:buNone/>
                      </a:pPr>
                      <a:r>
                        <a:rPr lang="en-US" sz="800" b="1">
                          <a:solidFill>
                            <a:srgbClr val="00B050"/>
                          </a:solidFill>
                        </a:rPr>
                        <a:t>770</a:t>
                      </a:r>
                      <a:endParaRPr/>
                    </a:p>
                    <a:p>
                      <a:pPr marL="0" marR="0" lvl="0" indent="0" algn="ctr" rtl="0">
                        <a:spcBef>
                          <a:spcPts val="0"/>
                        </a:spcBef>
                        <a:spcAft>
                          <a:spcPts val="0"/>
                        </a:spcAft>
                        <a:buNone/>
                      </a:pPr>
                      <a:r>
                        <a:rPr lang="en-US" sz="800" b="1">
                          <a:solidFill>
                            <a:srgbClr val="00B050"/>
                          </a:solidFill>
                        </a:rPr>
                        <a:t>780</a:t>
                      </a:r>
                      <a:endParaRPr/>
                    </a:p>
                    <a:p>
                      <a:pPr marL="0" marR="0" lvl="0" indent="0" algn="ctr" rtl="0">
                        <a:spcBef>
                          <a:spcPts val="0"/>
                        </a:spcBef>
                        <a:spcAft>
                          <a:spcPts val="0"/>
                        </a:spcAft>
                        <a:buNone/>
                      </a:pPr>
                      <a:r>
                        <a:rPr lang="en-US" sz="800" b="1">
                          <a:solidFill>
                            <a:srgbClr val="00B050"/>
                          </a:solidFill>
                        </a:rPr>
                        <a:t>800</a:t>
                      </a:r>
                      <a:endParaRPr/>
                    </a:p>
                    <a:p>
                      <a:pPr marL="0" marR="0" lvl="0" indent="0" algn="ctr" rtl="0">
                        <a:spcBef>
                          <a:spcPts val="0"/>
                        </a:spcBef>
                        <a:spcAft>
                          <a:spcPts val="0"/>
                        </a:spcAft>
                        <a:buNone/>
                      </a:pPr>
                      <a:r>
                        <a:rPr lang="en-US" sz="800" b="1">
                          <a:solidFill>
                            <a:srgbClr val="00B050"/>
                          </a:solidFill>
                        </a:rPr>
                        <a:t>810</a:t>
                      </a:r>
                      <a:endParaRPr sz="800" b="1">
                        <a:solidFill>
                          <a:srgbClr val="00B050"/>
                        </a:solidFill>
                      </a:endParaRPr>
                    </a:p>
                  </a:txBody>
                  <a:tcPr marL="72000" marR="72000" marT="0" marB="0" anchor="ctr"/>
                </a:tc>
                <a:extLst>
                  <a:ext uri="{0D108BD9-81ED-4DB2-BD59-A6C34878D82A}">
                    <a16:rowId xmlns:a16="http://schemas.microsoft.com/office/drawing/2014/main" val="10008"/>
                  </a:ext>
                </a:extLst>
              </a:tr>
            </a:tbl>
          </a:graphicData>
        </a:graphic>
      </p:graphicFrame>
      <p:sp>
        <p:nvSpPr>
          <p:cNvPr id="2" name="직사각형 1">
            <a:hlinkClick r:id="" action="ppaction://hlinkshowjump?jump=firstslide"/>
            <a:extLst>
              <a:ext uri="{FF2B5EF4-FFF2-40B4-BE49-F238E27FC236}">
                <a16:creationId xmlns:a16="http://schemas.microsoft.com/office/drawing/2014/main" id="{1B02B414-F437-EC29-A025-C000B0E23D64}"/>
              </a:ext>
            </a:extLst>
          </p:cNvPr>
          <p:cNvSpPr/>
          <p:nvPr/>
        </p:nvSpPr>
        <p:spPr>
          <a:xfrm>
            <a:off x="847353" y="5222131"/>
            <a:ext cx="644531" cy="276999"/>
          </a:xfrm>
          <a:prstGeom prst="rect">
            <a:avLst/>
          </a:prstGeom>
          <a:noFill/>
        </p:spPr>
        <p:txBody>
          <a:bodyPr wrap="square" lIns="0" tIns="0" rIns="0" bIns="0">
            <a:spAutoFit/>
          </a:bodyPr>
          <a:lstStyle/>
          <a:p>
            <a:pPr algn="ctr"/>
            <a:r>
              <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hlinkClick r:id="" action="ppaction://hlinkshowjump?jump=firstslide"/>
              </a:rPr>
              <a:t>Home</a:t>
            </a:r>
            <a:endParaRPr lang="en-US" altLang="ko-KR" sz="1800" b="1" cap="none" spc="0" dirty="0">
              <a:ln w="0"/>
              <a:solidFill>
                <a:schemeClr val="tx1"/>
              </a:solidFill>
              <a:effectLst>
                <a:reflection blurRad="6350" stA="53000" endA="300" endPos="35500" dir="5400000" sy="-90000" algn="bl" rotWithShape="0"/>
              </a:effectLst>
              <a:latin typeface="Britannic Bold" panose="020B0903060703020204" pitchFamily="34" charset="0"/>
              <a:ea typeface="HeadLineA" pitchFamily="2" charset="-127"/>
            </a:endParaRPr>
          </a:p>
        </p:txBody>
      </p:sp>
    </p:spTree>
    <p:extLst>
      <p:ext uri="{BB962C8B-B14F-4D97-AF65-F5344CB8AC3E}">
        <p14:creationId xmlns:p14="http://schemas.microsoft.com/office/powerpoint/2010/main" val="416423489"/>
      </p:ext>
    </p:extLst>
  </p:cSld>
  <p:clrMapOvr>
    <a:masterClrMapping/>
  </p:clrMapOvr>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그물">
  <a:themeElements>
    <a:clrScheme name="그물">
      <a:dk1>
        <a:sysClr val="windowText" lastClr="000000"/>
      </a:dk1>
      <a:lt1>
        <a:sysClr val="window" lastClr="FFFFFF"/>
      </a:lt1>
      <a:dk2>
        <a:srgbClr val="363D46"/>
      </a:dk2>
      <a:lt2>
        <a:srgbClr val="EBEBEB"/>
      </a:lt2>
      <a:accent1>
        <a:srgbClr val="6F6F6F"/>
      </a:accent1>
      <a:accent2>
        <a:srgbClr val="BFBFA5"/>
      </a:accent2>
      <a:accent3>
        <a:srgbClr val="DCD084"/>
      </a:accent3>
      <a:accent4>
        <a:srgbClr val="E7BF5F"/>
      </a:accent4>
      <a:accent5>
        <a:srgbClr val="E9A039"/>
      </a:accent5>
      <a:accent6>
        <a:srgbClr val="CF7133"/>
      </a:accent6>
      <a:hlink>
        <a:srgbClr val="F28943"/>
      </a:hlink>
      <a:folHlink>
        <a:srgbClr val="F1B76C"/>
      </a:folHlink>
    </a:clrScheme>
    <a:fontScheme name="그물">
      <a:maj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그물">
      <a:fillStyleLst>
        <a:solidFill>
          <a:schemeClr val="phClr"/>
        </a:solidFill>
        <a:gradFill rotWithShape="1">
          <a:gsLst>
            <a:gs pos="0">
              <a:schemeClr val="phClr">
                <a:tint val="60000"/>
                <a:lumMod val="110000"/>
              </a:schemeClr>
            </a:gs>
            <a:gs pos="100000">
              <a:schemeClr val="phClr">
                <a:tint val="82000"/>
              </a:schemeClr>
            </a:gs>
          </a:gsLst>
          <a:lin ang="5400000" scaled="0"/>
        </a:gradFill>
        <a:gradFill rotWithShape="1">
          <a:gsLst>
            <a:gs pos="0">
              <a:schemeClr val="phClr">
                <a:tint val="96000"/>
                <a:lumMod val="104000"/>
              </a:schemeClr>
            </a:gs>
            <a:gs pos="100000">
              <a:schemeClr val="phClr">
                <a:shade val="84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innerShdw blurRad="50800" dist="25400" dir="13500000">
              <a:srgbClr val="000000">
                <a:alpha val="55000"/>
              </a:srgbClr>
            </a:innerShdw>
          </a:effectLst>
        </a:effectStyle>
        <a:effectStyle>
          <a:effectLst>
            <a:outerShdw blurRad="50800" dist="38100" dir="5400000" rotWithShape="0">
              <a:srgbClr val="000000">
                <a:alpha val="60000"/>
              </a:srgbClr>
            </a:outerShdw>
          </a:effectLst>
          <a:scene3d>
            <a:camera prst="orthographicFront">
              <a:rot lat="0" lon="0" rev="0"/>
            </a:camera>
            <a:lightRig rig="threePt" dir="tl"/>
          </a:scene3d>
          <a:sp3d>
            <a:bevelT w="25400" h="25400" prst="slope"/>
          </a:sp3d>
        </a:effectStyle>
      </a:effectStyleLst>
      <a:bgFillStyleLst>
        <a:solidFill>
          <a:schemeClr val="phClr"/>
        </a:solidFill>
        <a:gradFill rotWithShape="1">
          <a:gsLst>
            <a:gs pos="0">
              <a:schemeClr val="phClr">
                <a:tint val="90000"/>
                <a:lumMod val="110000"/>
              </a:schemeClr>
            </a:gs>
            <a:gs pos="100000">
              <a:schemeClr val="phClr">
                <a:shade val="64000"/>
                <a:lumMod val="98000"/>
              </a:schemeClr>
            </a:gs>
          </a:gsLst>
          <a:lin ang="5400000" scaled="0"/>
        </a:gradFill>
        <a:blipFill rotWithShape="1">
          <a:blip xmlns:r="http://schemas.openxmlformats.org/officeDocument/2006/relationships" r:embed="rId1">
            <a:duotone>
              <a:schemeClr val="phClr">
                <a:shade val="28000"/>
                <a:satMod val="94000"/>
                <a:lumMod val="20000"/>
              </a:schemeClr>
              <a:schemeClr val="phClr">
                <a:tint val="94000"/>
                <a:shade val="84000"/>
                <a:satMod val="148000"/>
                <a:lumMod val="114000"/>
              </a:schemeClr>
            </a:duotone>
          </a:blip>
          <a:stretch/>
        </a:blipFill>
      </a:bgFillStyleLst>
    </a:fmtScheme>
  </a:themeElements>
  <a:objectDefaults/>
  <a:extraClrSchemeLst/>
  <a:extLst>
    <a:ext uri="{05A4C25C-085E-4340-85A3-A5531E510DB2}">
      <thm15:themeFamily xmlns:thm15="http://schemas.microsoft.com/office/thememl/2012/main" name="Mesh" id="{789EC3FE-34FD-429C-9918-760025E6C145}" vid="{B8BE45C0-8141-4D58-8C71-A009BC26FBBB}"/>
    </a:ext>
  </a:extLst>
</a:theme>
</file>

<file path=ppt/theme/theme2.xml><?xml version="1.0" encoding="utf-8"?>
<a:theme xmlns:a="http://schemas.openxmlformats.org/drawingml/2006/main" name="Office 테마">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Mesh</Template>
  <TotalTime>46457</TotalTime>
  <Words>6989</Words>
  <Application>Microsoft Macintosh PowerPoint</Application>
  <PresentationFormat>사용자 지정</PresentationFormat>
  <Paragraphs>1756</Paragraphs>
  <Slides>40</Slides>
  <Notes>39</Notes>
  <HiddenSlides>0</HiddenSlides>
  <MMClips>0</MMClips>
  <ScaleCrop>false</ScaleCrop>
  <HeadingPairs>
    <vt:vector size="6" baseType="variant">
      <vt:variant>
        <vt:lpstr>사용한 글꼴</vt:lpstr>
      </vt:variant>
      <vt:variant>
        <vt:i4>7</vt:i4>
      </vt:variant>
      <vt:variant>
        <vt:lpstr>테마</vt:lpstr>
      </vt:variant>
      <vt:variant>
        <vt:i4>1</vt:i4>
      </vt:variant>
      <vt:variant>
        <vt:lpstr>슬라이드 제목</vt:lpstr>
      </vt:variant>
      <vt:variant>
        <vt:i4>40</vt:i4>
      </vt:variant>
    </vt:vector>
  </HeadingPairs>
  <TitlesOfParts>
    <vt:vector size="48" baseType="lpstr">
      <vt:lpstr>Britannic Bold</vt:lpstr>
      <vt:lpstr>Gulim</vt:lpstr>
      <vt:lpstr>Arial</vt:lpstr>
      <vt:lpstr>Helvetica Neue</vt:lpstr>
      <vt:lpstr>Century Gothic</vt:lpstr>
      <vt:lpstr>Calibri</vt:lpstr>
      <vt:lpstr>Cambria Math</vt:lpstr>
      <vt:lpstr>그물</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cho deukhyeon</dc:creator>
  <cp:lastModifiedBy>deukhyeon cho</cp:lastModifiedBy>
  <cp:revision>394</cp:revision>
  <dcterms:created xsi:type="dcterms:W3CDTF">2022-05-17T08:00:10Z</dcterms:created>
  <dcterms:modified xsi:type="dcterms:W3CDTF">2025-01-22T15:22:11Z</dcterms:modified>
</cp:coreProperties>
</file>