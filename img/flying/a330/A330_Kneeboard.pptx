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187" d="100"/>
          <a:sy n="187" d="100"/>
        </p:scale>
        <p:origin x="2560" y="-96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26.1.2</a:t>
            </a:r>
            <a:r>
              <a:rPr lang="en-US" altLang="ko-KR" sz="1100" b="1" dirty="0">
                <a:solidFill>
                  <a:srgbClr val="92D050"/>
                </a:solidFill>
                <a:latin typeface="Calibri"/>
                <a:ea typeface="Calibri"/>
                <a:cs typeface="Calibri"/>
                <a:sym typeface="Calibri"/>
              </a:rPr>
              <a:t>9</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322840003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265728992"/>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FF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FF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92700</TotalTime>
  <Words>29651</Words>
  <Application>Microsoft Macintosh PowerPoint</Application>
  <PresentationFormat>사용자 지정</PresentationFormat>
  <Paragraphs>7239</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Arial</vt:lpstr>
      <vt:lpstr>Lato</vt:lpstr>
      <vt:lpstr>Century Gothic</vt:lpstr>
      <vt:lpstr>Calibri</vt:lpstr>
      <vt:lpstr>Cambria Math</vt:lpstr>
      <vt:lpstr>Helvetica Neue</vt:lpstr>
      <vt:lpstr>Britannic Bold</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629</cp:revision>
  <dcterms:created xsi:type="dcterms:W3CDTF">2022-05-17T08:00:10Z</dcterms:created>
  <dcterms:modified xsi:type="dcterms:W3CDTF">2026-02-05T07:09:50Z</dcterms:modified>
</cp:coreProperties>
</file>