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64"/>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273" r:id="rId24"/>
    <p:sldId id="274" r:id="rId25"/>
    <p:sldId id="275" r:id="rId26"/>
    <p:sldId id="276" r:id="rId27"/>
    <p:sldId id="279" r:id="rId28"/>
    <p:sldId id="280" r:id="rId29"/>
    <p:sldId id="340" r:id="rId30"/>
    <p:sldId id="341" r:id="rId31"/>
    <p:sldId id="377" r:id="rId32"/>
    <p:sldId id="379" r:id="rId33"/>
    <p:sldId id="308" r:id="rId34"/>
    <p:sldId id="314" r:id="rId35"/>
    <p:sldId id="309" r:id="rId36"/>
    <p:sldId id="389" r:id="rId37"/>
    <p:sldId id="390" r:id="rId38"/>
    <p:sldId id="436" r:id="rId39"/>
    <p:sldId id="376" r:id="rId40"/>
    <p:sldId id="434" r:id="rId41"/>
    <p:sldId id="437" r:id="rId42"/>
    <p:sldId id="439" r:id="rId43"/>
    <p:sldId id="438" r:id="rId44"/>
    <p:sldId id="422" r:id="rId45"/>
    <p:sldId id="385" r:id="rId46"/>
    <p:sldId id="365" r:id="rId47"/>
    <p:sldId id="366" r:id="rId48"/>
    <p:sldId id="423" r:id="rId49"/>
    <p:sldId id="384" r:id="rId50"/>
    <p:sldId id="283" r:id="rId51"/>
    <p:sldId id="286" r:id="rId52"/>
    <p:sldId id="428" r:id="rId53"/>
    <p:sldId id="288" r:id="rId54"/>
    <p:sldId id="289" r:id="rId55"/>
    <p:sldId id="290" r:id="rId56"/>
    <p:sldId id="424" r:id="rId57"/>
    <p:sldId id="302" r:id="rId58"/>
    <p:sldId id="303" r:id="rId59"/>
    <p:sldId id="426" r:id="rId60"/>
    <p:sldId id="427" r:id="rId61"/>
    <p:sldId id="430" r:id="rId62"/>
    <p:sldId id="281" r:id="rId63"/>
  </p:sldIdLst>
  <p:sldSz cx="2328863" cy="5572125"/>
  <p:notesSz cx="6858000" cy="9144000"/>
  <p:embeddedFontLst>
    <p:embeddedFont>
      <p:font typeface="Cambria Math" panose="02040503050406030204" pitchFamily="18" charset="0"/>
      <p:regular r:id="rId65"/>
    </p:embeddedFont>
    <p:embeddedFont>
      <p:font typeface="Century Gothic" panose="020B0502020202020204" pitchFamily="34" charset="0"/>
      <p:regular r:id="rId66"/>
      <p:bold r:id="rId67"/>
      <p:italic r:id="rId68"/>
      <p:boldItalic r:id="rId69"/>
    </p:embeddedFont>
    <p:embeddedFont>
      <p:font typeface="Helvetica Neue" panose="02000503000000020004" pitchFamily="2" charset="0"/>
      <p:regular r:id="rId70"/>
      <p:bold r:id="rId71"/>
      <p:italic r:id="rId72"/>
      <p:boldItalic r:id="rId73"/>
    </p:embeddedFont>
    <p:embeddedFont>
      <p:font typeface="Lato" panose="020F0502020204030203" pitchFamily="34" charset="0"/>
      <p:regular r:id="rId74"/>
      <p:bold r:id="rId75"/>
      <p:italic r:id="rId76"/>
      <p:boldItalic r:id="rId7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07"/>
  </p:normalViewPr>
  <p:slideViewPr>
    <p:cSldViewPr snapToGrid="0" showGuides="1">
      <p:cViewPr varScale="1">
        <p:scale>
          <a:sx n="182" d="100"/>
          <a:sy n="182" d="100"/>
        </p:scale>
        <p:origin x="480"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6.fntdata"/><Relationship Id="rId75" Type="http://schemas.openxmlformats.org/officeDocument/2006/relationships/font" Target="fonts/font11.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1.fntdata"/><Relationship Id="rId73"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font" Target="fonts/font7.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2.fntdata"/><Relationship Id="rId1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49.xml"/><Relationship Id="rId18" Type="http://schemas.openxmlformats.org/officeDocument/2006/relationships/slide" Target="slide60.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46.xml"/><Relationship Id="rId17" Type="http://schemas.openxmlformats.org/officeDocument/2006/relationships/slide" Target="slide59.xml"/><Relationship Id="rId2" Type="http://schemas.openxmlformats.org/officeDocument/2006/relationships/notesSlide" Target="../notesSlides/notesSlide1.xml"/><Relationship Id="rId16" Type="http://schemas.openxmlformats.org/officeDocument/2006/relationships/slide" Target="slide5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45.xml"/><Relationship Id="rId5" Type="http://schemas.openxmlformats.org/officeDocument/2006/relationships/slide" Target="slide7.xml"/><Relationship Id="rId15" Type="http://schemas.openxmlformats.org/officeDocument/2006/relationships/slide" Target="slide53.xml"/><Relationship Id="rId10" Type="http://schemas.openxmlformats.org/officeDocument/2006/relationships/slide" Target="slide44.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5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slide" Target="slide28.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slide" Target="slide37.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43.xml"/><Relationship Id="rId5" Type="http://schemas.openxmlformats.org/officeDocument/2006/relationships/slide" Target="slide41.xml"/><Relationship Id="rId4" Type="http://schemas.openxmlformats.org/officeDocument/2006/relationships/slide" Target="slide40.xml"/></Relationships>
</file>

<file path=ppt/slides/_rels/slide13.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57.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57.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57.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7.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3.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5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51.xm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51.xml"/></Relationships>
</file>

<file path=ppt/slides/_rels/slide5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a:t>
            </a:r>
            <a:r>
              <a:rPr lang="en-US" sz="1000" b="1">
                <a:solidFill>
                  <a:srgbClr val="0070C0"/>
                </a:solidFill>
                <a:latin typeface="Calibri"/>
                <a:ea typeface="Calibri"/>
                <a:cs typeface="Calibri"/>
                <a:sym typeface="Calibri"/>
              </a:rPr>
              <a:t>25.3.1</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4675634"/>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339177750"/>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936289216"/>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867487010"/>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030621569"/>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FC000"/>
                          </a:solidFill>
                        </a:rPr>
                        <a:t>HNL</a:t>
                      </a:r>
                      <a:endParaRPr sz="900" dirty="0">
                        <a:solidFill>
                          <a:srgbClr val="FFC00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FC000"/>
                          </a:solidFill>
                        </a:rPr>
                        <a:t>호놀루루</a:t>
                      </a:r>
                      <a:r>
                        <a:rPr lang="en-US" altLang="ko-KR" sz="800" b="0" dirty="0">
                          <a:solidFill>
                            <a:srgbClr val="FFC000"/>
                          </a:solidFill>
                        </a:rPr>
                        <a:t>/</a:t>
                      </a:r>
                      <a:r>
                        <a:rPr lang="ko-KR" altLang="en-US" sz="800" b="0" dirty="0">
                          <a:solidFill>
                            <a:srgbClr val="FFC000"/>
                          </a:solidFill>
                        </a:rPr>
                        <a:t>다니엘 케이 이노우에</a:t>
                      </a:r>
                      <a:endParaRPr sz="800" b="0" dirty="0">
                        <a:solidFill>
                          <a:srgbClr val="FFC00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FC000"/>
                          </a:solidFill>
                        </a:rPr>
                        <a:t>SYD</a:t>
                      </a:r>
                      <a:endParaRPr sz="900" dirty="0">
                        <a:solidFill>
                          <a:srgbClr val="FFC00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FC000"/>
                          </a:solidFill>
                        </a:rPr>
                        <a:t>시드니</a:t>
                      </a:r>
                      <a:r>
                        <a:rPr lang="en-US" altLang="ko-KR" sz="800" b="0" dirty="0">
                          <a:solidFill>
                            <a:srgbClr val="FFC000"/>
                          </a:solidFill>
                        </a:rPr>
                        <a:t>/</a:t>
                      </a:r>
                      <a:r>
                        <a:rPr lang="ko-KR" altLang="en-US" sz="800" b="0" dirty="0" err="1">
                          <a:solidFill>
                            <a:srgbClr val="FFC000"/>
                          </a:solidFill>
                        </a:rPr>
                        <a:t>킹스폴드</a:t>
                      </a:r>
                      <a:r>
                        <a:rPr lang="ko-KR" altLang="en-US" sz="800" b="0" dirty="0">
                          <a:solidFill>
                            <a:srgbClr val="FFC000"/>
                          </a:solidFill>
                        </a:rPr>
                        <a:t> 스미스</a:t>
                      </a:r>
                      <a:endParaRPr sz="900" b="0" dirty="0">
                        <a:solidFill>
                          <a:srgbClr val="FFC00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graphicFrame>
        <p:nvGraphicFramePr>
          <p:cNvPr id="370" name="Google Shape;370;p27">
            <a:extLst>
              <a:ext uri="{FF2B5EF4-FFF2-40B4-BE49-F238E27FC236}">
                <a16:creationId xmlns:a16="http://schemas.microsoft.com/office/drawing/2014/main" id="{34D3F366-9928-740F-3928-A907676A2CEA}"/>
              </a:ext>
            </a:extLst>
          </p:cNvPr>
          <p:cNvGraphicFramePr/>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rPr>
              <a:t>Oceania</a:t>
            </a:r>
          </a:p>
        </p:txBody>
      </p:sp>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419442780"/>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52686397"/>
              </p:ext>
            </p:extLst>
          </p:nvPr>
        </p:nvGraphicFramePr>
        <p:xfrm>
          <a:off x="-3340" y="3941493"/>
          <a:ext cx="2328850" cy="162073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3856998687"/>
              </p:ext>
            </p:extLst>
          </p:nvPr>
        </p:nvGraphicFramePr>
        <p:xfrm>
          <a:off x="-3340" y="3933668"/>
          <a:ext cx="2339140" cy="162073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2510321"/>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696632634"/>
              </p:ext>
            </p:extLst>
          </p:nvPr>
        </p:nvGraphicFramePr>
        <p:xfrm>
          <a:off x="1596" y="3316700"/>
          <a:ext cx="2313550" cy="223717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0">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80056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234446910"/>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34L IHA</a:t>
                      </a:r>
                      <a:endParaRPr dirty="0"/>
                    </a:p>
                    <a:p>
                      <a:pPr marL="0" marR="0" lvl="0" indent="0" algn="ctr" rtl="0">
                        <a:spcBef>
                          <a:spcPts val="0"/>
                        </a:spcBef>
                        <a:spcAft>
                          <a:spcPts val="0"/>
                        </a:spcAft>
                        <a:buNone/>
                      </a:pPr>
                      <a:r>
                        <a:rPr lang="en-US" sz="800" b="1" dirty="0">
                          <a:solidFill>
                            <a:srgbClr val="C00000"/>
                          </a:solidFill>
                        </a:rPr>
                        <a:t>111.7</a:t>
                      </a:r>
                      <a:endParaRPr sz="458" dirty="0"/>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16R ITA</a:t>
                      </a:r>
                      <a:endParaRPr dirty="0"/>
                    </a:p>
                    <a:p>
                      <a:pPr marL="0" marR="0" lvl="0" indent="0" algn="ctr" rtl="0">
                        <a:spcBef>
                          <a:spcPts val="0"/>
                        </a:spcBef>
                        <a:spcAft>
                          <a:spcPts val="0"/>
                        </a:spcAft>
                        <a:buNone/>
                      </a:pPr>
                      <a:r>
                        <a:rPr lang="en-US" sz="800" b="1" dirty="0">
                          <a:solidFill>
                            <a:srgbClr val="C00000"/>
                          </a:solidFill>
                        </a:rPr>
                        <a:t>111.55</a:t>
                      </a:r>
                      <a:endParaRPr sz="800" dirty="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ITC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16L</a:t>
                      </a:r>
                      <a:r>
                        <a:rPr lang="en-US" sz="800" b="1" dirty="0">
                          <a:solidFill>
                            <a:srgbClr val="C00000"/>
                          </a:solidFill>
                        </a:rPr>
                        <a:t> IOC 111.95</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22</a:t>
                      </a:r>
                      <a:r>
                        <a:rPr lang="en-US" sz="800" b="1" dirty="0">
                          <a:solidFill>
                            <a:srgbClr val="C00000"/>
                          </a:solidFill>
                        </a:rPr>
                        <a:t> </a:t>
                      </a:r>
                      <a:r>
                        <a:rPr lang="en-US" sz="700" b="1" dirty="0">
                          <a:solidFill>
                            <a:srgbClr val="C00000"/>
                          </a:solidFill>
                        </a:rPr>
                        <a:t>IAD</a:t>
                      </a:r>
                      <a:endParaRPr sz="400"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23 ITD</a:t>
                      </a:r>
                      <a:endParaRPr dirty="0"/>
                    </a:p>
                    <a:p>
                      <a:pPr marL="0" marR="0" lvl="0" indent="0" algn="ctr" rtl="0">
                        <a:spcBef>
                          <a:spcPts val="0"/>
                        </a:spcBef>
                        <a:spcAft>
                          <a:spcPts val="0"/>
                        </a:spcAft>
                        <a:buNone/>
                      </a:pPr>
                      <a:r>
                        <a:rPr lang="en-US" sz="800" b="1" dirty="0">
                          <a:solidFill>
                            <a:srgbClr val="C00000"/>
                          </a:solidFill>
                        </a:rPr>
                        <a:t>110.5</a:t>
                      </a:r>
                      <a:endParaRPr sz="800" dirty="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290038988"/>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114846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60904612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3781521076"/>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652982671"/>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56260054"/>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73638099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3963304277"/>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161996768"/>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56389</TotalTime>
  <Words>12081</Words>
  <Application>Microsoft Macintosh PowerPoint</Application>
  <PresentationFormat>사용자 지정</PresentationFormat>
  <Paragraphs>2678</Paragraphs>
  <Slides>62</Slides>
  <Notes>61</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62</vt:i4>
      </vt:variant>
    </vt:vector>
  </HeadingPairs>
  <TitlesOfParts>
    <vt:vector size="71" baseType="lpstr">
      <vt:lpstr>Century Gothic</vt:lpstr>
      <vt:lpstr>Calibri</vt:lpstr>
      <vt:lpstr>Cambria Math</vt:lpstr>
      <vt:lpstr>Lato</vt:lpstr>
      <vt:lpstr>Britannic Bold</vt:lpstr>
      <vt:lpstr>Gulim</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426</cp:revision>
  <dcterms:created xsi:type="dcterms:W3CDTF">2022-05-17T08:00:10Z</dcterms:created>
  <dcterms:modified xsi:type="dcterms:W3CDTF">2025-03-01T16:11:18Z</dcterms:modified>
</cp:coreProperties>
</file>