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189" d="100"/>
          <a:sy n="189" d="100"/>
        </p:scale>
        <p:origin x="2536" y="-23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26.1.12</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92685</TotalTime>
  <Words>29629</Words>
  <Application>Microsoft Macintosh PowerPoint</Application>
  <PresentationFormat>사용자 지정</PresentationFormat>
  <Paragraphs>7232</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Calibri</vt:lpstr>
      <vt:lpstr>Cambria Math</vt:lpstr>
      <vt:lpstr>Lato</vt:lpstr>
      <vt:lpstr>Britannic Bold</vt:lpstr>
      <vt:lpstr>맑은 고딕</vt:lpstr>
      <vt:lpstr>Helvetica Neue</vt:lpstr>
      <vt:lpstr>Gulim</vt:lpstr>
      <vt:lpstr>Arial</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622</cp:revision>
  <dcterms:created xsi:type="dcterms:W3CDTF">2022-05-17T08:00:10Z</dcterms:created>
  <dcterms:modified xsi:type="dcterms:W3CDTF">2026-01-12T07:51:46Z</dcterms:modified>
</cp:coreProperties>
</file>