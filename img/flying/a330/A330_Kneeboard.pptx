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36" r:id="rId88"/>
    <p:sldId id="376" r:id="rId89"/>
    <p:sldId id="434" r:id="rId90"/>
    <p:sldId id="437" r:id="rId91"/>
    <p:sldId id="439" r:id="rId92"/>
    <p:sldId id="438" r:id="rId93"/>
    <p:sldId id="444" r:id="rId94"/>
    <p:sldId id="445" r:id="rId95"/>
    <p:sldId id="446" r:id="rId96"/>
    <p:sldId id="469" r:id="rId97"/>
    <p:sldId id="470" r:id="rId98"/>
    <p:sldId id="471" r:id="rId99"/>
    <p:sldId id="472" r:id="rId100"/>
    <p:sldId id="473" r:id="rId101"/>
    <p:sldId id="474" r:id="rId102"/>
    <p:sldId id="422" r:id="rId103"/>
    <p:sldId id="385" r:id="rId104"/>
    <p:sldId id="365" r:id="rId105"/>
    <p:sldId id="366" r:id="rId106"/>
    <p:sldId id="423" r:id="rId107"/>
    <p:sldId id="384" r:id="rId108"/>
    <p:sldId id="283" r:id="rId109"/>
    <p:sldId id="286" r:id="rId110"/>
    <p:sldId id="428" r:id="rId111"/>
    <p:sldId id="288" r:id="rId112"/>
    <p:sldId id="289" r:id="rId113"/>
    <p:sldId id="290" r:id="rId114"/>
    <p:sldId id="424" r:id="rId115"/>
    <p:sldId id="302" r:id="rId116"/>
    <p:sldId id="303" r:id="rId117"/>
    <p:sldId id="426" r:id="rId118"/>
    <p:sldId id="427" r:id="rId119"/>
    <p:sldId id="430" r:id="rId120"/>
    <p:sldId id="281" r:id="rId121"/>
  </p:sldIdLst>
  <p:sldSz cx="2328863" cy="5572125"/>
  <p:notesSz cx="6858000" cy="9144000"/>
  <p:embeddedFontLst>
    <p:embeddedFont>
      <p:font typeface="맑은 고딕" panose="020B0503020000020004" pitchFamily="34" charset="-127"/>
      <p:regular r:id="rId123"/>
      <p:bold r:id="rId124"/>
    </p:embeddedFont>
    <p:embeddedFont>
      <p:font typeface="Cambria Math" panose="02040503050406030204" pitchFamily="18" charset="0"/>
      <p:regular r:id="rId125"/>
    </p:embeddedFont>
    <p:embeddedFont>
      <p:font typeface="Century Gothic" panose="020B0502020202020204" pitchFamily="34" charset="0"/>
      <p:regular r:id="rId126"/>
      <p:bold r:id="rId127"/>
      <p:italic r:id="rId128"/>
      <p:boldItalic r:id="rId129"/>
    </p:embeddedFont>
    <p:embeddedFont>
      <p:font typeface="Helvetica Neue" panose="02000503000000020004" pitchFamily="2" charset="0"/>
      <p:regular r:id="rId130"/>
      <p:bold r:id="rId131"/>
      <p:italic r:id="rId132"/>
      <p:boldItalic r:id="rId133"/>
    </p:embeddedFont>
    <p:embeddedFont>
      <p:font typeface="Lato" panose="020F0502020204030203" pitchFamily="34" charset="0"/>
      <p:regular r:id="rId134"/>
      <p:bold r:id="rId135"/>
      <p:italic r:id="rId136"/>
      <p:boldItalic r:id="rId13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CFCFC"/>
    <a:srgbClr val="F2894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005"/>
    <p:restoredTop sz="96966"/>
  </p:normalViewPr>
  <p:slideViewPr>
    <p:cSldViewPr snapToGrid="0" showGuides="1">
      <p:cViewPr>
        <p:scale>
          <a:sx n="272" d="100"/>
          <a:sy n="272" d="100"/>
        </p:scale>
        <p:origin x="2600" y="-85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fntdata"/><Relationship Id="rId128"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12.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2.fntdata"/><Relationship Id="rId129" Type="http://schemas.openxmlformats.org/officeDocument/2006/relationships/font" Target="fonts/font7.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8.fntdata"/><Relationship Id="rId135" Type="http://schemas.openxmlformats.org/officeDocument/2006/relationships/font" Target="fonts/font13.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9.fntdata"/><Relationship Id="rId136"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10.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11.fntdata"/><Relationship Id="rId175" Type="http://schemas.openxmlformats.org/officeDocument/2006/relationships/presProps" Target="presProps.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04.xml"/><Relationship Id="rId18" Type="http://schemas.openxmlformats.org/officeDocument/2006/relationships/slide" Target="slide117.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3.xml"/><Relationship Id="rId17" Type="http://schemas.openxmlformats.org/officeDocument/2006/relationships/slide" Target="slide113.xml"/><Relationship Id="rId2" Type="http://schemas.openxmlformats.org/officeDocument/2006/relationships/notesSlide" Target="../notesSlides/notesSlide1.xml"/><Relationship Id="rId16" Type="http://schemas.openxmlformats.org/officeDocument/2006/relationships/slide" Target="slide111.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2.xml"/><Relationship Id="rId5" Type="http://schemas.openxmlformats.org/officeDocument/2006/relationships/slide" Target="slide7.xml"/><Relationship Id="rId15" Type="http://schemas.openxmlformats.org/officeDocument/2006/relationships/slide" Target="slide109.xml"/><Relationship Id="rId10" Type="http://schemas.openxmlformats.org/officeDocument/2006/relationships/hyperlink" Target="https://flyingdeuk.github.io/posts/A330-kneeboard/" TargetMode="External"/><Relationship Id="rId19" Type="http://schemas.openxmlformats.org/officeDocument/2006/relationships/slide" Target="slide118.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07.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image" Target="../media/image3.svg"/><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image" Target="../media/image2.png"/><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5.xml"/><Relationship Id="rId3" Type="http://schemas.openxmlformats.org/officeDocument/2006/relationships/slide" Target="slide87.xml"/><Relationship Id="rId7" Type="http://schemas.openxmlformats.org/officeDocument/2006/relationships/slide" Target="slide93.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2.xml"/><Relationship Id="rId5" Type="http://schemas.openxmlformats.org/officeDocument/2006/relationships/slide" Target="slide90.xm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6.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1.xml"/><Relationship Id="rId5" Type="http://schemas.openxmlformats.org/officeDocument/2006/relationships/slide" Target="slide99.xml"/><Relationship Id="rId4" Type="http://schemas.openxmlformats.org/officeDocument/2006/relationships/slide" Target="slide98.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15.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15.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slide" Target="slide109.xml"/><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9.xml"/></Relationships>
</file>

<file path=ppt/slides/_rels/slide1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1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73736"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11</a:t>
            </a:r>
            <a:r>
              <a:rPr lang="en-US" sz="1100" b="1" dirty="0">
                <a:solidFill>
                  <a:srgbClr val="92D050"/>
                </a:solidFill>
                <a:latin typeface="Calibri"/>
                <a:ea typeface="Calibri"/>
                <a:cs typeface="Calibri"/>
                <a:sym typeface="Calibri"/>
              </a:rPr>
              <a:t>.20</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91141998"/>
              </p:ext>
            </p:extLst>
          </p:nvPr>
        </p:nvGraphicFramePr>
        <p:xfrm>
          <a:off x="98101" y="184953"/>
          <a:ext cx="2132650" cy="4606891"/>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143901707"/>
              </p:ext>
            </p:extLst>
          </p:nvPr>
        </p:nvGraphicFramePr>
        <p:xfrm>
          <a:off x="114028" y="3010332"/>
          <a:ext cx="2100805" cy="21340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546889883"/>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p>
                    <a:p>
                      <a:pPr marL="0" marR="0" lvl="0" indent="0" algn="ctr" rtl="0">
                        <a:spcBef>
                          <a:spcPts val="0"/>
                        </a:spcBef>
                        <a:spcAft>
                          <a:spcPts val="0"/>
                        </a:spcAft>
                        <a:buNone/>
                      </a:pPr>
                      <a:r>
                        <a:rPr lang="en-US" sz="800" dirty="0">
                          <a:solidFill>
                            <a:srgbClr val="FFC000"/>
                          </a:solidFill>
                        </a:rPr>
                        <a:t>Do not Cross HKG Boundary</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55648541"/>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940138562"/>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sz="800" b="1" u="none" strike="noStrike" cap="none" dirty="0">
                          <a:solidFill>
                            <a:srgbClr val="AA47F5"/>
                          </a:solidFill>
                        </a:rPr>
                        <a:t>SPD 230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17440997"/>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-10min</a:t>
                      </a:r>
                      <a:r>
                        <a:rPr lang="ko-KR" altLang="en-US" sz="700" dirty="0">
                          <a:solidFill>
                            <a:srgbClr val="FF0000"/>
                          </a:solidFill>
                        </a:rPr>
                        <a:t> </a:t>
                      </a:r>
                      <a:r>
                        <a:rPr lang="en-US" altLang="ko-KR" sz="700" dirty="0">
                          <a:solidFill>
                            <a:srgbClr val="FF0000"/>
                          </a:solidFill>
                        </a:rPr>
                        <a:t>GND 121.9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83209</TotalTime>
  <Words>27448</Words>
  <Application>Microsoft Macintosh PowerPoint</Application>
  <PresentationFormat>사용자 지정</PresentationFormat>
  <Paragraphs>6728</Paragraphs>
  <Slides>120</Slides>
  <Notes>107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120</vt:i4>
      </vt:variant>
    </vt:vector>
  </HeadingPairs>
  <TitlesOfParts>
    <vt:vector size="130" baseType="lpstr">
      <vt:lpstr>Lato</vt:lpstr>
      <vt:lpstr>Helvetica Neue</vt:lpstr>
      <vt:lpstr>Century Gothic</vt:lpstr>
      <vt:lpstr>Calibri</vt:lpstr>
      <vt:lpstr>Cambria Math</vt:lpstr>
      <vt:lpstr>Britannic Bold</vt:lpstr>
      <vt:lpstr>맑은 고딕</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596</cp:revision>
  <dcterms:created xsi:type="dcterms:W3CDTF">2022-05-17T08:00:10Z</dcterms:created>
  <dcterms:modified xsi:type="dcterms:W3CDTF">2025-11-22T06:33:59Z</dcterms:modified>
</cp:coreProperties>
</file>