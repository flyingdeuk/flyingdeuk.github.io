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978" r:id="rId1"/>
  </p:sldMasterIdLst>
  <p:notesMasterIdLst>
    <p:notesMasterId r:id="rId75"/>
  </p:notesMasterIdLst>
  <p:sldIdLst>
    <p:sldId id="292" r:id="rId2"/>
    <p:sldId id="345" r:id="rId3"/>
    <p:sldId id="349" r:id="rId4"/>
    <p:sldId id="367" r:id="rId5"/>
    <p:sldId id="346" r:id="rId6"/>
    <p:sldId id="350" r:id="rId7"/>
    <p:sldId id="347" r:id="rId8"/>
    <p:sldId id="351" r:id="rId9"/>
    <p:sldId id="348" r:id="rId10"/>
    <p:sldId id="282" r:id="rId11"/>
    <p:sldId id="431" r:id="rId12"/>
    <p:sldId id="432" r:id="rId13"/>
    <p:sldId id="257" r:id="rId14"/>
    <p:sldId id="258" r:id="rId15"/>
    <p:sldId id="259" r:id="rId16"/>
    <p:sldId id="260" r:id="rId17"/>
    <p:sldId id="267" r:id="rId18"/>
    <p:sldId id="268" r:id="rId19"/>
    <p:sldId id="355" r:id="rId20"/>
    <p:sldId id="356" r:id="rId21"/>
    <p:sldId id="440" r:id="rId22"/>
    <p:sldId id="441" r:id="rId23"/>
    <p:sldId id="273" r:id="rId24"/>
    <p:sldId id="274" r:id="rId25"/>
    <p:sldId id="275" r:id="rId26"/>
    <p:sldId id="276" r:id="rId27"/>
    <p:sldId id="279" r:id="rId28"/>
    <p:sldId id="280" r:id="rId29"/>
    <p:sldId id="340" r:id="rId30"/>
    <p:sldId id="341" r:id="rId31"/>
    <p:sldId id="377" r:id="rId32"/>
    <p:sldId id="379" r:id="rId33"/>
    <p:sldId id="308" r:id="rId34"/>
    <p:sldId id="451" r:id="rId35"/>
    <p:sldId id="309" r:id="rId36"/>
    <p:sldId id="389" r:id="rId37"/>
    <p:sldId id="390" r:id="rId38"/>
    <p:sldId id="442" r:id="rId39"/>
    <p:sldId id="443" r:id="rId40"/>
    <p:sldId id="447" r:id="rId41"/>
    <p:sldId id="448" r:id="rId42"/>
    <p:sldId id="449" r:id="rId43"/>
    <p:sldId id="450" r:id="rId44"/>
    <p:sldId id="452" r:id="rId45"/>
    <p:sldId id="453" r:id="rId46"/>
    <p:sldId id="436" r:id="rId47"/>
    <p:sldId id="376" r:id="rId48"/>
    <p:sldId id="434" r:id="rId49"/>
    <p:sldId id="437" r:id="rId50"/>
    <p:sldId id="439" r:id="rId51"/>
    <p:sldId id="438" r:id="rId52"/>
    <p:sldId id="444" r:id="rId53"/>
    <p:sldId id="445" r:id="rId54"/>
    <p:sldId id="446" r:id="rId55"/>
    <p:sldId id="422" r:id="rId56"/>
    <p:sldId id="385" r:id="rId57"/>
    <p:sldId id="365" r:id="rId58"/>
    <p:sldId id="366" r:id="rId59"/>
    <p:sldId id="423" r:id="rId60"/>
    <p:sldId id="384" r:id="rId61"/>
    <p:sldId id="283" r:id="rId62"/>
    <p:sldId id="286" r:id="rId63"/>
    <p:sldId id="428" r:id="rId64"/>
    <p:sldId id="288" r:id="rId65"/>
    <p:sldId id="289" r:id="rId66"/>
    <p:sldId id="290" r:id="rId67"/>
    <p:sldId id="424" r:id="rId68"/>
    <p:sldId id="302" r:id="rId69"/>
    <p:sldId id="303" r:id="rId70"/>
    <p:sldId id="426" r:id="rId71"/>
    <p:sldId id="427" r:id="rId72"/>
    <p:sldId id="430" r:id="rId73"/>
    <p:sldId id="281" r:id="rId74"/>
  </p:sldIdLst>
  <p:sldSz cx="2328863" cy="5572125"/>
  <p:notesSz cx="6858000" cy="9144000"/>
  <p:embeddedFontLst>
    <p:embeddedFont>
      <p:font typeface="맑은 고딕" panose="020B0503020000020004" pitchFamily="34" charset="-127"/>
      <p:regular r:id="rId76"/>
      <p:bold r:id="rId77"/>
    </p:embeddedFont>
    <p:embeddedFont>
      <p:font typeface="Cambria Math" panose="02040503050406030204" pitchFamily="18" charset="0"/>
      <p:regular r:id="rId78"/>
    </p:embeddedFont>
    <p:embeddedFont>
      <p:font typeface="Century Gothic" panose="020B0502020202020204" pitchFamily="34" charset="0"/>
      <p:regular r:id="rId79"/>
      <p:bold r:id="rId80"/>
      <p:italic r:id="rId81"/>
      <p:boldItalic r:id="rId82"/>
    </p:embeddedFont>
    <p:embeddedFont>
      <p:font typeface="Helvetica Neue" panose="02000503000000020004" pitchFamily="2" charset="0"/>
      <p:regular r:id="rId83"/>
      <p:bold r:id="rId84"/>
      <p:italic r:id="rId85"/>
      <p:boldItalic r:id="rId86"/>
    </p:embeddedFont>
    <p:embeddedFont>
      <p:font typeface="Lato" panose="020F0502020204030203" pitchFamily="34" charset="0"/>
      <p:regular r:id="rId87"/>
      <p:bold r:id="rId88"/>
      <p:italic r:id="rId89"/>
      <p:boldItalic r:id="rId90"/>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755" userDrawn="1">
          <p15:clr>
            <a:srgbClr val="A4A3A4"/>
          </p15:clr>
        </p15:guide>
        <p15:guide id="2" pos="733" userDrawn="1">
          <p15:clr>
            <a:srgbClr val="A4A3A4"/>
          </p15:clr>
        </p15:guide>
      </p15:sldGuideLst>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174" roundtripDataSignature="AMtx7mhbwbpmZl6Umln1q/ckcX3dt/NVNw=="/>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A47F5"/>
    <a:srgbClr val="F28943"/>
    <a:srgbClr val="FCFCF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521BE36-7E6F-4EC9-8D66-1CF97A6895EC}">
  <a:tblStyle styleId="{A521BE36-7E6F-4EC9-8D66-1CF97A6895EC}"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BF5"/>
          </a:solidFill>
        </a:fill>
      </a:tcStyle>
    </a:wholeTbl>
    <a:band1H>
      <a:tcTxStyle/>
      <a:tcStyle>
        <a:tcBdr/>
        <a:fill>
          <a:solidFill>
            <a:srgbClr val="CDD4EA"/>
          </a:solidFill>
        </a:fill>
      </a:tcStyle>
    </a:band1H>
    <a:band2H>
      <a:tcTxStyle/>
      <a:tcStyle>
        <a:tcBdr/>
      </a:tcStyle>
    </a:band2H>
    <a:band1V>
      <a:tcTxStyle/>
      <a:tcStyle>
        <a:tcBdr/>
        <a:fill>
          <a:solidFill>
            <a:srgbClr val="CDD4EA"/>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3C2FFA5D-87B4-456A-9821-1D502468CF0F}" styleName="테마 스타일 1 - 강조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284E427A-3D55-4303-BF80-6455036E1DE7}" styleName="테마 스타일 1 - 강조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테마 스타일 1 - 강조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테마 스타일 1 - 강조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9D7B26C5-4107-4FEC-AEDC-1716B250A1EF}" styleName="밝은 스타일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2833802-FEF1-4C79-8D5D-14CF1EAF98D9}" styleName="밝은 스타일 2 - 강조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16"/>
    <p:restoredTop sz="96966"/>
  </p:normalViewPr>
  <p:slideViewPr>
    <p:cSldViewPr snapToGrid="0" showGuides="1">
      <p:cViewPr>
        <p:scale>
          <a:sx n="271" d="100"/>
          <a:sy n="271" d="100"/>
        </p:scale>
        <p:origin x="4864" y="200"/>
      </p:cViewPr>
      <p:guideLst>
        <p:guide orient="horz" pos="1755"/>
        <p:guide pos="733"/>
      </p:guideLst>
    </p:cSldViewPr>
  </p:slideViewPr>
  <p:notesTextViewPr>
    <p:cViewPr>
      <p:scale>
        <a:sx n="1" d="1"/>
        <a:sy n="1" d="1"/>
      </p:scale>
      <p:origin x="0" y="0"/>
    </p:cViewPr>
  </p:notesTextViewPr>
  <p:sorterViewPr>
    <p:cViewPr>
      <p:scale>
        <a:sx n="60" d="100"/>
        <a:sy n="60" d="100"/>
      </p:scale>
      <p:origin x="0" y="0"/>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font" Target="fonts/font9.fntdata"/><Relationship Id="rId89" Type="http://schemas.openxmlformats.org/officeDocument/2006/relationships/font" Target="fonts/font14.fntdata"/><Relationship Id="rId175"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font" Target="fonts/font4.fntdata"/><Relationship Id="rId5" Type="http://schemas.openxmlformats.org/officeDocument/2006/relationships/slide" Target="slides/slide4.xml"/><Relationship Id="rId90" Type="http://schemas.openxmlformats.org/officeDocument/2006/relationships/font" Target="fonts/font15.fntdata"/><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font" Target="fonts/font5.fntdata"/><Relationship Id="rId85" Type="http://schemas.openxmlformats.org/officeDocument/2006/relationships/font" Target="fonts/font10.fntdata"/><Relationship Id="rId176"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notesMaster" Target="notesMasters/notesMaster1.xml"/><Relationship Id="rId83" Type="http://schemas.openxmlformats.org/officeDocument/2006/relationships/font" Target="fonts/font8.fntdata"/><Relationship Id="rId88" Type="http://schemas.openxmlformats.org/officeDocument/2006/relationships/font" Target="fonts/font13.fntdata"/><Relationship Id="rId174" Type="http://customschemas.google.com/relationships/presentationmetadata" Target="meta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font" Target="fonts/font3.fntdata"/><Relationship Id="rId81" Type="http://schemas.openxmlformats.org/officeDocument/2006/relationships/font" Target="fonts/font6.fntdata"/><Relationship Id="rId86" Type="http://schemas.openxmlformats.org/officeDocument/2006/relationships/font" Target="fonts/font11.fntdata"/><Relationship Id="rId177"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font" Target="fonts/font1.fntdata"/><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font" Target="fonts/font12.fntdata"/><Relationship Id="rId178"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font" Target="fonts/font7.fntdata"/><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font" Target="fonts/font2.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ltLang="ko-KR" dirty="0"/>
              <a:t>Kneeboard</a:t>
            </a:r>
          </a:p>
          <a:p>
            <a:pPr marL="0" lvl="0" indent="0" algn="l" rtl="0">
              <a:spcBef>
                <a:spcPts val="0"/>
              </a:spcBef>
              <a:spcAft>
                <a:spcPts val="0"/>
              </a:spcAft>
              <a:buNone/>
            </a:pP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26414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err="1"/>
              <a:t>Dometic</a:t>
            </a: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46613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Domestic PA</a:t>
            </a:r>
            <a:endParaRPr dirty="0"/>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731737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409227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8520380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487379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126707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6982691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67892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009588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FC383736-9033-9ABD-4FD0-EF9180E5FD05}"/>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695C2200-5ADC-D2E6-BD2E-79C18F79984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C8097CB5-7E83-64A2-113C-56A2C97305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186247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3644B428-5B08-E846-31BF-7487117F1FE4}"/>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A607621B-0A3A-E1ED-9BFF-A6A2ED89973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138460F2-063D-FD07-5CAB-2535C79F57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440125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5" name="Google Shape;95;p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2" name="Google Shape;152;p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p1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1" name="Google Shape;231;p1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p1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1" name="Google Shape;241;p1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591934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1820320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a:extLst>
            <a:ext uri="{FF2B5EF4-FFF2-40B4-BE49-F238E27FC236}">
              <a16:creationId xmlns:a16="http://schemas.microsoft.com/office/drawing/2014/main" id="{2F7C6055-6CCA-5D07-3F1A-48655EDAF990}"/>
            </a:ext>
          </a:extLst>
        </p:cNvPr>
        <p:cNvGrpSpPr/>
        <p:nvPr/>
      </p:nvGrpSpPr>
      <p:grpSpPr>
        <a:xfrm>
          <a:off x="0" y="0"/>
          <a:ext cx="0" cy="0"/>
          <a:chOff x="0" y="0"/>
          <a:chExt cx="0" cy="0"/>
        </a:xfrm>
      </p:grpSpPr>
      <p:sp>
        <p:nvSpPr>
          <p:cNvPr id="341" name="Google Shape;341;p24:notes">
            <a:extLst>
              <a:ext uri="{FF2B5EF4-FFF2-40B4-BE49-F238E27FC236}">
                <a16:creationId xmlns:a16="http://schemas.microsoft.com/office/drawing/2014/main" id="{60B899BC-F42D-700F-C96E-32F720BB04F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a:extLst>
              <a:ext uri="{FF2B5EF4-FFF2-40B4-BE49-F238E27FC236}">
                <a16:creationId xmlns:a16="http://schemas.microsoft.com/office/drawing/2014/main" id="{E5CF3DB6-BBFC-5925-CB37-0A26303FA3D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0150705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a:extLst>
            <a:ext uri="{FF2B5EF4-FFF2-40B4-BE49-F238E27FC236}">
              <a16:creationId xmlns:a16="http://schemas.microsoft.com/office/drawing/2014/main" id="{B367041A-B601-F1A8-01C5-DF86C55A44EF}"/>
            </a:ext>
          </a:extLst>
        </p:cNvPr>
        <p:cNvGrpSpPr/>
        <p:nvPr/>
      </p:nvGrpSpPr>
      <p:grpSpPr>
        <a:xfrm>
          <a:off x="0" y="0"/>
          <a:ext cx="0" cy="0"/>
          <a:chOff x="0" y="0"/>
          <a:chExt cx="0" cy="0"/>
        </a:xfrm>
      </p:grpSpPr>
      <p:sp>
        <p:nvSpPr>
          <p:cNvPr id="350" name="Google Shape;350;p25:notes">
            <a:extLst>
              <a:ext uri="{FF2B5EF4-FFF2-40B4-BE49-F238E27FC236}">
                <a16:creationId xmlns:a16="http://schemas.microsoft.com/office/drawing/2014/main" id="{1208DAF8-8971-2493-F7B9-C1FF4293FC5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a:extLst>
              <a:ext uri="{FF2B5EF4-FFF2-40B4-BE49-F238E27FC236}">
                <a16:creationId xmlns:a16="http://schemas.microsoft.com/office/drawing/2014/main" id="{D41D7F66-D483-E729-670A-C0EE3171449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133640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p2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p2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p2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p2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110465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52628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132047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5803180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085001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397897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4441391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5368571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16410146-84A2-54BE-E90D-BA7C68582BEA}"/>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59D1A6A-FCC0-EE86-1C75-286AB1EF4F5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025D45E-9D63-ADCA-6BE3-7A222231809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1561775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A5B9D37A-155B-D10C-C40A-A8867E7FA3E6}"/>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F582DA9C-4DD1-66E5-1DB8-331A7A888D5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45C3392-1637-F2B1-77C5-2471A17B440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5184010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39A6B97E-4383-B087-9B75-53E1150B7237}"/>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7F8DFBA9-99E6-19A2-5D69-8C9E2C65EA6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E7E4B7E2-2886-3400-CEA8-CD24E220DD2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8730270"/>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5E8C189D-7391-FF79-3E9E-5A3E32B32F4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B22071B-B7F3-65D6-6976-ADE17BAA26A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667B5779-ECD6-F58F-A846-0E4EC28A5C9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9064102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7132D47-2A3A-DD1A-B752-E4B413BB868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B1DA832-4C0A-8973-97DD-D90FA1D140F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D708A03-9008-2107-683F-F43841A1017E}"/>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781738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B48859F-215A-8DA0-8FFF-1DC433DD207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4E8FC1CE-EFD9-97A3-05B4-26E3154151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22D1950-5E66-148A-8A3D-25DAAC0CEC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0728097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64ABAFA-958B-CC54-4440-24B5BB3857F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4578F5C7-5F89-1B63-B350-37EB66FDA40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1B0CE6A-93D2-BFFC-4C07-98E8C70E629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51579560"/>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20BE90A9-6AF1-D3D4-7DD5-3D7E5C9FE843}"/>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8F0B5738-F899-39B0-5F55-0BB17B01E5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4ECF57C-D9A0-5368-B8CB-72E0240DA658}"/>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6750748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a:extLst>
            <a:ext uri="{FF2B5EF4-FFF2-40B4-BE49-F238E27FC236}">
              <a16:creationId xmlns:a16="http://schemas.microsoft.com/office/drawing/2014/main" id="{6000375B-81E6-EE92-411A-368B68168737}"/>
            </a:ext>
          </a:extLst>
        </p:cNvPr>
        <p:cNvGrpSpPr/>
        <p:nvPr/>
      </p:nvGrpSpPr>
      <p:grpSpPr>
        <a:xfrm>
          <a:off x="0" y="0"/>
          <a:ext cx="0" cy="0"/>
          <a:chOff x="0" y="0"/>
          <a:chExt cx="0" cy="0"/>
        </a:xfrm>
      </p:grpSpPr>
      <p:sp>
        <p:nvSpPr>
          <p:cNvPr id="314" name="Google Shape;314;p21:notes">
            <a:extLst>
              <a:ext uri="{FF2B5EF4-FFF2-40B4-BE49-F238E27FC236}">
                <a16:creationId xmlns:a16="http://schemas.microsoft.com/office/drawing/2014/main" id="{5CF24E58-448A-F15C-6091-CA11F5D97D8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a:extLst>
              <a:ext uri="{FF2B5EF4-FFF2-40B4-BE49-F238E27FC236}">
                <a16:creationId xmlns:a16="http://schemas.microsoft.com/office/drawing/2014/main" id="{2FCEEF60-68F2-6607-F276-D439AA1833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40396167"/>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8610407"/>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a:extLst>
            <a:ext uri="{FF2B5EF4-FFF2-40B4-BE49-F238E27FC236}">
              <a16:creationId xmlns:a16="http://schemas.microsoft.com/office/drawing/2014/main" id="{5733E810-264F-AC9D-ED17-1ABA3F777A46}"/>
            </a:ext>
          </a:extLst>
        </p:cNvPr>
        <p:cNvGrpSpPr/>
        <p:nvPr/>
      </p:nvGrpSpPr>
      <p:grpSpPr>
        <a:xfrm>
          <a:off x="0" y="0"/>
          <a:ext cx="0" cy="0"/>
          <a:chOff x="0" y="0"/>
          <a:chExt cx="0" cy="0"/>
        </a:xfrm>
      </p:grpSpPr>
      <p:sp>
        <p:nvSpPr>
          <p:cNvPr id="305" name="Google Shape;305;p20:notes">
            <a:extLst>
              <a:ext uri="{FF2B5EF4-FFF2-40B4-BE49-F238E27FC236}">
                <a16:creationId xmlns:a16="http://schemas.microsoft.com/office/drawing/2014/main" id="{DAD2CBF0-76BD-50C7-F256-4A974FF4D76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a:extLst>
              <a:ext uri="{FF2B5EF4-FFF2-40B4-BE49-F238E27FC236}">
                <a16:creationId xmlns:a16="http://schemas.microsoft.com/office/drawing/2014/main" id="{9C26DF00-82AF-7A8C-4A18-DD63D5E9791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3702613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16DE37CA-8AC1-17FB-A638-4FF567AB9448}"/>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87A87FC-EF5E-9F2C-9BFA-97880CFC329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AFC79A4D-92D2-2D01-5BFB-D8B58AF6254C}"/>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4636625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DAF888BF-6846-2E27-88FD-7E8127C6736D}"/>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D0DD9375-B6E4-B08B-2B6C-1DC37EA8F86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3C5205FB-8BD9-DC20-3141-89B749D8FAE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6471526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9790B6A3-682A-82AC-8646-758EC827286E}"/>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BE2C1734-FB74-E1C9-6953-2406D5A5D3B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9147765C-699E-C969-E95E-CC9A83756C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14936648"/>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8CB74AB3-E823-2734-2378-D71FD1C1ACC2}"/>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78DE496-F4CA-6678-CDFC-95CA9C34F43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0DBD1B00-F36D-AC67-99BE-4F3EC8B7712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58216863"/>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36655735-CDEB-85AF-6FC8-98C25F0899D9}"/>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FAB4BC62-9DFC-E1F1-6ADC-860695B9EF6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A1B0A9EE-5F29-D66C-7B38-FF7A39919E1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0943337"/>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F00FDCD6-DEF5-7969-FD80-BDA72F03D8C7}"/>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92BE7503-AB91-3F6A-7267-861434AEA38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E9E466EA-C3F9-0882-C4F1-103A19B6AA5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79602276"/>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kumimoji="1" lang="ko-Kore-KR" altLang="en-US" dirty="0"/>
          </a:p>
        </p:txBody>
      </p:sp>
      <p:sp>
        <p:nvSpPr>
          <p:cNvPr id="4" name="슬라이드 번호 개체 틀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55</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10746919"/>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6377673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79633618"/>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1630487"/>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01195189"/>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13315279-8C29-024D-4A81-AEF1EF432607}"/>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793F5A28-AAB8-6E5A-9808-D4940C829DB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4A8C7E7C-9B5E-0CD5-E474-564FAACE201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94087012"/>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p:cNvGrpSpPr/>
        <p:nvPr/>
      </p:nvGrpSpPr>
      <p:grpSpPr>
        <a:xfrm>
          <a:off x="0" y="0"/>
          <a:ext cx="0" cy="0"/>
          <a:chOff x="0" y="0"/>
          <a:chExt cx="0" cy="0"/>
        </a:xfrm>
      </p:grpSpPr>
      <p:sp>
        <p:nvSpPr>
          <p:cNvPr id="411" name="Google Shape;411;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2" name="Google Shape;412;p3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p:cNvGrpSpPr/>
        <p:nvPr/>
      </p:nvGrpSpPr>
      <p:grpSpPr>
        <a:xfrm>
          <a:off x="0" y="0"/>
          <a:ext cx="0" cy="0"/>
          <a:chOff x="0" y="0"/>
          <a:chExt cx="0" cy="0"/>
        </a:xfrm>
      </p:grpSpPr>
      <p:sp>
        <p:nvSpPr>
          <p:cNvPr id="417" name="Google Shape;417;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p:cNvGrpSpPr/>
        <p:nvPr/>
      </p:nvGrpSpPr>
      <p:grpSpPr>
        <a:xfrm>
          <a:off x="0" y="0"/>
          <a:ext cx="0" cy="0"/>
          <a:chOff x="0" y="0"/>
          <a:chExt cx="0" cy="0"/>
        </a:xfrm>
      </p:grpSpPr>
      <p:sp>
        <p:nvSpPr>
          <p:cNvPr id="427" name="Google Shape;427;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a:extLst>
            <a:ext uri="{FF2B5EF4-FFF2-40B4-BE49-F238E27FC236}">
              <a16:creationId xmlns:a16="http://schemas.microsoft.com/office/drawing/2014/main" id="{B0633215-9475-5E5A-E5F6-5C8B42322BCD}"/>
            </a:ext>
          </a:extLst>
        </p:cNvPr>
        <p:cNvGrpSpPr/>
        <p:nvPr/>
      </p:nvGrpSpPr>
      <p:grpSpPr>
        <a:xfrm>
          <a:off x="0" y="0"/>
          <a:ext cx="0" cy="0"/>
          <a:chOff x="0" y="0"/>
          <a:chExt cx="0" cy="0"/>
        </a:xfrm>
      </p:grpSpPr>
      <p:sp>
        <p:nvSpPr>
          <p:cNvPr id="417" name="Google Shape;417;p34:notes">
            <a:extLst>
              <a:ext uri="{FF2B5EF4-FFF2-40B4-BE49-F238E27FC236}">
                <a16:creationId xmlns:a16="http://schemas.microsoft.com/office/drawing/2014/main" id="{065A1C4F-930B-E622-60E5-598B0DE9A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a:extLst>
              <a:ext uri="{FF2B5EF4-FFF2-40B4-BE49-F238E27FC236}">
                <a16:creationId xmlns:a16="http://schemas.microsoft.com/office/drawing/2014/main" id="{5E918B6A-0126-21A5-43ED-AC9E74291BD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2988209"/>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08126148"/>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414290"/>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D9B9AB15-AFA2-F7AE-AB89-FCAEE78180CC}"/>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734E2ADB-6A39-9CBC-E4E1-18BAE5B4FB1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0BCED07-41ED-4A54-AF5E-411795BA347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6568167"/>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ED4CC4D0-4F5A-BE17-32D0-F29D839B2B1A}"/>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5D12BE3-A4A4-77B9-E0D6-4EF909AE993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4F21E88D-F490-C3F1-A372-10857F60FEB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09373877"/>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07C1FBFE-E083-5D9A-2F7F-4F4450FB3872}"/>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6A6B525-73C3-DC8E-472D-62503859065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6A1E9E0-5A3E-5EBA-BAD8-801BDFB7039B}"/>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09322627"/>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p2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61" name="Google Shape;361;p2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2" name="Google Shape;362;p2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73</a:t>
            </a:fld>
            <a:endParaRPr/>
          </a:p>
        </p:txBody>
      </p:sp>
    </p:spTree>
    <p:extLst>
      <p:ext uri="{BB962C8B-B14F-4D97-AF65-F5344CB8AC3E}">
        <p14:creationId xmlns:p14="http://schemas.microsoft.com/office/powerpoint/2010/main" val="24022024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208669" y="484266"/>
            <a:ext cx="1912832" cy="2611360"/>
          </a:xfrm>
        </p:spPr>
        <p:txBody>
          <a:bodyPr anchor="b">
            <a:normAutofit/>
          </a:bodyPr>
          <a:lstStyle>
            <a:lvl1pPr algn="ctr">
              <a:defRPr sz="1019">
                <a:effectLst>
                  <a:glow rad="38100">
                    <a:schemeClr val="bg1">
                      <a:lumMod val="65000"/>
                      <a:lumOff val="35000"/>
                      <a:alpha val="50000"/>
                    </a:schemeClr>
                  </a:glow>
                  <a:outerShdw blurRad="28575" dist="31750" dir="13200000" algn="tl" rotWithShape="0">
                    <a:srgbClr val="000000">
                      <a:alpha val="25000"/>
                    </a:srgbClr>
                  </a:outerShdw>
                </a:effectLst>
              </a:defRPr>
            </a:lvl1pPr>
          </a:lstStyle>
          <a:p>
            <a:r>
              <a:rPr lang="ko-KR" altLang="en-US"/>
              <a:t>마스터 제목 스타일 편집</a:t>
            </a:r>
            <a:endParaRPr lang="en-US" dirty="0"/>
          </a:p>
        </p:txBody>
      </p:sp>
      <p:sp>
        <p:nvSpPr>
          <p:cNvPr id="3" name="Subtitle 2"/>
          <p:cNvSpPr>
            <a:spLocks noGrp="1"/>
          </p:cNvSpPr>
          <p:nvPr>
            <p:ph type="subTitle" idx="1"/>
          </p:nvPr>
        </p:nvSpPr>
        <p:spPr>
          <a:xfrm>
            <a:off x="208669" y="3157538"/>
            <a:ext cx="1912832" cy="1803025"/>
          </a:xfrm>
        </p:spPr>
        <p:txBody>
          <a:bodyPr anchor="t">
            <a:normAutofit/>
          </a:bodyPr>
          <a:lstStyle>
            <a:lvl1pPr marL="0" indent="0" algn="ctr">
              <a:buNone/>
              <a:defRPr sz="458">
                <a:gradFill flip="none" rotWithShape="1">
                  <a:gsLst>
                    <a:gs pos="0">
                      <a:schemeClr val="tx1"/>
                    </a:gs>
                    <a:gs pos="100000">
                      <a:schemeClr val="tx1">
                        <a:lumMod val="75000"/>
                      </a:schemeClr>
                    </a:gs>
                  </a:gsLst>
                  <a:lin ang="0" scaled="1"/>
                  <a:tileRect/>
                </a:gradFill>
              </a:defRPr>
            </a:lvl1pPr>
            <a:lvl2pPr marL="116449" indent="0" algn="ctr">
              <a:buNone/>
              <a:defRPr>
                <a:solidFill>
                  <a:schemeClr val="tx1">
                    <a:tint val="75000"/>
                  </a:schemeClr>
                </a:solidFill>
              </a:defRPr>
            </a:lvl2pPr>
            <a:lvl3pPr marL="232898" indent="0" algn="ctr">
              <a:buNone/>
              <a:defRPr>
                <a:solidFill>
                  <a:schemeClr val="tx1">
                    <a:tint val="75000"/>
                  </a:schemeClr>
                </a:solidFill>
              </a:defRPr>
            </a:lvl3pPr>
            <a:lvl4pPr marL="349347" indent="0" algn="ctr">
              <a:buNone/>
              <a:defRPr>
                <a:solidFill>
                  <a:schemeClr val="tx1">
                    <a:tint val="75000"/>
                  </a:schemeClr>
                </a:solidFill>
              </a:defRPr>
            </a:lvl4pPr>
            <a:lvl5pPr marL="465795" indent="0" algn="ctr">
              <a:buNone/>
              <a:defRPr>
                <a:solidFill>
                  <a:schemeClr val="tx1">
                    <a:tint val="75000"/>
                  </a:schemeClr>
                </a:solidFill>
              </a:defRPr>
            </a:lvl5pPr>
            <a:lvl6pPr marL="582244" indent="0" algn="ctr">
              <a:buNone/>
              <a:defRPr>
                <a:solidFill>
                  <a:schemeClr val="tx1">
                    <a:tint val="75000"/>
                  </a:schemeClr>
                </a:solidFill>
              </a:defRPr>
            </a:lvl6pPr>
            <a:lvl7pPr marL="698693" indent="0" algn="ctr">
              <a:buNone/>
              <a:defRPr>
                <a:solidFill>
                  <a:schemeClr val="tx1">
                    <a:tint val="75000"/>
                  </a:schemeClr>
                </a:solidFill>
              </a:defRPr>
            </a:lvl7pPr>
            <a:lvl8pPr marL="815142" indent="0" algn="ctr">
              <a:buNone/>
              <a:defRPr>
                <a:solidFill>
                  <a:schemeClr val="tx1">
                    <a:tint val="75000"/>
                  </a:schemeClr>
                </a:solidFill>
              </a:defRPr>
            </a:lvl8pPr>
            <a:lvl9pPr marL="931591" indent="0" algn="ctr">
              <a:buNone/>
              <a:defRPr>
                <a:solidFill>
                  <a:schemeClr val="tx1">
                    <a:tint val="75000"/>
                  </a:schemeClr>
                </a:solidFill>
              </a:defRPr>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20110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nchor="ct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1309219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Title 1"/>
          <p:cNvSpPr>
            <a:spLocks noGrp="1"/>
          </p:cNvSpPr>
          <p:nvPr>
            <p:ph type="title"/>
          </p:nvPr>
        </p:nvSpPr>
        <p:spPr>
          <a:xfrm>
            <a:off x="208669" y="2657443"/>
            <a:ext cx="1912832" cy="1481435"/>
          </a:xfrm>
        </p:spPr>
        <p:txBody>
          <a:bodyPr anchor="b">
            <a:normAutofit/>
          </a:bodyPr>
          <a:lstStyle>
            <a:lvl1pPr algn="r">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669" y="4146846"/>
            <a:ext cx="1912832" cy="811078"/>
          </a:xfrm>
        </p:spPr>
        <p:txBody>
          <a:bodyPr anchor="t">
            <a:normAutofit/>
          </a:bodyPr>
          <a:lstStyle>
            <a:lvl1pPr marL="0" indent="0" algn="r">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879269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208423" y="1674480"/>
            <a:ext cx="938542"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1181898" y="1674479"/>
            <a:ext cx="939603"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566961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ko-KR" altLang="en-US"/>
              <a:t>마스터 제목 스타일 편집</a:t>
            </a:r>
            <a:endParaRPr lang="en-US" dirty="0"/>
          </a:p>
        </p:txBody>
      </p:sp>
      <p:sp>
        <p:nvSpPr>
          <p:cNvPr id="3" name="Text Placeholder 2"/>
          <p:cNvSpPr>
            <a:spLocks noGrp="1"/>
          </p:cNvSpPr>
          <p:nvPr>
            <p:ph type="body" idx="1"/>
          </p:nvPr>
        </p:nvSpPr>
        <p:spPr>
          <a:xfrm>
            <a:off x="281763" y="1674480"/>
            <a:ext cx="865202" cy="59604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208423" y="2263647"/>
            <a:ext cx="938542"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1250554" y="1674480"/>
            <a:ext cx="870947" cy="58916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1178991" y="2263647"/>
            <a:ext cx="942731"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p:txBody>
          <a:bodyPr/>
          <a:lstStyle/>
          <a:p>
            <a:endParaRPr lang="ko-Kore-KR" altLang="en-US"/>
          </a:p>
        </p:txBody>
      </p:sp>
      <p:sp>
        <p:nvSpPr>
          <p:cNvPr id="8" name="Footer Placeholder 7"/>
          <p:cNvSpPr>
            <a:spLocks noGrp="1"/>
          </p:cNvSpPr>
          <p:nvPr>
            <p:ph type="ftr" sz="quarter" idx="11"/>
          </p:nvPr>
        </p:nvSpPr>
        <p:spPr/>
        <p:txBody>
          <a:bodyPr/>
          <a:lstStyle/>
          <a:p>
            <a:endParaRPr lang="ko-Kore-KR" altLang="en-US"/>
          </a:p>
        </p:txBody>
      </p:sp>
      <p:sp>
        <p:nvSpPr>
          <p:cNvPr id="9" name="Slide Number Placeholder 8"/>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221939177"/>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662"/>
            </a:lvl1p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endParaRPr lang="ko-Kore-KR" altLang="en-US"/>
          </a:p>
        </p:txBody>
      </p:sp>
      <p:sp>
        <p:nvSpPr>
          <p:cNvPr id="4" name="Footer Placeholder 3"/>
          <p:cNvSpPr>
            <a:spLocks noGrp="1"/>
          </p:cNvSpPr>
          <p:nvPr>
            <p:ph type="ftr" sz="quarter" idx="11"/>
          </p:nvPr>
        </p:nvSpPr>
        <p:spPr/>
        <p:txBody>
          <a:bodyPr/>
          <a:lstStyle/>
          <a:p>
            <a:endParaRPr lang="ko-Kore-KR" altLang="en-US"/>
          </a:p>
        </p:txBody>
      </p:sp>
      <p:sp>
        <p:nvSpPr>
          <p:cNvPr id="5" name="Slide Number Placeholder 4"/>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3313221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ko-Kore-KR" altLang="en-US"/>
          </a:p>
        </p:txBody>
      </p:sp>
      <p:sp>
        <p:nvSpPr>
          <p:cNvPr id="3" name="Footer Placeholder 2"/>
          <p:cNvSpPr>
            <a:spLocks noGrp="1"/>
          </p:cNvSpPr>
          <p:nvPr>
            <p:ph type="ftr" sz="quarter" idx="11"/>
          </p:nvPr>
        </p:nvSpPr>
        <p:spPr/>
        <p:txBody>
          <a:bodyPr/>
          <a:lstStyle/>
          <a:p>
            <a:endParaRPr lang="ko-Kore-KR" altLang="en-US"/>
          </a:p>
        </p:txBody>
      </p:sp>
      <p:sp>
        <p:nvSpPr>
          <p:cNvPr id="4" name="Slide Number Placeholder 3"/>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7136888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Title 1"/>
          <p:cNvSpPr>
            <a:spLocks noGrp="1"/>
          </p:cNvSpPr>
          <p:nvPr>
            <p:ph type="title"/>
          </p:nvPr>
        </p:nvSpPr>
        <p:spPr>
          <a:xfrm>
            <a:off x="208423" y="1425879"/>
            <a:ext cx="695176" cy="1114425"/>
          </a:xfrm>
        </p:spPr>
        <p:txBody>
          <a:bodyPr anchor="b">
            <a:normAutofit/>
          </a:bodyPr>
          <a:lstStyle>
            <a:lvl1pPr algn="l">
              <a:defRPr sz="560" b="0"/>
            </a:lvl1pPr>
          </a:lstStyle>
          <a:p>
            <a:r>
              <a:rPr lang="ko-KR" altLang="en-US"/>
              <a:t>마스터 제목 스타일 편집</a:t>
            </a:r>
            <a:endParaRPr lang="en-US" dirty="0"/>
          </a:p>
        </p:txBody>
      </p:sp>
      <p:sp>
        <p:nvSpPr>
          <p:cNvPr id="3" name="Content Placeholder 2"/>
          <p:cNvSpPr>
            <a:spLocks noGrp="1"/>
          </p:cNvSpPr>
          <p:nvPr>
            <p:ph idx="1"/>
          </p:nvPr>
        </p:nvSpPr>
        <p:spPr>
          <a:xfrm>
            <a:off x="975162" y="484265"/>
            <a:ext cx="1146340" cy="4473658"/>
          </a:xfrm>
        </p:spPr>
        <p:txBody>
          <a:bodyPr anchor="ctr">
            <a:normAutofit/>
          </a:bodyPr>
          <a:lstStyle>
            <a:lvl1pPr>
              <a:defRPr sz="458"/>
            </a:lvl1pPr>
            <a:lvl2pPr>
              <a:defRPr sz="408"/>
            </a:lvl2pPr>
            <a:lvl3pPr>
              <a:defRPr sz="357"/>
            </a:lvl3pPr>
            <a:lvl4pPr>
              <a:defRPr sz="306"/>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208423" y="2540304"/>
            <a:ext cx="695176"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9281613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Title 1"/>
          <p:cNvSpPr>
            <a:spLocks noGrp="1"/>
          </p:cNvSpPr>
          <p:nvPr>
            <p:ph type="title"/>
          </p:nvPr>
        </p:nvSpPr>
        <p:spPr>
          <a:xfrm>
            <a:off x="208423" y="1542344"/>
            <a:ext cx="1126688" cy="1114425"/>
          </a:xfrm>
        </p:spPr>
        <p:txBody>
          <a:bodyPr anchor="b">
            <a:normAutofit/>
          </a:bodyPr>
          <a:lstStyle>
            <a:lvl1pPr algn="l">
              <a:defRPr sz="611" b="0"/>
            </a:lvl1pPr>
          </a:lstStyle>
          <a:p>
            <a:r>
              <a:rPr lang="ko-KR" altLang="en-US"/>
              <a:t>마스터 제목 스타일 편집</a:t>
            </a:r>
            <a:endParaRPr lang="en-US" dirty="0"/>
          </a:p>
        </p:txBody>
      </p:sp>
      <p:sp>
        <p:nvSpPr>
          <p:cNvPr id="14" name="Picture Placeholder 2"/>
          <p:cNvSpPr>
            <a:spLocks noGrp="1" noChangeAspect="1"/>
          </p:cNvSpPr>
          <p:nvPr>
            <p:ph type="pic" idx="1"/>
          </p:nvPr>
        </p:nvSpPr>
        <p:spPr>
          <a:xfrm>
            <a:off x="1404714" y="-14859"/>
            <a:ext cx="636735" cy="5609273"/>
          </a:xfrm>
          <a:ln w="38100">
            <a:gradFill flip="none" rotWithShape="1">
              <a:gsLst>
                <a:gs pos="0">
                  <a:schemeClr val="bg2"/>
                </a:gs>
                <a:gs pos="100000">
                  <a:schemeClr val="bg2">
                    <a:lumMod val="75000"/>
                  </a:schemeClr>
                </a:gs>
              </a:gsLst>
              <a:lin ang="5400000" scaled="0"/>
              <a:tileRect/>
            </a:gradFill>
          </a:ln>
          <a:effectLst>
            <a:innerShdw blurRad="57150" dist="38100" dir="1080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08161" y="2656769"/>
            <a:ext cx="1126688"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a:xfrm>
            <a:off x="1152117" y="5022342"/>
            <a:ext cx="182994" cy="296664"/>
          </a:xfrm>
        </p:spPr>
        <p:txBody>
          <a:bodyPr/>
          <a:lstStyle/>
          <a:p>
            <a:endParaRPr lang="ko-Kore-KR" altLang="en-US"/>
          </a:p>
        </p:txBody>
      </p:sp>
      <p:sp>
        <p:nvSpPr>
          <p:cNvPr id="6" name="Footer Placeholder 5"/>
          <p:cNvSpPr>
            <a:spLocks noGrp="1"/>
          </p:cNvSpPr>
          <p:nvPr>
            <p:ph type="ftr" sz="quarter" idx="11"/>
          </p:nvPr>
        </p:nvSpPr>
        <p:spPr>
          <a:xfrm>
            <a:off x="208423" y="5022342"/>
            <a:ext cx="943694" cy="296664"/>
          </a:xfrm>
        </p:spPr>
        <p:txBody>
          <a:bodyPr/>
          <a:lstStyle/>
          <a:p>
            <a:endParaRPr lang="ko-Kore-KR" altLang="en-US"/>
          </a:p>
        </p:txBody>
      </p:sp>
      <p:sp>
        <p:nvSpPr>
          <p:cNvPr id="7" name="Slide Number Placeholder 6"/>
          <p:cNvSpPr>
            <a:spLocks noGrp="1"/>
          </p:cNvSpPr>
          <p:nvPr>
            <p:ph type="sldNum" sz="quarter" idx="12"/>
          </p:nvPr>
        </p:nvSpPr>
        <p:spPr>
          <a:xfrm>
            <a:off x="2043680" y="5022342"/>
            <a:ext cx="77727" cy="267516"/>
          </a:xfrm>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24703266"/>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캡션 있는 파노라마 그림">
    <p:spTree>
      <p:nvGrpSpPr>
        <p:cNvPr id="1" name=""/>
        <p:cNvGrpSpPr/>
        <p:nvPr/>
      </p:nvGrpSpPr>
      <p:grpSpPr>
        <a:xfrm>
          <a:off x="0" y="0"/>
          <a:ext cx="0" cy="0"/>
          <a:chOff x="0" y="0"/>
          <a:chExt cx="0" cy="0"/>
        </a:xfrm>
      </p:grpSpPr>
      <p:sp>
        <p:nvSpPr>
          <p:cNvPr id="2" name="Title 1"/>
          <p:cNvSpPr>
            <a:spLocks noGrp="1"/>
          </p:cNvSpPr>
          <p:nvPr>
            <p:ph type="title"/>
          </p:nvPr>
        </p:nvSpPr>
        <p:spPr>
          <a:xfrm>
            <a:off x="233721" y="3556707"/>
            <a:ext cx="1888001" cy="737348"/>
          </a:xfrm>
        </p:spPr>
        <p:txBody>
          <a:bodyPr anchor="b">
            <a:normAutofit/>
          </a:bodyPr>
          <a:lstStyle>
            <a:lvl1pPr algn="l">
              <a:defRPr sz="509" b="0"/>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233721" y="809403"/>
            <a:ext cx="1859583" cy="2422165"/>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33721" y="4294055"/>
            <a:ext cx="1888001" cy="663869"/>
          </a:xfrm>
        </p:spPr>
        <p:txBody>
          <a:bodyPr>
            <a:normAutofit/>
          </a:bodyPr>
          <a:lstStyle>
            <a:lvl1pPr marL="0" indent="0">
              <a:buNone/>
              <a:defRPr sz="357"/>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a:xfrm>
            <a:off x="233721" y="5022342"/>
            <a:ext cx="1359338" cy="296664"/>
          </a:xfrm>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660638895"/>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제목 및 캡션">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549448"/>
          </a:xfrm>
        </p:spPr>
        <p:txBody>
          <a:bodyPr anchor="ctr">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423" y="3529013"/>
            <a:ext cx="1913079" cy="1428911"/>
          </a:xfrm>
        </p:spPr>
        <p:txBody>
          <a:bodyPr anchor="ctr">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6353272"/>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캡션 있는 인용문">
    <p:spTree>
      <p:nvGrpSpPr>
        <p:cNvPr id="1" name=""/>
        <p:cNvGrpSpPr/>
        <p:nvPr/>
      </p:nvGrpSpPr>
      <p:grpSpPr>
        <a:xfrm>
          <a:off x="0" y="0"/>
          <a:ext cx="0" cy="0"/>
          <a:chOff x="0" y="0"/>
          <a:chExt cx="0" cy="0"/>
        </a:xfrm>
      </p:grpSpPr>
      <p:sp>
        <p:nvSpPr>
          <p:cNvPr id="14" name="TextBox 13"/>
          <p:cNvSpPr txBox="1"/>
          <p:nvPr/>
        </p:nvSpPr>
        <p:spPr>
          <a:xfrm>
            <a:off x="148692" y="69897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5" name="TextBox 14"/>
          <p:cNvSpPr txBox="1"/>
          <p:nvPr/>
        </p:nvSpPr>
        <p:spPr>
          <a:xfrm>
            <a:off x="2009185" y="242606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473314"/>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319999" y="2966117"/>
            <a:ext cx="1688866" cy="309563"/>
          </a:xfrm>
        </p:spPr>
        <p:txBody>
          <a:bodyPr anchor="ctr">
            <a:normAutofit/>
          </a:bodyPr>
          <a:lstStyle>
            <a:lvl1pPr marL="0" indent="0">
              <a:buFontTx/>
              <a:buNone/>
              <a:defRPr sz="357"/>
            </a:lvl1pPr>
            <a:lvl2pPr marL="116449" indent="0">
              <a:buFontTx/>
              <a:buNone/>
              <a:defRPr/>
            </a:lvl2pPr>
            <a:lvl3pPr marL="232898" indent="0">
              <a:buFontTx/>
              <a:buNone/>
              <a:defRPr/>
            </a:lvl3pPr>
            <a:lvl4pPr marL="349347" indent="0">
              <a:buFontTx/>
              <a:buNone/>
              <a:defRPr/>
            </a:lvl4pPr>
            <a:lvl5pPr marL="465795" indent="0">
              <a:buFontTx/>
              <a:buNone/>
              <a:defRPr/>
            </a:lvl5pPr>
          </a:lstStyle>
          <a:p>
            <a:pPr lvl="0"/>
            <a:r>
              <a:rPr lang="ko-KR" altLang="en-US"/>
              <a:t>마스터 텍스트 스타일을 편집하려면 클릭</a:t>
            </a:r>
          </a:p>
        </p:txBody>
      </p:sp>
      <p:sp>
        <p:nvSpPr>
          <p:cNvPr id="3" name="Text Placeholder 2"/>
          <p:cNvSpPr>
            <a:spLocks noGrp="1"/>
          </p:cNvSpPr>
          <p:nvPr>
            <p:ph type="body" idx="1"/>
          </p:nvPr>
        </p:nvSpPr>
        <p:spPr>
          <a:xfrm>
            <a:off x="208423" y="3770980"/>
            <a:ext cx="1913079" cy="1176338"/>
          </a:xfrm>
        </p:spPr>
        <p:txBody>
          <a:bodyPr anchor="ctr">
            <a:normAutofit/>
          </a:bodyPr>
          <a:lstStyle>
            <a:lvl1pPr marL="0" indent="0" algn="l">
              <a:buNone/>
              <a:defRPr sz="458">
                <a:gradFill flip="none" rotWithShape="1">
                  <a:gsLst>
                    <a:gs pos="0">
                      <a:schemeClr val="tx1"/>
                    </a:gs>
                    <a:gs pos="100000">
                      <a:schemeClr val="tx1">
                        <a:lumMod val="75000"/>
                      </a:schemeClr>
                    </a:gs>
                  </a:gsLst>
                  <a:lin ang="0" scaled="1"/>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765680243"/>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명함">
    <p:spTree>
      <p:nvGrpSpPr>
        <p:cNvPr id="1" name=""/>
        <p:cNvGrpSpPr/>
        <p:nvPr/>
      </p:nvGrpSpPr>
      <p:grpSpPr>
        <a:xfrm>
          <a:off x="0" y="0"/>
          <a:ext cx="0" cy="0"/>
          <a:chOff x="0" y="0"/>
          <a:chExt cx="0" cy="0"/>
        </a:xfrm>
      </p:grpSpPr>
      <p:sp>
        <p:nvSpPr>
          <p:cNvPr id="2" name="Title 1"/>
          <p:cNvSpPr>
            <a:spLocks noGrp="1"/>
          </p:cNvSpPr>
          <p:nvPr>
            <p:ph type="title"/>
          </p:nvPr>
        </p:nvSpPr>
        <p:spPr>
          <a:xfrm>
            <a:off x="208423" y="2927897"/>
            <a:ext cx="1913299" cy="1193400"/>
          </a:xfrm>
        </p:spPr>
        <p:txBody>
          <a:bodyPr anchor="b">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9103" y="4121298"/>
            <a:ext cx="1913299" cy="836626"/>
          </a:xfrm>
        </p:spPr>
        <p:txBody>
          <a:bodyPr anchor="t">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068214305"/>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인용문 있는 명함">
    <p:spTree>
      <p:nvGrpSpPr>
        <p:cNvPr id="1" name=""/>
        <p:cNvGrpSpPr/>
        <p:nvPr/>
      </p:nvGrpSpPr>
      <p:grpSpPr>
        <a:xfrm>
          <a:off x="0" y="0"/>
          <a:ext cx="0" cy="0"/>
          <a:chOff x="0" y="0"/>
          <a:chExt cx="0" cy="0"/>
        </a:xfrm>
      </p:grpSpPr>
      <p:sp>
        <p:nvSpPr>
          <p:cNvPr id="13" name="TextBox 12"/>
          <p:cNvSpPr txBox="1"/>
          <p:nvPr/>
        </p:nvSpPr>
        <p:spPr>
          <a:xfrm>
            <a:off x="148692" y="61250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6" name="TextBox 15"/>
          <p:cNvSpPr txBox="1"/>
          <p:nvPr/>
        </p:nvSpPr>
        <p:spPr>
          <a:xfrm>
            <a:off x="2008863" y="233959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311050"/>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208423" y="3157538"/>
            <a:ext cx="1913299" cy="856100"/>
          </a:xfrm>
        </p:spPr>
        <p:txBody>
          <a:bodyPr vert="horz" lIns="91440" tIns="45720" rIns="91440" bIns="45720" rtlCol="0" anchor="b">
            <a:normAutofit/>
          </a:bodyPr>
          <a:lstStyle>
            <a:lvl1pPr>
              <a:buNone/>
              <a:defRPr lang="en-US" sz="509" b="0" cap="all" dirty="0">
                <a:ln w="3175" cmpd="sng">
                  <a:noFill/>
                </a:ln>
                <a:gradFill flip="none" rotWithShape="1">
                  <a:gsLst>
                    <a:gs pos="0">
                      <a:schemeClr val="tx1"/>
                    </a:gs>
                    <a:gs pos="100000">
                      <a:schemeClr val="tx1">
                        <a:lumMod val="75000"/>
                      </a:schemeClr>
                    </a:gs>
                  </a:gsLst>
                  <a:lin ang="0" scaled="1"/>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4013638"/>
            <a:ext cx="1913299" cy="944286"/>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928643334"/>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참 또는 거짓">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239886"/>
          </a:xfrm>
        </p:spPr>
        <p:txBody>
          <a:bodyPr vert="horz" lIns="91440" tIns="45720" rIns="91440" bIns="45720" rtlCol="0" anchor="ctr">
            <a:normAutofit/>
          </a:bodyPr>
          <a:lstStyle>
            <a:lvl1pPr>
              <a:defRPr lang="en-US" sz="713" b="0" dirty="0"/>
            </a:lvl1pPr>
          </a:lstStyle>
          <a:p>
            <a:pPr marL="0" lvl="0"/>
            <a:r>
              <a:rPr lang="ko-KR" altLang="en-US"/>
              <a:t>마스터 제목 스타일 편집</a:t>
            </a:r>
            <a:endParaRPr lang="en-US" dirty="0"/>
          </a:p>
        </p:txBody>
      </p:sp>
      <p:sp>
        <p:nvSpPr>
          <p:cNvPr id="10" name="Text Placeholder 9"/>
          <p:cNvSpPr>
            <a:spLocks noGrp="1"/>
          </p:cNvSpPr>
          <p:nvPr>
            <p:ph type="body" sz="quarter" idx="13"/>
          </p:nvPr>
        </p:nvSpPr>
        <p:spPr>
          <a:xfrm>
            <a:off x="208423" y="2992390"/>
            <a:ext cx="1913079" cy="852542"/>
          </a:xfrm>
        </p:spPr>
        <p:txBody>
          <a:bodyPr vert="horz" lIns="91440" tIns="45720" rIns="91440" bIns="45720" rtlCol="0" anchor="b">
            <a:normAutofit/>
          </a:bodyPr>
          <a:lstStyle>
            <a:lvl1pPr>
              <a:buNone/>
              <a:defRPr lang="en-US" sz="611" b="0" cap="all" dirty="0">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3844932"/>
            <a:ext cx="1913078" cy="1112992"/>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704035948"/>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7" name="Title 1"/>
          <p:cNvSpPr>
            <a:spLocks noGrp="1"/>
          </p:cNvSpPr>
          <p:nvPr>
            <p:ph type="title"/>
          </p:nvPr>
        </p:nvSpPr>
        <p:spPr>
          <a:xfrm>
            <a:off x="208423" y="484265"/>
            <a:ext cx="1913079" cy="1066390"/>
          </a:xfrm>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22963681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668638" y="484265"/>
            <a:ext cx="452863" cy="4473659"/>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208423" y="484265"/>
            <a:ext cx="1432398" cy="4473659"/>
          </a:xfrm>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6757344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423" y="484265"/>
            <a:ext cx="1913079" cy="1066390"/>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208423" y="1674480"/>
            <a:ext cx="1913078" cy="3283444"/>
          </a:xfrm>
          <a:prstGeom prst="rect">
            <a:avLst/>
          </a:prstGeom>
        </p:spPr>
        <p:txBody>
          <a:bodyPr vert="horz" lIns="91440" tIns="45720" rIns="91440" bIns="45720" rtlCol="0" anchor="ctr">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2"/>
          </p:nvPr>
        </p:nvSpPr>
        <p:spPr>
          <a:xfrm>
            <a:off x="1668639" y="5019837"/>
            <a:ext cx="327901"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5" name="Footer Placeholder 4"/>
          <p:cNvSpPr>
            <a:spLocks noGrp="1"/>
          </p:cNvSpPr>
          <p:nvPr>
            <p:ph type="ftr" sz="quarter" idx="3"/>
          </p:nvPr>
        </p:nvSpPr>
        <p:spPr>
          <a:xfrm>
            <a:off x="208423" y="5019837"/>
            <a:ext cx="1432398" cy="296664"/>
          </a:xfrm>
          <a:prstGeom prst="rect">
            <a:avLst/>
          </a:prstGeom>
        </p:spPr>
        <p:txBody>
          <a:bodyPr vert="horz" lIns="91440" tIns="45720" rIns="91440" bIns="45720" rtlCol="0" anchor="ctr"/>
          <a:lstStyle>
            <a:lvl1pPr algn="l">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6" name="Slide Number Placeholder 5"/>
          <p:cNvSpPr>
            <a:spLocks noGrp="1"/>
          </p:cNvSpPr>
          <p:nvPr>
            <p:ph type="sldNum" sz="quarter" idx="4"/>
          </p:nvPr>
        </p:nvSpPr>
        <p:spPr>
          <a:xfrm>
            <a:off x="2016413" y="5019837"/>
            <a:ext cx="105309"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40670511"/>
      </p:ext>
    </p:extLst>
  </p:cSld>
  <p:clrMap bg1="dk1" tx1="lt1" bg2="dk2" tx2="lt2" accent1="accent1" accent2="accent2" accent3="accent3" accent4="accent4" accent5="accent5" accent6="accent6" hlink="hlink" folHlink="folHlink"/>
  <p:sldLayoutIdLst>
    <p:sldLayoutId id="2147483979" r:id="rId1"/>
    <p:sldLayoutId id="2147483980" r:id="rId2"/>
    <p:sldLayoutId id="2147483981" r:id="rId3"/>
    <p:sldLayoutId id="2147483982" r:id="rId4"/>
    <p:sldLayoutId id="2147483983" r:id="rId5"/>
    <p:sldLayoutId id="2147483984" r:id="rId6"/>
    <p:sldLayoutId id="2147483985" r:id="rId7"/>
    <p:sldLayoutId id="2147483986" r:id="rId8"/>
    <p:sldLayoutId id="2147483987" r:id="rId9"/>
    <p:sldLayoutId id="2147483988" r:id="rId10"/>
    <p:sldLayoutId id="2147483989" r:id="rId11"/>
    <p:sldLayoutId id="2147483990" r:id="rId12"/>
    <p:sldLayoutId id="2147483991" r:id="rId13"/>
    <p:sldLayoutId id="2147483992" r:id="rId14"/>
    <p:sldLayoutId id="2147483993" r:id="rId15"/>
    <p:sldLayoutId id="2147483994" r:id="rId16"/>
    <p:sldLayoutId id="2147483995" r:id="rId17"/>
  </p:sldLayoutIdLst>
  <p:hf sldNum="0" hdr="0" ftr="0" dt="0"/>
  <p:txStyles>
    <p:titleStyle>
      <a:lvl1pPr algn="l" defTabSz="116449" rtl="0" eaLnBrk="1" latinLnBrk="0" hangingPunct="1">
        <a:spcBef>
          <a:spcPct val="0"/>
        </a:spcBef>
        <a:buNone/>
        <a:defRPr sz="713" kern="1200" cap="all">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72781" indent="-72781" algn="l" defTabSz="116449" rtl="0" eaLnBrk="1" latinLnBrk="0" hangingPunct="1">
        <a:spcBef>
          <a:spcPct val="20000"/>
        </a:spcBef>
        <a:spcAft>
          <a:spcPts val="153"/>
        </a:spcAft>
        <a:buClr>
          <a:schemeClr val="tx1"/>
        </a:buClr>
        <a:buSzPct val="130000"/>
        <a:buFont typeface="Arial"/>
        <a:buChar char="•"/>
        <a:defRPr sz="45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1pPr>
      <a:lvl2pPr marL="189229" indent="-72781" algn="l" defTabSz="116449" rtl="0" eaLnBrk="1" latinLnBrk="0" hangingPunct="1">
        <a:spcBef>
          <a:spcPct val="20000"/>
        </a:spcBef>
        <a:spcAft>
          <a:spcPts val="153"/>
        </a:spcAft>
        <a:buClr>
          <a:schemeClr val="tx1"/>
        </a:buClr>
        <a:buSzPct val="130000"/>
        <a:buFont typeface="Arial"/>
        <a:buChar char="•"/>
        <a:defRPr sz="40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2pPr>
      <a:lvl3pPr marL="305678" indent="-72781"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3pPr>
      <a:lvl4pPr marL="393015" indent="-43668"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4pPr>
      <a:lvl5pPr marL="509464" indent="-43668" algn="l" defTabSz="116449" rtl="0" eaLnBrk="1" latinLnBrk="0" hangingPunct="1">
        <a:spcBef>
          <a:spcPct val="20000"/>
        </a:spcBef>
        <a:spcAft>
          <a:spcPts val="153"/>
        </a:spcAft>
        <a:buClr>
          <a:schemeClr val="tx1"/>
        </a:buClr>
        <a:buSzPct val="130000"/>
        <a:buFont typeface="Arial"/>
        <a:buChar char="•"/>
        <a:defRPr sz="306"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5pPr>
      <a:lvl6pPr marL="640469"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6pPr>
      <a:lvl7pPr marL="756917"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7pPr>
      <a:lvl8pPr marL="873366"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8pPr>
      <a:lvl9pPr marL="989815" indent="-58224" algn="l" defTabSz="116449" rtl="0" eaLnBrk="1" latinLnBrk="0" hangingPunct="1">
        <a:spcBef>
          <a:spcPct val="20000"/>
        </a:spcBef>
        <a:spcAft>
          <a:spcPts val="153"/>
        </a:spcAft>
        <a:buClr>
          <a:schemeClr val="tx1"/>
        </a:buClr>
        <a:buSzPct val="10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9pPr>
    </p:bodyStyle>
    <p:otherStyle>
      <a:defPPr>
        <a:defRPr lang="en-US"/>
      </a:defPPr>
      <a:lvl1pPr marL="0" algn="l" defTabSz="116449" rtl="0" eaLnBrk="1" latinLnBrk="0" hangingPunct="1">
        <a:defRPr sz="458" kern="1200">
          <a:solidFill>
            <a:schemeClr val="tx1"/>
          </a:solidFill>
          <a:latin typeface="+mn-lt"/>
          <a:ea typeface="+mn-ea"/>
          <a:cs typeface="+mn-cs"/>
        </a:defRPr>
      </a:lvl1pPr>
      <a:lvl2pPr marL="116449" algn="l" defTabSz="116449" rtl="0" eaLnBrk="1" latinLnBrk="0" hangingPunct="1">
        <a:defRPr sz="458" kern="1200">
          <a:solidFill>
            <a:schemeClr val="tx1"/>
          </a:solidFill>
          <a:latin typeface="+mn-lt"/>
          <a:ea typeface="+mn-ea"/>
          <a:cs typeface="+mn-cs"/>
        </a:defRPr>
      </a:lvl2pPr>
      <a:lvl3pPr marL="232898" algn="l" defTabSz="116449" rtl="0" eaLnBrk="1" latinLnBrk="0" hangingPunct="1">
        <a:defRPr sz="458" kern="1200">
          <a:solidFill>
            <a:schemeClr val="tx1"/>
          </a:solidFill>
          <a:latin typeface="+mn-lt"/>
          <a:ea typeface="+mn-ea"/>
          <a:cs typeface="+mn-cs"/>
        </a:defRPr>
      </a:lvl3pPr>
      <a:lvl4pPr marL="349347" algn="l" defTabSz="116449" rtl="0" eaLnBrk="1" latinLnBrk="0" hangingPunct="1">
        <a:defRPr sz="458" kern="1200">
          <a:solidFill>
            <a:schemeClr val="tx1"/>
          </a:solidFill>
          <a:latin typeface="+mn-lt"/>
          <a:ea typeface="+mn-ea"/>
          <a:cs typeface="+mn-cs"/>
        </a:defRPr>
      </a:lvl4pPr>
      <a:lvl5pPr marL="465795" algn="l" defTabSz="116449" rtl="0" eaLnBrk="1" latinLnBrk="0" hangingPunct="1">
        <a:defRPr sz="458" kern="1200">
          <a:solidFill>
            <a:schemeClr val="tx1"/>
          </a:solidFill>
          <a:latin typeface="+mn-lt"/>
          <a:ea typeface="+mn-ea"/>
          <a:cs typeface="+mn-cs"/>
        </a:defRPr>
      </a:lvl5pPr>
      <a:lvl6pPr marL="582244" algn="l" defTabSz="116449" rtl="0" eaLnBrk="1" latinLnBrk="0" hangingPunct="1">
        <a:defRPr sz="458" kern="1200">
          <a:solidFill>
            <a:schemeClr val="tx1"/>
          </a:solidFill>
          <a:latin typeface="+mn-lt"/>
          <a:ea typeface="+mn-ea"/>
          <a:cs typeface="+mn-cs"/>
        </a:defRPr>
      </a:lvl6pPr>
      <a:lvl7pPr marL="698693" algn="l" defTabSz="116449" rtl="0" eaLnBrk="1" latinLnBrk="0" hangingPunct="1">
        <a:defRPr sz="458" kern="1200">
          <a:solidFill>
            <a:schemeClr val="tx1"/>
          </a:solidFill>
          <a:latin typeface="+mn-lt"/>
          <a:ea typeface="+mn-ea"/>
          <a:cs typeface="+mn-cs"/>
        </a:defRPr>
      </a:lvl7pPr>
      <a:lvl8pPr marL="815142" algn="l" defTabSz="116449" rtl="0" eaLnBrk="1" latinLnBrk="0" hangingPunct="1">
        <a:defRPr sz="458" kern="1200">
          <a:solidFill>
            <a:schemeClr val="tx1"/>
          </a:solidFill>
          <a:latin typeface="+mn-lt"/>
          <a:ea typeface="+mn-ea"/>
          <a:cs typeface="+mn-cs"/>
        </a:defRPr>
      </a:lvl8pPr>
      <a:lvl9pPr marL="931591" algn="l" defTabSz="116449" rtl="0" eaLnBrk="1" latinLnBrk="0" hangingPunct="1">
        <a:defRPr sz="458"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hyperlink" Target="https://flyingdeuk.github.io/posts/B737-kneeboard/" TargetMode="External"/><Relationship Id="rId13" Type="http://schemas.openxmlformats.org/officeDocument/2006/relationships/slide" Target="slide60.xml"/><Relationship Id="rId18" Type="http://schemas.openxmlformats.org/officeDocument/2006/relationships/slide" Target="slide71.xml"/><Relationship Id="rId3" Type="http://schemas.openxmlformats.org/officeDocument/2006/relationships/slide" Target="slide2.xml"/><Relationship Id="rId7" Type="http://schemas.openxmlformats.org/officeDocument/2006/relationships/slide" Target="slide11.xml"/><Relationship Id="rId12" Type="http://schemas.openxmlformats.org/officeDocument/2006/relationships/slide" Target="slide57.xml"/><Relationship Id="rId17" Type="http://schemas.openxmlformats.org/officeDocument/2006/relationships/slide" Target="slide70.xml"/><Relationship Id="rId2" Type="http://schemas.openxmlformats.org/officeDocument/2006/relationships/notesSlide" Target="../notesSlides/notesSlide1.xml"/><Relationship Id="rId16" Type="http://schemas.openxmlformats.org/officeDocument/2006/relationships/slide" Target="slide66.xml"/><Relationship Id="rId1" Type="http://schemas.openxmlformats.org/officeDocument/2006/relationships/slideLayout" Target="../slideLayouts/slideLayout1.xml"/><Relationship Id="rId6" Type="http://schemas.openxmlformats.org/officeDocument/2006/relationships/slide" Target="slide9.xml"/><Relationship Id="rId11" Type="http://schemas.openxmlformats.org/officeDocument/2006/relationships/slide" Target="slide56.xml"/><Relationship Id="rId5" Type="http://schemas.openxmlformats.org/officeDocument/2006/relationships/slide" Target="slide7.xml"/><Relationship Id="rId15" Type="http://schemas.openxmlformats.org/officeDocument/2006/relationships/slide" Target="slide64.xml"/><Relationship Id="rId10" Type="http://schemas.openxmlformats.org/officeDocument/2006/relationships/slide" Target="slide55.xml"/><Relationship Id="rId4" Type="http://schemas.openxmlformats.org/officeDocument/2006/relationships/slide" Target="slide5.xml"/><Relationship Id="rId9" Type="http://schemas.openxmlformats.org/officeDocument/2006/relationships/hyperlink" Target="https://flyingdeuk.github.io/posts/A330-kneeboard/" TargetMode="External"/><Relationship Id="rId14" Type="http://schemas.openxmlformats.org/officeDocument/2006/relationships/slide" Target="slide62.xml"/></Relationships>
</file>

<file path=ppt/slides/_rels/slide2.xml.rels><?xml version="1.0" encoding="UTF-8" standalone="yes"?>
<Relationships xmlns="http://schemas.openxmlformats.org/package/2006/relationships"><Relationship Id="rId8" Type="http://schemas.openxmlformats.org/officeDocument/2006/relationships/slide" Target="slide18.xml"/><Relationship Id="rId3" Type="http://schemas.openxmlformats.org/officeDocument/2006/relationships/slide" Target="slide13.xml"/><Relationship Id="rId7" Type="http://schemas.openxmlformats.org/officeDocument/2006/relationships/slide" Target="slide17.xml"/><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slide" Target="slide16.xml"/><Relationship Id="rId5" Type="http://schemas.openxmlformats.org/officeDocument/2006/relationships/slide" Target="slide15.xml"/><Relationship Id="rId10" Type="http://schemas.openxmlformats.org/officeDocument/2006/relationships/slide" Target="slide20.xml"/><Relationship Id="rId4" Type="http://schemas.openxmlformats.org/officeDocument/2006/relationships/slide" Target="slide14.xml"/><Relationship Id="rId9" Type="http://schemas.openxmlformats.org/officeDocument/2006/relationships/slide" Target="slide19.xml"/></Relationships>
</file>

<file path=ppt/slides/_rels/slide3.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slide" Target="slide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slide" Target="slide26.xml"/><Relationship Id="rId3" Type="http://schemas.openxmlformats.org/officeDocument/2006/relationships/slide" Target="slide21.xml"/><Relationship Id="rId7" Type="http://schemas.openxmlformats.org/officeDocument/2006/relationships/slide" Target="slide25.xml"/><Relationship Id="rId12" Type="http://schemas.openxmlformats.org/officeDocument/2006/relationships/slide" Target="slide30.xml"/><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slide" Target="slide24.xml"/><Relationship Id="rId11" Type="http://schemas.openxmlformats.org/officeDocument/2006/relationships/slide" Target="slide29.xml"/><Relationship Id="rId5" Type="http://schemas.openxmlformats.org/officeDocument/2006/relationships/slide" Target="slide23.xml"/><Relationship Id="rId10" Type="http://schemas.openxmlformats.org/officeDocument/2006/relationships/slide" Target="slide28.xml"/><Relationship Id="rId4" Type="http://schemas.openxmlformats.org/officeDocument/2006/relationships/slide" Target="slide22.xml"/><Relationship Id="rId9" Type="http://schemas.openxmlformats.org/officeDocument/2006/relationships/slide" Target="slide27.xml"/></Relationships>
</file>

<file path=ppt/slides/_rels/slide6.xml.rels><?xml version="1.0" encoding="UTF-8" standalone="yes"?>
<Relationships xmlns="http://schemas.openxmlformats.org/package/2006/relationships"><Relationship Id="rId3" Type="http://schemas.openxmlformats.org/officeDocument/2006/relationships/slide" Target="slide5.xml"/><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slide" Target="slide31.xml"/><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slide" Target="slide35.xml"/><Relationship Id="rId5" Type="http://schemas.openxmlformats.org/officeDocument/2006/relationships/slide" Target="slide33.xml"/><Relationship Id="rId4" Type="http://schemas.openxmlformats.org/officeDocument/2006/relationships/slide" Target="slide32.xml"/></Relationships>
</file>

<file path=ppt/slides/_rels/slide8.xml.rels><?xml version="1.0" encoding="UTF-8" standalone="yes"?>
<Relationships xmlns="http://schemas.openxmlformats.org/package/2006/relationships"><Relationship Id="rId3" Type="http://schemas.openxmlformats.org/officeDocument/2006/relationships/slide" Target="slide7.xml"/><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8" Type="http://schemas.openxmlformats.org/officeDocument/2006/relationships/slide" Target="slide41.xml"/><Relationship Id="rId3" Type="http://schemas.openxmlformats.org/officeDocument/2006/relationships/slide" Target="slide36.xml"/><Relationship Id="rId7" Type="http://schemas.openxmlformats.org/officeDocument/2006/relationships/slide" Target="slide40.xml"/><Relationship Id="rId12" Type="http://schemas.openxmlformats.org/officeDocument/2006/relationships/slide" Target="slide45.xml"/><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slide" Target="slide39.xml"/><Relationship Id="rId11" Type="http://schemas.openxmlformats.org/officeDocument/2006/relationships/slide" Target="slide44.xml"/><Relationship Id="rId5" Type="http://schemas.openxmlformats.org/officeDocument/2006/relationships/slide" Target="slide38.xml"/><Relationship Id="rId10" Type="http://schemas.openxmlformats.org/officeDocument/2006/relationships/slide" Target="slide43.xml"/><Relationship Id="rId4" Type="http://schemas.openxmlformats.org/officeDocument/2006/relationships/slide" Target="slide37.xml"/><Relationship Id="rId9" Type="http://schemas.openxmlformats.org/officeDocument/2006/relationships/slide" Target="slide42.xml"/></Relationships>
</file>

<file path=ppt/slides/_rels/slide10.xml.rels><?xml version="1.0" encoding="UTF-8" standalone="yes"?>
<Relationships xmlns="http://schemas.openxmlformats.org/package/2006/relationships"><Relationship Id="rId3" Type="http://schemas.openxmlformats.org/officeDocument/2006/relationships/slide" Target="slide9.xml"/><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slide" Target="slide4.xml"/></Relationships>
</file>

<file path=ppt/slides/_rels/slide11.xml.rels><?xml version="1.0" encoding="UTF-8" standalone="yes"?>
<Relationships xmlns="http://schemas.openxmlformats.org/package/2006/relationships"><Relationship Id="rId8" Type="http://schemas.openxmlformats.org/officeDocument/2006/relationships/slide" Target="slide54.xml"/><Relationship Id="rId3" Type="http://schemas.openxmlformats.org/officeDocument/2006/relationships/slide" Target="slide46.xml"/><Relationship Id="rId7" Type="http://schemas.openxmlformats.org/officeDocument/2006/relationships/slide" Target="slide52.xml"/><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slide" Target="slide51.xml"/><Relationship Id="rId5" Type="http://schemas.openxmlformats.org/officeDocument/2006/relationships/slide" Target="slide49.xml"/><Relationship Id="rId4" Type="http://schemas.openxmlformats.org/officeDocument/2006/relationships/slide" Target="slide48.xml"/></Relationships>
</file>

<file path=ppt/slides/_rels/slide12.xml.rels><?xml version="1.0" encoding="UTF-8" standalone="yes"?>
<Relationships xmlns="http://schemas.openxmlformats.org/package/2006/relationships"><Relationship Id="rId3" Type="http://schemas.openxmlformats.org/officeDocument/2006/relationships/slide" Target="slide11.xml"/><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slide" Target="slide4.xml"/></Relationships>
</file>

<file path=ppt/slides/_rels/slide13.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SS-GMP/" TargetMode="External"/><Relationship Id="rId7" Type="http://schemas.openxmlformats.org/officeDocument/2006/relationships/slide" Target="slide2.xml"/><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3.jpg"/><Relationship Id="rId5" Type="http://schemas.openxmlformats.org/officeDocument/2006/relationships/image" Target="../media/image2.png"/><Relationship Id="rId4" Type="http://schemas.openxmlformats.org/officeDocument/2006/relationships/hyperlink" Target="https://flyingdeuk.github.io/posts/RKPC-CJU/" TargetMode="External"/></Relationships>
</file>

<file path=ppt/slides/_rels/slide14.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PC-CJU/" TargetMode="External"/><Relationship Id="rId7" Type="http://schemas.openxmlformats.org/officeDocument/2006/relationships/slide" Target="slide2.xml"/><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jpg"/><Relationship Id="rId4" Type="http://schemas.openxmlformats.org/officeDocument/2006/relationships/hyperlink" Target="https://flyingdeuk.github.io/posts/RKSS-GMP/" TargetMode="External"/></Relationships>
</file>

<file path=ppt/slides/_rels/slide15.xml.rels><?xml version="1.0" encoding="UTF-8" standalone="yes"?>
<Relationships xmlns="http://schemas.openxmlformats.org/package/2006/relationships"><Relationship Id="rId8" Type="http://schemas.openxmlformats.org/officeDocument/2006/relationships/slide" Target="slide2.xml"/><Relationship Id="rId3" Type="http://schemas.openxmlformats.org/officeDocument/2006/relationships/image" Target="../media/image3.jpg"/><Relationship Id="rId7"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hyperlink" Target="https://flyingdeuk.github.io/posts/RKPK-PUS/" TargetMode="External"/><Relationship Id="rId5" Type="http://schemas.openxmlformats.org/officeDocument/2006/relationships/hyperlink" Target="https://flyingdeuk.github.io/posts/RKSS-GMP/" TargetMode="External"/><Relationship Id="rId4" Type="http://schemas.openxmlformats.org/officeDocument/2006/relationships/slide" Target="slide68.xml"/><Relationship Id="rId9" Type="http://schemas.openxmlformats.org/officeDocument/2006/relationships/slide" Target="slide3.xml"/></Relationships>
</file>

<file path=ppt/slides/_rels/slide16.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PK-PUS/" TargetMode="External"/><Relationship Id="rId7" Type="http://schemas.openxmlformats.org/officeDocument/2006/relationships/slide" Target="slide2.xm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6.jpg"/><Relationship Id="rId4" Type="http://schemas.openxmlformats.org/officeDocument/2006/relationships/hyperlink" Target="https://flyingdeuk.github.io/posts/RKSS-GMP/" TargetMode="External"/></Relationships>
</file>

<file path=ppt/slides/_rels/slide17.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PC-CJU/" TargetMode="External"/><Relationship Id="rId7" Type="http://schemas.openxmlformats.org/officeDocument/2006/relationships/slide" Target="slide2.xml"/><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slide" Target="slide68.xml"/><Relationship Id="rId5" Type="http://schemas.openxmlformats.org/officeDocument/2006/relationships/image" Target="../media/image7.jpg"/><Relationship Id="rId4" Type="http://schemas.openxmlformats.org/officeDocument/2006/relationships/hyperlink" Target="https://flyingdeuk.github.io/posts/RKPK-PUS/" TargetMode="External"/></Relationships>
</file>

<file path=ppt/slides/_rels/slide18.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slide" Target="slide3.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slide" Target="slide2.xml"/><Relationship Id="rId5" Type="http://schemas.openxmlformats.org/officeDocument/2006/relationships/image" Target="../media/image8.jpg"/><Relationship Id="rId4" Type="http://schemas.openxmlformats.org/officeDocument/2006/relationships/hyperlink" Target="https://flyingdeuk.github.io/posts/RKPC-CJU/" TargetMode="External"/></Relationships>
</file>

<file path=ppt/slides/_rels/slide19.xml.rels><?xml version="1.0" encoding="UTF-8" standalone="yes"?>
<Relationships xmlns="http://schemas.openxmlformats.org/package/2006/relationships"><Relationship Id="rId3" Type="http://schemas.openxmlformats.org/officeDocument/2006/relationships/slide" Target="slide68.xml"/><Relationship Id="rId7" Type="http://schemas.openxmlformats.org/officeDocument/2006/relationships/slide" Target="slide3.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slide" Target="slide2.xml"/><Relationship Id="rId5" Type="http://schemas.openxmlformats.org/officeDocument/2006/relationships/hyperlink" Target="https://flyingdeuk.github.io/posts/RKPK-PUS/" TargetMode="External"/><Relationship Id="rId4" Type="http://schemas.openxmlformats.org/officeDocument/2006/relationships/hyperlink" Target="https://flyingdeuk.github.io/posts/RKSI-ICN/" TargetMode="External"/></Relationships>
</file>

<file path=ppt/slides/_rels/slide20.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image" Target="../media/image8.jp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2.xml"/><Relationship Id="rId4" Type="http://schemas.openxmlformats.org/officeDocument/2006/relationships/hyperlink" Target="https://flyingdeuk.github.io/posts/RKSI-ICN/" TargetMode="External"/></Relationships>
</file>

<file path=ppt/slides/_rels/slide21.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SS-GMP/" TargetMode="External"/><Relationship Id="rId7" Type="http://schemas.openxmlformats.org/officeDocument/2006/relationships/image" Target="../media/image3.jp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TT-HND/" TargetMode="External"/></Relationships>
</file>

<file path=ppt/slides/_rels/slide22.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hyperlink" Target="https://flyingdeuk.github.io/posts/RJTT-HND/" TargetMode="External"/><Relationship Id="rId7" Type="http://schemas.openxmlformats.org/officeDocument/2006/relationships/slide" Target="slide3.xml"/><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slide" Target="slide5.xml"/><Relationship Id="rId5" Type="http://schemas.openxmlformats.org/officeDocument/2006/relationships/image" Target="../media/image9.png"/><Relationship Id="rId4" Type="http://schemas.openxmlformats.org/officeDocument/2006/relationships/hyperlink" Target="https://flyingdeuk.github.io/posts/RKSS-GMP/" TargetMode="External"/></Relationships>
</file>

<file path=ppt/slides/_rels/slide2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BB-KIX/" TargetMode="External"/></Relationships>
</file>

<file path=ppt/slides/_rels/slide24.xml.rels><?xml version="1.0" encoding="UTF-8" standalone="yes"?>
<Relationships xmlns="http://schemas.openxmlformats.org/package/2006/relationships"><Relationship Id="rId3" Type="http://schemas.openxmlformats.org/officeDocument/2006/relationships/hyperlink" Target="https://flyingdeuk.github.io/posts/RJBB-KIX/" TargetMode="External"/><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slide" Target="slide5.xml"/><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AA-NRT/" TargetMode="External"/></Relationships>
</file>

<file path=ppt/slides/_rels/slide26.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5.xml"/><Relationship Id="rId4" Type="http://schemas.openxmlformats.org/officeDocument/2006/relationships/hyperlink" Target="https://flyingdeuk.github.io/posts/RKSI-ICN/" TargetMode="External"/></Relationships>
</file>

<file path=ppt/slides/_rels/slide2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TT-HND/" TargetMode="External"/></Relationships>
</file>

<file path=ppt/slides/_rels/slide28.xml.rels><?xml version="1.0" encoding="UTF-8" standalone="yes"?>
<Relationships xmlns="http://schemas.openxmlformats.org/package/2006/relationships"><Relationship Id="rId3" Type="http://schemas.openxmlformats.org/officeDocument/2006/relationships/hyperlink" Target="https://flyingdeuk.github.io/posts/RJTT-HND/" TargetMode="External"/><Relationship Id="rId7" Type="http://schemas.openxmlformats.org/officeDocument/2006/relationships/slide" Target="slide3.xml"/><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slide" Target="slide5.xml"/><Relationship Id="rId5" Type="http://schemas.openxmlformats.org/officeDocument/2006/relationships/image" Target="../media/image9.png"/><Relationship Id="rId4" Type="http://schemas.openxmlformats.org/officeDocument/2006/relationships/hyperlink" Target="https://flyingdeuk.github.io/posts/RKSI-ICN/" TargetMode="External"/></Relationships>
</file>

<file path=ppt/slides/_rels/slide2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FF-FUK/" TargetMode="External"/></Relationships>
</file>

<file path=ppt/slides/_rels/slide30.xml.rels><?xml version="1.0" encoding="UTF-8" standalone="yes"?>
<Relationships xmlns="http://schemas.openxmlformats.org/package/2006/relationships"><Relationship Id="rId3" Type="http://schemas.openxmlformats.org/officeDocument/2006/relationships/hyperlink" Target="https://flyingdeuk.github.io/posts/RJFF-FUK/" TargetMode="External"/><Relationship Id="rId7" Type="http://schemas.openxmlformats.org/officeDocument/2006/relationships/image" Target="../media/image10.jpe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5.xml"/><Relationship Id="rId4" Type="http://schemas.openxmlformats.org/officeDocument/2006/relationships/hyperlink" Target="https://flyingdeuk.github.io/posts/RKSI-ICN/" TargetMode="External"/></Relationships>
</file>

<file path=ppt/slides/_rels/slide3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slide" Target="slide8.xml"/><Relationship Id="rId5" Type="http://schemas.openxmlformats.org/officeDocument/2006/relationships/slide" Target="slide7.xml"/><Relationship Id="rId4" Type="http://schemas.openxmlformats.org/officeDocument/2006/relationships/hyperlink" Target="https://flyingdeuk.github.io/posts/VHHH-HKG/" TargetMode="External"/></Relationships>
</file>

<file path=ppt/slides/_rels/slide32.xml.rels><?xml version="1.0" encoding="UTF-8" standalone="yes"?>
<Relationships xmlns="http://schemas.openxmlformats.org/package/2006/relationships"><Relationship Id="rId3" Type="http://schemas.openxmlformats.org/officeDocument/2006/relationships/hyperlink" Target="https://flyingdeuk.github.io/posts/VHHH-HKG/" TargetMode="External"/><Relationship Id="rId7" Type="http://schemas.openxmlformats.org/officeDocument/2006/relationships/image" Target="../media/image11.jpe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7.xml"/><Relationship Id="rId4" Type="http://schemas.openxmlformats.org/officeDocument/2006/relationships/hyperlink" Target="https://flyingdeuk.github.io/posts/RKSI-ICN/" TargetMode="External"/></Relationships>
</file>

<file path=ppt/slides/_rels/slide3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slide" Target="slide8.xml"/><Relationship Id="rId5" Type="http://schemas.openxmlformats.org/officeDocument/2006/relationships/slide" Target="slide7.xml"/><Relationship Id="rId4" Type="http://schemas.openxmlformats.org/officeDocument/2006/relationships/hyperlink" Target="https://flyingdeuk.github.io/posts/ZBAA-PEK/" TargetMode="External"/></Relationships>
</file>

<file path=ppt/slides/_rels/slide34.xml.rels><?xml version="1.0" encoding="UTF-8" standalone="yes"?>
<Relationships xmlns="http://schemas.openxmlformats.org/package/2006/relationships"><Relationship Id="rId2" Type="http://schemas.openxmlformats.org/officeDocument/2006/relationships/slide" Target="slide7.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hyperlink" Target="https://flyingdeuk.github.io/posts/ZBAA-PEK/" TargetMode="External"/><Relationship Id="rId7" Type="http://schemas.openxmlformats.org/officeDocument/2006/relationships/slide" Target="slide3.xml"/><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slide" Target="slide7.xml"/><Relationship Id="rId5" Type="http://schemas.openxmlformats.org/officeDocument/2006/relationships/image" Target="../media/image12.jpeg"/><Relationship Id="rId4" Type="http://schemas.openxmlformats.org/officeDocument/2006/relationships/hyperlink" Target="https://flyingdeuk.github.io/posts/RKSI-ICN/" TargetMode="External"/></Relationships>
</file>

<file path=ppt/slides/_rels/slide36.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image" Target="../media/image8.jpg"/><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VTBS-BKK/" TargetMode="External"/></Relationships>
</file>

<file path=ppt/slides/_rels/slide37.xml.rels><?xml version="1.0" encoding="UTF-8" standalone="yes"?>
<Relationships xmlns="http://schemas.openxmlformats.org/package/2006/relationships"><Relationship Id="rId3" Type="http://schemas.openxmlformats.org/officeDocument/2006/relationships/hyperlink" Target="https://flyingdeuk.github.io/posts/VTBS-BKK/" TargetMode="External"/><Relationship Id="rId7" Type="http://schemas.openxmlformats.org/officeDocument/2006/relationships/slide" Target="slide68.xml"/><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PK-PUS/" TargetMode="External"/></Relationships>
</file>

<file path=ppt/slides/_rels/slide3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VTBS-BKK/" TargetMode="External"/></Relationships>
</file>

<file path=ppt/slides/_rels/slide39.xml.rels><?xml version="1.0" encoding="UTF-8" standalone="yes"?>
<Relationships xmlns="http://schemas.openxmlformats.org/package/2006/relationships"><Relationship Id="rId3" Type="http://schemas.openxmlformats.org/officeDocument/2006/relationships/hyperlink" Target="https://flyingdeuk.github.io/posts/VTBS-BKK/" TargetMode="External"/><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SI-ICN/" TargetMode="External"/></Relationships>
</file>

<file path=ppt/slides/_rels/slide4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WSSS-SIN/" TargetMode="External"/></Relationships>
</file>

<file path=ppt/slides/_rels/slide41.xml.rels><?xml version="1.0" encoding="UTF-8" standalone="yes"?>
<Relationships xmlns="http://schemas.openxmlformats.org/package/2006/relationships"><Relationship Id="rId3" Type="http://schemas.openxmlformats.org/officeDocument/2006/relationships/hyperlink" Target="https://flyingdeuk.github.io/posts/WSSS-SIN/" TargetMode="External"/><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SI-ICN/" TargetMode="External"/></Relationships>
</file>

<file path=ppt/slides/_rels/slide42.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VVDN-DAD/" TargetMode="External"/></Relationships>
</file>

<file path=ppt/slides/_rels/slide43.xml.rels><?xml version="1.0" encoding="UTF-8" standalone="yes"?>
<Relationships xmlns="http://schemas.openxmlformats.org/package/2006/relationships"><Relationship Id="rId3" Type="http://schemas.openxmlformats.org/officeDocument/2006/relationships/hyperlink" Target="https://flyingdeuk.github.io/posts/VVDN-DAD/" TargetMode="External"/><Relationship Id="rId7" Type="http://schemas.openxmlformats.org/officeDocument/2006/relationships/image" Target="../media/image13.jpeg"/><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SI-ICN/" TargetMode="External"/></Relationships>
</file>

<file path=ppt/slides/_rels/slide4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VVDN-DAD/" TargetMode="External"/></Relationships>
</file>

<file path=ppt/slides/_rels/slide45.xml.rels><?xml version="1.0" encoding="UTF-8" standalone="yes"?>
<Relationships xmlns="http://schemas.openxmlformats.org/package/2006/relationships"><Relationship Id="rId3" Type="http://schemas.openxmlformats.org/officeDocument/2006/relationships/hyperlink" Target="https://flyingdeuk.github.io/posts/VVTS-SGN/" TargetMode="External"/><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SI-ICN/" TargetMode="External"/></Relationships>
</file>

<file path=ppt/slides/_rels/slide46.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slide" Target="slide12.xml"/><Relationship Id="rId5" Type="http://schemas.openxmlformats.org/officeDocument/2006/relationships/slide" Target="slide11.xml"/><Relationship Id="rId4" Type="http://schemas.openxmlformats.org/officeDocument/2006/relationships/hyperlink" Target="https://flyingdeuk.github.io/posts/PHNL-HNL/" TargetMode="Externa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hyperlink" Target="https://flyingdeuk.github.io/posts/PHNL-HNL/" TargetMode="External"/><Relationship Id="rId7" Type="http://schemas.openxmlformats.org/officeDocument/2006/relationships/slide" Target="slide11.xml"/><Relationship Id="rId2" Type="http://schemas.openxmlformats.org/officeDocument/2006/relationships/notesSlide" Target="../notesSlides/notesSlide47.xml"/><Relationship Id="rId1" Type="http://schemas.openxmlformats.org/officeDocument/2006/relationships/slideLayout" Target="../slideLayouts/slideLayout2.xml"/><Relationship Id="rId6" Type="http://schemas.openxmlformats.org/officeDocument/2006/relationships/image" Target="../media/image14.jpe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4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12.xml"/><Relationship Id="rId4" Type="http://schemas.openxmlformats.org/officeDocument/2006/relationships/hyperlink" Target="https://flyingdeuk.github.io/posts/YSSY-SYD/" TargetMode="Externa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hyperlink" Target="https://flyingdeuk.github.io/posts/YSSY-SYD" TargetMode="External"/><Relationship Id="rId2" Type="http://schemas.openxmlformats.org/officeDocument/2006/relationships/notesSlide" Target="../notesSlides/notesSlide50.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2.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51.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12.xml"/><Relationship Id="rId4" Type="http://schemas.openxmlformats.org/officeDocument/2006/relationships/hyperlink" Target="https://flyingdeuk.github.io/posts/YBBN-BNE/" TargetMode="Externa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hyperlink" Target="https://flyingdeuk.github.io/posts/YBBN-BNE" TargetMode="External"/><Relationship Id="rId2" Type="http://schemas.openxmlformats.org/officeDocument/2006/relationships/notesSlide" Target="../notesSlides/notesSlide53.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slide" Target="slide7.xml"/><Relationship Id="rId2" Type="http://schemas.openxmlformats.org/officeDocument/2006/relationships/notesSlide" Target="../notesSlides/notesSlide58.xml"/><Relationship Id="rId1" Type="http://schemas.openxmlformats.org/officeDocument/2006/relationships/slideLayout" Target="../slideLayouts/slideLayout2.xml"/><Relationship Id="rId5" Type="http://schemas.openxmlformats.org/officeDocument/2006/relationships/slide" Target="slide2.xml"/><Relationship Id="rId4" Type="http://schemas.openxmlformats.org/officeDocument/2006/relationships/slide" Target="slide5.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slide" Target="slide62.xml"/><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4.xml"/><Relationship Id="rId1" Type="http://schemas.openxmlformats.org/officeDocument/2006/relationships/slideLayout" Target="../slideLayouts/slideLayout2.xml"/><Relationship Id="rId4" Type="http://schemas.openxmlformats.org/officeDocument/2006/relationships/slide" Target="slide62.xml"/></Relationships>
</file>

<file path=ppt/slides/_rels/slide6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66.xml"/><Relationship Id="rId1" Type="http://schemas.openxmlformats.org/officeDocument/2006/relationships/slideLayout" Target="../slideLayouts/slideLayout2.xml"/><Relationship Id="rId6" Type="http://schemas.openxmlformats.org/officeDocument/2006/relationships/image" Target="../media/image19.jpeg"/><Relationship Id="rId5" Type="http://schemas.openxmlformats.org/officeDocument/2006/relationships/image" Target="../media/image18.jpeg"/><Relationship Id="rId4" Type="http://schemas.openxmlformats.org/officeDocument/2006/relationships/slide" Target="slide2.xml"/></Relationships>
</file>

<file path=ppt/slides/_rels/slide69.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67.xml"/><Relationship Id="rId1" Type="http://schemas.openxmlformats.org/officeDocument/2006/relationships/slideLayout" Target="../slideLayouts/slideLayout2.xml"/><Relationship Id="rId4" Type="http://schemas.openxmlformats.org/officeDocument/2006/relationships/slide" Target="slide2.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937584125"/>
              </p:ext>
            </p:extLst>
          </p:nvPr>
        </p:nvGraphicFramePr>
        <p:xfrm>
          <a:off x="98101" y="1122495"/>
          <a:ext cx="2132650" cy="1991768"/>
        </p:xfrm>
        <a:graphic>
          <a:graphicData uri="http://schemas.openxmlformats.org/drawingml/2006/table">
            <a:tbl>
              <a:tblPr firstRow="1" bandRow="1">
                <a:noFill/>
                <a:tableStyleId>{A521BE36-7E6F-4EC9-8D66-1CF97A6895EC}</a:tableStyleId>
              </a:tblPr>
              <a:tblGrid>
                <a:gridCol w="2132650">
                  <a:extLst>
                    <a:ext uri="{9D8B030D-6E8A-4147-A177-3AD203B41FA5}">
                      <a16:colId xmlns:a16="http://schemas.microsoft.com/office/drawing/2014/main" val="20000"/>
                    </a:ext>
                  </a:extLst>
                </a:gridCol>
              </a:tblGrid>
              <a:tr h="397007">
                <a:tc>
                  <a:txBody>
                    <a:bodyPr/>
                    <a:lstStyle/>
                    <a:p>
                      <a:pPr marL="0" marR="0" lvl="0" indent="0" algn="ctr" rtl="0">
                        <a:spcBef>
                          <a:spcPts val="0"/>
                        </a:spcBef>
                        <a:spcAft>
                          <a:spcPts val="0"/>
                        </a:spcAft>
                        <a:buNone/>
                      </a:pPr>
                      <a:r>
                        <a:rPr lang="en-US" sz="2400" b="1" u="none" strike="noStrike" cap="none" dirty="0">
                          <a:solidFill>
                            <a:schemeClr val="tx1"/>
                          </a:solidFill>
                          <a:latin typeface="Calibri"/>
                          <a:cs typeface="Calibri"/>
                          <a:sym typeface="Calibri"/>
                          <a:hlinkClick r:id="rId3" action="ppaction://hlinksldjump">
                            <a:extLst>
                              <a:ext uri="{A12FA001-AC4F-418D-AE19-62706E023703}">
                                <ahyp:hlinkClr xmlns:ahyp="http://schemas.microsoft.com/office/drawing/2018/hyperlinkcolor" val="tx"/>
                              </a:ext>
                            </a:extLst>
                          </a:hlinkClick>
                        </a:rPr>
                        <a:t>Domestic</a:t>
                      </a:r>
                      <a:endParaRPr sz="2400" b="1" u="none" strike="noStrike" cap="none" dirty="0">
                        <a:solidFill>
                          <a:schemeClr val="tx1"/>
                        </a:solidFill>
                        <a:latin typeface="Calibri"/>
                        <a:cs typeface="Calibri"/>
                        <a:sym typeface="Calibri"/>
                      </a:endParaRPr>
                    </a:p>
                  </a:txBody>
                  <a:tcPr marL="0" marR="0" marT="0" marB="0" anchor="ctr"/>
                </a:tc>
                <a:extLst>
                  <a:ext uri="{0D108BD9-81ED-4DB2-BD59-A6C34878D82A}">
                    <a16:rowId xmlns:a16="http://schemas.microsoft.com/office/drawing/2014/main" val="10000"/>
                  </a:ext>
                </a:extLst>
              </a:tr>
              <a:tr h="397007">
                <a:tc>
                  <a:txBody>
                    <a:bodyPr/>
                    <a:lstStyle/>
                    <a:p>
                      <a:pPr marL="0" marR="0" lvl="0" indent="0" algn="ctr" rtl="0">
                        <a:spcBef>
                          <a:spcPts val="0"/>
                        </a:spcBef>
                        <a:spcAft>
                          <a:spcPts val="0"/>
                        </a:spcAft>
                        <a:buNone/>
                      </a:pPr>
                      <a:r>
                        <a:rPr lang="en-US" sz="2400" b="1" u="none" strike="noStrike" cap="none" dirty="0">
                          <a:solidFill>
                            <a:srgbClr val="0070C0"/>
                          </a:solidFill>
                          <a:latin typeface="Calibri"/>
                          <a:ea typeface="Calibri"/>
                          <a:cs typeface="Calibri"/>
                          <a:sym typeface="Calibri"/>
                          <a:hlinkClick r:id="rId4" action="ppaction://hlinksldjump">
                            <a:extLst>
                              <a:ext uri="{A12FA001-AC4F-418D-AE19-62706E023703}">
                                <ahyp:hlinkClr xmlns:ahyp="http://schemas.microsoft.com/office/drawing/2018/hyperlinkcolor" val="tx"/>
                              </a:ext>
                            </a:extLst>
                          </a:hlinkClick>
                        </a:rPr>
                        <a:t>Japan</a:t>
                      </a:r>
                      <a:endParaRPr sz="2400" b="1" u="none" strike="noStrike" cap="none" dirty="0">
                        <a:solidFill>
                          <a:srgbClr val="0070C0"/>
                        </a:solidFill>
                        <a:latin typeface="Calibri"/>
                        <a:cs typeface="Calibri"/>
                        <a:sym typeface="Calibri"/>
                      </a:endParaRPr>
                    </a:p>
                  </a:txBody>
                  <a:tcPr marL="0" marR="0" marT="0" marB="0" anchor="ctr"/>
                </a:tc>
                <a:extLst>
                  <a:ext uri="{0D108BD9-81ED-4DB2-BD59-A6C34878D82A}">
                    <a16:rowId xmlns:a16="http://schemas.microsoft.com/office/drawing/2014/main" val="10001"/>
                  </a:ext>
                </a:extLst>
              </a:tr>
              <a:tr h="397007">
                <a:tc>
                  <a:txBody>
                    <a:bodyPr/>
                    <a:lstStyle/>
                    <a:p>
                      <a:pPr marL="0" marR="0" lvl="0" indent="0" algn="ctr" rtl="0">
                        <a:spcBef>
                          <a:spcPts val="0"/>
                        </a:spcBef>
                        <a:spcAft>
                          <a:spcPts val="0"/>
                        </a:spcAft>
                        <a:buNone/>
                      </a:pPr>
                      <a:r>
                        <a:rPr lang="en-US" sz="2400" b="1" u="none" strike="noStrike" cap="none" dirty="0">
                          <a:solidFill>
                            <a:srgbClr val="00B050"/>
                          </a:solidFill>
                          <a:latin typeface="Calibri"/>
                          <a:ea typeface="Calibri"/>
                          <a:cs typeface="Calibri"/>
                          <a:sym typeface="Calibri"/>
                          <a:hlinkClick r:id="rId5" action="ppaction://hlinksldjump">
                            <a:extLst>
                              <a:ext uri="{A12FA001-AC4F-418D-AE19-62706E023703}">
                                <ahyp:hlinkClr xmlns:ahyp="http://schemas.microsoft.com/office/drawing/2018/hyperlinkcolor" val="tx"/>
                              </a:ext>
                            </a:extLst>
                          </a:hlinkClick>
                        </a:rPr>
                        <a:t>China</a:t>
                      </a:r>
                      <a:endParaRPr lang="en-US" altLang="ko-Kore-KR" sz="2400" b="1" u="none" strike="noStrike" cap="none" dirty="0">
                        <a:solidFill>
                          <a:srgbClr val="00B050"/>
                        </a:solidFill>
                        <a:latin typeface="Calibri"/>
                        <a:cs typeface="Calibri"/>
                        <a:sym typeface="Calibri"/>
                      </a:endParaRPr>
                    </a:p>
                  </a:txBody>
                  <a:tcPr marL="0" marR="0" marT="0" marB="0" anchor="ctr"/>
                </a:tc>
                <a:extLst>
                  <a:ext uri="{0D108BD9-81ED-4DB2-BD59-A6C34878D82A}">
                    <a16:rowId xmlns:a16="http://schemas.microsoft.com/office/drawing/2014/main" val="10002"/>
                  </a:ext>
                </a:extLst>
              </a:tr>
              <a:tr h="397007">
                <a:tc>
                  <a:txBody>
                    <a:bodyPr/>
                    <a:lstStyle/>
                    <a:p>
                      <a:pPr marL="0" marR="0" lvl="0" indent="0" algn="ctr" rtl="0">
                        <a:spcBef>
                          <a:spcPts val="0"/>
                        </a:spcBef>
                        <a:spcAft>
                          <a:spcPts val="0"/>
                        </a:spcAft>
                        <a:buNone/>
                      </a:pPr>
                      <a:r>
                        <a:rPr lang="en-US" sz="2400" b="1" u="none" strike="noStrike" cap="none" dirty="0">
                          <a:solidFill>
                            <a:srgbClr val="AA47F5"/>
                          </a:solidFill>
                          <a:latin typeface="Calibri"/>
                          <a:ea typeface="Calibri"/>
                          <a:cs typeface="Calibri"/>
                          <a:sym typeface="Calibri"/>
                          <a:hlinkClick r:id="rId6" action="ppaction://hlinksldjump">
                            <a:extLst>
                              <a:ext uri="{A12FA001-AC4F-418D-AE19-62706E023703}">
                                <ahyp:hlinkClr xmlns:ahyp="http://schemas.microsoft.com/office/drawing/2018/hyperlinkcolor" val="tx"/>
                              </a:ext>
                            </a:extLst>
                          </a:hlinkClick>
                        </a:rPr>
                        <a:t>Asia</a:t>
                      </a:r>
                      <a:endParaRPr lang="en-US" altLang="ko-Kore-KR" sz="2400" b="1" u="none" strike="noStrike" cap="none" dirty="0">
                        <a:solidFill>
                          <a:srgbClr val="AA47F5"/>
                        </a:solidFill>
                        <a:latin typeface="Calibri"/>
                        <a:cs typeface="Calibri"/>
                        <a:sym typeface="Calibri"/>
                      </a:endParaRPr>
                    </a:p>
                  </a:txBody>
                  <a:tcPr marL="0" marR="0" marT="0" marB="0" anchor="ctr"/>
                </a:tc>
                <a:extLst>
                  <a:ext uri="{0D108BD9-81ED-4DB2-BD59-A6C34878D82A}">
                    <a16:rowId xmlns:a16="http://schemas.microsoft.com/office/drawing/2014/main" val="10003"/>
                  </a:ext>
                </a:extLst>
              </a:tr>
              <a:tr h="403740">
                <a:tc>
                  <a:txBody>
                    <a:bodyPr/>
                    <a:lstStyle/>
                    <a:p>
                      <a:pPr marL="0" marR="0" lvl="0" indent="0" algn="ctr" rtl="0">
                        <a:spcBef>
                          <a:spcPts val="0"/>
                        </a:spcBef>
                        <a:spcAft>
                          <a:spcPts val="0"/>
                        </a:spcAft>
                        <a:buNone/>
                      </a:pPr>
                      <a:r>
                        <a:rPr lang="en-US" altLang="ko-Kore-KR" sz="2400" b="1" u="none" strike="noStrike" cap="none" dirty="0">
                          <a:solidFill>
                            <a:srgbClr val="FFC000"/>
                          </a:solidFill>
                          <a:latin typeface="Calibri"/>
                          <a:cs typeface="Calibri"/>
                          <a:sym typeface="Calibri"/>
                          <a:hlinkClick r:id="rId7" action="ppaction://hlinksldjump">
                            <a:extLst>
                              <a:ext uri="{A12FA001-AC4F-418D-AE19-62706E023703}">
                                <ahyp:hlinkClr xmlns:ahyp="http://schemas.microsoft.com/office/drawing/2018/hyperlinkcolor" val="tx"/>
                              </a:ext>
                            </a:extLst>
                          </a:hlinkClick>
                        </a:rPr>
                        <a:t>Oceania</a:t>
                      </a:r>
                      <a:endParaRPr lang="en-US" altLang="ko-Kore-KR" sz="2400" b="1" u="none" strike="noStrike" cap="none" dirty="0">
                        <a:solidFill>
                          <a:srgbClr val="FFC000"/>
                        </a:solidFill>
                        <a:latin typeface="Calibri"/>
                        <a:cs typeface="Calibri"/>
                        <a:sym typeface="Calibri"/>
                      </a:endParaRPr>
                    </a:p>
                  </a:txBody>
                  <a:tcPr marL="0" marR="0" marT="0" marB="0" anchor="ctr"/>
                </a:tc>
                <a:extLst>
                  <a:ext uri="{0D108BD9-81ED-4DB2-BD59-A6C34878D82A}">
                    <a16:rowId xmlns:a16="http://schemas.microsoft.com/office/drawing/2014/main" val="2949207752"/>
                  </a:ext>
                </a:extLst>
              </a:tr>
            </a:tbl>
          </a:graphicData>
        </a:graphic>
      </p:graphicFrame>
      <p:sp>
        <p:nvSpPr>
          <p:cNvPr id="89" name="Google Shape;89;p1">
            <a:hlinkClick r:id="rId8"/>
          </p:cNvPr>
          <p:cNvSpPr/>
          <p:nvPr/>
        </p:nvSpPr>
        <p:spPr>
          <a:xfrm>
            <a:off x="11947" y="-38794"/>
            <a:ext cx="2332054" cy="861734"/>
          </a:xfrm>
          <a:prstGeom prst="rect">
            <a:avLst/>
          </a:prstGeom>
          <a:noFill/>
          <a:ln>
            <a:noFill/>
          </a:ln>
        </p:spPr>
        <p:txBody>
          <a:bodyPr spcFirstLastPara="1" wrap="square" lIns="36000" tIns="45700" rIns="36000" bIns="45700" anchor="ctr" anchorCtr="0">
            <a:spAutoFit/>
          </a:bodyPr>
          <a:lstStyle/>
          <a:p>
            <a:pPr marL="0" marR="0" lvl="0" indent="0" rtl="0">
              <a:spcBef>
                <a:spcPts val="0"/>
              </a:spcBef>
              <a:spcAft>
                <a:spcPts val="0"/>
              </a:spcAft>
              <a:buNone/>
            </a:pPr>
            <a:r>
              <a:rPr lang="en-US"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9"/>
              </a:rPr>
              <a:t>A330</a:t>
            </a:r>
          </a:p>
          <a:p>
            <a:pPr marL="0" marR="0" lvl="0" indent="0" algn="ctr" rtl="0">
              <a:spcBef>
                <a:spcPts val="0"/>
              </a:spcBef>
              <a:spcAft>
                <a:spcPts val="0"/>
              </a:spcAft>
              <a:buNone/>
            </a:pPr>
            <a:r>
              <a:rPr lang="en-US"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9"/>
              </a:rPr>
              <a:t>KneeBoard</a:t>
            </a:r>
            <a:endParaRPr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endParaRPr>
          </a:p>
        </p:txBody>
      </p:sp>
      <p:graphicFrame>
        <p:nvGraphicFramePr>
          <p:cNvPr id="90" name="Google Shape;90;p1"/>
          <p:cNvGraphicFramePr/>
          <p:nvPr>
            <p:extLst>
              <p:ext uri="{D42A27DB-BD31-4B8C-83A1-F6EECF244321}">
                <p14:modId xmlns:p14="http://schemas.microsoft.com/office/powerpoint/2010/main" val="671789592"/>
              </p:ext>
            </p:extLst>
          </p:nvPr>
        </p:nvGraphicFramePr>
        <p:xfrm>
          <a:off x="185895" y="3233576"/>
          <a:ext cx="1969476" cy="2225704"/>
        </p:xfrm>
        <a:graphic>
          <a:graphicData uri="http://schemas.openxmlformats.org/drawingml/2006/table">
            <a:tbl>
              <a:tblPr firstRow="1" bandRow="1">
                <a:noFill/>
                <a:tableStyleId>{A521BE36-7E6F-4EC9-8D66-1CF97A6895EC}</a:tableStyleId>
              </a:tblPr>
              <a:tblGrid>
                <a:gridCol w="984738">
                  <a:extLst>
                    <a:ext uri="{9D8B030D-6E8A-4147-A177-3AD203B41FA5}">
                      <a16:colId xmlns:a16="http://schemas.microsoft.com/office/drawing/2014/main" val="20000"/>
                    </a:ext>
                  </a:extLst>
                </a:gridCol>
                <a:gridCol w="984738">
                  <a:extLst>
                    <a:ext uri="{9D8B030D-6E8A-4147-A177-3AD203B41FA5}">
                      <a16:colId xmlns:a16="http://schemas.microsoft.com/office/drawing/2014/main" val="20001"/>
                    </a:ext>
                  </a:extLst>
                </a:gridCol>
              </a:tblGrid>
              <a:tr h="278213">
                <a:tc gridSpan="2">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Supplement</a:t>
                      </a:r>
                      <a:endParaRPr sz="1400" b="1" u="none" strike="noStrike" cap="none" dirty="0">
                        <a:solidFill>
                          <a:schemeClr val="bg1"/>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0"/>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B050"/>
                          </a:solidFill>
                          <a:latin typeface="Calibri"/>
                          <a:ea typeface="Calibri"/>
                          <a:cs typeface="Calibri"/>
                          <a:sym typeface="Calibri"/>
                          <a:hlinkClick r:id="rId10" action="ppaction://hlinksldjump">
                            <a:extLst>
                              <a:ext uri="{A12FA001-AC4F-418D-AE19-62706E023703}">
                                <ahyp:hlinkClr xmlns:ahyp="http://schemas.microsoft.com/office/drawing/2018/hyperlinkcolor" val="tx"/>
                              </a:ext>
                            </a:extLst>
                          </a:hlinkClick>
                        </a:rPr>
                        <a:t>Differences</a:t>
                      </a:r>
                      <a:endParaRPr lang="en-US" altLang="ko-Kore-KR" sz="1400" b="1" u="none" strike="noStrike" cap="none" dirty="0">
                        <a:solidFill>
                          <a:srgbClr val="00B050"/>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1728321702"/>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1" action="ppaction://hlinksldjump">
                            <a:extLst>
                              <a:ext uri="{A12FA001-AC4F-418D-AE19-62706E023703}">
                                <ahyp:hlinkClr xmlns:ahyp="http://schemas.microsoft.com/office/drawing/2018/hyperlinkcolor" val="tx"/>
                              </a:ext>
                            </a:extLst>
                          </a:hlinkClick>
                        </a:rPr>
                        <a:t>FUEL Consumption</a:t>
                      </a:r>
                      <a:endParaRPr lang="en-US" altLang="ko-Kore-KR" sz="1400" b="1" u="none" strike="noStrike" cap="none" dirty="0">
                        <a:solidFill>
                          <a:srgbClr val="7030A0"/>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966151611"/>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LP Aircon/ HP StartUnit</a:t>
                      </a:r>
                      <a:r>
                        <a:rPr lang="en-US" altLang="ko-Kore-KR" sz="1400" b="1" u="none" strike="noStrike" cap="none" dirty="0">
                          <a:solidFill>
                            <a:srgbClr val="7030A0"/>
                          </a:solidFill>
                          <a:latin typeface="Calibri"/>
                          <a:ea typeface="Calibri"/>
                          <a:cs typeface="Calibri"/>
                          <a:sym typeface="Calibri"/>
                        </a:rPr>
                        <a:t> </a:t>
                      </a:r>
                    </a:p>
                  </a:txBody>
                  <a:tcPr marL="91450" marR="91450" marT="0" marB="0" anchor="ctr"/>
                </a:tc>
                <a:tc hMerge="1">
                  <a:txBody>
                    <a:bodyPr/>
                    <a:lstStyle/>
                    <a:p>
                      <a:endParaRPr lang="ko-Kore-KR" altLang="en-US"/>
                    </a:p>
                  </a:txBody>
                  <a:tcPr/>
                </a:tc>
                <a:extLst>
                  <a:ext uri="{0D108BD9-81ED-4DB2-BD59-A6C34878D82A}">
                    <a16:rowId xmlns:a16="http://schemas.microsoft.com/office/drawing/2014/main" val="211395324"/>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70C0"/>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Cold Temp Correction</a:t>
                      </a:r>
                      <a:endParaRPr lang="en-US" altLang="ko-Kore-K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2"/>
                  </a:ext>
                </a:extLst>
              </a:tr>
              <a:tr h="278213">
                <a:tc gridSpan="2">
                  <a:txBody>
                    <a:bodyPr/>
                    <a:lstStyle/>
                    <a:p>
                      <a:pPr marL="0" marR="0" lvl="0" indent="0" algn="ctr" rtl="0">
                        <a:spcBef>
                          <a:spcPts val="0"/>
                        </a:spcBef>
                        <a:spcAft>
                          <a:spcPts val="0"/>
                        </a:spcAft>
                        <a:buNone/>
                      </a:pPr>
                      <a:r>
                        <a:rPr lang="en-US" sz="1400" b="1" u="none" strike="noStrike" cap="none" dirty="0">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Cold </a:t>
                      </a:r>
                      <a:r>
                        <a:rPr lang="en-US" sz="1400" b="1" u="none" strike="noStrike" cap="none" dirty="0" err="1">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Wx</a:t>
                      </a:r>
                      <a:r>
                        <a:rPr lang="en-US" sz="1400" b="1" u="none" strike="noStrike" cap="none" dirty="0">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 Operation</a:t>
                      </a:r>
                      <a:endParaRP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3"/>
                  </a:ext>
                </a:extLst>
              </a:tr>
              <a:tr h="278213">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ENG ON </a:t>
                      </a:r>
                      <a:r>
                        <a:rPr lang="en-US" sz="9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ENG OFF</a:t>
                      </a:r>
                      <a:r>
                        <a:rPr lang="en-US" sz="9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10004"/>
                  </a:ext>
                </a:extLst>
              </a:tr>
              <a:tr h="278213">
                <a:tc>
                  <a:txBody>
                    <a:bodyPr/>
                    <a:lstStyle/>
                    <a:p>
                      <a:pPr marL="0" marR="0" lvl="0" indent="0" algn="ctr" rtl="0">
                        <a:spcBef>
                          <a:spcPts val="0"/>
                        </a:spcBef>
                        <a:spcAft>
                          <a:spcPts val="0"/>
                        </a:spcAft>
                        <a:buNone/>
                      </a:pPr>
                      <a:r>
                        <a:rPr lang="en-US" sz="1400" b="1" u="none" strike="noStrike" cap="none" dirty="0">
                          <a:solidFill>
                            <a:srgbClr val="F28943"/>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QRH</a:t>
                      </a:r>
                      <a:endParaRPr sz="1400" b="1" u="none" strike="noStrike" cap="none" dirty="0">
                        <a:solidFill>
                          <a:srgbClr val="F28943"/>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400" b="1" u="none" strike="noStrike" cap="none" dirty="0">
                          <a:solidFill>
                            <a:schemeClr val="bg2"/>
                          </a:solidFill>
                          <a:latin typeface="Calibri"/>
                          <a:ea typeface="Calibri"/>
                          <a:cs typeface="Calibri"/>
                          <a:sym typeface="Calibri"/>
                          <a:hlinkClick r:id="rId18" action="ppaction://hlinksldjump"/>
                        </a:rPr>
                        <a:t>RESET</a:t>
                      </a:r>
                      <a:endParaRPr sz="1400" b="1" u="none" strike="noStrike" cap="none" dirty="0">
                        <a:solidFill>
                          <a:schemeClr val="bg2"/>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2972723870"/>
                  </a:ext>
                </a:extLst>
              </a:tr>
            </a:tbl>
          </a:graphicData>
        </a:graphic>
      </p:graphicFrame>
      <p:sp>
        <p:nvSpPr>
          <p:cNvPr id="91" name="Google Shape;91;p1"/>
          <p:cNvSpPr txBox="1"/>
          <p:nvPr/>
        </p:nvSpPr>
        <p:spPr>
          <a:xfrm>
            <a:off x="1384420" y="818320"/>
            <a:ext cx="920606"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i="0" u="none" strike="noStrike" cap="none" dirty="0">
                <a:solidFill>
                  <a:schemeClr val="dk1"/>
                </a:solidFill>
                <a:latin typeface="Calibri"/>
                <a:ea typeface="Calibri"/>
                <a:cs typeface="Calibri"/>
                <a:sym typeface="Calibri"/>
              </a:rPr>
              <a:t>by </a:t>
            </a:r>
            <a:r>
              <a:rPr lang="en-US" sz="1000" b="1" i="0" u="none" strike="noStrike" cap="none" dirty="0" err="1">
                <a:solidFill>
                  <a:schemeClr val="dk1"/>
                </a:solidFill>
                <a:latin typeface="Calibri"/>
                <a:ea typeface="Calibri"/>
                <a:cs typeface="Calibri"/>
                <a:sym typeface="Calibri"/>
              </a:rPr>
              <a:t>Flyingdeuk</a:t>
            </a:r>
            <a:endParaRPr sz="1000" b="1" dirty="0">
              <a:solidFill>
                <a:schemeClr val="dk1"/>
              </a:solidFill>
              <a:latin typeface="Calibri"/>
              <a:ea typeface="Calibri"/>
              <a:cs typeface="Calibri"/>
              <a:sym typeface="Calibri"/>
            </a:endParaRPr>
          </a:p>
        </p:txBody>
      </p:sp>
      <p:sp>
        <p:nvSpPr>
          <p:cNvPr id="92" name="Google Shape;92;p1"/>
          <p:cNvSpPr txBox="1"/>
          <p:nvPr/>
        </p:nvSpPr>
        <p:spPr>
          <a:xfrm>
            <a:off x="1437992" y="58256"/>
            <a:ext cx="1025795" cy="26157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100" b="1" dirty="0">
                <a:solidFill>
                  <a:srgbClr val="0070C0"/>
                </a:solidFill>
                <a:latin typeface="Calibri"/>
                <a:ea typeface="Calibri"/>
                <a:cs typeface="Calibri"/>
                <a:sym typeface="Calibri"/>
              </a:rPr>
              <a:t>VER. 25.4.4</a:t>
            </a:r>
            <a:endParaRPr sz="1100" b="1" dirty="0">
              <a:solidFill>
                <a:srgbClr val="0070C0"/>
              </a:solidFill>
              <a:latin typeface="Calibri"/>
              <a:ea typeface="Calibri"/>
              <a:cs typeface="Calibri"/>
              <a:sym typeface="Calibri"/>
            </a:endParaRPr>
          </a:p>
        </p:txBody>
      </p:sp>
      <p:sp>
        <p:nvSpPr>
          <p:cNvPr id="2" name="TextBox 1">
            <a:extLst>
              <a:ext uri="{FF2B5EF4-FFF2-40B4-BE49-F238E27FC236}">
                <a16:creationId xmlns:a16="http://schemas.microsoft.com/office/drawing/2014/main" id="{0057724C-88B0-A932-6665-9CCC34DC2660}"/>
              </a:ext>
            </a:extLst>
          </p:cNvPr>
          <p:cNvSpPr txBox="1"/>
          <p:nvPr/>
        </p:nvSpPr>
        <p:spPr>
          <a:xfrm>
            <a:off x="84097" y="808050"/>
            <a:ext cx="1393563" cy="246221"/>
          </a:xfrm>
          <a:prstGeom prst="rect">
            <a:avLst/>
          </a:prstGeom>
          <a:noFill/>
        </p:spPr>
        <p:txBody>
          <a:bodyPr wrap="square" rtlCol="0">
            <a:spAutoFit/>
          </a:bodyPr>
          <a:lstStyle/>
          <a:p>
            <a:r>
              <a:rPr lang="en-US" altLang="ko-Kore-KR" sz="1000" u="none" strike="noStrike" cap="none" dirty="0">
                <a:latin typeface="Calibri"/>
                <a:ea typeface="Calibri"/>
                <a:cs typeface="Calibri"/>
                <a:sym typeface="Calibri"/>
              </a:rPr>
              <a:t>☝️ </a:t>
            </a:r>
            <a:r>
              <a:rPr kumimoji="1" lang="en-US" altLang="ko-Kore-KR" sz="900" b="1" u="sng" dirty="0">
                <a:solidFill>
                  <a:schemeClr val="accent1"/>
                </a:solidFill>
              </a:rPr>
              <a:t>Click for Update</a:t>
            </a:r>
            <a:endParaRPr kumimoji="1" lang="ko-Kore-KR" altLang="en-US" sz="900" b="1" u="sng" dirty="0">
              <a:solidFill>
                <a:schemeClr val="accent1"/>
              </a:solidFill>
            </a:endParaRPr>
          </a:p>
        </p:txBody>
      </p:sp>
    </p:spTree>
    <p:extLst>
      <p:ext uri="{BB962C8B-B14F-4D97-AF65-F5344CB8AC3E}">
        <p14:creationId xmlns:p14="http://schemas.microsoft.com/office/powerpoint/2010/main" val="17839529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3965341495"/>
              </p:ext>
            </p:extLst>
          </p:nvPr>
        </p:nvGraphicFramePr>
        <p:xfrm>
          <a:off x="98101" y="132865"/>
          <a:ext cx="2132650" cy="4096062"/>
        </p:xfrm>
        <a:graphic>
          <a:graphicData uri="http://schemas.openxmlformats.org/drawingml/2006/table">
            <a:tbl>
              <a:tblPr firstRow="1" bandRow="1">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972615961"/>
                    </a:ext>
                  </a:extLst>
                </a:gridCol>
              </a:tblGrid>
              <a:tr h="948086">
                <a:tc gridSpan="2">
                  <a:txBody>
                    <a:bodyPr/>
                    <a:lstStyle/>
                    <a:p>
                      <a:pPr marL="0" marR="0" lvl="0" indent="0" algn="ctr" rtl="0">
                        <a:spcBef>
                          <a:spcPts val="0"/>
                        </a:spcBef>
                        <a:spcAft>
                          <a:spcPts val="0"/>
                        </a:spcAft>
                        <a:buNone/>
                      </a:pPr>
                      <a:r>
                        <a:rPr lang="en-US" sz="2800" b="1" u="none" strike="noStrike" cap="none" dirty="0">
                          <a:solidFill>
                            <a:schemeClr val="bg1"/>
                          </a:solidFill>
                          <a:sym typeface="Calibri"/>
                        </a:rPr>
                        <a:t>Domestic</a:t>
                      </a:r>
                      <a:endParaRPr sz="2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786994">
                <a:tc>
                  <a:txBody>
                    <a:bodyPr/>
                    <a:lstStyle/>
                    <a:p>
                      <a:pPr marL="0" marR="0" lvl="0" indent="0" algn="ctr" rtl="0">
                        <a:spcBef>
                          <a:spcPts val="0"/>
                        </a:spcBef>
                        <a:spcAft>
                          <a:spcPts val="0"/>
                        </a:spcAft>
                        <a:buNone/>
                      </a:pPr>
                      <a:r>
                        <a:rPr lang="en-US" sz="2000" b="1" i="0" u="none" strike="noStrike" cap="none" dirty="0">
                          <a:solidFill>
                            <a:schemeClr val="bg1"/>
                          </a:solidFill>
                          <a:latin typeface="Calibri" panose="020F0502020204030204" pitchFamily="34" charset="0"/>
                          <a:ea typeface="+mj-ea"/>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sz="2000" b="1" i="0" u="none" strike="noStrike" cap="none" dirty="0">
                        <a:solidFill>
                          <a:schemeClr val="bg1"/>
                        </a:solidFill>
                        <a:latin typeface="Calibri" panose="020F0502020204030204" pitchFamily="34" charset="0"/>
                        <a:ea typeface="+mj-ea"/>
                        <a:cs typeface="Calibri" panose="020F0502020204030204" pitchFamily="34" charset="0"/>
                        <a:sym typeface="Calibri"/>
                      </a:endParaRPr>
                    </a:p>
                  </a:txBody>
                  <a:tcPr marL="0" marR="0" marT="0" marB="0" anchor="ctr"/>
                </a:tc>
                <a:tc>
                  <a:txBody>
                    <a:bodyPr/>
                    <a:lstStyle/>
                    <a:p>
                      <a:pPr marL="0" marR="0" lvl="0" indent="0" algn="ctr" rtl="0">
                        <a:spcBef>
                          <a:spcPts val="0"/>
                        </a:spcBef>
                        <a:spcAft>
                          <a:spcPts val="0"/>
                        </a:spcAft>
                        <a:buNone/>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0"/>
                  </a:ext>
                </a:extLst>
              </a:tr>
              <a:tr h="786994">
                <a:tc>
                  <a:txBody>
                    <a:bodyPr/>
                    <a:lstStyle/>
                    <a:p>
                      <a:pPr marL="0" marR="0" lvl="0" indent="0" algn="ctr" rtl="0">
                        <a:spcBef>
                          <a:spcPts val="0"/>
                        </a:spcBef>
                        <a:spcAft>
                          <a:spcPts val="0"/>
                        </a:spcAft>
                        <a:buNone/>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1"/>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5"/>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7"/>
                  </a:ext>
                </a:extLst>
              </a:tr>
            </a:tbl>
          </a:graphicData>
        </a:graphic>
      </p:graphicFrame>
      <p:graphicFrame>
        <p:nvGraphicFramePr>
          <p:cNvPr id="90" name="Google Shape;90;p1"/>
          <p:cNvGraphicFramePr/>
          <p:nvPr>
            <p:extLst>
              <p:ext uri="{D42A27DB-BD31-4B8C-83A1-F6EECF244321}">
                <p14:modId xmlns:p14="http://schemas.microsoft.com/office/powerpoint/2010/main" val="309930427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166FA5EE-DE6A-B27F-96EF-30D8A6622BEF}"/>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8261727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972228931"/>
              </p:ext>
            </p:extLst>
          </p:nvPr>
        </p:nvGraphicFramePr>
        <p:xfrm>
          <a:off x="0" y="-1"/>
          <a:ext cx="2328875" cy="376285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50342">
                <a:tc>
                  <a:txBody>
                    <a:bodyPr/>
                    <a:lstStyle/>
                    <a:p>
                      <a:pPr marL="0" marR="0" lvl="0" indent="0" algn="l" rtl="0">
                        <a:spcBef>
                          <a:spcPts val="0"/>
                        </a:spcBef>
                        <a:spcAft>
                          <a:spcPts val="0"/>
                        </a:spcAft>
                        <a:buNone/>
                      </a:pPr>
                      <a:r>
                        <a:rPr lang="en-US" sz="1100" b="1" dirty="0">
                          <a:latin typeface="Calibri"/>
                          <a:ea typeface="Calibri"/>
                          <a:cs typeface="Calibri"/>
                          <a:sym typeface="Calibri"/>
                        </a:rPr>
                        <a:t>WELCOME PA</a:t>
                      </a:r>
                      <a:r>
                        <a:rPr lang="ko-KR" altLang="en-US" sz="1100" b="1" dirty="0">
                          <a:latin typeface="Calibri"/>
                          <a:ea typeface="Calibri"/>
                          <a:cs typeface="Calibri"/>
                          <a:sym typeface="Calibri"/>
                        </a:rPr>
                        <a:t> </a:t>
                      </a:r>
                      <a:r>
                        <a:rPr lang="en-US" altLang="ko-KR" sz="600" b="1" dirty="0">
                          <a:solidFill>
                            <a:srgbClr val="FFC000"/>
                          </a:solidFill>
                          <a:latin typeface="+mn-ea"/>
                          <a:ea typeface="+mn-ea"/>
                          <a:cs typeface="Calibri"/>
                          <a:sym typeface="Calibri"/>
                        </a:rPr>
                        <a:t>(10</a:t>
                      </a:r>
                      <a:r>
                        <a:rPr lang="ko-KR" altLang="en-US" sz="600" b="1" dirty="0" err="1">
                          <a:solidFill>
                            <a:srgbClr val="FFC000"/>
                          </a:solidFill>
                          <a:latin typeface="+mn-ea"/>
                          <a:ea typeface="+mn-ea"/>
                          <a:cs typeface="Calibri"/>
                          <a:sym typeface="Calibri"/>
                        </a:rPr>
                        <a:t>분이상</a:t>
                      </a:r>
                      <a:r>
                        <a:rPr lang="ko-KR" altLang="en-US" sz="600" b="1" dirty="0">
                          <a:solidFill>
                            <a:srgbClr val="FFC000"/>
                          </a:solidFill>
                          <a:latin typeface="+mn-ea"/>
                          <a:ea typeface="+mn-ea"/>
                          <a:cs typeface="Calibri"/>
                          <a:sym typeface="Calibri"/>
                        </a:rPr>
                        <a:t> 지연 </a:t>
                      </a:r>
                      <a:r>
                        <a:rPr lang="en-US" altLang="ko-KR" sz="600" b="1" dirty="0">
                          <a:solidFill>
                            <a:srgbClr val="FFC000"/>
                          </a:solidFill>
                          <a:latin typeface="+mn-ea"/>
                          <a:ea typeface="+mn-ea"/>
                          <a:cs typeface="Calibri"/>
                          <a:sym typeface="Calibri"/>
                        </a:rPr>
                        <a:t>or</a:t>
                      </a:r>
                      <a:r>
                        <a:rPr lang="ko-KR" altLang="en-US" sz="600" b="1" dirty="0">
                          <a:solidFill>
                            <a:srgbClr val="FFC000"/>
                          </a:solidFill>
                          <a:latin typeface="+mn-ea"/>
                          <a:ea typeface="+mn-ea"/>
                          <a:cs typeface="Calibri"/>
                          <a:sym typeface="Calibri"/>
                        </a:rPr>
                        <a:t> </a:t>
                      </a:r>
                      <a:r>
                        <a:rPr lang="ko-KR" altLang="en-US" sz="600" b="1" dirty="0" err="1">
                          <a:solidFill>
                            <a:srgbClr val="FFC000"/>
                          </a:solidFill>
                          <a:latin typeface="+mn-ea"/>
                          <a:ea typeface="+mn-ea"/>
                          <a:cs typeface="Calibri"/>
                          <a:sym typeface="Calibri"/>
                        </a:rPr>
                        <a:t>예상시</a:t>
                      </a:r>
                      <a:r>
                        <a:rPr lang="ko-KR" altLang="en-US" sz="600" b="1" dirty="0">
                          <a:solidFill>
                            <a:srgbClr val="FFC000"/>
                          </a:solidFill>
                          <a:latin typeface="+mn-ea"/>
                          <a:ea typeface="+mn-ea"/>
                          <a:cs typeface="Calibri"/>
                          <a:sym typeface="Calibri"/>
                        </a:rPr>
                        <a:t> 지연 방송</a:t>
                      </a:r>
                      <a:r>
                        <a:rPr lang="en-US" altLang="ko-KR" sz="600" b="1" dirty="0">
                          <a:solidFill>
                            <a:srgbClr val="FFC000"/>
                          </a:solidFill>
                          <a:latin typeface="+mn-ea"/>
                          <a:ea typeface="+mn-ea"/>
                          <a:cs typeface="Calibri"/>
                          <a:sym typeface="Calibri"/>
                        </a:rPr>
                        <a:t>)</a:t>
                      </a:r>
                      <a:r>
                        <a:rPr lang="ko-KR" altLang="en-US" sz="800" b="1" dirty="0">
                          <a:latin typeface="+mn-ea"/>
                          <a:ea typeface="+mn-ea"/>
                          <a:cs typeface="Calibri"/>
                          <a:sym typeface="Calibri"/>
                        </a:rPr>
                        <a:t> </a:t>
                      </a:r>
                      <a:endParaRPr sz="1100" b="1" dirty="0">
                        <a:latin typeface="+mn-ea"/>
                        <a:ea typeface="+mn-ea"/>
                        <a:cs typeface="Calibri"/>
                        <a:sym typeface="Calibri"/>
                      </a:endParaRPr>
                    </a:p>
                  </a:txBody>
                  <a:tcPr marL="91450" marR="91450" marT="45725" marB="45725"/>
                </a:tc>
                <a:extLst>
                  <a:ext uri="{0D108BD9-81ED-4DB2-BD59-A6C34878D82A}">
                    <a16:rowId xmlns:a16="http://schemas.microsoft.com/office/drawing/2014/main" val="10000"/>
                  </a:ext>
                </a:extLst>
              </a:tr>
              <a:tr h="1622843">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622843">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754935373"/>
              </p:ext>
            </p:extLst>
          </p:nvPr>
        </p:nvGraphicFramePr>
        <p:xfrm>
          <a:off x="109959" y="3860577"/>
          <a:ext cx="2112380" cy="861672"/>
        </p:xfrm>
        <a:graphic>
          <a:graphicData uri="http://schemas.openxmlformats.org/drawingml/2006/table">
            <a:tbl>
              <a:tblPr firstRow="1" bandRow="1">
                <a:noFill/>
                <a:tableStyleId>{A521BE36-7E6F-4EC9-8D66-1CF97A6895EC}</a:tableStyleId>
              </a:tblPr>
              <a:tblGrid>
                <a:gridCol w="447464">
                  <a:extLst>
                    <a:ext uri="{9D8B030D-6E8A-4147-A177-3AD203B41FA5}">
                      <a16:colId xmlns:a16="http://schemas.microsoft.com/office/drawing/2014/main" val="20000"/>
                    </a:ext>
                  </a:extLst>
                </a:gridCol>
                <a:gridCol w="1664916">
                  <a:extLst>
                    <a:ext uri="{9D8B030D-6E8A-4147-A177-3AD203B41FA5}">
                      <a16:colId xmlns:a16="http://schemas.microsoft.com/office/drawing/2014/main" val="20001"/>
                    </a:ext>
                  </a:extLst>
                </a:gridCol>
              </a:tblGrid>
              <a:tr h="184386">
                <a:tc gridSpan="2">
                  <a:txBody>
                    <a:bodyPr/>
                    <a:lstStyle/>
                    <a:p>
                      <a:pPr marL="0" marR="0" lvl="0" indent="0" algn="ctr" rtl="0">
                        <a:spcBef>
                          <a:spcPts val="0"/>
                        </a:spcBef>
                        <a:spcAft>
                          <a:spcPts val="0"/>
                        </a:spcAft>
                        <a:buNone/>
                      </a:pPr>
                      <a:r>
                        <a:rPr lang="en-US" sz="1400" b="0" dirty="0"/>
                        <a:t>Domestic</a:t>
                      </a:r>
                      <a:endParaRPr sz="1400" b="0" dirty="0"/>
                    </a:p>
                  </a:txBody>
                  <a:tcPr marL="0" marR="0" marT="0" marB="0"/>
                </a:tc>
                <a:tc hMerge="1">
                  <a:txBody>
                    <a:bodyPr/>
                    <a:lstStyle/>
                    <a:p>
                      <a:pPr marL="0" marR="0" lvl="0" indent="0" algn="ctr" rtl="0">
                        <a:spcBef>
                          <a:spcPts val="0"/>
                        </a:spcBef>
                        <a:spcAft>
                          <a:spcPts val="0"/>
                        </a:spcAft>
                        <a:buNone/>
                      </a:pPr>
                      <a:endParaRPr b="0" dirty="0"/>
                    </a:p>
                  </a:txBody>
                  <a:tcPr marL="0" marR="0" marT="0" marB="0"/>
                </a:tc>
                <a:extLst>
                  <a:ext uri="{0D108BD9-81ED-4DB2-BD59-A6C34878D82A}">
                    <a16:rowId xmlns:a16="http://schemas.microsoft.com/office/drawing/2014/main" val="1412390786"/>
                  </a:ext>
                </a:extLst>
              </a:tr>
              <a:tr h="162078">
                <a:tc>
                  <a:txBody>
                    <a:bodyPr/>
                    <a:lstStyle/>
                    <a:p>
                      <a:pPr marL="0" marR="0" lvl="0" indent="0" algn="ctr" rtl="0">
                        <a:spcBef>
                          <a:spcPts val="0"/>
                        </a:spcBef>
                        <a:spcAft>
                          <a:spcPts val="0"/>
                        </a:spcAft>
                        <a:buNone/>
                      </a:pPr>
                      <a:r>
                        <a:rPr lang="en-US" sz="900" b="0" dirty="0"/>
                        <a:t>GMP</a:t>
                      </a:r>
                      <a:endParaRPr sz="900" b="0" dirty="0"/>
                    </a:p>
                  </a:txBody>
                  <a:tcPr marL="0" marR="0" marT="0" marB="0"/>
                </a:tc>
                <a:tc>
                  <a:txBody>
                    <a:bodyPr/>
                    <a:lstStyle/>
                    <a:p>
                      <a:pPr marL="0" marR="0" lvl="0" indent="0" algn="ctr" rtl="0">
                        <a:spcBef>
                          <a:spcPts val="0"/>
                        </a:spcBef>
                        <a:spcAft>
                          <a:spcPts val="0"/>
                        </a:spcAft>
                        <a:buNone/>
                      </a:pPr>
                      <a:r>
                        <a:rPr lang="en-US" sz="900" b="0" dirty="0" err="1"/>
                        <a:t>김포국제</a:t>
                      </a:r>
                      <a:endParaRPr sz="1600" b="0" dirty="0"/>
                    </a:p>
                  </a:txBody>
                  <a:tcPr marL="0" marR="0" marT="0" marB="0"/>
                </a:tc>
                <a:extLst>
                  <a:ext uri="{0D108BD9-81ED-4DB2-BD59-A6C34878D82A}">
                    <a16:rowId xmlns:a16="http://schemas.microsoft.com/office/drawing/2014/main" val="10000"/>
                  </a:ext>
                </a:extLst>
              </a:tr>
              <a:tr h="162078">
                <a:tc>
                  <a:txBody>
                    <a:bodyPr/>
                    <a:lstStyle/>
                    <a:p>
                      <a:pPr marL="0" marR="0" lvl="0" indent="0" algn="ctr" rtl="0">
                        <a:spcBef>
                          <a:spcPts val="0"/>
                        </a:spcBef>
                        <a:spcAft>
                          <a:spcPts val="0"/>
                        </a:spcAft>
                        <a:buNone/>
                      </a:pPr>
                      <a:r>
                        <a:rPr lang="en-US" sz="900" dirty="0"/>
                        <a:t>ICN</a:t>
                      </a:r>
                      <a:endParaRPr sz="900" dirty="0"/>
                    </a:p>
                  </a:txBody>
                  <a:tcPr marL="0" marR="0" marT="0" marB="0"/>
                </a:tc>
                <a:tc>
                  <a:txBody>
                    <a:bodyPr/>
                    <a:lstStyle/>
                    <a:p>
                      <a:pPr marL="0" marR="0" lvl="0" indent="0" algn="ctr" rtl="0">
                        <a:spcBef>
                          <a:spcPts val="0"/>
                        </a:spcBef>
                        <a:spcAft>
                          <a:spcPts val="0"/>
                        </a:spcAft>
                        <a:buNone/>
                      </a:pPr>
                      <a:r>
                        <a:rPr lang="en-US" sz="900" dirty="0" err="1"/>
                        <a:t>인천국제</a:t>
                      </a:r>
                      <a:endParaRPr sz="1600" dirty="0"/>
                    </a:p>
                  </a:txBody>
                  <a:tcPr marL="0" marR="0" marT="0" marB="0"/>
                </a:tc>
                <a:extLst>
                  <a:ext uri="{0D108BD9-81ED-4DB2-BD59-A6C34878D82A}">
                    <a16:rowId xmlns:a16="http://schemas.microsoft.com/office/drawing/2014/main" val="10001"/>
                  </a:ext>
                </a:extLst>
              </a:tr>
              <a:tr h="162078">
                <a:tc>
                  <a:txBody>
                    <a:bodyPr/>
                    <a:lstStyle/>
                    <a:p>
                      <a:pPr marL="0" marR="0" lvl="0" indent="0" algn="ctr" rtl="0">
                        <a:spcBef>
                          <a:spcPts val="0"/>
                        </a:spcBef>
                        <a:spcAft>
                          <a:spcPts val="0"/>
                        </a:spcAft>
                        <a:buNone/>
                      </a:pPr>
                      <a:r>
                        <a:rPr lang="en-US" sz="900" dirty="0"/>
                        <a:t>CJU</a:t>
                      </a:r>
                      <a:endParaRPr sz="900" dirty="0"/>
                    </a:p>
                  </a:txBody>
                  <a:tcPr marL="0" marR="0" marT="0" marB="0"/>
                </a:tc>
                <a:tc>
                  <a:txBody>
                    <a:bodyPr/>
                    <a:lstStyle/>
                    <a:p>
                      <a:pPr marL="0" marR="0" lvl="0" indent="0" algn="ctr" rtl="0">
                        <a:spcBef>
                          <a:spcPts val="0"/>
                        </a:spcBef>
                        <a:spcAft>
                          <a:spcPts val="0"/>
                        </a:spcAft>
                        <a:buNone/>
                      </a:pPr>
                      <a:r>
                        <a:rPr lang="en-US" sz="900" dirty="0" err="1"/>
                        <a:t>제주국제</a:t>
                      </a:r>
                      <a:endParaRPr sz="1600" dirty="0"/>
                    </a:p>
                  </a:txBody>
                  <a:tcPr marL="0" marR="0" marT="0" marB="0"/>
                </a:tc>
                <a:extLst>
                  <a:ext uri="{0D108BD9-81ED-4DB2-BD59-A6C34878D82A}">
                    <a16:rowId xmlns:a16="http://schemas.microsoft.com/office/drawing/2014/main" val="10002"/>
                  </a:ext>
                </a:extLst>
              </a:tr>
              <a:tr h="162078">
                <a:tc>
                  <a:txBody>
                    <a:bodyPr/>
                    <a:lstStyle/>
                    <a:p>
                      <a:pPr marL="0" marR="0" lvl="0" indent="0" algn="ctr" rtl="0">
                        <a:spcBef>
                          <a:spcPts val="0"/>
                        </a:spcBef>
                        <a:spcAft>
                          <a:spcPts val="0"/>
                        </a:spcAft>
                        <a:buNone/>
                      </a:pPr>
                      <a:r>
                        <a:rPr lang="en-US" sz="900" dirty="0"/>
                        <a:t>PUS</a:t>
                      </a:r>
                      <a:endParaRPr sz="900" dirty="0"/>
                    </a:p>
                  </a:txBody>
                  <a:tcPr marL="0" marR="0" marT="0" marB="0"/>
                </a:tc>
                <a:tc>
                  <a:txBody>
                    <a:bodyPr/>
                    <a:lstStyle/>
                    <a:p>
                      <a:pPr marL="0" marR="0" lvl="0" indent="0" algn="ctr" rtl="0">
                        <a:spcBef>
                          <a:spcPts val="0"/>
                        </a:spcBef>
                        <a:spcAft>
                          <a:spcPts val="0"/>
                        </a:spcAft>
                        <a:buNone/>
                      </a:pPr>
                      <a:r>
                        <a:rPr lang="en-US" sz="900" dirty="0" err="1"/>
                        <a:t>김해국제</a:t>
                      </a:r>
                      <a:endParaRPr sz="900" dirty="0"/>
                    </a:p>
                  </a:txBody>
                  <a:tcPr marL="0" marR="0" marT="0" marB="0"/>
                </a:tc>
                <a:extLst>
                  <a:ext uri="{0D108BD9-81ED-4DB2-BD59-A6C34878D82A}">
                    <a16:rowId xmlns:a16="http://schemas.microsoft.com/office/drawing/2014/main" val="10003"/>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704000" y="5182349"/>
            <a:ext cx="1085619"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Domestic</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TextBox 1">
            <a:extLst>
              <a:ext uri="{FF2B5EF4-FFF2-40B4-BE49-F238E27FC236}">
                <a16:creationId xmlns:a16="http://schemas.microsoft.com/office/drawing/2014/main" id="{88375B34-8C64-6DD0-9FBE-ACB2C6F75CC8}"/>
              </a:ext>
            </a:extLst>
          </p:cNvPr>
          <p:cNvSpPr txBox="1"/>
          <p:nvPr/>
        </p:nvSpPr>
        <p:spPr>
          <a:xfrm>
            <a:off x="1788275" y="4986993"/>
            <a:ext cx="540588" cy="523220"/>
          </a:xfrm>
          <a:prstGeom prst="rect">
            <a:avLst/>
          </a:prstGeom>
          <a:noFill/>
        </p:spPr>
        <p:txBody>
          <a:bodyPr wrap="square" rtlCol="0">
            <a:spAutoFit/>
          </a:bodyPr>
          <a:lstStyle/>
          <a:p>
            <a:r>
              <a:rPr kumimoji="1" lang="ko-Kore-KR" altLang="en-US" sz="1400" b="1" dirty="0">
                <a:solidFill>
                  <a:srgbClr val="FF0000"/>
                </a:solidFill>
                <a:hlinkClick r:id="rId4" action="ppaction://hlinksldjump">
                  <a:extLst>
                    <a:ext uri="{A12FA001-AC4F-418D-AE19-62706E023703}">
                      <ahyp:hlinkClr xmlns:ahyp="http://schemas.microsoft.com/office/drawing/2018/hyperlinkcolor" val="tx"/>
                    </a:ext>
                  </a:extLst>
                </a:hlinkClick>
              </a:rPr>
              <a:t>도착</a:t>
            </a:r>
            <a:endParaRPr kumimoji="1" lang="en-US" altLang="ko-Kore-KR" sz="1400" b="1" dirty="0">
              <a:solidFill>
                <a:srgbClr val="FF0000"/>
              </a:solidFill>
              <a:hlinkClick r:id="rId4" action="ppaction://hlinksldjump">
                <a:extLst>
                  <a:ext uri="{A12FA001-AC4F-418D-AE19-62706E023703}">
                    <ahyp:hlinkClr xmlns:ahyp="http://schemas.microsoft.com/office/drawing/2018/hyperlinkcolor" val="tx"/>
                  </a:ext>
                </a:extLst>
              </a:hlinkClick>
            </a:endParaRPr>
          </a:p>
          <a:p>
            <a:r>
              <a:rPr kumimoji="1" lang="ko-KR" altLang="en-US" sz="1400" b="1" dirty="0">
                <a:solidFill>
                  <a:srgbClr val="FF0000"/>
                </a:solidFill>
                <a:hlinkClick r:id="rId4" action="ppaction://hlinksldjump">
                  <a:extLst>
                    <a:ext uri="{A12FA001-AC4F-418D-AE19-62706E023703}">
                      <ahyp:hlinkClr xmlns:ahyp="http://schemas.microsoft.com/office/drawing/2018/hyperlinkcolor" val="tx"/>
                    </a:ext>
                  </a:extLst>
                </a:hlinkClick>
              </a:rPr>
              <a:t>방송</a:t>
            </a:r>
            <a:endParaRPr kumimoji="1" lang="ko-Kore-KR" altLang="en-US" sz="1400" b="1" dirty="0">
              <a:solidFill>
                <a:srgbClr val="FF0000"/>
              </a:solidFill>
            </a:endParaRPr>
          </a:p>
        </p:txBody>
      </p:sp>
      <p:sp>
        <p:nvSpPr>
          <p:cNvPr id="4" name="직사각형 3">
            <a:hlinkClick r:id="" action="ppaction://hlinkshowjump?jump=firstslide"/>
            <a:extLst>
              <a:ext uri="{FF2B5EF4-FFF2-40B4-BE49-F238E27FC236}">
                <a16:creationId xmlns:a16="http://schemas.microsoft.com/office/drawing/2014/main" id="{CCDF1224-C7E5-5FD7-658D-99524AF467D7}"/>
              </a:ext>
            </a:extLst>
          </p:cNvPr>
          <p:cNvSpPr/>
          <p:nvPr/>
        </p:nvSpPr>
        <p:spPr>
          <a:xfrm>
            <a:off x="59469" y="518234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367501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4183226876"/>
              </p:ext>
            </p:extLst>
          </p:nvPr>
        </p:nvGraphicFramePr>
        <p:xfrm>
          <a:off x="0" y="1"/>
          <a:ext cx="2328876" cy="527192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317144">
                <a:tc gridSpan="3">
                  <a:txBody>
                    <a:bodyPr/>
                    <a:lstStyle/>
                    <a:p>
                      <a:pPr marL="0" marR="0" lvl="0" indent="0" algn="l" rtl="0">
                        <a:spcBef>
                          <a:spcPts val="0"/>
                        </a:spcBef>
                        <a:spcAft>
                          <a:spcPts val="0"/>
                        </a:spcAft>
                        <a:buNone/>
                      </a:pPr>
                      <a:r>
                        <a:rPr lang="ko-KR" altLang="en-US" sz="1200" b="1" dirty="0">
                          <a:latin typeface="Calibri"/>
                          <a:ea typeface="Calibri"/>
                          <a:cs typeface="Calibri"/>
                          <a:sym typeface="Calibri"/>
                        </a:rPr>
                        <a:t>도착</a:t>
                      </a:r>
                      <a:r>
                        <a:rPr lang="en-US" sz="1200" b="1" dirty="0">
                          <a:latin typeface="Calibri"/>
                          <a:ea typeface="Calibri"/>
                          <a:cs typeface="Calibri"/>
                          <a:sym typeface="Calibri"/>
                        </a:rPr>
                        <a:t> </a:t>
                      </a:r>
                      <a:r>
                        <a:rPr lang="ko-KR" altLang="en-US" sz="1200" b="1" dirty="0">
                          <a:latin typeface="Calibri"/>
                          <a:ea typeface="Calibri"/>
                          <a:cs typeface="Calibri"/>
                          <a:sym typeface="Calibri"/>
                        </a:rPr>
                        <a:t>방송 </a:t>
                      </a:r>
                      <a:r>
                        <a:rPr lang="en-US" altLang="ko-KR" sz="900" b="1" dirty="0">
                          <a:latin typeface="Calibri"/>
                          <a:ea typeface="Calibri"/>
                          <a:cs typeface="Calibri"/>
                          <a:sym typeface="Calibri"/>
                        </a:rPr>
                        <a:t>(5</a:t>
                      </a:r>
                      <a:r>
                        <a:rPr lang="ko-KR" altLang="en-US" sz="900" b="1" dirty="0">
                          <a:latin typeface="Calibri"/>
                          <a:ea typeface="Calibri"/>
                          <a:cs typeface="Calibri"/>
                          <a:sym typeface="Calibri"/>
                        </a:rPr>
                        <a:t>시간이상</a:t>
                      </a:r>
                      <a:r>
                        <a:rPr lang="en-US" altLang="ko-KR" sz="900" b="1" dirty="0">
                          <a:latin typeface="Calibri"/>
                          <a:ea typeface="Calibri"/>
                          <a:cs typeface="Calibri"/>
                          <a:sym typeface="Calibri"/>
                        </a:rPr>
                        <a: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40</a:t>
                      </a:r>
                      <a:r>
                        <a:rPr lang="ko-KR" altLang="en-US" sz="900" b="1" dirty="0">
                          <a:latin typeface="Calibri"/>
                          <a:ea typeface="Calibri"/>
                          <a:cs typeface="Calibri"/>
                          <a:sym typeface="Calibri"/>
                        </a:rPr>
                        <a:t>분전</a:t>
                      </a:r>
                      <a:r>
                        <a:rPr lang="en-US" altLang="ko-KR" sz="900" b="1" dirty="0">
                          <a:latin typeface="Calibri"/>
                          <a:ea typeface="Calibri"/>
                          <a:cs typeface="Calibri"/>
                          <a:sym typeface="Calibri"/>
                        </a:rPr>
                        <a:t>)</a:t>
                      </a:r>
                    </a:p>
                    <a:p>
                      <a:pPr marL="0" marR="0" lvl="0" indent="0" algn="l" rtl="0">
                        <a:spcBef>
                          <a:spcPts val="0"/>
                        </a:spcBef>
                        <a:spcAft>
                          <a:spcPts val="0"/>
                        </a:spcAft>
                        <a:buNone/>
                      </a:pPr>
                      <a:r>
                        <a:rPr lang="ko-KR" altLang="en-US" sz="800" b="0" dirty="0">
                          <a:solidFill>
                            <a:srgbClr val="FFC000"/>
                          </a:solidFill>
                          <a:latin typeface="Calibri"/>
                          <a:ea typeface="Calibri"/>
                          <a:cs typeface="Calibri"/>
                          <a:sym typeface="Calibri"/>
                        </a:rPr>
                        <a:t>출발지 기준 </a:t>
                      </a:r>
                      <a:r>
                        <a:rPr lang="en-US" altLang="ko-KR" sz="800" b="0" dirty="0">
                          <a:solidFill>
                            <a:srgbClr val="FFC000"/>
                          </a:solidFill>
                          <a:latin typeface="Calibri"/>
                          <a:ea typeface="Calibri"/>
                          <a:cs typeface="Calibri"/>
                          <a:sym typeface="Calibri"/>
                        </a:rPr>
                        <a:t>2200-0800</a:t>
                      </a:r>
                      <a:r>
                        <a:rPr lang="ko-KR" altLang="en-US" sz="800" b="0" dirty="0">
                          <a:solidFill>
                            <a:srgbClr val="FFC000"/>
                          </a:solidFill>
                          <a:latin typeface="Calibri"/>
                          <a:ea typeface="Calibri"/>
                          <a:cs typeface="Calibri"/>
                          <a:sym typeface="Calibri"/>
                        </a:rPr>
                        <a:t> </a:t>
                      </a:r>
                      <a:r>
                        <a:rPr lang="en-US" altLang="ko-KR" sz="800" b="0" dirty="0">
                          <a:solidFill>
                            <a:srgbClr val="FFC000"/>
                          </a:solidFill>
                          <a:latin typeface="Calibri"/>
                          <a:ea typeface="Calibri"/>
                          <a:cs typeface="Calibri"/>
                          <a:sym typeface="Calibri"/>
                        </a:rPr>
                        <a:t>Quiet Hour</a:t>
                      </a:r>
                      <a:r>
                        <a:rPr lang="ko-KR" altLang="en-US" sz="800" b="0" dirty="0">
                          <a:solidFill>
                            <a:srgbClr val="FFC000"/>
                          </a:solidFill>
                          <a:latin typeface="Calibri"/>
                          <a:ea typeface="Calibri"/>
                          <a:cs typeface="Calibri"/>
                          <a:sym typeface="Calibri"/>
                        </a:rPr>
                        <a:t> </a:t>
                      </a:r>
                      <a:endParaRPr lang="en-US" altLang="ko-KR" sz="8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341539">
                <a:tc gridSpan="3">
                  <a:txBody>
                    <a:bodyPr/>
                    <a:lstStyle/>
                    <a:p>
                      <a:pPr marL="0" marR="0" lvl="0" indent="0" algn="l" rtl="0">
                        <a:spcBef>
                          <a:spcPts val="0"/>
                        </a:spcBef>
                        <a:spcAft>
                          <a:spcPts val="0"/>
                        </a:spcAft>
                        <a:buNone/>
                      </a:pPr>
                      <a:r>
                        <a:rPr lang="ko-KR" altLang="en-US" sz="800" b="1" dirty="0">
                          <a:solidFill>
                            <a:schemeClr val="bg1"/>
                          </a:solidFill>
                          <a:latin typeface="Calibri"/>
                          <a:ea typeface="Calibri"/>
                          <a:cs typeface="Calibri"/>
                          <a:sym typeface="Calibri"/>
                        </a:rPr>
                        <a:t>동남아 지역 난기류 대비 기내 서비스 절차</a:t>
                      </a:r>
                      <a:endParaRPr lang="en-US" altLang="ko-KR" sz="800" b="1" dirty="0">
                        <a:solidFill>
                          <a:schemeClr val="bg1"/>
                        </a:solidFill>
                        <a:latin typeface="Calibri"/>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ore-KR" sz="700" b="1" i="0" kern="1200" dirty="0">
                          <a:solidFill>
                            <a:srgbClr val="0070C0"/>
                          </a:solidFill>
                          <a:latin typeface="+mn-ea"/>
                          <a:ea typeface="Calibri"/>
                          <a:cs typeface="Calibri"/>
                          <a:sym typeface="Calibri"/>
                        </a:rPr>
                        <a:t>6</a:t>
                      </a:r>
                      <a:r>
                        <a:rPr lang="ko-KR" altLang="en-US" sz="700" b="1" i="0" kern="1200" dirty="0">
                          <a:solidFill>
                            <a:srgbClr val="0070C0"/>
                          </a:solidFill>
                          <a:latin typeface="+mn-ea"/>
                          <a:ea typeface="Calibri"/>
                          <a:cs typeface="Calibri"/>
                          <a:sym typeface="Calibri"/>
                        </a:rPr>
                        <a:t>시간 미만 중거리만 </a:t>
                      </a:r>
                      <a:r>
                        <a:rPr lang="en-US" altLang="ko-KR" sz="700" b="1" i="0" kern="1200" dirty="0">
                          <a:solidFill>
                            <a:srgbClr val="0070C0"/>
                          </a:solidFill>
                          <a:latin typeface="+mn-ea"/>
                          <a:ea typeface="Calibri"/>
                          <a:cs typeface="Calibri"/>
                          <a:sym typeface="Calibri"/>
                        </a:rPr>
                        <a:t>1</a:t>
                      </a:r>
                      <a:r>
                        <a:rPr lang="ko-KR" altLang="en-US" sz="700" b="1" i="0" kern="1200" dirty="0">
                          <a:solidFill>
                            <a:srgbClr val="0070C0"/>
                          </a:solidFill>
                          <a:latin typeface="+mn-ea"/>
                          <a:ea typeface="Calibri"/>
                          <a:cs typeface="Calibri"/>
                          <a:sym typeface="Calibri"/>
                        </a:rPr>
                        <a:t>시간 전 음료서비스</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40</a:t>
                      </a:r>
                      <a:r>
                        <a:rPr lang="ko-KR" altLang="en-US" sz="700" b="1" i="0" kern="1200" dirty="0">
                          <a:solidFill>
                            <a:srgbClr val="0070C0"/>
                          </a:solidFill>
                          <a:latin typeface="+mn-ea"/>
                          <a:ea typeface="Calibri"/>
                          <a:cs typeface="Calibri"/>
                          <a:sym typeface="Calibri"/>
                        </a:rPr>
                        <a:t>분전 서비스 회수 </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APP PA</a:t>
                      </a:r>
                      <a:r>
                        <a:rPr lang="ko-KR" altLang="en-US" sz="700" b="1" i="0" kern="1200" dirty="0">
                          <a:solidFill>
                            <a:srgbClr val="0070C0"/>
                          </a:solidFill>
                          <a:latin typeface="+mn-ea"/>
                          <a:ea typeface="Calibri"/>
                          <a:cs typeface="Calibri"/>
                          <a:sym typeface="Calibri"/>
                        </a:rPr>
                        <a:t>이후 </a:t>
                      </a:r>
                      <a:r>
                        <a:rPr lang="en-US" altLang="ko-KR" sz="700" b="1" i="0" kern="1200" dirty="0">
                          <a:solidFill>
                            <a:srgbClr val="0070C0"/>
                          </a:solidFill>
                          <a:latin typeface="+mn-ea"/>
                          <a:ea typeface="Calibri"/>
                          <a:cs typeface="Calibri"/>
                          <a:sym typeface="Calibri"/>
                        </a:rPr>
                        <a:t>CREW </a:t>
                      </a:r>
                      <a:r>
                        <a:rPr lang="ko-KR" altLang="en-US" sz="700" b="1" i="0" kern="1200" dirty="0">
                          <a:solidFill>
                            <a:srgbClr val="0070C0"/>
                          </a:solidFill>
                          <a:latin typeface="+mn-ea"/>
                          <a:ea typeface="Calibri"/>
                          <a:cs typeface="Calibri"/>
                          <a:sym typeface="Calibri"/>
                        </a:rPr>
                        <a:t>착석 강조</a:t>
                      </a:r>
                      <a:endParaRPr lang="en-US" altLang="ko-KR" sz="700" b="1" i="0" kern="1200" dirty="0">
                        <a:solidFill>
                          <a:srgbClr val="0070C0"/>
                        </a:solidFill>
                        <a:latin typeface="+mn-ea"/>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611346289"/>
                  </a:ext>
                </a:extLst>
              </a:tr>
              <a:tr h="627202">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484795">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159795">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고맙습니다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920044">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참조</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627303">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481593">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sp>
        <p:nvSpPr>
          <p:cNvPr id="3" name="직사각형 2">
            <a:hlinkClick r:id="" action="ppaction://hlinkshowjump?jump=firstslide"/>
            <a:extLst>
              <a:ext uri="{FF2B5EF4-FFF2-40B4-BE49-F238E27FC236}">
                <a16:creationId xmlns:a16="http://schemas.microsoft.com/office/drawing/2014/main" id="{8901D6BA-90AA-E20A-9CF4-73D8002154BB}"/>
              </a:ext>
            </a:extLst>
          </p:cNvPr>
          <p:cNvSpPr/>
          <p:nvPr/>
        </p:nvSpPr>
        <p:spPr>
          <a:xfrm>
            <a:off x="854598" y="526186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8277057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2772858640"/>
              </p:ext>
            </p:extLst>
          </p:nvPr>
        </p:nvGraphicFramePr>
        <p:xfrm>
          <a:off x="98101" y="132866"/>
          <a:ext cx="2132650" cy="3140033"/>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400549661"/>
                    </a:ext>
                  </a:extLst>
                </a:gridCol>
              </a:tblGrid>
              <a:tr h="607748">
                <a:tc gridSpan="2">
                  <a:txBody>
                    <a:bodyPr/>
                    <a:lstStyle/>
                    <a:p>
                      <a:pPr marL="0" marR="0" lvl="0" indent="0" algn="ctr" rtl="0">
                        <a:spcBef>
                          <a:spcPts val="0"/>
                        </a:spcBef>
                        <a:spcAft>
                          <a:spcPts val="0"/>
                        </a:spcAft>
                        <a:buNone/>
                      </a:pPr>
                      <a:r>
                        <a:rPr lang="en-US" sz="2400" b="1" u="none" strike="noStrike" cap="none" dirty="0">
                          <a:solidFill>
                            <a:schemeClr val="bg1"/>
                          </a:solidFill>
                          <a:latin typeface="Calibri"/>
                          <a:ea typeface="Calibri"/>
                          <a:cs typeface="Calibri"/>
                          <a:sym typeface="Calibri"/>
                        </a:rPr>
                        <a:t>Japan</a:t>
                      </a:r>
                      <a:endParaRPr sz="24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17199436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KIX</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8"/>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9"/>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63828124"/>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FUK</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bl>
          </a:graphicData>
        </a:graphic>
      </p:graphicFrame>
      <p:sp>
        <p:nvSpPr>
          <p:cNvPr id="3" name="직사각형 2">
            <a:hlinkClick r:id="" action="ppaction://hlinkshowjump?jump=firstslide"/>
            <a:extLst>
              <a:ext uri="{FF2B5EF4-FFF2-40B4-BE49-F238E27FC236}">
                <a16:creationId xmlns:a16="http://schemas.microsoft.com/office/drawing/2014/main" id="{FF3491A8-D925-6BB2-F309-8A3F0C288540}"/>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rgbClr val="F28943"/>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extLst>
                    <a:ext uri="{A12FA001-AC4F-418D-AE19-62706E023703}">
                      <ahyp:hlinkClr xmlns:ahyp="http://schemas.microsoft.com/office/drawing/2018/hyperlinkcolor" val="tx"/>
                    </a:ext>
                  </a:extLst>
                </a:hlinkClick>
              </a:rPr>
              <a:t>Home</a:t>
            </a:r>
            <a:endParaRPr lang="en-US" altLang="ko-KR" sz="1800" b="1" cap="none" spc="0" dirty="0">
              <a:ln w="0"/>
              <a:solidFill>
                <a:srgbClr val="F28943"/>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90;p1">
            <a:extLst>
              <a:ext uri="{FF2B5EF4-FFF2-40B4-BE49-F238E27FC236}">
                <a16:creationId xmlns:a16="http://schemas.microsoft.com/office/drawing/2014/main" id="{DF6841FC-4A97-859B-2F3D-4E93557EA573}"/>
              </a:ext>
            </a:extLst>
          </p:cNvPr>
          <p:cNvGraphicFramePr/>
          <p:nvPr>
            <p:extLst>
              <p:ext uri="{D42A27DB-BD31-4B8C-83A1-F6EECF244321}">
                <p14:modId xmlns:p14="http://schemas.microsoft.com/office/powerpoint/2010/main" val="330322789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41689005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172220769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1273796782"/>
              </p:ext>
            </p:extLst>
          </p:nvPr>
        </p:nvGraphicFramePr>
        <p:xfrm>
          <a:off x="81023" y="3816134"/>
          <a:ext cx="2129742" cy="1391059"/>
        </p:xfrm>
        <a:graphic>
          <a:graphicData uri="http://schemas.openxmlformats.org/drawingml/2006/table">
            <a:tbl>
              <a:tblPr firstRow="1" bandRow="1">
                <a:noFill/>
                <a:tableStyleId>{A521BE36-7E6F-4EC9-8D66-1CF97A6895EC}</a:tableStyleId>
              </a:tblPr>
              <a:tblGrid>
                <a:gridCol w="451142">
                  <a:extLst>
                    <a:ext uri="{9D8B030D-6E8A-4147-A177-3AD203B41FA5}">
                      <a16:colId xmlns:a16="http://schemas.microsoft.com/office/drawing/2014/main" val="20000"/>
                    </a:ext>
                  </a:extLst>
                </a:gridCol>
                <a:gridCol w="1678600">
                  <a:extLst>
                    <a:ext uri="{9D8B030D-6E8A-4147-A177-3AD203B41FA5}">
                      <a16:colId xmlns:a16="http://schemas.microsoft.com/office/drawing/2014/main" val="20001"/>
                    </a:ext>
                  </a:extLst>
                </a:gridCol>
              </a:tblGrid>
              <a:tr h="205867">
                <a:tc gridSpan="2">
                  <a:txBody>
                    <a:bodyPr/>
                    <a:lstStyle/>
                    <a:p>
                      <a:pPr marL="0" marR="0" lvl="0" indent="0" algn="ctr" rtl="0">
                        <a:spcBef>
                          <a:spcPts val="0"/>
                        </a:spcBef>
                        <a:spcAft>
                          <a:spcPts val="0"/>
                        </a:spcAft>
                        <a:buNone/>
                      </a:pPr>
                      <a:r>
                        <a:rPr lang="en-US" sz="1100" b="0" dirty="0">
                          <a:solidFill>
                            <a:schemeClr val="bg1"/>
                          </a:solidFill>
                        </a:rPr>
                        <a:t>Japan</a:t>
                      </a:r>
                      <a:endParaRPr sz="1100" b="0" dirty="0">
                        <a:solidFill>
                          <a:schemeClr val="bg1"/>
                        </a:solidFill>
                      </a:endParaRPr>
                    </a:p>
                  </a:txBody>
                  <a:tcPr marL="0" marR="0" marT="0" marB="0" anchor="ctr"/>
                </a:tc>
                <a:tc hMerge="1">
                  <a:txBody>
                    <a:bodyPr/>
                    <a:lstStyle/>
                    <a:p>
                      <a:pPr marL="0" marR="0" lvl="0" indent="0" algn="ctr" rtl="0">
                        <a:spcBef>
                          <a:spcPts val="0"/>
                        </a:spcBef>
                        <a:spcAft>
                          <a:spcPts val="0"/>
                        </a:spcAft>
                        <a:buNone/>
                      </a:pPr>
                      <a:endParaRPr sz="800" b="0" dirty="0">
                        <a:solidFill>
                          <a:srgbClr val="0070C0"/>
                        </a:solidFill>
                      </a:endParaRPr>
                    </a:p>
                  </a:txBody>
                  <a:tcPr marL="0" marR="0" marT="0" marB="0"/>
                </a:tc>
                <a:extLst>
                  <a:ext uri="{0D108BD9-81ED-4DB2-BD59-A6C34878D82A}">
                    <a16:rowId xmlns:a16="http://schemas.microsoft.com/office/drawing/2014/main" val="4210945862"/>
                  </a:ext>
                </a:extLst>
              </a:tr>
              <a:tr h="197532">
                <a:tc>
                  <a:txBody>
                    <a:bodyPr/>
                    <a:lstStyle/>
                    <a:p>
                      <a:pPr marL="0" marR="0" lvl="0" indent="0" algn="ctr" rtl="0">
                        <a:spcBef>
                          <a:spcPts val="0"/>
                        </a:spcBef>
                        <a:spcAft>
                          <a:spcPts val="0"/>
                        </a:spcAft>
                        <a:buNone/>
                      </a:pPr>
                      <a:r>
                        <a:rPr lang="en-US" sz="900" b="0" dirty="0">
                          <a:solidFill>
                            <a:srgbClr val="0070C0"/>
                          </a:solidFill>
                        </a:rPr>
                        <a:t>KIX</a:t>
                      </a:r>
                      <a:endParaRPr sz="900" b="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오사카</a:t>
                      </a:r>
                      <a:r>
                        <a:rPr lang="en-US" sz="900" b="0" dirty="0">
                          <a:solidFill>
                            <a:srgbClr val="0070C0"/>
                          </a:solidFill>
                        </a:rPr>
                        <a:t>/</a:t>
                      </a:r>
                      <a:r>
                        <a:rPr lang="en-US" sz="900" b="0" dirty="0" err="1">
                          <a:solidFill>
                            <a:srgbClr val="0070C0"/>
                          </a:solidFill>
                        </a:rPr>
                        <a:t>간사이</a:t>
                      </a:r>
                      <a:endParaRPr sz="900" b="0" dirty="0">
                        <a:solidFill>
                          <a:srgbClr val="0070C0"/>
                        </a:solidFill>
                      </a:endParaRPr>
                    </a:p>
                  </a:txBody>
                  <a:tcPr marL="0" marR="0" marT="0" marB="0" anchor="ctr"/>
                </a:tc>
                <a:extLst>
                  <a:ext uri="{0D108BD9-81ED-4DB2-BD59-A6C34878D82A}">
                    <a16:rowId xmlns:a16="http://schemas.microsoft.com/office/drawing/2014/main" val="10007"/>
                  </a:ext>
                </a:extLst>
              </a:tr>
              <a:tr h="197532">
                <a:tc>
                  <a:txBody>
                    <a:bodyPr/>
                    <a:lstStyle/>
                    <a:p>
                      <a:pPr marL="0" marR="0" lvl="0" indent="0" algn="ctr" rtl="0">
                        <a:spcBef>
                          <a:spcPts val="0"/>
                        </a:spcBef>
                        <a:spcAft>
                          <a:spcPts val="0"/>
                        </a:spcAft>
                        <a:buNone/>
                      </a:pPr>
                      <a:r>
                        <a:rPr lang="en-US" sz="900" dirty="0">
                          <a:solidFill>
                            <a:srgbClr val="0070C0"/>
                          </a:solidFill>
                        </a:rPr>
                        <a:t>HND</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하네다</a:t>
                      </a:r>
                      <a:endParaRPr sz="900" b="0" dirty="0">
                        <a:solidFill>
                          <a:srgbClr val="0070C0"/>
                        </a:solidFill>
                      </a:endParaRPr>
                    </a:p>
                  </a:txBody>
                  <a:tcPr marL="0" marR="0" marT="0" marB="0" anchor="ctr"/>
                </a:tc>
                <a:extLst>
                  <a:ext uri="{0D108BD9-81ED-4DB2-BD59-A6C34878D82A}">
                    <a16:rowId xmlns:a16="http://schemas.microsoft.com/office/drawing/2014/main" val="1188143320"/>
                  </a:ext>
                </a:extLst>
              </a:tr>
              <a:tr h="197532">
                <a:tc>
                  <a:txBody>
                    <a:bodyPr/>
                    <a:lstStyle/>
                    <a:p>
                      <a:pPr marL="0" marR="0" lvl="0" indent="0" algn="ctr" rtl="0">
                        <a:spcBef>
                          <a:spcPts val="0"/>
                        </a:spcBef>
                        <a:spcAft>
                          <a:spcPts val="0"/>
                        </a:spcAft>
                        <a:buNone/>
                      </a:pPr>
                      <a:r>
                        <a:rPr lang="en-US" sz="900" dirty="0">
                          <a:solidFill>
                            <a:srgbClr val="0070C0"/>
                          </a:solidFill>
                        </a:rPr>
                        <a:t>NRT</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나리타</a:t>
                      </a:r>
                      <a:endParaRPr sz="900" b="0" dirty="0">
                        <a:solidFill>
                          <a:srgbClr val="0070C0"/>
                        </a:solidFill>
                      </a:endParaRPr>
                    </a:p>
                  </a:txBody>
                  <a:tcPr marL="0" marR="0" marT="0" marB="0" anchor="ctr"/>
                </a:tc>
                <a:extLst>
                  <a:ext uri="{0D108BD9-81ED-4DB2-BD59-A6C34878D82A}">
                    <a16:rowId xmlns:a16="http://schemas.microsoft.com/office/drawing/2014/main" val="3275921985"/>
                  </a:ext>
                </a:extLst>
              </a:tr>
              <a:tr h="197532">
                <a:tc>
                  <a:txBody>
                    <a:bodyPr/>
                    <a:lstStyle/>
                    <a:p>
                      <a:pPr marL="0" marR="0" lvl="0" indent="0" algn="ctr" rtl="0">
                        <a:spcBef>
                          <a:spcPts val="0"/>
                        </a:spcBef>
                        <a:spcAft>
                          <a:spcPts val="0"/>
                        </a:spcAft>
                        <a:buNone/>
                      </a:pPr>
                      <a:r>
                        <a:rPr lang="en-US" sz="900" dirty="0">
                          <a:solidFill>
                            <a:srgbClr val="0070C0"/>
                          </a:solidFill>
                        </a:rPr>
                        <a:t>CTS</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삿포로</a:t>
                      </a:r>
                      <a:r>
                        <a:rPr lang="en-US" sz="900" b="0" dirty="0">
                          <a:solidFill>
                            <a:srgbClr val="0070C0"/>
                          </a:solidFill>
                        </a:rPr>
                        <a:t>/</a:t>
                      </a:r>
                      <a:r>
                        <a:rPr lang="en-US" sz="900" b="0" dirty="0" err="1">
                          <a:solidFill>
                            <a:srgbClr val="0070C0"/>
                          </a:solidFill>
                        </a:rPr>
                        <a:t>신</a:t>
                      </a:r>
                      <a:r>
                        <a:rPr lang="en-US" sz="900" b="0" dirty="0">
                          <a:solidFill>
                            <a:srgbClr val="0070C0"/>
                          </a:solidFill>
                        </a:rPr>
                        <a:t>(New) </a:t>
                      </a:r>
                      <a:r>
                        <a:rPr lang="en-US" sz="900" b="0" dirty="0" err="1">
                          <a:solidFill>
                            <a:srgbClr val="0070C0"/>
                          </a:solidFill>
                        </a:rPr>
                        <a:t>치토세</a:t>
                      </a:r>
                      <a:endParaRPr sz="900" b="0" dirty="0">
                        <a:solidFill>
                          <a:srgbClr val="0070C0"/>
                        </a:solidFill>
                      </a:endParaRPr>
                    </a:p>
                  </a:txBody>
                  <a:tcPr marL="0" marR="0" marT="0" marB="0" anchor="ctr"/>
                </a:tc>
                <a:extLst>
                  <a:ext uri="{0D108BD9-81ED-4DB2-BD59-A6C34878D82A}">
                    <a16:rowId xmlns:a16="http://schemas.microsoft.com/office/drawing/2014/main" val="2751862034"/>
                  </a:ext>
                </a:extLst>
              </a:tr>
              <a:tr h="197532">
                <a:tc>
                  <a:txBody>
                    <a:bodyPr/>
                    <a:lstStyle/>
                    <a:p>
                      <a:pPr marL="0" marR="0" lvl="0" indent="0" algn="ctr" rtl="0">
                        <a:spcBef>
                          <a:spcPts val="0"/>
                        </a:spcBef>
                        <a:spcAft>
                          <a:spcPts val="0"/>
                        </a:spcAft>
                        <a:buNone/>
                      </a:pPr>
                      <a:r>
                        <a:rPr lang="en-US" sz="900" dirty="0">
                          <a:solidFill>
                            <a:srgbClr val="0070C0"/>
                          </a:solidFill>
                        </a:rPr>
                        <a:t>NGO</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0070C0"/>
                          </a:solidFill>
                        </a:rPr>
                        <a:t>나고야</a:t>
                      </a:r>
                      <a:r>
                        <a:rPr lang="en-US" altLang="ko-KR" sz="900" b="0" dirty="0">
                          <a:solidFill>
                            <a:srgbClr val="0070C0"/>
                          </a:solidFill>
                        </a:rPr>
                        <a:t>/</a:t>
                      </a:r>
                      <a:r>
                        <a:rPr lang="ko-KR" altLang="en-US" sz="900" b="0" dirty="0">
                          <a:solidFill>
                            <a:srgbClr val="0070C0"/>
                          </a:solidFill>
                        </a:rPr>
                        <a:t>주부</a:t>
                      </a:r>
                      <a:r>
                        <a:rPr lang="en-US" altLang="ko-KR" sz="900" b="0" dirty="0">
                          <a:solidFill>
                            <a:srgbClr val="0070C0"/>
                          </a:solidFill>
                        </a:rPr>
                        <a:t>(Chubu </a:t>
                      </a:r>
                      <a:r>
                        <a:rPr lang="en-US" altLang="ko-KR" sz="900" b="0" dirty="0" err="1">
                          <a:solidFill>
                            <a:srgbClr val="0070C0"/>
                          </a:solidFill>
                        </a:rPr>
                        <a:t>Centrair</a:t>
                      </a:r>
                      <a:r>
                        <a:rPr lang="en-US" altLang="ko-KR" sz="900" b="0" dirty="0">
                          <a:solidFill>
                            <a:srgbClr val="0070C0"/>
                          </a:solidFill>
                        </a:rPr>
                        <a:t>)</a:t>
                      </a:r>
                      <a:endParaRPr sz="900" b="0" dirty="0">
                        <a:solidFill>
                          <a:srgbClr val="0070C0"/>
                        </a:solidFill>
                      </a:endParaRPr>
                    </a:p>
                  </a:txBody>
                  <a:tcPr marL="0" marR="0" marT="0" marB="0" anchor="ctr"/>
                </a:tc>
                <a:extLst>
                  <a:ext uri="{0D108BD9-81ED-4DB2-BD59-A6C34878D82A}">
                    <a16:rowId xmlns:a16="http://schemas.microsoft.com/office/drawing/2014/main" val="2116662300"/>
                  </a:ext>
                </a:extLst>
              </a:tr>
              <a:tr h="197532">
                <a:tc>
                  <a:txBody>
                    <a:bodyPr/>
                    <a:lstStyle/>
                    <a:p>
                      <a:pPr marL="0" marR="0" lvl="0" indent="0" algn="ctr" rtl="0">
                        <a:spcBef>
                          <a:spcPts val="0"/>
                        </a:spcBef>
                        <a:spcAft>
                          <a:spcPts val="0"/>
                        </a:spcAft>
                        <a:buNone/>
                      </a:pPr>
                      <a:r>
                        <a:rPr lang="en-US" sz="900" dirty="0">
                          <a:solidFill>
                            <a:srgbClr val="0070C0"/>
                          </a:solidFill>
                        </a:rPr>
                        <a:t>FUK</a:t>
                      </a:r>
                      <a:endParaRPr sz="900" dirty="0"/>
                    </a:p>
                  </a:txBody>
                  <a:tcPr marL="0" marR="0" marT="0" marB="0" anchor="ctr"/>
                </a:tc>
                <a:tc>
                  <a:txBody>
                    <a:bodyPr/>
                    <a:lstStyle/>
                    <a:p>
                      <a:pPr marL="0" marR="0" lvl="0" indent="0" algn="ctr" rtl="0">
                        <a:spcBef>
                          <a:spcPts val="0"/>
                        </a:spcBef>
                        <a:spcAft>
                          <a:spcPts val="0"/>
                        </a:spcAft>
                        <a:buNone/>
                      </a:pPr>
                      <a:r>
                        <a:rPr lang="ko-KR" altLang="en-US" sz="900" dirty="0">
                          <a:solidFill>
                            <a:srgbClr val="0070C0"/>
                          </a:solidFill>
                        </a:rPr>
                        <a:t>후쿠오카</a:t>
                      </a:r>
                      <a:endParaRPr sz="900" dirty="0"/>
                    </a:p>
                  </a:txBody>
                  <a:tcPr marL="0" marR="0" marT="0" marB="0" anchor="ctr"/>
                </a:tc>
                <a:extLst>
                  <a:ext uri="{0D108BD9-81ED-4DB2-BD59-A6C34878D82A}">
                    <a16:rowId xmlns:a16="http://schemas.microsoft.com/office/drawing/2014/main" val="132924141"/>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C69DC84-DEB4-A503-277E-454B6A64D1DA}"/>
              </a:ext>
            </a:extLst>
          </p:cNvPr>
          <p:cNvSpPr/>
          <p:nvPr/>
        </p:nvSpPr>
        <p:spPr>
          <a:xfrm>
            <a:off x="59469" y="526186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3823925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634791422"/>
              </p:ext>
            </p:extLst>
          </p:nvPr>
        </p:nvGraphicFramePr>
        <p:xfrm>
          <a:off x="104230" y="114852"/>
          <a:ext cx="2115458" cy="1605483"/>
        </p:xfrm>
        <a:graphic>
          <a:graphicData uri="http://schemas.openxmlformats.org/drawingml/2006/table">
            <a:tbl>
              <a:tblPr firstRow="1" bandRow="1">
                <a:noFill/>
                <a:tableStyleId>{A521BE36-7E6F-4EC9-8D66-1CF97A6895EC}</a:tableStyleId>
              </a:tblPr>
              <a:tblGrid>
                <a:gridCol w="1057729">
                  <a:extLst>
                    <a:ext uri="{9D8B030D-6E8A-4147-A177-3AD203B41FA5}">
                      <a16:colId xmlns:a16="http://schemas.microsoft.com/office/drawing/2014/main" val="20000"/>
                    </a:ext>
                  </a:extLst>
                </a:gridCol>
                <a:gridCol w="1057729">
                  <a:extLst>
                    <a:ext uri="{9D8B030D-6E8A-4147-A177-3AD203B41FA5}">
                      <a16:colId xmlns:a16="http://schemas.microsoft.com/office/drawing/2014/main" val="2763461019"/>
                    </a:ext>
                  </a:extLst>
                </a:gridCol>
              </a:tblGrid>
              <a:tr h="351186">
                <a:tc gridSpan="2">
                  <a:txBody>
                    <a:bodyPr/>
                    <a:lstStyle/>
                    <a:p>
                      <a:pPr marL="0" marR="0" lvl="0" indent="0" algn="ctr" rtl="0">
                        <a:spcBef>
                          <a:spcPts val="0"/>
                        </a:spcBef>
                        <a:spcAft>
                          <a:spcPts val="0"/>
                        </a:spcAft>
                        <a:buNone/>
                      </a:pPr>
                      <a:r>
                        <a:rPr lang="en-US" sz="1800" b="1" u="none" strike="noStrike" cap="none" dirty="0">
                          <a:solidFill>
                            <a:schemeClr val="bg1"/>
                          </a:solidFill>
                          <a:latin typeface="Calibri"/>
                          <a:ea typeface="Calibri"/>
                          <a:cs typeface="Calibri"/>
                          <a:sym typeface="Calibri"/>
                        </a:rPr>
                        <a:t>China </a:t>
                      </a:r>
                      <a:endParaRPr sz="1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HKG</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9315092"/>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PEK</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252244187"/>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830567129"/>
                  </a:ext>
                </a:extLst>
              </a:tr>
            </a:tbl>
          </a:graphicData>
        </a:graphic>
      </p:graphicFrame>
      <p:sp>
        <p:nvSpPr>
          <p:cNvPr id="2" name="직사각형 1">
            <a:hlinkClick r:id="" action="ppaction://hlinkshowjump?jump=firstslide"/>
            <a:extLst>
              <a:ext uri="{FF2B5EF4-FFF2-40B4-BE49-F238E27FC236}">
                <a16:creationId xmlns:a16="http://schemas.microsoft.com/office/drawing/2014/main" id="{CFFB510E-55D5-1848-D7FB-A831C6EC3DAC}"/>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90;p1">
            <a:extLst>
              <a:ext uri="{FF2B5EF4-FFF2-40B4-BE49-F238E27FC236}">
                <a16:creationId xmlns:a16="http://schemas.microsoft.com/office/drawing/2014/main" id="{87F02D1E-B645-12DD-A165-59B69450880B}"/>
              </a:ext>
            </a:extLst>
          </p:cNvPr>
          <p:cNvGraphicFramePr/>
          <p:nvPr>
            <p:extLst>
              <p:ext uri="{D42A27DB-BD31-4B8C-83A1-F6EECF244321}">
                <p14:modId xmlns:p14="http://schemas.microsoft.com/office/powerpoint/2010/main" val="2921308763"/>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23983693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1544448594"/>
              </p:ext>
            </p:extLst>
          </p:nvPr>
        </p:nvGraphicFramePr>
        <p:xfrm>
          <a:off x="121884" y="3798834"/>
          <a:ext cx="2069883" cy="1380430"/>
        </p:xfrm>
        <a:graphic>
          <a:graphicData uri="http://schemas.openxmlformats.org/drawingml/2006/table">
            <a:tbl>
              <a:tblPr firstRow="1" bandRow="1">
                <a:noFill/>
                <a:tableStyleId>{A521BE36-7E6F-4EC9-8D66-1CF97A6895EC}</a:tableStyleId>
              </a:tblPr>
              <a:tblGrid>
                <a:gridCol w="520867">
                  <a:extLst>
                    <a:ext uri="{9D8B030D-6E8A-4147-A177-3AD203B41FA5}">
                      <a16:colId xmlns:a16="http://schemas.microsoft.com/office/drawing/2014/main" val="20002"/>
                    </a:ext>
                  </a:extLst>
                </a:gridCol>
                <a:gridCol w="1549016">
                  <a:extLst>
                    <a:ext uri="{9D8B030D-6E8A-4147-A177-3AD203B41FA5}">
                      <a16:colId xmlns:a16="http://schemas.microsoft.com/office/drawing/2014/main" val="20003"/>
                    </a:ext>
                  </a:extLst>
                </a:gridCol>
              </a:tblGrid>
              <a:tr h="138043">
                <a:tc grid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1" dirty="0">
                          <a:solidFill>
                            <a:schemeClr val="bg1"/>
                          </a:solidFill>
                        </a:rPr>
                        <a:t>China</a:t>
                      </a:r>
                    </a:p>
                  </a:txBody>
                  <a:tcPr marL="0" marR="0" marT="0" marB="0"/>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0" dirty="0">
                          <a:solidFill>
                            <a:schemeClr val="bg1"/>
                          </a:solidFill>
                        </a:rPr>
                        <a:t>China</a:t>
                      </a:r>
                    </a:p>
                  </a:txBody>
                  <a:tcPr marL="0" marR="0" marT="0" marB="0"/>
                </a:tc>
                <a:extLst>
                  <a:ext uri="{0D108BD9-81ED-4DB2-BD59-A6C34878D82A}">
                    <a16:rowId xmlns:a16="http://schemas.microsoft.com/office/drawing/2014/main" val="2912171646"/>
                  </a:ext>
                </a:extLst>
              </a:tr>
              <a:tr h="138043">
                <a:tc>
                  <a:txBody>
                    <a:bodyPr/>
                    <a:lstStyle/>
                    <a:p>
                      <a:pPr marL="0" marR="0" lvl="0" indent="0" algn="ctr" rtl="0">
                        <a:spcBef>
                          <a:spcPts val="0"/>
                        </a:spcBef>
                        <a:spcAft>
                          <a:spcPts val="0"/>
                        </a:spcAft>
                        <a:buNone/>
                      </a:pPr>
                      <a:r>
                        <a:rPr lang="en-US" sz="900" dirty="0">
                          <a:solidFill>
                            <a:srgbClr val="00B050"/>
                          </a:solidFill>
                        </a:rPr>
                        <a:t>SHA</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상하이</a:t>
                      </a:r>
                      <a:r>
                        <a:rPr lang="en-US" altLang="ko-KR" sz="900" b="0" dirty="0">
                          <a:solidFill>
                            <a:srgbClr val="00B050"/>
                          </a:solidFill>
                        </a:rPr>
                        <a:t>/</a:t>
                      </a:r>
                      <a:r>
                        <a:rPr lang="ko-KR" altLang="en-US" sz="900" b="0" dirty="0" err="1">
                          <a:solidFill>
                            <a:srgbClr val="00B050"/>
                          </a:solidFill>
                        </a:rPr>
                        <a:t>홍차오</a:t>
                      </a:r>
                      <a:endParaRPr sz="900" b="0" dirty="0">
                        <a:solidFill>
                          <a:srgbClr val="00B050"/>
                        </a:solidFill>
                      </a:endParaRPr>
                    </a:p>
                  </a:txBody>
                  <a:tcPr marL="0" marR="0" marT="0" marB="0"/>
                </a:tc>
                <a:extLst>
                  <a:ext uri="{0D108BD9-81ED-4DB2-BD59-A6C34878D82A}">
                    <a16:rowId xmlns:a16="http://schemas.microsoft.com/office/drawing/2014/main" val="10000"/>
                  </a:ext>
                </a:extLst>
              </a:tr>
              <a:tr h="138043">
                <a:tc>
                  <a:txBody>
                    <a:bodyPr/>
                    <a:lstStyle/>
                    <a:p>
                      <a:pPr marL="0" marR="0" lvl="0" indent="0" algn="ctr" rtl="0">
                        <a:spcBef>
                          <a:spcPts val="0"/>
                        </a:spcBef>
                        <a:spcAft>
                          <a:spcPts val="0"/>
                        </a:spcAft>
                        <a:buNone/>
                      </a:pPr>
                      <a:r>
                        <a:rPr lang="en-US" sz="900" dirty="0">
                          <a:solidFill>
                            <a:srgbClr val="00B050"/>
                          </a:solidFill>
                        </a:rPr>
                        <a:t>TAO</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칭다오</a:t>
                      </a:r>
                      <a:r>
                        <a:rPr lang="en-US" altLang="ko-KR" sz="900" b="0" dirty="0">
                          <a:solidFill>
                            <a:srgbClr val="00B050"/>
                          </a:solidFill>
                        </a:rPr>
                        <a:t>/</a:t>
                      </a:r>
                      <a:r>
                        <a:rPr lang="ko-KR" altLang="en-US" sz="900" b="0" dirty="0" err="1">
                          <a:solidFill>
                            <a:srgbClr val="00B050"/>
                          </a:solidFill>
                        </a:rPr>
                        <a:t>자오동</a:t>
                      </a:r>
                      <a:endParaRPr sz="900" b="0" dirty="0">
                        <a:solidFill>
                          <a:srgbClr val="00B050"/>
                        </a:solidFill>
                      </a:endParaRPr>
                    </a:p>
                  </a:txBody>
                  <a:tcPr marL="0" marR="0" marT="0" marB="0"/>
                </a:tc>
                <a:extLst>
                  <a:ext uri="{0D108BD9-81ED-4DB2-BD59-A6C34878D82A}">
                    <a16:rowId xmlns:a16="http://schemas.microsoft.com/office/drawing/2014/main" val="10002"/>
                  </a:ext>
                </a:extLst>
              </a:tr>
              <a:tr h="138043">
                <a:tc>
                  <a:txBody>
                    <a:bodyPr/>
                    <a:lstStyle/>
                    <a:p>
                      <a:pPr marL="0" marR="0" lvl="0" indent="0" algn="ctr" rtl="0">
                        <a:spcBef>
                          <a:spcPts val="0"/>
                        </a:spcBef>
                        <a:spcAft>
                          <a:spcPts val="0"/>
                        </a:spcAft>
                        <a:buNone/>
                      </a:pPr>
                      <a:r>
                        <a:rPr lang="en-US" sz="900" dirty="0">
                          <a:solidFill>
                            <a:srgbClr val="00B050"/>
                          </a:solidFill>
                        </a:rPr>
                        <a:t>PEK</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베이징</a:t>
                      </a:r>
                      <a:r>
                        <a:rPr lang="en-US" altLang="ko-KR" sz="900" b="0" dirty="0">
                          <a:solidFill>
                            <a:srgbClr val="00B050"/>
                          </a:solidFill>
                        </a:rPr>
                        <a:t>/</a:t>
                      </a:r>
                      <a:r>
                        <a:rPr lang="ko-KR" altLang="en-US" sz="900" b="0" dirty="0" err="1">
                          <a:solidFill>
                            <a:srgbClr val="00B050"/>
                          </a:solidFill>
                        </a:rPr>
                        <a:t>소우뚜</a:t>
                      </a:r>
                      <a:r>
                        <a:rPr lang="en-US" altLang="ko-KR" sz="900" b="0" dirty="0">
                          <a:solidFill>
                            <a:srgbClr val="00B050"/>
                          </a:solidFill>
                        </a:rPr>
                        <a:t>(Capital)</a:t>
                      </a:r>
                      <a:endParaRPr sz="900" b="0" dirty="0">
                        <a:solidFill>
                          <a:srgbClr val="00B050"/>
                        </a:solidFill>
                      </a:endParaRPr>
                    </a:p>
                  </a:txBody>
                  <a:tcPr marL="0" marR="0" marT="0" marB="0" anchor="ctr"/>
                </a:tc>
                <a:extLst>
                  <a:ext uri="{0D108BD9-81ED-4DB2-BD59-A6C34878D82A}">
                    <a16:rowId xmlns:a16="http://schemas.microsoft.com/office/drawing/2014/main" val="10003"/>
                  </a:ext>
                </a:extLst>
              </a:tr>
              <a:tr h="138043">
                <a:tc>
                  <a:txBody>
                    <a:bodyPr/>
                    <a:lstStyle/>
                    <a:p>
                      <a:pPr marL="0" marR="0" lvl="0" indent="0" algn="ctr" rtl="0">
                        <a:spcBef>
                          <a:spcPts val="0"/>
                        </a:spcBef>
                        <a:spcAft>
                          <a:spcPts val="0"/>
                        </a:spcAft>
                        <a:buNone/>
                      </a:pPr>
                      <a:r>
                        <a:rPr lang="en-US" sz="900" dirty="0">
                          <a:solidFill>
                            <a:srgbClr val="00B050"/>
                          </a:solidFill>
                        </a:rPr>
                        <a:t>SHE</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선양</a:t>
                      </a:r>
                      <a:r>
                        <a:rPr lang="en-US" altLang="ko-KR" sz="900" b="0" dirty="0">
                          <a:solidFill>
                            <a:srgbClr val="00B050"/>
                          </a:solidFill>
                        </a:rPr>
                        <a:t>/</a:t>
                      </a:r>
                      <a:r>
                        <a:rPr lang="ko-KR" altLang="en-US" sz="900" b="0" dirty="0" err="1">
                          <a:solidFill>
                            <a:srgbClr val="00B050"/>
                          </a:solidFill>
                        </a:rPr>
                        <a:t>탸오쎈</a:t>
                      </a:r>
                      <a:endParaRPr sz="900" b="0" dirty="0">
                        <a:solidFill>
                          <a:srgbClr val="00B050"/>
                        </a:solidFill>
                      </a:endParaRPr>
                    </a:p>
                  </a:txBody>
                  <a:tcPr marL="0" marR="0" marT="0" marB="0" anchor="ctr"/>
                </a:tc>
                <a:extLst>
                  <a:ext uri="{0D108BD9-81ED-4DB2-BD59-A6C34878D82A}">
                    <a16:rowId xmlns:a16="http://schemas.microsoft.com/office/drawing/2014/main" val="10004"/>
                  </a:ext>
                </a:extLst>
              </a:tr>
              <a:tr h="138043">
                <a:tc>
                  <a:txBody>
                    <a:bodyPr/>
                    <a:lstStyle/>
                    <a:p>
                      <a:pPr marL="0" marR="0" lvl="0" indent="0" algn="ctr" rtl="0">
                        <a:spcBef>
                          <a:spcPts val="0"/>
                        </a:spcBef>
                        <a:spcAft>
                          <a:spcPts val="0"/>
                        </a:spcAft>
                        <a:buNone/>
                      </a:pPr>
                      <a:r>
                        <a:rPr lang="en-US" sz="900" dirty="0">
                          <a:solidFill>
                            <a:srgbClr val="00B050"/>
                          </a:solidFill>
                        </a:rPr>
                        <a:t>PVG</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상하이</a:t>
                      </a:r>
                      <a:r>
                        <a:rPr lang="en-US" altLang="ko-KR" sz="900" b="0" dirty="0">
                          <a:solidFill>
                            <a:srgbClr val="00B050"/>
                          </a:solidFill>
                        </a:rPr>
                        <a:t>/</a:t>
                      </a:r>
                      <a:r>
                        <a:rPr lang="ko-KR" altLang="en-US" sz="900" b="0" dirty="0" err="1">
                          <a:solidFill>
                            <a:srgbClr val="00B050"/>
                          </a:solidFill>
                        </a:rPr>
                        <a:t>푸동</a:t>
                      </a:r>
                      <a:endParaRPr sz="900" b="0" dirty="0">
                        <a:solidFill>
                          <a:srgbClr val="00B050"/>
                        </a:solidFill>
                      </a:endParaRPr>
                    </a:p>
                  </a:txBody>
                  <a:tcPr marL="0" marR="0" marT="0" marB="0" anchor="ctr"/>
                </a:tc>
                <a:extLst>
                  <a:ext uri="{0D108BD9-81ED-4DB2-BD59-A6C34878D82A}">
                    <a16:rowId xmlns:a16="http://schemas.microsoft.com/office/drawing/2014/main" val="10005"/>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HKG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홍콩</a:t>
                      </a:r>
                      <a:endParaRPr lang="en-US" altLang="ko-Kore-KR" sz="900" dirty="0">
                        <a:solidFill>
                          <a:srgbClr val="AA47F5"/>
                        </a:solidFill>
                      </a:endParaRPr>
                    </a:p>
                  </a:txBody>
                  <a:tcPr marL="0" marR="0" marT="0" marB="0" anchor="ctr"/>
                </a:tc>
                <a:extLst>
                  <a:ext uri="{0D108BD9-81ED-4DB2-BD59-A6C34878D82A}">
                    <a16:rowId xmlns:a16="http://schemas.microsoft.com/office/drawing/2014/main" val="3246085828"/>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TSN</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톈진</a:t>
                      </a:r>
                      <a:r>
                        <a:rPr lang="en-US" altLang="ko-KR" sz="900" dirty="0">
                          <a:solidFill>
                            <a:srgbClr val="00B050"/>
                          </a:solidFill>
                        </a:rPr>
                        <a:t>/</a:t>
                      </a:r>
                      <a:r>
                        <a:rPr lang="ko-KR" altLang="en-US" sz="900" dirty="0" err="1">
                          <a:solidFill>
                            <a:srgbClr val="00B050"/>
                          </a:solidFill>
                        </a:rPr>
                        <a:t>빈하이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232204917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DLC</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다롄</a:t>
                      </a:r>
                      <a:r>
                        <a:rPr lang="en-US" altLang="ko-KR" sz="900" dirty="0">
                          <a:solidFill>
                            <a:srgbClr val="00B050"/>
                          </a:solidFill>
                        </a:rPr>
                        <a:t>/</a:t>
                      </a:r>
                      <a:r>
                        <a:rPr lang="ko-KR" altLang="en-US" sz="900" dirty="0" err="1">
                          <a:solidFill>
                            <a:srgbClr val="00B050"/>
                          </a:solidFill>
                        </a:rPr>
                        <a:t>쪼우쑤이쯔</a:t>
                      </a:r>
                      <a:endParaRPr lang="en-US" altLang="ko-Kore-KR" sz="900" dirty="0">
                        <a:solidFill>
                          <a:srgbClr val="AA47F5"/>
                        </a:solidFill>
                      </a:endParaRPr>
                    </a:p>
                  </a:txBody>
                  <a:tcPr marL="0" marR="0" marT="0" marB="0" anchor="ctr"/>
                </a:tc>
                <a:extLst>
                  <a:ext uri="{0D108BD9-81ED-4DB2-BD59-A6C34878D82A}">
                    <a16:rowId xmlns:a16="http://schemas.microsoft.com/office/drawing/2014/main" val="194453890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KMG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쿤밍</a:t>
                      </a:r>
                      <a:r>
                        <a:rPr lang="en-US" altLang="ko-KR" sz="900" dirty="0">
                          <a:solidFill>
                            <a:srgbClr val="00B050"/>
                          </a:solidFill>
                        </a:rPr>
                        <a:t>/</a:t>
                      </a:r>
                      <a:r>
                        <a:rPr lang="ko-KR" altLang="en-US" sz="900" dirty="0" err="1">
                          <a:solidFill>
                            <a:srgbClr val="00B050"/>
                          </a:solidFill>
                        </a:rPr>
                        <a:t>창쉐이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1191254911"/>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842165" y="520237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CHINA</a:t>
            </a:r>
          </a:p>
        </p:txBody>
      </p:sp>
      <p:graphicFrame>
        <p:nvGraphicFramePr>
          <p:cNvPr id="2" name="Google Shape;370;p27">
            <a:extLst>
              <a:ext uri="{FF2B5EF4-FFF2-40B4-BE49-F238E27FC236}">
                <a16:creationId xmlns:a16="http://schemas.microsoft.com/office/drawing/2014/main" id="{5B16D409-08BC-B107-3860-B094CC862342}"/>
              </a:ext>
            </a:extLst>
          </p:cNvPr>
          <p:cNvGraphicFramePr/>
          <p:nvPr>
            <p:extLst>
              <p:ext uri="{D42A27DB-BD31-4B8C-83A1-F6EECF244321}">
                <p14:modId xmlns:p14="http://schemas.microsoft.com/office/powerpoint/2010/main" val="263384203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lang="en-US" altLang="ko-KR" sz="600" b="1" i="0" kern="1200" dirty="0">
                          <a:solidFill>
                            <a:srgbClr val="FFC000"/>
                          </a:solidFill>
                          <a:latin typeface="+mn-ea"/>
                          <a:ea typeface="Calibri"/>
                          <a:cs typeface="Calibri"/>
                          <a:sym typeface="Calibri"/>
                        </a:rPr>
                        <a:t>(10</a:t>
                      </a:r>
                      <a:r>
                        <a:rPr lang="ko-KR" altLang="en-US" sz="600" b="1" i="0" kern="1200" dirty="0" err="1">
                          <a:solidFill>
                            <a:srgbClr val="FFC000"/>
                          </a:solidFill>
                          <a:latin typeface="+mn-ea"/>
                          <a:ea typeface="Calibri"/>
                          <a:cs typeface="Calibri"/>
                          <a:sym typeface="Calibri"/>
                        </a:rPr>
                        <a:t>분이상</a:t>
                      </a:r>
                      <a:r>
                        <a:rPr lang="ko-KR" altLang="en-US" sz="600" b="1" i="0" kern="1200" dirty="0">
                          <a:solidFill>
                            <a:srgbClr val="FFC000"/>
                          </a:solidFill>
                          <a:latin typeface="+mn-ea"/>
                          <a:ea typeface="Calibri"/>
                          <a:cs typeface="Calibri"/>
                          <a:sym typeface="Calibri"/>
                        </a:rPr>
                        <a:t> 지연 </a:t>
                      </a:r>
                      <a:r>
                        <a:rPr lang="en-US" altLang="ko-KR" sz="600" b="1" i="0" kern="1200" dirty="0">
                          <a:solidFill>
                            <a:srgbClr val="FFC000"/>
                          </a:solidFill>
                          <a:latin typeface="+mn-ea"/>
                          <a:ea typeface="Calibri"/>
                          <a:cs typeface="Calibri"/>
                          <a:sym typeface="Calibri"/>
                        </a:rPr>
                        <a:t>or</a:t>
                      </a:r>
                      <a:r>
                        <a:rPr lang="ko-KR" altLang="en-US" sz="600" b="1" i="0" kern="1200" dirty="0">
                          <a:solidFill>
                            <a:srgbClr val="FFC000"/>
                          </a:solidFill>
                          <a:latin typeface="+mn-ea"/>
                          <a:ea typeface="Calibri"/>
                          <a:cs typeface="Calibri"/>
                          <a:sym typeface="Calibri"/>
                        </a:rPr>
                        <a:t> </a:t>
                      </a:r>
                      <a:r>
                        <a:rPr lang="ko-KR" altLang="en-US" sz="600" b="1" i="0" kern="1200" dirty="0" err="1">
                          <a:solidFill>
                            <a:srgbClr val="FFC000"/>
                          </a:solidFill>
                          <a:latin typeface="+mn-ea"/>
                          <a:ea typeface="Calibri"/>
                          <a:cs typeface="Calibri"/>
                          <a:sym typeface="Calibri"/>
                        </a:rPr>
                        <a:t>예상시</a:t>
                      </a:r>
                      <a:r>
                        <a:rPr lang="ko-KR" altLang="en-US" sz="600" b="1" i="0" kern="1200" dirty="0">
                          <a:solidFill>
                            <a:srgbClr val="FFC000"/>
                          </a:solidFill>
                          <a:latin typeface="+mn-ea"/>
                          <a:ea typeface="Calibri"/>
                          <a:cs typeface="Calibri"/>
                          <a:sym typeface="Calibri"/>
                        </a:rPr>
                        <a:t> 지연 방송</a:t>
                      </a:r>
                      <a:r>
                        <a:rPr lang="en-US" altLang="ko-KR" sz="600" b="1" i="0" kern="1200" dirty="0">
                          <a:solidFill>
                            <a:srgbClr val="FFC000"/>
                          </a:solidFill>
                          <a:latin typeface="+mn-ea"/>
                          <a:ea typeface="Calibri"/>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4" name="직사각형 3">
            <a:hlinkClick r:id="" action="ppaction://hlinkshowjump?jump=firstslide"/>
            <a:extLst>
              <a:ext uri="{FF2B5EF4-FFF2-40B4-BE49-F238E27FC236}">
                <a16:creationId xmlns:a16="http://schemas.microsoft.com/office/drawing/2014/main" id="{E9435388-332F-36F9-0FEA-E429C45610B3}"/>
              </a:ext>
            </a:extLst>
          </p:cNvPr>
          <p:cNvSpPr/>
          <p:nvPr/>
        </p:nvSpPr>
        <p:spPr>
          <a:xfrm>
            <a:off x="59469" y="51956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6405856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3312430527"/>
              </p:ext>
            </p:extLst>
          </p:nvPr>
        </p:nvGraphicFramePr>
        <p:xfrm>
          <a:off x="98101" y="184953"/>
          <a:ext cx="2132650" cy="3851663"/>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400" b="1" u="none" strike="noStrike" cap="none" dirty="0">
                          <a:solidFill>
                            <a:schemeClr val="bg1"/>
                          </a:solidFill>
                          <a:latin typeface="Calibri"/>
                          <a:ea typeface="Calibri"/>
                          <a:cs typeface="Calibri"/>
                          <a:sym typeface="Calibri"/>
                        </a:rPr>
                        <a:t>Asia</a:t>
                      </a:r>
                      <a:endParaRPr sz="24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SIN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DAD</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SGN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420D4B99-E8E2-695D-C567-AA64CB4A507C}"/>
              </a:ext>
            </a:extLst>
          </p:cNvPr>
          <p:cNvGraphicFramePr/>
          <p:nvPr>
            <p:extLst>
              <p:ext uri="{D42A27DB-BD31-4B8C-83A1-F6EECF244321}">
                <p14:modId xmlns:p14="http://schemas.microsoft.com/office/powerpoint/2010/main" val="2695471260"/>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F67BBAE9-B926-F113-1CFE-703A0FA7B23A}"/>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0911654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2517960140"/>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bg1"/>
                          </a:solidFill>
                        </a:rPr>
                        <a:t>S.E Asia</a:t>
                      </a:r>
                      <a:endParaRPr sz="1100" b="0" dirty="0">
                        <a:solidFill>
                          <a:schemeClr val="bg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7030A0"/>
                          </a:solidFill>
                        </a:rPr>
                        <a:t>BKK</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방콕</a:t>
                      </a:r>
                      <a:r>
                        <a:rPr lang="en-US" altLang="ko-KR" sz="900" b="0" dirty="0">
                          <a:solidFill>
                            <a:srgbClr val="7030A0"/>
                          </a:solidFill>
                        </a:rPr>
                        <a:t>/</a:t>
                      </a:r>
                      <a:r>
                        <a:rPr lang="ko-KR" altLang="en-US" sz="900" b="0" dirty="0" err="1">
                          <a:solidFill>
                            <a:srgbClr val="7030A0"/>
                          </a:solidFill>
                        </a:rPr>
                        <a:t>수완나폼</a:t>
                      </a:r>
                      <a:endParaRPr lang="ko-KR" altLang="en-US" sz="900" b="0" dirty="0">
                        <a:solidFill>
                          <a:srgbClr val="7030A0"/>
                        </a:solidFill>
                      </a:endParaRPr>
                    </a:p>
                  </a:txBody>
                  <a:tcPr marL="0" marR="0" marT="0" marB="0" anchor="ctr"/>
                </a:tc>
                <a:extLst>
                  <a:ext uri="{0D108BD9-81ED-4DB2-BD59-A6C34878D82A}">
                    <a16:rowId xmlns:a16="http://schemas.microsoft.com/office/drawing/2014/main" val="376584517"/>
                  </a:ext>
                </a:extLst>
              </a:tr>
              <a:tr h="163628">
                <a:tc>
                  <a:txBody>
                    <a:bodyPr/>
                    <a:lstStyle/>
                    <a:p>
                      <a:pPr marL="0" marR="0" lvl="0" indent="0" algn="ctr" rtl="0">
                        <a:spcBef>
                          <a:spcPts val="0"/>
                        </a:spcBef>
                        <a:spcAft>
                          <a:spcPts val="0"/>
                        </a:spcAft>
                        <a:buNone/>
                      </a:pPr>
                      <a:r>
                        <a:rPr lang="en-US" sz="900" dirty="0">
                          <a:solidFill>
                            <a:srgbClr val="7030A0"/>
                          </a:solidFill>
                        </a:rPr>
                        <a:t>SIN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싱가포르</a:t>
                      </a:r>
                      <a:r>
                        <a:rPr lang="en-US" altLang="ko-KR" sz="900" b="0" dirty="0">
                          <a:solidFill>
                            <a:srgbClr val="7030A0"/>
                          </a:solidFill>
                        </a:rPr>
                        <a:t>/</a:t>
                      </a:r>
                      <a:r>
                        <a:rPr lang="ko-KR" altLang="en-US" sz="900" b="0" dirty="0">
                          <a:solidFill>
                            <a:srgbClr val="7030A0"/>
                          </a:solidFill>
                        </a:rPr>
                        <a:t>창이</a:t>
                      </a:r>
                      <a:endParaRPr sz="900" b="0" dirty="0">
                        <a:solidFill>
                          <a:srgbClr val="7030A0"/>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7030A0"/>
                          </a:solidFill>
                        </a:rPr>
                        <a:t>DAD</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err="1">
                          <a:solidFill>
                            <a:srgbClr val="7030A0"/>
                          </a:solidFill>
                        </a:rPr>
                        <a:t>다낭</a:t>
                      </a:r>
                      <a:endParaRPr sz="900" b="0" dirty="0">
                        <a:solidFill>
                          <a:srgbClr val="7030A0"/>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7030A0"/>
                          </a:solidFill>
                        </a:rPr>
                        <a:t>SGN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베트남 호찌민</a:t>
                      </a:r>
                      <a:r>
                        <a:rPr lang="en-US" altLang="ko-KR" sz="900" b="0" dirty="0">
                          <a:solidFill>
                            <a:srgbClr val="7030A0"/>
                          </a:solidFill>
                        </a:rPr>
                        <a:t>/</a:t>
                      </a:r>
                      <a:r>
                        <a:rPr lang="ko-KR" altLang="en-US" sz="900" b="0" dirty="0" err="1">
                          <a:solidFill>
                            <a:srgbClr val="7030A0"/>
                          </a:solidFill>
                        </a:rPr>
                        <a:t>탄소넛</a:t>
                      </a:r>
                      <a:endParaRPr sz="900" b="0" dirty="0">
                        <a:solidFill>
                          <a:srgbClr val="7030A0"/>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r>
                        <a:rPr lang="en-US" sz="900" dirty="0">
                          <a:solidFill>
                            <a:srgbClr val="7030A0"/>
                          </a:solidFill>
                        </a:rPr>
                        <a:t>PNH</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캄보디아 프놈펜</a:t>
                      </a:r>
                      <a:endParaRPr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r>
                        <a:rPr lang="en-US" sz="900" dirty="0">
                          <a:solidFill>
                            <a:srgbClr val="7030A0"/>
                          </a:solidFill>
                        </a:rPr>
                        <a:t>MNL</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필리핀 마닐라</a:t>
                      </a:r>
                      <a:r>
                        <a:rPr lang="en-US" altLang="ko-KR" sz="900" b="0" dirty="0">
                          <a:solidFill>
                            <a:srgbClr val="7030A0"/>
                          </a:solidFill>
                        </a:rPr>
                        <a:t>/</a:t>
                      </a:r>
                      <a:r>
                        <a:rPr lang="ko-KR" altLang="en-US" sz="900" b="0" dirty="0" err="1">
                          <a:solidFill>
                            <a:srgbClr val="7030A0"/>
                          </a:solidFill>
                        </a:rPr>
                        <a:t>니노이</a:t>
                      </a:r>
                      <a:r>
                        <a:rPr lang="ko-KR" altLang="en-US" sz="900" b="0" dirty="0">
                          <a:solidFill>
                            <a:srgbClr val="7030A0"/>
                          </a:solidFill>
                        </a:rPr>
                        <a:t> </a:t>
                      </a:r>
                      <a:r>
                        <a:rPr lang="ko-KR" altLang="en-US" sz="900" b="0" dirty="0" err="1">
                          <a:solidFill>
                            <a:srgbClr val="7030A0"/>
                          </a:solidFill>
                        </a:rPr>
                        <a:t>아키노</a:t>
                      </a: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132924141"/>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723414" y="5277971"/>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370;p27">
            <a:extLst>
              <a:ext uri="{FF2B5EF4-FFF2-40B4-BE49-F238E27FC236}">
                <a16:creationId xmlns:a16="http://schemas.microsoft.com/office/drawing/2014/main" id="{F9B588B8-8715-9703-FBCF-4E7E4E8AB301}"/>
              </a:ext>
            </a:extLst>
          </p:cNvPr>
          <p:cNvGraphicFramePr/>
          <p:nvPr>
            <p:extLst>
              <p:ext uri="{D42A27DB-BD31-4B8C-83A1-F6EECF244321}">
                <p14:modId xmlns:p14="http://schemas.microsoft.com/office/powerpoint/2010/main" val="1775399040"/>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5" name="직사각형 4">
            <a:hlinkClick r:id="" action="ppaction://hlinkshowjump?jump=firstslide"/>
            <a:extLst>
              <a:ext uri="{FF2B5EF4-FFF2-40B4-BE49-F238E27FC236}">
                <a16:creationId xmlns:a16="http://schemas.microsoft.com/office/drawing/2014/main" id="{8C899D41-55E4-6931-28C7-27A96B3022C6}"/>
              </a:ext>
            </a:extLst>
          </p:cNvPr>
          <p:cNvSpPr/>
          <p:nvPr/>
        </p:nvSpPr>
        <p:spPr>
          <a:xfrm>
            <a:off x="59469" y="526186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TextBox 5">
            <a:extLst>
              <a:ext uri="{FF2B5EF4-FFF2-40B4-BE49-F238E27FC236}">
                <a16:creationId xmlns:a16="http://schemas.microsoft.com/office/drawing/2014/main" id="{919822C7-DE3F-F659-C1B5-86715278BF84}"/>
              </a:ext>
            </a:extLst>
          </p:cNvPr>
          <p:cNvSpPr txBox="1"/>
          <p:nvPr/>
        </p:nvSpPr>
        <p:spPr>
          <a:xfrm>
            <a:off x="1438332" y="5238781"/>
            <a:ext cx="1006693" cy="307777"/>
          </a:xfrm>
          <a:prstGeom prst="rect">
            <a:avLst/>
          </a:prstGeom>
          <a:noFill/>
        </p:spPr>
        <p:txBody>
          <a:bodyPr wrap="square" rtlCol="0">
            <a:spAutoFit/>
          </a:bodyPr>
          <a:lstStyle/>
          <a:p>
            <a:r>
              <a:rPr kumimoji="1" lang="ko-Kore-KR" altLang="en-US" sz="1400" b="1" dirty="0">
                <a:solidFill>
                  <a:srgbClr val="FF0000"/>
                </a:solidFill>
                <a:hlinkClick r:id="rId4" action="ppaction://hlinksldjump">
                  <a:extLst>
                    <a:ext uri="{A12FA001-AC4F-418D-AE19-62706E023703}">
                      <ahyp:hlinkClr xmlns:ahyp="http://schemas.microsoft.com/office/drawing/2018/hyperlinkcolor" val="tx"/>
                    </a:ext>
                  </a:extLst>
                </a:hlinkClick>
              </a:rPr>
              <a:t>도착</a:t>
            </a:r>
            <a:r>
              <a:rPr kumimoji="1" lang="ko-KR" altLang="en-US" sz="1400" b="1" dirty="0">
                <a:solidFill>
                  <a:srgbClr val="FF0000"/>
                </a:solidFill>
                <a:hlinkClick r:id="rId4" action="ppaction://hlinksldjump">
                  <a:extLst>
                    <a:ext uri="{A12FA001-AC4F-418D-AE19-62706E023703}">
                      <ahyp:hlinkClr xmlns:ahyp="http://schemas.microsoft.com/office/drawing/2018/hyperlinkcolor" val="tx"/>
                    </a:ext>
                  </a:extLst>
                </a:hlinkClick>
              </a:rPr>
              <a:t> 방송</a:t>
            </a:r>
            <a:endParaRPr kumimoji="1" lang="ko-Kore-KR" altLang="en-US" sz="1400" b="1" dirty="0">
              <a:solidFill>
                <a:srgbClr val="FF0000"/>
              </a:solidFill>
            </a:endParaRPr>
          </a:p>
        </p:txBody>
      </p:sp>
    </p:spTree>
    <p:extLst>
      <p:ext uri="{BB962C8B-B14F-4D97-AF65-F5344CB8AC3E}">
        <p14:creationId xmlns:p14="http://schemas.microsoft.com/office/powerpoint/2010/main" val="11877561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0448F4CA-FCE6-D113-A82C-19B1075AC00C}"/>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BD08BEF3-BB56-7429-CA56-017D9B113B43}"/>
              </a:ext>
            </a:extLst>
          </p:cNvPr>
          <p:cNvGraphicFramePr/>
          <p:nvPr>
            <p:extLst>
              <p:ext uri="{D42A27DB-BD31-4B8C-83A1-F6EECF244321}">
                <p14:modId xmlns:p14="http://schemas.microsoft.com/office/powerpoint/2010/main" val="124331603"/>
              </p:ext>
            </p:extLst>
          </p:nvPr>
        </p:nvGraphicFramePr>
        <p:xfrm>
          <a:off x="98101" y="184953"/>
          <a:ext cx="2132650" cy="3474049"/>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400" b="1" u="none" strike="noStrike" cap="none" dirty="0">
                          <a:solidFill>
                            <a:srgbClr val="FFC000"/>
                          </a:solidFill>
                          <a:latin typeface="Calibri"/>
                          <a:ea typeface="Calibri"/>
                          <a:cs typeface="Calibri"/>
                          <a:sym typeface="Calibri"/>
                        </a:rPr>
                        <a:t>Oceania</a:t>
                      </a:r>
                      <a:endParaRPr sz="2400" b="1" u="none" strike="noStrike" cap="none" dirty="0">
                        <a:solidFill>
                          <a:srgbClr val="FFC000"/>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HNL</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SYD</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BNE</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60715795-D460-C921-1929-104CD446B2C3}"/>
              </a:ext>
            </a:extLst>
          </p:cNvPr>
          <p:cNvGraphicFramePr/>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6CF5A3A9-9CE4-A4CB-5F81-58D0B65D1B0A}"/>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8164848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E7A4B785-4C80-2E4F-A9AC-6AFE1939C031}"/>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B8915301-9BDE-7349-EF64-2C9099847090}"/>
              </a:ext>
            </a:extLst>
          </p:cNvPr>
          <p:cNvGraphicFramePr/>
          <p:nvPr>
            <p:extLst>
              <p:ext uri="{D42A27DB-BD31-4B8C-83A1-F6EECF244321}">
                <p14:modId xmlns:p14="http://schemas.microsoft.com/office/powerpoint/2010/main" val="1284198284"/>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bg1"/>
                          </a:solidFill>
                        </a:rPr>
                        <a:t>S.E Asia</a:t>
                      </a:r>
                      <a:endParaRPr sz="1100" b="0" dirty="0">
                        <a:solidFill>
                          <a:schemeClr val="bg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F28943"/>
                          </a:solidFill>
                        </a:rPr>
                        <a:t>HNL</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F28943"/>
                          </a:solidFill>
                        </a:rPr>
                        <a:t>호놀루루</a:t>
                      </a:r>
                      <a:r>
                        <a:rPr lang="en-US" altLang="ko-KR" sz="800" b="0" dirty="0">
                          <a:solidFill>
                            <a:srgbClr val="F28943"/>
                          </a:solidFill>
                        </a:rPr>
                        <a:t>/</a:t>
                      </a:r>
                      <a:r>
                        <a:rPr lang="ko-KR" altLang="en-US" sz="800" b="0" dirty="0">
                          <a:solidFill>
                            <a:srgbClr val="F28943"/>
                          </a:solidFill>
                        </a:rPr>
                        <a:t>다니엘 케이 이노우에</a:t>
                      </a:r>
                      <a:endParaRPr sz="800" b="0" dirty="0">
                        <a:solidFill>
                          <a:srgbClr val="F28943"/>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F28943"/>
                          </a:solidFill>
                        </a:rPr>
                        <a:t>SYD</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시드니</a:t>
                      </a:r>
                      <a:r>
                        <a:rPr lang="en-US" altLang="ko-KR" sz="800" b="0" dirty="0">
                          <a:solidFill>
                            <a:srgbClr val="F28943"/>
                          </a:solidFill>
                        </a:rPr>
                        <a:t>/</a:t>
                      </a:r>
                      <a:r>
                        <a:rPr lang="ko-KR" altLang="en-US" sz="800" b="0" dirty="0" err="1">
                          <a:solidFill>
                            <a:srgbClr val="F28943"/>
                          </a:solidFill>
                        </a:rPr>
                        <a:t>킹스폴드</a:t>
                      </a:r>
                      <a:r>
                        <a:rPr lang="ko-KR" altLang="en-US" sz="800" b="0" dirty="0">
                          <a:solidFill>
                            <a:srgbClr val="F28943"/>
                          </a:solidFill>
                        </a:rPr>
                        <a:t> 스미스</a:t>
                      </a:r>
                      <a:endParaRPr sz="900" b="0" dirty="0">
                        <a:solidFill>
                          <a:srgbClr val="F28943"/>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F28943"/>
                          </a:solidFill>
                        </a:rPr>
                        <a:t>BNE</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브리즈번</a:t>
                      </a:r>
                      <a:endParaRPr sz="900" b="0" dirty="0">
                        <a:solidFill>
                          <a:srgbClr val="F28943"/>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783088539"/>
                  </a:ext>
                </a:extLst>
              </a:tr>
            </a:tbl>
          </a:graphicData>
        </a:graphic>
      </p:graphicFrame>
      <p:sp>
        <p:nvSpPr>
          <p:cNvPr id="3" name="직사각형 2">
            <a:hlinkClick r:id="" action="ppaction://hlinkshowjump?jump=firstslide"/>
            <a:extLst>
              <a:ext uri="{FF2B5EF4-FFF2-40B4-BE49-F238E27FC236}">
                <a16:creationId xmlns:a16="http://schemas.microsoft.com/office/drawing/2014/main" id="{DEEFE059-C040-0D5F-74C2-1E0447788100}"/>
              </a:ext>
            </a:extLst>
          </p:cNvPr>
          <p:cNvSpPr/>
          <p:nvPr/>
        </p:nvSpPr>
        <p:spPr>
          <a:xfrm>
            <a:off x="723414" y="5277971"/>
            <a:ext cx="910408"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370;p27">
            <a:extLst>
              <a:ext uri="{FF2B5EF4-FFF2-40B4-BE49-F238E27FC236}">
                <a16:creationId xmlns:a16="http://schemas.microsoft.com/office/drawing/2014/main" id="{E45BF995-9579-C743-9CC0-6787DB044A20}"/>
              </a:ext>
            </a:extLst>
          </p:cNvPr>
          <p:cNvGraphicFramePr/>
          <p:nvPr>
            <p:extLst>
              <p:ext uri="{D42A27DB-BD31-4B8C-83A1-F6EECF244321}">
                <p14:modId xmlns:p14="http://schemas.microsoft.com/office/powerpoint/2010/main" val="2881329072"/>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5" name="직사각형 4">
            <a:hlinkClick r:id="" action="ppaction://hlinkshowjump?jump=firstslide"/>
            <a:extLst>
              <a:ext uri="{FF2B5EF4-FFF2-40B4-BE49-F238E27FC236}">
                <a16:creationId xmlns:a16="http://schemas.microsoft.com/office/drawing/2014/main" id="{EA883DAE-4AD4-A037-7ADD-1BE576C9E36C}"/>
              </a:ext>
            </a:extLst>
          </p:cNvPr>
          <p:cNvSpPr/>
          <p:nvPr/>
        </p:nvSpPr>
        <p:spPr>
          <a:xfrm>
            <a:off x="59469" y="526186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TextBox 5">
            <a:extLst>
              <a:ext uri="{FF2B5EF4-FFF2-40B4-BE49-F238E27FC236}">
                <a16:creationId xmlns:a16="http://schemas.microsoft.com/office/drawing/2014/main" id="{CB4F8880-7826-96D6-F5B7-8FA2F436D2EE}"/>
              </a:ext>
            </a:extLst>
          </p:cNvPr>
          <p:cNvSpPr txBox="1"/>
          <p:nvPr/>
        </p:nvSpPr>
        <p:spPr>
          <a:xfrm>
            <a:off x="1584105" y="5291789"/>
            <a:ext cx="910408" cy="276999"/>
          </a:xfrm>
          <a:prstGeom prst="rect">
            <a:avLst/>
          </a:prstGeom>
          <a:noFill/>
        </p:spPr>
        <p:txBody>
          <a:bodyPr wrap="square" rtlCol="0">
            <a:spAutoFit/>
          </a:bodyPr>
          <a:lstStyle/>
          <a:p>
            <a:r>
              <a:rPr kumimoji="1" lang="ko-Kore-KR" altLang="en-US" sz="1200" b="1" dirty="0">
                <a:solidFill>
                  <a:srgbClr val="FF0000"/>
                </a:solidFill>
                <a:hlinkClick r:id="rId4" action="ppaction://hlinksldjump">
                  <a:extLst>
                    <a:ext uri="{A12FA001-AC4F-418D-AE19-62706E023703}">
                      <ahyp:hlinkClr xmlns:ahyp="http://schemas.microsoft.com/office/drawing/2018/hyperlinkcolor" val="tx"/>
                    </a:ext>
                  </a:extLst>
                </a:hlinkClick>
              </a:rPr>
              <a:t>도착</a:t>
            </a:r>
            <a:r>
              <a:rPr kumimoji="1" lang="ko-KR" altLang="en-US" sz="1200" b="1" dirty="0">
                <a:solidFill>
                  <a:srgbClr val="FF0000"/>
                </a:solidFill>
                <a:hlinkClick r:id="rId4" action="ppaction://hlinksldjump">
                  <a:extLst>
                    <a:ext uri="{A12FA001-AC4F-418D-AE19-62706E023703}">
                      <ahyp:hlinkClr xmlns:ahyp="http://schemas.microsoft.com/office/drawing/2018/hyperlinkcolor" val="tx"/>
                    </a:ext>
                  </a:extLst>
                </a:hlinkClick>
              </a:rPr>
              <a:t>방송</a:t>
            </a:r>
            <a:endParaRPr kumimoji="1" lang="ko-Kore-KR" altLang="en-US" sz="1200" b="1" dirty="0">
              <a:solidFill>
                <a:srgbClr val="FF0000"/>
              </a:solidFill>
            </a:endParaRPr>
          </a:p>
        </p:txBody>
      </p:sp>
    </p:spTree>
    <p:extLst>
      <p:ext uri="{BB962C8B-B14F-4D97-AF65-F5344CB8AC3E}">
        <p14:creationId xmlns:p14="http://schemas.microsoft.com/office/powerpoint/2010/main" val="37895368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graphicFrame>
        <p:nvGraphicFramePr>
          <p:cNvPr id="106" name="Google Shape;106;p2"/>
          <p:cNvGraphicFramePr/>
          <p:nvPr>
            <p:extLst>
              <p:ext uri="{D42A27DB-BD31-4B8C-83A1-F6EECF244321}">
                <p14:modId xmlns:p14="http://schemas.microsoft.com/office/powerpoint/2010/main" val="2341494615"/>
              </p:ext>
            </p:extLst>
          </p:nvPr>
        </p:nvGraphicFramePr>
        <p:xfrm>
          <a:off x="0" y="1059290"/>
          <a:ext cx="2339850" cy="181465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427554165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73836">
                <a:tc gridSpan="7">
                  <a:txBody>
                    <a:bodyPr/>
                    <a:lstStyle/>
                    <a:p>
                      <a:pPr marL="0" marR="0" lvl="0" indent="0" algn="ctr" rtl="0">
                        <a:spcBef>
                          <a:spcPts val="0"/>
                        </a:spcBef>
                        <a:spcAft>
                          <a:spcPts val="0"/>
                        </a:spcAft>
                        <a:buNone/>
                      </a:pPr>
                      <a:r>
                        <a:rPr lang="en-US" sz="800" u="none" strike="noStrike" cap="none" dirty="0"/>
                        <a:t>GMP : </a:t>
                      </a:r>
                      <a:r>
                        <a:rPr lang="en-US"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57990">
                <a:tc rowSpan="2">
                  <a:txBody>
                    <a:bodyPr/>
                    <a:lstStyle/>
                    <a:p>
                      <a:pPr marL="0" marR="0" lvl="0" indent="0" algn="ctr" rtl="0">
                        <a:spcBef>
                          <a:spcPts val="0"/>
                        </a:spcBef>
                        <a:spcAft>
                          <a:spcPts val="0"/>
                        </a:spcAft>
                        <a:buNone/>
                      </a:pPr>
                      <a:r>
                        <a:rPr lang="en-US" sz="800" b="1" u="none" strike="noStrike" cap="none"/>
                        <a:t>32L/R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BULTI </a:t>
                      </a:r>
                      <a:r>
                        <a:rPr lang="en-US" sz="800" b="1" u="none" strike="noStrike" cap="none" dirty="0" err="1">
                          <a:solidFill>
                            <a:srgbClr val="0070C0"/>
                          </a:solidFill>
                        </a:rPr>
                        <a:t>xT</a:t>
                      </a:r>
                      <a:endParaRPr sz="800" b="1" u="none" strike="noStrike" cap="none"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324 </a:t>
                      </a:r>
                      <a:r>
                        <a:rPr lang="en-US" sz="800" b="1" u="none" strike="noStrike" cap="none" dirty="0">
                          <a:solidFill>
                            <a:srgbClr val="0070C0"/>
                          </a:solidFill>
                        </a:rPr>
                        <a:t>ALT 5000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(BULTI xQ)</a:t>
                      </a:r>
                      <a:endParaRPr sz="800" u="none" strike="noStrike" cap="none"/>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57990">
                <a:tc rowSpan="2">
                  <a:txBody>
                    <a:bodyPr/>
                    <a:lstStyle/>
                    <a:p>
                      <a:pPr marL="0" marR="0" lvl="0" indent="0" algn="ctr" rtl="0">
                        <a:spcBef>
                          <a:spcPts val="0"/>
                        </a:spcBef>
                        <a:spcAft>
                          <a:spcPts val="0"/>
                        </a:spcAft>
                        <a:buNone/>
                      </a:pPr>
                      <a:r>
                        <a:rPr lang="en-US" sz="800" b="1" u="none" strike="noStrike" cap="none"/>
                        <a:t>14L/R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solidFill>
                            <a:srgbClr val="0070C0"/>
                          </a:solidFill>
                        </a:rPr>
                        <a:t>BULTI xU</a:t>
                      </a:r>
                      <a:endParaRPr sz="800" b="1" u="none" strike="noStrike" cap="none">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144 </a:t>
                      </a:r>
                      <a:r>
                        <a:rPr lang="en-US" sz="800" b="1" u="none" strike="noStrike" cap="none" dirty="0">
                          <a:solidFill>
                            <a:srgbClr val="0070C0"/>
                          </a:solidFill>
                        </a:rPr>
                        <a:t>ALT 6000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dirty="0"/>
                        <a:t>(BULTI </a:t>
                      </a:r>
                      <a:r>
                        <a:rPr lang="en-US" sz="800" u="none" strike="noStrike" cap="none" dirty="0" err="1"/>
                        <a:t>xZ</a:t>
                      </a:r>
                      <a:r>
                        <a:rPr lang="en-US" sz="800" u="none" strike="noStrike" cap="none" dirty="0"/>
                        <a:t>)</a:t>
                      </a:r>
                      <a:endParaRPr sz="800" u="none" strike="noStrike" cap="none"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5732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25732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32L/R : EO32L/R, R225</a:t>
                      </a:r>
                      <a:r>
                        <a:rPr lang="en-US" altLang="ko-Kore-KR" sz="600" u="none" strike="noStrike" cap="none" dirty="0"/>
                        <a:t>, </a:t>
                      </a:r>
                      <a:r>
                        <a:rPr lang="en-US" altLang="ko-Kore-KR" sz="800" u="none" strike="noStrike" cap="none" dirty="0"/>
                        <a:t>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5799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APRON(130.875) -&gt; GND(121.9)  -&gt; TWR (All by ATC)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07" name="Google Shape;107;p2"/>
          <p:cNvGraphicFramePr/>
          <p:nvPr>
            <p:extLst>
              <p:ext uri="{D42A27DB-BD31-4B8C-83A1-F6EECF244321}">
                <p14:modId xmlns:p14="http://schemas.microsoft.com/office/powerpoint/2010/main" val="1167799734"/>
              </p:ext>
            </p:extLst>
          </p:nvPr>
        </p:nvGraphicFramePr>
        <p:xfrm>
          <a:off x="4472" y="3638242"/>
          <a:ext cx="2310728" cy="1921330"/>
        </p:xfrm>
        <a:graphic>
          <a:graphicData uri="http://schemas.openxmlformats.org/drawingml/2006/table">
            <a:tbl>
              <a:tblPr firstRow="1" bandRow="1">
                <a:noFill/>
                <a:tableStyleId>{A521BE36-7E6F-4EC9-8D66-1CF97A6895EC}</a:tableStyleId>
              </a:tblPr>
              <a:tblGrid>
                <a:gridCol w="390499">
                  <a:extLst>
                    <a:ext uri="{9D8B030D-6E8A-4147-A177-3AD203B41FA5}">
                      <a16:colId xmlns:a16="http://schemas.microsoft.com/office/drawing/2014/main" val="20000"/>
                    </a:ext>
                  </a:extLst>
                </a:gridCol>
                <a:gridCol w="209308">
                  <a:extLst>
                    <a:ext uri="{9D8B030D-6E8A-4147-A177-3AD203B41FA5}">
                      <a16:colId xmlns:a16="http://schemas.microsoft.com/office/drawing/2014/main" val="20001"/>
                    </a:ext>
                  </a:extLst>
                </a:gridCol>
                <a:gridCol w="527130">
                  <a:extLst>
                    <a:ext uri="{9D8B030D-6E8A-4147-A177-3AD203B41FA5}">
                      <a16:colId xmlns:a16="http://schemas.microsoft.com/office/drawing/2014/main" val="20002"/>
                    </a:ext>
                  </a:extLst>
                </a:gridCol>
                <a:gridCol w="413260">
                  <a:extLst>
                    <a:ext uri="{9D8B030D-6E8A-4147-A177-3AD203B41FA5}">
                      <a16:colId xmlns:a16="http://schemas.microsoft.com/office/drawing/2014/main" val="20005"/>
                    </a:ext>
                  </a:extLst>
                </a:gridCol>
                <a:gridCol w="770531">
                  <a:extLst>
                    <a:ext uri="{9D8B030D-6E8A-4147-A177-3AD203B41FA5}">
                      <a16:colId xmlns:a16="http://schemas.microsoft.com/office/drawing/2014/main" val="20006"/>
                    </a:ext>
                  </a:extLst>
                </a:gridCol>
              </a:tblGrid>
              <a:tr h="209058">
                <a:tc gridSpan="5">
                  <a:txBody>
                    <a:bodyPr/>
                    <a:lstStyle/>
                    <a:p>
                      <a:pPr marL="0" marR="0" lvl="0" indent="0" algn="ctr" rtl="0">
                        <a:spcBef>
                          <a:spcPts val="0"/>
                        </a:spcBef>
                        <a:spcAft>
                          <a:spcPts val="0"/>
                        </a:spcAft>
                        <a:buNone/>
                      </a:pPr>
                      <a:r>
                        <a:rPr lang="en-US" sz="800" u="none" strike="noStrike" cap="none" dirty="0"/>
                        <a:t>CJU </a:t>
                      </a:r>
                      <a:r>
                        <a:rPr lang="en-US" sz="800" u="none" strike="noStrike" cap="none" dirty="0">
                          <a:solidFill>
                            <a:srgbClr val="00B0F0"/>
                          </a:solidFill>
                        </a:rPr>
                        <a:t>[066/246]</a:t>
                      </a:r>
                      <a:r>
                        <a:rPr lang="en-US" sz="800" u="none" strike="noStrike" cap="none" dirty="0"/>
                        <a:t> : STAR </a:t>
                      </a:r>
                    </a:p>
                    <a:p>
                      <a:pPr marL="0" marR="0" lvl="0" indent="0" algn="ctr" rtl="0">
                        <a:spcBef>
                          <a:spcPts val="0"/>
                        </a:spcBef>
                        <a:spcAft>
                          <a:spcPts val="0"/>
                        </a:spcAft>
                        <a:buNone/>
                      </a:pPr>
                      <a:r>
                        <a:rPr lang="en-US" sz="700" u="none" strike="noStrike" cap="none" dirty="0">
                          <a:solidFill>
                            <a:srgbClr val="FFC000"/>
                          </a:solidFill>
                        </a:rPr>
                        <a:t>AFT Merge PT(220kts) DCT IAF(210kts), FAF (160kts)</a:t>
                      </a: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pPr marL="0" marR="0" lvl="0" indent="0" algn="ctr" rtl="0">
                        <a:spcBef>
                          <a:spcPts val="0"/>
                        </a:spcBef>
                        <a:spcAft>
                          <a:spcPts val="0"/>
                        </a:spcAft>
                        <a:buNone/>
                      </a:pP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26670">
                <a:tc>
                  <a:txBody>
                    <a:bodyPr/>
                    <a:lstStyle/>
                    <a:p>
                      <a:pPr marL="0" marR="0" lvl="0" indent="0" algn="ctr" rtl="0">
                        <a:spcBef>
                          <a:spcPts val="0"/>
                        </a:spcBef>
                        <a:spcAft>
                          <a:spcPts val="0"/>
                        </a:spcAft>
                        <a:buNone/>
                      </a:pPr>
                      <a:r>
                        <a:rPr lang="en-US" sz="800" b="1" u="none" strike="noStrike" cap="none" dirty="0"/>
                        <a:t>ILS Z 07</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t>DOTOL xP</a:t>
                      </a:r>
                      <a:endParaRPr sz="800" b="1" u="none" strike="noStrike" cap="none"/>
                    </a:p>
                  </a:txBody>
                  <a:tcPr marL="36000" marR="36000" marT="36000" marB="36000" anchor="ctr"/>
                </a:tc>
                <a:tc hMerge="1">
                  <a:txBody>
                    <a:bodyPr/>
                    <a:lstStyle/>
                    <a:p>
                      <a:pPr marL="0" marR="0" lvl="0" indent="0" algn="ctr" rtl="0">
                        <a:spcBef>
                          <a:spcPts val="0"/>
                        </a:spcBef>
                        <a:spcAft>
                          <a:spcPts val="0"/>
                        </a:spcAft>
                        <a:buNone/>
                      </a:pPr>
                      <a:endParaRPr sz="800" b="1" u="none" strike="noStrike" cap="none"/>
                    </a:p>
                  </a:txBody>
                  <a:tcPr marL="36000" marR="36000" marT="36000" marB="36000" anchor="ctr"/>
                </a:tc>
                <a:tc>
                  <a:txBody>
                    <a:bodyPr/>
                    <a:lstStyle/>
                    <a:p>
                      <a:pPr algn="ctr"/>
                      <a:r>
                        <a:rPr lang="en-US" sz="800" b="1" u="none" strike="noStrike" cap="none" dirty="0"/>
                        <a:t>YUMIN</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DOTOL 160</a:t>
                      </a:r>
                      <a:endParaRPr sz="800" b="1" u="none" strike="noStrike" cap="none" dirty="0"/>
                    </a:p>
                  </a:txBody>
                  <a:tcPr marL="36000" marR="36000" marT="36000" marB="36000" anchor="ctr"/>
                </a:tc>
                <a:extLst>
                  <a:ext uri="{0D108BD9-81ED-4DB2-BD59-A6C34878D82A}">
                    <a16:rowId xmlns:a16="http://schemas.microsoft.com/office/drawing/2014/main" val="10001"/>
                  </a:ext>
                </a:extLst>
              </a:tr>
              <a:tr h="126670">
                <a:tc gridSpan="5">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endParaRPr sz="800" b="1" u="none" strike="noStrike" cap="none"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sz="800" b="1" u="none" strike="noStrike" cap="none" dirty="0">
                        <a:solidFill>
                          <a:srgbClr val="C00000"/>
                        </a:solidFill>
                      </a:endParaRPr>
                    </a:p>
                  </a:txBody>
                  <a:tcPr marL="36000" marR="36000" marT="36000" marB="36000" anchor="ctr"/>
                </a:tc>
                <a:tc hMerge="1">
                  <a:txBody>
                    <a:bodyPr/>
                    <a:lstStyle/>
                    <a:p>
                      <a:endParaRPr lang="ko-Kore-KR"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extLst>
                  <a:ext uri="{0D108BD9-81ED-4DB2-BD59-A6C34878D82A}">
                    <a16:rowId xmlns:a16="http://schemas.microsoft.com/office/drawing/2014/main" val="3614569801"/>
                  </a:ext>
                </a:extLst>
              </a:tr>
              <a:tr h="126670">
                <a:tc>
                  <a:txBody>
                    <a:bodyPr/>
                    <a:lstStyle/>
                    <a:p>
                      <a:pPr marL="0" marR="0" lvl="0" indent="0" algn="ctr" rtl="0">
                        <a:spcBef>
                          <a:spcPts val="0"/>
                        </a:spcBef>
                        <a:spcAft>
                          <a:spcPts val="0"/>
                        </a:spcAft>
                        <a:buNone/>
                      </a:pPr>
                      <a:r>
                        <a:rPr lang="en-US" sz="800" b="1" u="none" strike="noStrike" cap="none"/>
                        <a:t>ILS Z 25</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DOTOL </a:t>
                      </a:r>
                      <a:r>
                        <a:rPr lang="en-US" sz="800" b="1" u="none" strike="noStrike" cap="none" dirty="0" err="1"/>
                        <a:t>xT</a:t>
                      </a:r>
                      <a:r>
                        <a:rPr lang="en-US" sz="800" b="1" u="none" strike="noStrike" cap="none" dirty="0"/>
                        <a:t>(</a:t>
                      </a:r>
                      <a:r>
                        <a:rPr lang="en-US" sz="800" b="1" u="none" strike="noStrike" cap="none" dirty="0" err="1"/>
                        <a:t>xM</a:t>
                      </a:r>
                      <a:r>
                        <a:rPr lang="en-US" sz="800" b="1" u="none" strike="noStrike" cap="none" dirty="0"/>
                        <a:t>)</a:t>
                      </a:r>
                      <a:endParaRPr sz="800" b="1" u="none" strike="noStrike" cap="none"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a:txBody>
                    <a:bodyPr/>
                    <a:lstStyle/>
                    <a:p>
                      <a:r>
                        <a:rPr lang="en-US" sz="800" b="1" u="none" strike="noStrike" cap="none" dirty="0"/>
                        <a:t>DUKAL</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DOTOL/-10 160</a:t>
                      </a:r>
                      <a:endParaRPr sz="800" b="1" u="none" strike="noStrike" cap="none"/>
                    </a:p>
                  </a:txBody>
                  <a:tcPr marL="36000" marR="36000" marT="36000" marB="36000" anchor="ctr"/>
                </a:tc>
                <a:extLst>
                  <a:ext uri="{0D108BD9-81ED-4DB2-BD59-A6C34878D82A}">
                    <a16:rowId xmlns:a16="http://schemas.microsoft.com/office/drawing/2014/main" val="10002"/>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70C0"/>
                          </a:solidFill>
                        </a:rPr>
                        <a:t>YDM </a:t>
                      </a:r>
                      <a:r>
                        <a:rPr lang="en-US" sz="800" b="1" u="none" strike="noStrike" cap="none" dirty="0">
                          <a:solidFill>
                            <a:srgbClr val="C00000"/>
                          </a:solidFill>
                        </a:rPr>
                        <a:t>25 ICHE</a:t>
                      </a:r>
                      <a:endParaRPr sz="800"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350473488"/>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err="1">
                          <a:solidFill>
                            <a:schemeClr val="bg1"/>
                          </a:solidFill>
                        </a:rPr>
                        <a:t>RWxx</a:t>
                      </a:r>
                      <a:r>
                        <a:rPr lang="en-US" sz="800" b="0" u="none" strike="noStrike" cap="none" dirty="0">
                          <a:solidFill>
                            <a:schemeClr val="bg1"/>
                          </a:solidFill>
                        </a:rPr>
                        <a:t> /8</a:t>
                      </a:r>
                      <a:endParaRPr sz="800" b="0" u="none" strike="noStrike" cap="none"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209075">
                <a:tc gridSpan="5">
                  <a:txBody>
                    <a:bodyPr/>
                    <a:lstStyle/>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07 : P6(5176’), P5(5882’), </a:t>
                      </a:r>
                      <a:r>
                        <a:rPr lang="en-US" sz="800" u="none" strike="noStrike" cap="none" dirty="0">
                          <a:solidFill>
                            <a:srgbClr val="0070C0"/>
                          </a:solidFill>
                        </a:rPr>
                        <a:t>P4(6840’-ATC HIRO)</a:t>
                      </a:r>
                      <a:endParaRPr dirty="0"/>
                    </a:p>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25 : P7(5219’), P8(5882’), </a:t>
                      </a:r>
                      <a:r>
                        <a:rPr lang="en-US" sz="800" u="none" strike="noStrike" cap="none" dirty="0">
                          <a:solidFill>
                            <a:srgbClr val="0070C0"/>
                          </a:solidFill>
                        </a:rPr>
                        <a:t>P10(7524’-ATC HIRO) </a:t>
                      </a:r>
                      <a:endParaRPr dirty="0"/>
                    </a:p>
                  </a:txBody>
                  <a:tcPr marL="36000" marR="36000" marT="36000" marB="36000" anchor="ctr"/>
                </a:tc>
                <a:tc hMerge="1">
                  <a:txBody>
                    <a:bodyPr/>
                    <a:lstStyle/>
                    <a:p>
                      <a:endParaRPr lang="ko-Kore-KR"/>
                    </a:p>
                  </a:txBody>
                  <a:tcPr/>
                </a:tc>
                <a:tc hMerge="1">
                  <a:txBody>
                    <a:bodyPr/>
                    <a:lstStyle/>
                    <a:p>
                      <a:pPr marL="0" marR="0" lvl="0" indent="0" algn="l"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90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HST 40KTS</a:t>
                      </a:r>
                      <a:endParaRPr dirty="0"/>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08" name="Google Shape;108;p2"/>
          <p:cNvGraphicFramePr/>
          <p:nvPr>
            <p:extLst>
              <p:ext uri="{D42A27DB-BD31-4B8C-83A1-F6EECF244321}">
                <p14:modId xmlns:p14="http://schemas.microsoft.com/office/powerpoint/2010/main" val="3712267667"/>
              </p:ext>
            </p:extLst>
          </p:nvPr>
        </p:nvGraphicFramePr>
        <p:xfrm>
          <a:off x="-2501" y="16503"/>
          <a:ext cx="2328850" cy="563987"/>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05086">
                <a:tc>
                  <a:txBody>
                    <a:bodyPr/>
                    <a:lstStyle/>
                    <a:p>
                      <a:pPr marL="0" marR="0" lvl="0" indent="0" algn="ctr" rtl="0">
                        <a:spcBef>
                          <a:spcPts val="0"/>
                        </a:spcBef>
                        <a:spcAft>
                          <a:spcPts val="0"/>
                        </a:spcAft>
                        <a:buNone/>
                      </a:pPr>
                      <a:r>
                        <a:rPr lang="en-US" sz="1300" u="none" strike="noStrike" cap="none" dirty="0">
                          <a:solidFill>
                            <a:schemeClr val="tx1"/>
                          </a:solidFill>
                          <a:hlinkClick r:id="rId3">
                            <a:extLst>
                              <a:ext uri="{A12FA001-AC4F-418D-AE19-62706E023703}">
                                <ahyp:hlinkClr xmlns:ahyp="http://schemas.microsoft.com/office/drawing/2018/hyperlinkcolor" val="tx"/>
                              </a:ext>
                            </a:extLst>
                          </a:hlinkClick>
                        </a:rPr>
                        <a:t>RKSS(GMP) 59ft</a:t>
                      </a:r>
                      <a:endParaRPr sz="1300" u="none" strike="noStrike" cap="none" dirty="0">
                        <a:solidFill>
                          <a:schemeClr val="tx1"/>
                        </a:solidFill>
                      </a:endParaRPr>
                    </a:p>
                  </a:txBody>
                  <a:tcPr marL="36000" marR="0" marT="0" marB="0" anchor="ctr"/>
                </a:tc>
                <a:tc>
                  <a:txBody>
                    <a:bodyPr/>
                    <a:lstStyle/>
                    <a:p>
                      <a:pPr marL="0" marR="0" lvl="0" indent="0" algn="ctr" rtl="0">
                        <a:spcBef>
                          <a:spcPts val="0"/>
                        </a:spcBef>
                        <a:spcAft>
                          <a:spcPts val="0"/>
                        </a:spcAft>
                        <a:buNone/>
                      </a:pPr>
                      <a:r>
                        <a:rPr lang="en-US"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sz="1300" u="none" strike="noStrike" cap="none" dirty="0">
                        <a:solidFill>
                          <a:schemeClr val="tx1"/>
                        </a:solidFill>
                      </a:endParaRPr>
                    </a:p>
                  </a:txBody>
                  <a:tcPr marL="36000" marR="0" marT="0" marB="0" anchor="ctr"/>
                </a:tc>
                <a:extLst>
                  <a:ext uri="{0D108BD9-81ED-4DB2-BD59-A6C34878D82A}">
                    <a16:rowId xmlns:a16="http://schemas.microsoft.com/office/drawing/2014/main" val="10000"/>
                  </a:ext>
                </a:extLst>
              </a:tr>
              <a:tr h="358901">
                <a:tc>
                  <a:txBody>
                    <a:bodyPr/>
                    <a:lstStyle/>
                    <a:p>
                      <a:pPr marL="0" marR="0" lvl="0" indent="0" algn="ctr" rtl="0">
                        <a:spcBef>
                          <a:spcPts val="0"/>
                        </a:spcBef>
                        <a:spcAft>
                          <a:spcPts val="0"/>
                        </a:spcAft>
                        <a:buNone/>
                      </a:pPr>
                      <a:r>
                        <a:rPr lang="en-US" sz="900" u="none" strike="noStrike" cap="none" dirty="0"/>
                        <a:t>KE GMP 131.15</a:t>
                      </a:r>
                      <a:endParaRPr dirty="0"/>
                    </a:p>
                    <a:p>
                      <a:pPr marL="0" marR="0" lvl="0" indent="0" algn="ctr" rtl="0">
                        <a:spcBef>
                          <a:spcPts val="0"/>
                        </a:spcBef>
                        <a:spcAft>
                          <a:spcPts val="0"/>
                        </a:spcAft>
                        <a:buNone/>
                      </a:pPr>
                      <a:r>
                        <a:rPr lang="en-US" sz="600" u="none" strike="noStrike" cap="none" dirty="0">
                          <a:solidFill>
                            <a:srgbClr val="FF0000"/>
                          </a:solidFill>
                          <a:latin typeface="Calibri"/>
                          <a:ea typeface="Calibri"/>
                          <a:cs typeface="Calibri"/>
                          <a:sym typeface="Calibri"/>
                        </a:rPr>
                        <a:t>DCL -15분 </a:t>
                      </a:r>
                      <a:r>
                        <a:rPr lang="en-US" sz="600" u="none" strike="noStrike" cap="none" dirty="0" err="1">
                          <a:solidFill>
                            <a:srgbClr val="FF0000"/>
                          </a:solidFill>
                          <a:latin typeface="Calibri"/>
                          <a:ea typeface="Calibri"/>
                          <a:cs typeface="Calibri"/>
                          <a:sym typeface="Calibri"/>
                        </a:rPr>
                        <a:t>가능</a:t>
                      </a:r>
                      <a:r>
                        <a:rPr lang="en-US" sz="600" u="none" strike="noStrike" cap="none" dirty="0">
                          <a:solidFill>
                            <a:srgbClr val="FF0000"/>
                          </a:solidFill>
                          <a:latin typeface="Calibri"/>
                          <a:ea typeface="Calibri"/>
                          <a:cs typeface="Calibri"/>
                          <a:sym typeface="Calibri"/>
                        </a:rPr>
                        <a:t> TOBT 5분 </a:t>
                      </a:r>
                      <a:r>
                        <a:rPr lang="en-US" sz="600" u="none" strike="noStrike" cap="none" dirty="0" err="1">
                          <a:solidFill>
                            <a:srgbClr val="FF0000"/>
                          </a:solidFill>
                          <a:latin typeface="Calibri"/>
                          <a:ea typeface="Calibri"/>
                          <a:cs typeface="Calibri"/>
                          <a:sym typeface="Calibri"/>
                        </a:rPr>
                        <a:t>차이시</a:t>
                      </a:r>
                      <a:r>
                        <a:rPr lang="en-US" sz="600" u="none" strike="noStrike" cap="none" dirty="0">
                          <a:solidFill>
                            <a:srgbClr val="FF0000"/>
                          </a:solidFill>
                          <a:latin typeface="Calibri"/>
                          <a:ea typeface="Calibri"/>
                          <a:cs typeface="Calibri"/>
                          <a:sym typeface="Calibri"/>
                        </a:rPr>
                        <a:t> CTC Comm</a:t>
                      </a:r>
                      <a:endParaRPr sz="800" u="none" strike="noStrike" cap="none" dirty="0">
                        <a:solidFill>
                          <a:srgbClr val="FF0000"/>
                        </a:solidFill>
                        <a:latin typeface="Calibri"/>
                        <a:ea typeface="Calibri"/>
                        <a:cs typeface="Calibri"/>
                        <a:sym typeface="Calibri"/>
                      </a:endParaRPr>
                    </a:p>
                  </a:txBody>
                  <a:tcPr marL="72000" marR="72000" marT="0" marB="0" anchor="ctr"/>
                </a:tc>
                <a:tc>
                  <a:txBody>
                    <a:bodyPr/>
                    <a:lstStyle/>
                    <a:p>
                      <a:pPr marL="0" marR="0" lvl="0" indent="0" algn="ctr" rtl="0">
                        <a:spcBef>
                          <a:spcPts val="0"/>
                        </a:spcBef>
                        <a:spcAft>
                          <a:spcPts val="0"/>
                        </a:spcAft>
                        <a:buNone/>
                      </a:pPr>
                      <a:r>
                        <a:rPr lang="en-US" sz="900" u="none" strike="noStrike" cap="none" dirty="0"/>
                        <a:t>KE CJU 129.4</a:t>
                      </a:r>
                      <a:endParaRPr sz="900" u="none" strike="noStrike" cap="none" dirty="0"/>
                    </a:p>
                  </a:txBody>
                  <a:tcPr marL="91450" marR="91450" marT="45725" marB="45725" anchor="ctr"/>
                </a:tc>
                <a:extLst>
                  <a:ext uri="{0D108BD9-81ED-4DB2-BD59-A6C34878D82A}">
                    <a16:rowId xmlns:a16="http://schemas.microsoft.com/office/drawing/2014/main" val="10001"/>
                  </a:ext>
                </a:extLst>
              </a:tr>
            </a:tbl>
          </a:graphicData>
        </a:graphic>
      </p:graphicFrame>
      <p:sp>
        <p:nvSpPr>
          <p:cNvPr id="109" name="Google Shape;109;p2"/>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5" name="그림 4">
            <a:extLst>
              <a:ext uri="{FF2B5EF4-FFF2-40B4-BE49-F238E27FC236}">
                <a16:creationId xmlns:a16="http://schemas.microsoft.com/office/drawing/2014/main" id="{01395358-67C5-B17F-BCD1-397471B84CD8}"/>
              </a:ext>
            </a:extLst>
          </p:cNvPr>
          <p:cNvPicPr>
            <a:picLocks noChangeAspect="1"/>
          </p:cNvPicPr>
          <p:nvPr/>
        </p:nvPicPr>
        <p:blipFill>
          <a:blip r:embed="rId5"/>
          <a:stretch>
            <a:fillRect/>
          </a:stretch>
        </p:blipFill>
        <p:spPr>
          <a:xfrm>
            <a:off x="148563" y="602614"/>
            <a:ext cx="451728" cy="451728"/>
          </a:xfrm>
          <a:prstGeom prst="rect">
            <a:avLst/>
          </a:prstGeom>
          <a:ln>
            <a:noFill/>
          </a:ln>
        </p:spPr>
      </p:pic>
      <p:pic>
        <p:nvPicPr>
          <p:cNvPr id="3" name="그림 2" descr="텍스트, 지도, 폰트, 도표이(가) 표시된 사진&#10;&#10;자동 생성된 설명">
            <a:extLst>
              <a:ext uri="{FF2B5EF4-FFF2-40B4-BE49-F238E27FC236}">
                <a16:creationId xmlns:a16="http://schemas.microsoft.com/office/drawing/2014/main" id="{0A4BE269-C442-8267-320E-C71929B74F32}"/>
              </a:ext>
            </a:extLst>
          </p:cNvPr>
          <p:cNvPicPr>
            <a:picLocks noChangeAspect="1"/>
          </p:cNvPicPr>
          <p:nvPr/>
        </p:nvPicPr>
        <p:blipFill>
          <a:blip r:embed="rId6"/>
          <a:stretch>
            <a:fillRect/>
          </a:stretch>
        </p:blipFill>
        <p:spPr>
          <a:xfrm>
            <a:off x="9224" y="2897388"/>
            <a:ext cx="729331" cy="727785"/>
          </a:xfrm>
          <a:prstGeom prst="rect">
            <a:avLst/>
          </a:prstGeom>
        </p:spPr>
      </p:pic>
      <p:sp>
        <p:nvSpPr>
          <p:cNvPr id="6" name="TextBox 5">
            <a:extLst>
              <a:ext uri="{FF2B5EF4-FFF2-40B4-BE49-F238E27FC236}">
                <a16:creationId xmlns:a16="http://schemas.microsoft.com/office/drawing/2014/main" id="{B883771C-A484-B3B3-0104-3947A3865324}"/>
              </a:ext>
            </a:extLst>
          </p:cNvPr>
          <p:cNvSpPr txBox="1"/>
          <p:nvPr/>
        </p:nvSpPr>
        <p:spPr>
          <a:xfrm>
            <a:off x="1268244" y="3272961"/>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B1E1E6C3-2FAC-67D6-CA78-10767C1FFA4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3397861292"/>
              </p:ext>
            </p:extLst>
          </p:nvPr>
        </p:nvGraphicFramePr>
        <p:xfrm>
          <a:off x="0" y="1070883"/>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189605880"/>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u="none" strike="noStrike" cap="none"/>
                        <a:t>CJU : SID (NADP 1)</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a:t>07</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xE</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066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a:t>25</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xW</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altLang="ko-KR" sz="800" b="1" u="none" strike="noStrike" cap="none" dirty="0"/>
                        <a:t>HD </a:t>
                      </a:r>
                      <a:r>
                        <a:rPr lang="en-US" sz="800" b="1" u="none" strike="noStrike" cap="none" dirty="0"/>
                        <a:t>246</a:t>
                      </a:r>
                      <a:r>
                        <a:rPr lang="en-US" sz="800" b="1" u="none" strike="noStrike" cap="none" dirty="0">
                          <a:solidFill>
                            <a:schemeClr val="dk1"/>
                          </a:solidFill>
                        </a:rPr>
                        <a:t>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YDM 109.0</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8" name="Google Shape;118;p3"/>
          <p:cNvGraphicFramePr/>
          <p:nvPr>
            <p:extLst>
              <p:ext uri="{D42A27DB-BD31-4B8C-83A1-F6EECF244321}">
                <p14:modId xmlns:p14="http://schemas.microsoft.com/office/powerpoint/2010/main" val="3795498547"/>
              </p:ext>
            </p:extLst>
          </p:nvPr>
        </p:nvGraphicFramePr>
        <p:xfrm>
          <a:off x="-1981" y="3694345"/>
          <a:ext cx="2330850" cy="1864570"/>
        </p:xfrm>
        <a:graphic>
          <a:graphicData uri="http://schemas.openxmlformats.org/drawingml/2006/table">
            <a:tbl>
              <a:tblPr firstRow="1" bandRow="1">
                <a:noFill/>
                <a:tableStyleId>{A521BE36-7E6F-4EC9-8D66-1CF97A6895EC}</a:tableStyleId>
              </a:tblPr>
              <a:tblGrid>
                <a:gridCol w="456500">
                  <a:extLst>
                    <a:ext uri="{9D8B030D-6E8A-4147-A177-3AD203B41FA5}">
                      <a16:colId xmlns:a16="http://schemas.microsoft.com/office/drawing/2014/main" val="20000"/>
                    </a:ext>
                  </a:extLst>
                </a:gridCol>
                <a:gridCol w="107600">
                  <a:extLst>
                    <a:ext uri="{9D8B030D-6E8A-4147-A177-3AD203B41FA5}">
                      <a16:colId xmlns:a16="http://schemas.microsoft.com/office/drawing/2014/main" val="20002"/>
                    </a:ext>
                  </a:extLst>
                </a:gridCol>
                <a:gridCol w="564100">
                  <a:extLst>
                    <a:ext uri="{9D8B030D-6E8A-4147-A177-3AD203B41FA5}">
                      <a16:colId xmlns:a16="http://schemas.microsoft.com/office/drawing/2014/main" val="20003"/>
                    </a:ext>
                  </a:extLst>
                </a:gridCol>
                <a:gridCol w="515550">
                  <a:extLst>
                    <a:ext uri="{9D8B030D-6E8A-4147-A177-3AD203B41FA5}">
                      <a16:colId xmlns:a16="http://schemas.microsoft.com/office/drawing/2014/main" val="20005"/>
                    </a:ext>
                  </a:extLst>
                </a:gridCol>
                <a:gridCol w="687100">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u="none" strike="noStrike" cap="none" dirty="0"/>
                        <a:t>GMP </a:t>
                      </a:r>
                      <a:r>
                        <a:rPr lang="en-US" sz="800" u="none" strike="noStrike" cap="none" dirty="0">
                          <a:solidFill>
                            <a:srgbClr val="00B0F0"/>
                          </a:solidFill>
                        </a:rPr>
                        <a:t>[324/144]</a:t>
                      </a:r>
                      <a:r>
                        <a:rPr lang="en-US" sz="800" u="none" strike="noStrike" cap="none" dirty="0"/>
                        <a:t> : STAR</a:t>
                      </a:r>
                      <a:endParaRPr sz="800" u="none" strike="noStrike" cap="none"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u="none" strike="noStrike" cap="none" dirty="0"/>
                        <a:t>ILS 32L/R</a:t>
                      </a:r>
                      <a:endParaRPr sz="800" b="1" u="none" strike="noStrike" cap="none" dirty="0"/>
                    </a:p>
                  </a:txBody>
                  <a:tcPr marL="36000" marR="36000" marT="36000" marB="36000" anchor="ctr"/>
                </a:tc>
                <a:tc hMerge="1">
                  <a:txBody>
                    <a:bodyPr/>
                    <a:lstStyle/>
                    <a:p>
                      <a:r>
                        <a:rPr lang="en-US" sz="800" b="1" u="none" strike="noStrike" cap="none"/>
                        <a:t>OLMEN xT</a:t>
                      </a:r>
                      <a:endParaRPr lang="ko-Kore-KR"/>
                    </a:p>
                  </a:txBody>
                  <a:tcPr marL="36000" marR="36000" marT="36000" marB="36000" anchor="ctr"/>
                </a:tc>
                <a:tc>
                  <a:txBody>
                    <a:bodyPr/>
                    <a:lstStyle/>
                    <a:p>
                      <a:pPr algn="ctr"/>
                      <a:r>
                        <a:rPr lang="en-US" sz="800" b="1" u="none" strike="noStrike" cap="none"/>
                        <a:t>OLMEN xT</a:t>
                      </a:r>
                      <a:endParaRPr lang="ko-Kore-KR"/>
                    </a:p>
                  </a:txBody>
                  <a:tcPr marL="36000" marR="36000" marT="36000" marB="36000" anchor="ctr"/>
                </a:tc>
                <a:tc>
                  <a:txBody>
                    <a:bodyPr/>
                    <a:lstStyle/>
                    <a:p>
                      <a:pPr marL="0" marR="0" lvl="0" indent="0" algn="ctr" rtl="0">
                        <a:spcBef>
                          <a:spcPts val="0"/>
                        </a:spcBef>
                        <a:spcAft>
                          <a:spcPts val="0"/>
                        </a:spcAft>
                        <a:buNone/>
                      </a:pPr>
                      <a:r>
                        <a:rPr lang="en-US" sz="800" b="1" u="none" strike="noStrike" cap="none"/>
                        <a:t>BUMSI</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u="none" strike="noStrike" cap="none" dirty="0"/>
                        <a:t>ILS 14R</a:t>
                      </a:r>
                      <a:endParaRPr sz="800" b="1" u="none" strike="noStrike" cap="none" dirty="0"/>
                    </a:p>
                  </a:txBody>
                  <a:tcPr marL="36000" marR="36000" marT="36000" marB="36000" anchor="ctr"/>
                </a:tc>
                <a:tc hMerge="1">
                  <a:txBody>
                    <a:bodyPr/>
                    <a:lstStyle/>
                    <a:p>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algn="ctr"/>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DOKDO</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b="1" dirty="0">
                          <a:solidFill>
                            <a:srgbClr val="0070C0"/>
                          </a:solidFill>
                        </a:rPr>
                        <a:t>KIP </a:t>
                      </a:r>
                      <a:r>
                        <a:rPr lang="en-US" sz="800" b="1" dirty="0">
                          <a:solidFill>
                            <a:srgbClr val="C00000"/>
                          </a:solidFill>
                        </a:rPr>
                        <a:t>32L IKMO, 32R ISKP, 14L ISEL, 14R IOFR</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906004732"/>
                  </a:ext>
                </a:extLst>
              </a:tr>
              <a:tr h="156400">
                <a:tc>
                  <a:txBody>
                    <a:bodyPr/>
                    <a:lstStyle/>
                    <a:p>
                      <a:pPr marL="0" marR="0" lvl="0" indent="0" algn="ctr" rtl="0">
                        <a:spcBef>
                          <a:spcPts val="0"/>
                        </a:spcBef>
                        <a:spcAft>
                          <a:spcPts val="0"/>
                        </a:spcAft>
                        <a:buNone/>
                      </a:pPr>
                      <a:r>
                        <a:rPr lang="en-US" sz="800" u="none" strike="noStrike" cap="none"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u="none" strike="noStrike" cap="none"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a:t>
                      </a:r>
                      <a:r>
                        <a:rPr lang="en-US" sz="800" b="1" dirty="0">
                          <a:solidFill>
                            <a:srgbClr val="C00000"/>
                          </a:solidFill>
                          <a:latin typeface="Calibri"/>
                          <a:ea typeface="Calibri"/>
                          <a:cs typeface="Calibri"/>
                          <a:sym typeface="Calibri"/>
                        </a:rPr>
                        <a:t>(No CL L/T)</a:t>
                      </a:r>
                      <a:r>
                        <a:rPr lang="en-US" sz="800" b="1" dirty="0">
                          <a:solidFill>
                            <a:schemeClr val="dk1"/>
                          </a:solidFill>
                          <a:latin typeface="Calibri"/>
                          <a:ea typeface="Calibri"/>
                          <a:cs typeface="Calibri"/>
                          <a:sym typeface="Calibri"/>
                        </a:rPr>
                        <a:t> :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19" name="Google Shape;119;p3"/>
          <p:cNvGraphicFramePr/>
          <p:nvPr>
            <p:extLst>
              <p:ext uri="{D42A27DB-BD31-4B8C-83A1-F6EECF244321}">
                <p14:modId xmlns:p14="http://schemas.microsoft.com/office/powerpoint/2010/main" val="1751314156"/>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20" name="Google Shape;120;p3"/>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30" name="Google Shape;130;p3"/>
          <p:cNvPicPr preferRelativeResize="0"/>
          <p:nvPr/>
        </p:nvPicPr>
        <p:blipFill rotWithShape="1">
          <a:blip r:embed="rId5">
            <a:alphaModFix/>
          </a:blip>
          <a:srcRect/>
          <a:stretch/>
        </p:blipFill>
        <p:spPr>
          <a:xfrm>
            <a:off x="-2501" y="2394041"/>
            <a:ext cx="1166932" cy="829288"/>
          </a:xfrm>
          <a:prstGeom prst="rect">
            <a:avLst/>
          </a:prstGeom>
          <a:noFill/>
          <a:ln>
            <a:noFill/>
          </a:ln>
        </p:spPr>
      </p:pic>
      <p:pic>
        <p:nvPicPr>
          <p:cNvPr id="4" name="그림 3" descr="텍스트, 시계이(가) 표시된 사진&#10;&#10;자동 생성된 설명">
            <a:extLst>
              <a:ext uri="{FF2B5EF4-FFF2-40B4-BE49-F238E27FC236}">
                <a16:creationId xmlns:a16="http://schemas.microsoft.com/office/drawing/2014/main" id="{2AAA03F3-9C76-BDAE-2BA4-2B888A8439F6}"/>
              </a:ext>
            </a:extLst>
          </p:cNvPr>
          <p:cNvPicPr>
            <a:picLocks noChangeAspect="1"/>
          </p:cNvPicPr>
          <p:nvPr/>
        </p:nvPicPr>
        <p:blipFill>
          <a:blip r:embed="rId6"/>
          <a:stretch>
            <a:fillRect/>
          </a:stretch>
        </p:blipFill>
        <p:spPr>
          <a:xfrm>
            <a:off x="1602416" y="584746"/>
            <a:ext cx="492402" cy="492402"/>
          </a:xfrm>
          <a:prstGeom prst="rect">
            <a:avLst/>
          </a:prstGeom>
        </p:spPr>
      </p:pic>
      <p:sp>
        <p:nvSpPr>
          <p:cNvPr id="2" name="TextBox 1">
            <a:extLst>
              <a:ext uri="{FF2B5EF4-FFF2-40B4-BE49-F238E27FC236}">
                <a16:creationId xmlns:a16="http://schemas.microsoft.com/office/drawing/2014/main" id="{039C51EF-5E3E-676B-B9A0-C6A5F8FD5CEF}"/>
              </a:ext>
            </a:extLst>
          </p:cNvPr>
          <p:cNvSpPr txBox="1"/>
          <p:nvPr/>
        </p:nvSpPr>
        <p:spPr>
          <a:xfrm>
            <a:off x="1268244" y="3184785"/>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DD9173A3-1ECF-6009-194E-99FFD55E035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pic>
        <p:nvPicPr>
          <p:cNvPr id="2" name="그림 1" descr="텍스트, 지도, 폰트, 도표이(가) 표시된 사진&#10;&#10;자동 생성된 설명">
            <a:extLst>
              <a:ext uri="{FF2B5EF4-FFF2-40B4-BE49-F238E27FC236}">
                <a16:creationId xmlns:a16="http://schemas.microsoft.com/office/drawing/2014/main" id="{1D9EE3FE-3D0C-40C8-D531-747FC2E143D7}"/>
              </a:ext>
            </a:extLst>
          </p:cNvPr>
          <p:cNvPicPr>
            <a:picLocks noChangeAspect="1"/>
          </p:cNvPicPr>
          <p:nvPr/>
        </p:nvPicPr>
        <p:blipFill>
          <a:blip r:embed="rId3"/>
          <a:stretch>
            <a:fillRect/>
          </a:stretch>
        </p:blipFill>
        <p:spPr>
          <a:xfrm>
            <a:off x="-3340" y="2899247"/>
            <a:ext cx="750216" cy="748625"/>
          </a:xfrm>
          <a:prstGeom prst="rect">
            <a:avLst/>
          </a:prstGeom>
        </p:spPr>
      </p:pic>
      <p:graphicFrame>
        <p:nvGraphicFramePr>
          <p:cNvPr id="136" name="Google Shape;136;p4"/>
          <p:cNvGraphicFramePr/>
          <p:nvPr>
            <p:extLst>
              <p:ext uri="{D42A27DB-BD31-4B8C-83A1-F6EECF244321}">
                <p14:modId xmlns:p14="http://schemas.microsoft.com/office/powerpoint/2010/main" val="195313579"/>
              </p:ext>
            </p:extLst>
          </p:nvPr>
        </p:nvGraphicFramePr>
        <p:xfrm>
          <a:off x="0" y="1049052"/>
          <a:ext cx="2339850" cy="184398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50825">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7075">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xT</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xQ)</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37075">
                <a:tc rowSpan="2">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xU</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xZ)</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2325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37075">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23250">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37" name="Google Shape;137;p4"/>
          <p:cNvGraphicFramePr/>
          <p:nvPr>
            <p:extLst>
              <p:ext uri="{D42A27DB-BD31-4B8C-83A1-F6EECF244321}">
                <p14:modId xmlns:p14="http://schemas.microsoft.com/office/powerpoint/2010/main" val="987548827"/>
              </p:ext>
            </p:extLst>
          </p:nvPr>
        </p:nvGraphicFramePr>
        <p:xfrm>
          <a:off x="-3340" y="3941493"/>
          <a:ext cx="2328850" cy="1635970"/>
        </p:xfrm>
        <a:graphic>
          <a:graphicData uri="http://schemas.openxmlformats.org/drawingml/2006/table">
            <a:tbl>
              <a:tblPr firstRow="1" bandRow="1">
                <a:noFill/>
                <a:tableStyleId>{A521BE36-7E6F-4EC9-8D66-1CF97A6895EC}</a:tableStyleId>
              </a:tblPr>
              <a:tblGrid>
                <a:gridCol w="382193">
                  <a:extLst>
                    <a:ext uri="{9D8B030D-6E8A-4147-A177-3AD203B41FA5}">
                      <a16:colId xmlns:a16="http://schemas.microsoft.com/office/drawing/2014/main" val="20000"/>
                    </a:ext>
                  </a:extLst>
                </a:gridCol>
                <a:gridCol w="497325">
                  <a:extLst>
                    <a:ext uri="{9D8B030D-6E8A-4147-A177-3AD203B41FA5}">
                      <a16:colId xmlns:a16="http://schemas.microsoft.com/office/drawing/2014/main" val="20001"/>
                    </a:ext>
                  </a:extLst>
                </a:gridCol>
                <a:gridCol w="396856">
                  <a:extLst>
                    <a:ext uri="{9D8B030D-6E8A-4147-A177-3AD203B41FA5}">
                      <a16:colId xmlns:a16="http://schemas.microsoft.com/office/drawing/2014/main" val="20003"/>
                    </a:ext>
                  </a:extLst>
                </a:gridCol>
                <a:gridCol w="1052476">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sz="800" dirty="0"/>
                        <a:t>PUS </a:t>
                      </a:r>
                      <a:r>
                        <a:rPr lang="en-US" sz="800" dirty="0">
                          <a:solidFill>
                            <a:srgbClr val="00B0F0"/>
                          </a:solidFill>
                        </a:rPr>
                        <a:t>[002/182] </a:t>
                      </a:r>
                      <a:r>
                        <a:rPr lang="en-US" sz="800" dirty="0"/>
                        <a:t>: STAR </a:t>
                      </a:r>
                      <a:r>
                        <a:rPr lang="en-US" sz="600" dirty="0">
                          <a:solidFill>
                            <a:srgbClr val="FFC000"/>
                          </a:solidFill>
                        </a:rPr>
                        <a:t>(T</a:t>
                      </a:r>
                      <a:r>
                        <a:rPr lang="en-US" altLang="ko-KR" sz="600" dirty="0">
                          <a:solidFill>
                            <a:srgbClr val="FFC000"/>
                          </a:solidFill>
                        </a:rPr>
                        <a:t>/</a:t>
                      </a:r>
                      <a:r>
                        <a:rPr lang="en-US" sz="600" dirty="0">
                          <a:solidFill>
                            <a:srgbClr val="FFC000"/>
                          </a:solidFill>
                        </a:rPr>
                        <a:t>W </a:t>
                      </a:r>
                      <a:r>
                        <a:rPr lang="en-US" altLang="ko-KR" sz="600" dirty="0">
                          <a:solidFill>
                            <a:srgbClr val="FFC000"/>
                          </a:solidFill>
                        </a:rPr>
                        <a:t>10tks, </a:t>
                      </a:r>
                      <a:r>
                        <a:rPr lang="en-US" sz="600" dirty="0">
                          <a:solidFill>
                            <a:srgbClr val="FFC000"/>
                          </a:solidFill>
                        </a:rPr>
                        <a:t>36R</a:t>
                      </a:r>
                      <a:r>
                        <a:rPr lang="en-US" altLang="ko-KR" sz="600" dirty="0">
                          <a:solidFill>
                            <a:srgbClr val="FFC000"/>
                          </a:solidFill>
                        </a:rPr>
                        <a:t>,</a:t>
                      </a:r>
                      <a:r>
                        <a:rPr lang="en-US" sz="600" dirty="0">
                          <a:solidFill>
                            <a:srgbClr val="FFC000"/>
                          </a:solidFill>
                        </a:rPr>
                        <a:t> 360000lbs </a:t>
                      </a:r>
                      <a:r>
                        <a:rPr lang="ko-KR" altLang="en-US" sz="600" dirty="0">
                          <a:solidFill>
                            <a:srgbClr val="FFC000"/>
                          </a:solidFill>
                        </a:rPr>
                        <a:t>제한</a:t>
                      </a:r>
                      <a:r>
                        <a:rPr lang="en-US" sz="600" dirty="0">
                          <a:solidFill>
                            <a:srgbClr val="FFC000"/>
                          </a:solidFill>
                        </a:rPr>
                        <a:t>)</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sz="900" b="1" dirty="0">
                          <a:solidFill>
                            <a:srgbClr val="C00000"/>
                          </a:solidFill>
                          <a:hlinkClick r:id="rId4" action="ppaction://hlinksldjump">
                            <a:extLst>
                              <a:ext uri="{A12FA001-AC4F-418D-AE19-62706E023703}">
                                <ahyp:hlinkClr xmlns:ahyp="http://schemas.microsoft.com/office/drawing/2018/hyperlinkcolor" val="tx"/>
                              </a:ext>
                            </a:extLst>
                          </a:hlinkClick>
                        </a:rPr>
                        <a:t>18 Circling Click!!</a:t>
                      </a:r>
                      <a:endParaRP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sz="800" b="1" dirty="0">
                          <a:solidFill>
                            <a:srgbClr val="0070C0"/>
                          </a:solidFill>
                        </a:rPr>
                        <a:t>KMH, </a:t>
                      </a:r>
                      <a:r>
                        <a:rPr lang="en-US" sz="800" b="1" dirty="0">
                          <a:solidFill>
                            <a:srgbClr val="C00000"/>
                          </a:solidFill>
                        </a:rPr>
                        <a:t>36L IKMA, 36R IKHE</a:t>
                      </a:r>
                      <a:endParaRPr sz="800" b="1" dirty="0">
                        <a:solidFill>
                          <a:srgbClr val="C0000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2720678057"/>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138" name="Google Shape;138;p4"/>
          <p:cNvGraphicFramePr/>
          <p:nvPr>
            <p:extLst>
              <p:ext uri="{D42A27DB-BD31-4B8C-83A1-F6EECF244321}">
                <p14:modId xmlns:p14="http://schemas.microsoft.com/office/powerpoint/2010/main" val="2029818870"/>
              </p:ext>
            </p:extLst>
          </p:nvPr>
        </p:nvGraphicFramePr>
        <p:xfrm>
          <a:off x="-2501" y="16504"/>
          <a:ext cx="2328850" cy="58611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13131">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5">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6">
                            <a:extLst>
                              <a:ext uri="{A12FA001-AC4F-418D-AE19-62706E023703}">
                                <ahyp:hlinkClr xmlns:ahyp="http://schemas.microsoft.com/office/drawing/2018/hyperlinkcolor" val="tx"/>
                              </a:ext>
                            </a:extLst>
                          </a:hlinkClick>
                        </a:rPr>
                        <a:t>RKPK(PUS) 13ft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72979">
                <a:tc>
                  <a:txBody>
                    <a:bodyPr/>
                    <a:lstStyle/>
                    <a:p>
                      <a:pPr marL="0" marR="0" lvl="0" indent="0" algn="ctr" rtl="0">
                        <a:spcBef>
                          <a:spcPts val="0"/>
                        </a:spcBef>
                        <a:spcAft>
                          <a:spcPts val="0"/>
                        </a:spcAft>
                        <a:buNone/>
                      </a:pPr>
                      <a:r>
                        <a:rPr lang="en-US" sz="900" dirty="0"/>
                        <a:t>KE GMP 131.15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-15분 </a:t>
                      </a:r>
                      <a:r>
                        <a:rPr lang="en-US" sz="600" dirty="0" err="1">
                          <a:solidFill>
                            <a:srgbClr val="FF0000"/>
                          </a:solidFill>
                          <a:latin typeface="Calibri"/>
                          <a:ea typeface="Calibri"/>
                          <a:cs typeface="Calibri"/>
                          <a:sym typeface="Calibri"/>
                        </a:rPr>
                        <a:t>가능</a:t>
                      </a:r>
                      <a:r>
                        <a:rPr lang="en-US" sz="600" dirty="0">
                          <a:solidFill>
                            <a:srgbClr val="FF0000"/>
                          </a:solidFill>
                          <a:latin typeface="Calibri"/>
                          <a:ea typeface="Calibri"/>
                          <a:cs typeface="Calibri"/>
                          <a:sym typeface="Calibri"/>
                        </a:rPr>
                        <a:t>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39" name="Google Shape;139;p4"/>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3" name="그림 2">
            <a:extLst>
              <a:ext uri="{FF2B5EF4-FFF2-40B4-BE49-F238E27FC236}">
                <a16:creationId xmlns:a16="http://schemas.microsoft.com/office/drawing/2014/main" id="{3DF371A0-F72D-9E9E-6B0B-BD68FCA24974}"/>
              </a:ext>
            </a:extLst>
          </p:cNvPr>
          <p:cNvPicPr>
            <a:picLocks noChangeAspect="1"/>
          </p:cNvPicPr>
          <p:nvPr/>
        </p:nvPicPr>
        <p:blipFill>
          <a:blip r:embed="rId7"/>
          <a:stretch>
            <a:fillRect/>
          </a:stretch>
        </p:blipFill>
        <p:spPr>
          <a:xfrm>
            <a:off x="148563" y="602614"/>
            <a:ext cx="451728" cy="451728"/>
          </a:xfrm>
          <a:prstGeom prst="rect">
            <a:avLst/>
          </a:prstGeom>
        </p:spPr>
      </p:pic>
      <p:sp>
        <p:nvSpPr>
          <p:cNvPr id="5" name="TextBox 4">
            <a:extLst>
              <a:ext uri="{FF2B5EF4-FFF2-40B4-BE49-F238E27FC236}">
                <a16:creationId xmlns:a16="http://schemas.microsoft.com/office/drawing/2014/main" id="{BEE200D8-914C-01D7-557E-F73D37FB7632}"/>
              </a:ext>
            </a:extLst>
          </p:cNvPr>
          <p:cNvSpPr txBox="1"/>
          <p:nvPr/>
        </p:nvSpPr>
        <p:spPr>
          <a:xfrm>
            <a:off x="1268244" y="3491513"/>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4" name="직사각형 3">
            <a:hlinkClick r:id="" action="ppaction://hlinkshowjump?jump=firstslide"/>
            <a:extLst>
              <a:ext uri="{FF2B5EF4-FFF2-40B4-BE49-F238E27FC236}">
                <a16:creationId xmlns:a16="http://schemas.microsoft.com/office/drawing/2014/main" id="{959ADE64-A15F-6E0A-A757-78B60E7B342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9"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graphicFrame>
        <p:nvGraphicFramePr>
          <p:cNvPr id="155" name="Google Shape;155;p5"/>
          <p:cNvGraphicFramePr/>
          <p:nvPr>
            <p:extLst>
              <p:ext uri="{D42A27DB-BD31-4B8C-83A1-F6EECF244321}">
                <p14:modId xmlns:p14="http://schemas.microsoft.com/office/powerpoint/2010/main" val="2610911268"/>
              </p:ext>
            </p:extLst>
          </p:nvPr>
        </p:nvGraphicFramePr>
        <p:xfrm>
          <a:off x="0" y="106354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a:t>
                      </a:r>
                      <a:r>
                        <a:rPr lang="en-US" altLang="ko-KR" sz="800" dirty="0">
                          <a:solidFill>
                            <a:srgbClr val="FFC000"/>
                          </a:solidFill>
                        </a:rPr>
                        <a:t>5</a:t>
                      </a:r>
                      <a:r>
                        <a:rPr lang="en-US" sz="800" dirty="0">
                          <a:solidFill>
                            <a:srgbClr val="FFC000"/>
                          </a:solidFill>
                        </a:rPr>
                        <a:t>00, </a:t>
                      </a:r>
                      <a:r>
                        <a:rPr lang="en-US" altLang="ko-KR" sz="800" dirty="0">
                          <a:solidFill>
                            <a:srgbClr val="FFC000"/>
                          </a:solidFill>
                        </a:rPr>
                        <a:t>360</a:t>
                      </a:r>
                      <a:r>
                        <a:rPr lang="en-US" sz="800" dirty="0">
                          <a:solidFill>
                            <a:srgbClr val="FFC000"/>
                          </a:solidFill>
                        </a:rPr>
                        <a:t>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sz="800" b="1" dirty="0">
                        <a:solidFill>
                          <a:srgbClr val="0070C0"/>
                        </a:solidFill>
                      </a:endParaRPr>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GIMHAE 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56" name="Google Shape;156;p5"/>
          <p:cNvGraphicFramePr/>
          <p:nvPr>
            <p:extLst>
              <p:ext uri="{D42A27DB-BD31-4B8C-83A1-F6EECF244321}">
                <p14:modId xmlns:p14="http://schemas.microsoft.com/office/powerpoint/2010/main" val="1546876355"/>
              </p:ext>
            </p:extLst>
          </p:nvPr>
        </p:nvGraphicFramePr>
        <p:xfrm>
          <a:off x="-2501" y="3686185"/>
          <a:ext cx="2338300" cy="1864570"/>
        </p:xfrm>
        <a:graphic>
          <a:graphicData uri="http://schemas.openxmlformats.org/drawingml/2006/table">
            <a:tbl>
              <a:tblPr firstRow="1" bandRow="1">
                <a:noFill/>
                <a:tableStyleId>{A521BE36-7E6F-4EC9-8D66-1CF97A6895EC}</a:tableStyleId>
              </a:tblPr>
              <a:tblGrid>
                <a:gridCol w="442251">
                  <a:extLst>
                    <a:ext uri="{9D8B030D-6E8A-4147-A177-3AD203B41FA5}">
                      <a16:colId xmlns:a16="http://schemas.microsoft.com/office/drawing/2014/main" val="20000"/>
                    </a:ext>
                  </a:extLst>
                </a:gridCol>
                <a:gridCol w="215242">
                  <a:extLst>
                    <a:ext uri="{9D8B030D-6E8A-4147-A177-3AD203B41FA5}">
                      <a16:colId xmlns:a16="http://schemas.microsoft.com/office/drawing/2014/main" val="20002"/>
                    </a:ext>
                  </a:extLst>
                </a:gridCol>
                <a:gridCol w="536660">
                  <a:extLst>
                    <a:ext uri="{9D8B030D-6E8A-4147-A177-3AD203B41FA5}">
                      <a16:colId xmlns:a16="http://schemas.microsoft.com/office/drawing/2014/main" val="20003"/>
                    </a:ext>
                  </a:extLst>
                </a:gridCol>
                <a:gridCol w="490471">
                  <a:extLst>
                    <a:ext uri="{9D8B030D-6E8A-4147-A177-3AD203B41FA5}">
                      <a16:colId xmlns:a16="http://schemas.microsoft.com/office/drawing/2014/main" val="20005"/>
                    </a:ext>
                  </a:extLst>
                </a:gridCol>
                <a:gridCol w="653676">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57" name="Google Shape;157;p5"/>
          <p:cNvGraphicFramePr/>
          <p:nvPr>
            <p:extLst>
              <p:ext uri="{D42A27DB-BD31-4B8C-83A1-F6EECF244321}">
                <p14:modId xmlns:p14="http://schemas.microsoft.com/office/powerpoint/2010/main" val="4109556011"/>
              </p:ext>
            </p:extLst>
          </p:nvPr>
        </p:nvGraphicFramePr>
        <p:xfrm>
          <a:off x="-2501" y="16504"/>
          <a:ext cx="2328850" cy="56824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32950">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301450">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spcBef>
                          <a:spcPts val="0"/>
                        </a:spcBef>
                        <a:spcAft>
                          <a:spcPts val="0"/>
                        </a:spcAft>
                        <a:buNone/>
                      </a:pPr>
                      <a:r>
                        <a:rPr lang="en-US" sz="700" dirty="0">
                          <a:solidFill>
                            <a:srgbClr val="FF0000"/>
                          </a:solidFill>
                        </a:rPr>
                        <a:t>DCL -5분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58" name="Google Shape;158;p5"/>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68" name="Google Shape;168;p5"/>
          <p:cNvPicPr preferRelativeResize="0"/>
          <p:nvPr/>
        </p:nvPicPr>
        <p:blipFill rotWithShape="1">
          <a:blip r:embed="rId5">
            <a:alphaModFix/>
          </a:blip>
          <a:srcRect/>
          <a:stretch/>
        </p:blipFill>
        <p:spPr>
          <a:xfrm>
            <a:off x="0" y="2520861"/>
            <a:ext cx="1056807" cy="719976"/>
          </a:xfrm>
          <a:prstGeom prst="rect">
            <a:avLst/>
          </a:prstGeom>
          <a:noFill/>
          <a:ln>
            <a:noFill/>
          </a:ln>
        </p:spPr>
      </p:pic>
      <p:pic>
        <p:nvPicPr>
          <p:cNvPr id="3" name="그림 2" descr="텍스트, 시계이(가) 표시된 사진&#10;&#10;자동 생성된 설명">
            <a:extLst>
              <a:ext uri="{FF2B5EF4-FFF2-40B4-BE49-F238E27FC236}">
                <a16:creationId xmlns:a16="http://schemas.microsoft.com/office/drawing/2014/main" id="{55C3732C-B99F-06C8-0284-40550C1D6F87}"/>
              </a:ext>
            </a:extLst>
          </p:cNvPr>
          <p:cNvPicPr>
            <a:picLocks noChangeAspect="1"/>
          </p:cNvPicPr>
          <p:nvPr/>
        </p:nvPicPr>
        <p:blipFill>
          <a:blip r:embed="rId6"/>
          <a:stretch>
            <a:fillRect/>
          </a:stretch>
        </p:blipFill>
        <p:spPr>
          <a:xfrm>
            <a:off x="1602416" y="584746"/>
            <a:ext cx="492402" cy="492402"/>
          </a:xfrm>
          <a:prstGeom prst="rect">
            <a:avLst/>
          </a:prstGeom>
        </p:spPr>
      </p:pic>
      <p:sp>
        <p:nvSpPr>
          <p:cNvPr id="2" name="TextBox 1">
            <a:extLst>
              <a:ext uri="{FF2B5EF4-FFF2-40B4-BE49-F238E27FC236}">
                <a16:creationId xmlns:a16="http://schemas.microsoft.com/office/drawing/2014/main" id="{102DFD9A-3DE5-9849-C4DF-4F8F47DFC0AA}"/>
              </a:ext>
            </a:extLst>
          </p:cNvPr>
          <p:cNvSpPr txBox="1"/>
          <p:nvPr/>
        </p:nvSpPr>
        <p:spPr>
          <a:xfrm>
            <a:off x="1268244" y="3167422"/>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4" name="직사각형 3">
            <a:hlinkClick r:id="" action="ppaction://hlinkshowjump?jump=firstslide"/>
            <a:extLst>
              <a:ext uri="{FF2B5EF4-FFF2-40B4-BE49-F238E27FC236}">
                <a16:creationId xmlns:a16="http://schemas.microsoft.com/office/drawing/2014/main" id="{D08367DE-04CA-9C27-2F38-9B696219DB2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graphicFrame>
        <p:nvGraphicFramePr>
          <p:cNvPr id="234" name="Google Shape;234;p12"/>
          <p:cNvGraphicFramePr/>
          <p:nvPr>
            <p:extLst>
              <p:ext uri="{D42A27DB-BD31-4B8C-83A1-F6EECF244321}">
                <p14:modId xmlns:p14="http://schemas.microsoft.com/office/powerpoint/2010/main" val="1736277189"/>
              </p:ext>
            </p:extLst>
          </p:nvPr>
        </p:nvGraphicFramePr>
        <p:xfrm>
          <a:off x="0" y="639107"/>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2834092124"/>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dirty="0"/>
                        <a:t>CJU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xE</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066 </a:t>
                      </a:r>
                      <a:r>
                        <a:rPr lang="en-US" sz="800" b="1" dirty="0">
                          <a:solidFill>
                            <a:srgbClr val="0070C0"/>
                          </a:solidFill>
                        </a:rPr>
                        <a:t>ALT 9000</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25</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xW</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246 </a:t>
                      </a:r>
                      <a:r>
                        <a:rPr lang="en-US" sz="800" b="1" dirty="0">
                          <a:solidFill>
                            <a:srgbClr val="0070C0"/>
                          </a:solidFill>
                        </a:rPr>
                        <a:t>ALT ATC</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YDM 109.0</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35" name="Google Shape;235;p12"/>
          <p:cNvGraphicFramePr/>
          <p:nvPr>
            <p:extLst>
              <p:ext uri="{D42A27DB-BD31-4B8C-83A1-F6EECF244321}">
                <p14:modId xmlns:p14="http://schemas.microsoft.com/office/powerpoint/2010/main" val="135214137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238" name="Google Shape;238;p12"/>
          <p:cNvPicPr preferRelativeResize="0"/>
          <p:nvPr/>
        </p:nvPicPr>
        <p:blipFill rotWithShape="1">
          <a:blip r:embed="rId5">
            <a:alphaModFix/>
          </a:blip>
          <a:srcRect/>
          <a:stretch/>
        </p:blipFill>
        <p:spPr>
          <a:xfrm>
            <a:off x="-3340" y="1970629"/>
            <a:ext cx="1511235" cy="828243"/>
          </a:xfrm>
          <a:prstGeom prst="rect">
            <a:avLst/>
          </a:prstGeom>
          <a:noFill/>
          <a:ln>
            <a:noFill/>
          </a:ln>
        </p:spPr>
      </p:pic>
      <p:graphicFrame>
        <p:nvGraphicFramePr>
          <p:cNvPr id="3" name="Google Shape;137;p4">
            <a:extLst>
              <a:ext uri="{FF2B5EF4-FFF2-40B4-BE49-F238E27FC236}">
                <a16:creationId xmlns:a16="http://schemas.microsoft.com/office/drawing/2014/main" id="{C219BCFB-D529-B116-FE7F-CEFD0CAC2DD7}"/>
              </a:ext>
            </a:extLst>
          </p:cNvPr>
          <p:cNvGraphicFramePr/>
          <p:nvPr>
            <p:extLst>
              <p:ext uri="{D42A27DB-BD31-4B8C-83A1-F6EECF244321}">
                <p14:modId xmlns:p14="http://schemas.microsoft.com/office/powerpoint/2010/main" val="2334979880"/>
              </p:ext>
            </p:extLst>
          </p:nvPr>
        </p:nvGraphicFramePr>
        <p:xfrm>
          <a:off x="-3340" y="3933668"/>
          <a:ext cx="2339140" cy="1635970"/>
        </p:xfrm>
        <a:graphic>
          <a:graphicData uri="http://schemas.openxmlformats.org/drawingml/2006/table">
            <a:tbl>
              <a:tblPr firstRow="1" bandRow="1">
                <a:noFill/>
                <a:tableStyleId>{A521BE36-7E6F-4EC9-8D66-1CF97A6895EC}</a:tableStyleId>
              </a:tblPr>
              <a:tblGrid>
                <a:gridCol w="393866">
                  <a:extLst>
                    <a:ext uri="{9D8B030D-6E8A-4147-A177-3AD203B41FA5}">
                      <a16:colId xmlns:a16="http://schemas.microsoft.com/office/drawing/2014/main" val="20000"/>
                    </a:ext>
                  </a:extLst>
                </a:gridCol>
                <a:gridCol w="512515">
                  <a:extLst>
                    <a:ext uri="{9D8B030D-6E8A-4147-A177-3AD203B41FA5}">
                      <a16:colId xmlns:a16="http://schemas.microsoft.com/office/drawing/2014/main" val="20001"/>
                    </a:ext>
                  </a:extLst>
                </a:gridCol>
                <a:gridCol w="460134">
                  <a:extLst>
                    <a:ext uri="{9D8B030D-6E8A-4147-A177-3AD203B41FA5}">
                      <a16:colId xmlns:a16="http://schemas.microsoft.com/office/drawing/2014/main" val="20003"/>
                    </a:ext>
                  </a:extLst>
                </a:gridCol>
                <a:gridCol w="972625">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 </a:t>
                      </a:r>
                      <a:r>
                        <a:rPr lang="en-US" altLang="ko-Kore-KR" sz="800" dirty="0"/>
                        <a:t>: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altLang="ko-KR" sz="800" b="1" dirty="0"/>
                        <a:t>ANROD</a:t>
                      </a:r>
                      <a:endParaRPr sz="458" b="1" dirty="0"/>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GAYHA x</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ANROD</a:t>
                      </a:r>
                      <a:endParaRPr sz="458" b="1" dirty="0"/>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504523579"/>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4" name="TextBox 3">
            <a:extLst>
              <a:ext uri="{FF2B5EF4-FFF2-40B4-BE49-F238E27FC236}">
                <a16:creationId xmlns:a16="http://schemas.microsoft.com/office/drawing/2014/main" id="{59282C91-A9AE-BCC9-5FEC-78765E574F0D}"/>
              </a:ext>
            </a:extLst>
          </p:cNvPr>
          <p:cNvSpPr txBox="1"/>
          <p:nvPr/>
        </p:nvSpPr>
        <p:spPr>
          <a:xfrm>
            <a:off x="1268244" y="3416278"/>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3F183D78-F73C-097D-0450-1B0DF23C0E7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graphicFrame>
        <p:nvGraphicFramePr>
          <p:cNvPr id="244" name="Google Shape;244;p13"/>
          <p:cNvGraphicFramePr/>
          <p:nvPr>
            <p:extLst>
              <p:ext uri="{D42A27DB-BD31-4B8C-83A1-F6EECF244321}">
                <p14:modId xmlns:p14="http://schemas.microsoft.com/office/powerpoint/2010/main" val="2882569181"/>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CJU 129.4</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47" name="Google Shape;247;p13"/>
          <p:cNvGraphicFramePr/>
          <p:nvPr>
            <p:extLst>
              <p:ext uri="{D42A27DB-BD31-4B8C-83A1-F6EECF244321}">
                <p14:modId xmlns:p14="http://schemas.microsoft.com/office/powerpoint/2010/main" val="211283244"/>
              </p:ext>
            </p:extLst>
          </p:nvPr>
        </p:nvGraphicFramePr>
        <p:xfrm>
          <a:off x="0" y="63001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TOGA,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248" name="Google Shape;248;p13"/>
          <p:cNvPicPr preferRelativeResize="0"/>
          <p:nvPr/>
        </p:nvPicPr>
        <p:blipFill rotWithShape="1">
          <a:blip r:embed="rId5">
            <a:alphaModFix/>
          </a:blip>
          <a:srcRect/>
          <a:stretch/>
        </p:blipFill>
        <p:spPr>
          <a:xfrm>
            <a:off x="4472" y="2205301"/>
            <a:ext cx="1559909" cy="651823"/>
          </a:xfrm>
          <a:prstGeom prst="rect">
            <a:avLst/>
          </a:prstGeom>
          <a:noFill/>
          <a:ln>
            <a:noFill/>
          </a:ln>
        </p:spPr>
      </p:pic>
      <p:graphicFrame>
        <p:nvGraphicFramePr>
          <p:cNvPr id="2" name="Google Shape;227;p11">
            <a:extLst>
              <a:ext uri="{FF2B5EF4-FFF2-40B4-BE49-F238E27FC236}">
                <a16:creationId xmlns:a16="http://schemas.microsoft.com/office/drawing/2014/main" id="{04159ABD-A06E-9C8C-66B0-59FD50E49E56}"/>
              </a:ext>
            </a:extLst>
          </p:cNvPr>
          <p:cNvGraphicFramePr/>
          <p:nvPr>
            <p:extLst>
              <p:ext uri="{D42A27DB-BD31-4B8C-83A1-F6EECF244321}">
                <p14:modId xmlns:p14="http://schemas.microsoft.com/office/powerpoint/2010/main" val="934664792"/>
              </p:ext>
            </p:extLst>
          </p:nvPr>
        </p:nvGraphicFramePr>
        <p:xfrm>
          <a:off x="4472" y="3606945"/>
          <a:ext cx="2326800" cy="1944976"/>
        </p:xfrm>
        <a:graphic>
          <a:graphicData uri="http://schemas.openxmlformats.org/drawingml/2006/table">
            <a:tbl>
              <a:tblPr firstRow="1" bandRow="1">
                <a:noFill/>
                <a:tableStyleId>{A521BE36-7E6F-4EC9-8D66-1CF97A6895EC}</a:tableStyleId>
              </a:tblPr>
              <a:tblGrid>
                <a:gridCol w="406975">
                  <a:extLst>
                    <a:ext uri="{9D8B030D-6E8A-4147-A177-3AD203B41FA5}">
                      <a16:colId xmlns:a16="http://schemas.microsoft.com/office/drawing/2014/main" val="20000"/>
                    </a:ext>
                  </a:extLst>
                </a:gridCol>
                <a:gridCol w="7541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3"/>
                    </a:ext>
                  </a:extLst>
                </a:gridCol>
                <a:gridCol w="582850">
                  <a:extLst>
                    <a:ext uri="{9D8B030D-6E8A-4147-A177-3AD203B41FA5}">
                      <a16:colId xmlns:a16="http://schemas.microsoft.com/office/drawing/2014/main" val="20005"/>
                    </a:ext>
                  </a:extLst>
                </a:gridCol>
              </a:tblGrid>
              <a:tr h="1560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CJU </a:t>
                      </a:r>
                      <a:r>
                        <a:rPr kumimoji="0" lang="en-US" altLang="ko-Kore-KR" sz="800" b="1" i="0" u="none" strike="noStrike" kern="0" cap="none" spc="0" normalizeH="0" baseline="0" noProof="0" dirty="0">
                          <a:ln>
                            <a:noFill/>
                          </a:ln>
                          <a:solidFill>
                            <a:srgbClr val="00B0F0"/>
                          </a:solidFill>
                          <a:effectLst/>
                          <a:uLnTx/>
                          <a:uFillTx/>
                          <a:latin typeface="Calibri"/>
                          <a:cs typeface="Calibri"/>
                          <a:sym typeface="Arial"/>
                        </a:rPr>
                        <a:t>[066/246]</a:t>
                      </a: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 : STAR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FFC000"/>
                          </a:solidFill>
                          <a:effectLst/>
                          <a:uLnTx/>
                          <a:uFillTx/>
                          <a:latin typeface="Calibri"/>
                          <a:cs typeface="Calibri"/>
                          <a:sym typeface="Arial"/>
                        </a:rPr>
                        <a:t>AFT Merge PT(220kts) DCT IAF(210kts), FAF (160kts)</a:t>
                      </a:r>
                      <a:endParaRPr kumimoji="0" lang="en-US" altLang="ko-Kore-KR" sz="800" b="1" i="0" u="none" strike="noStrike" kern="0" cap="none" spc="0" normalizeH="0" baseline="0" noProof="0" dirty="0">
                        <a:ln>
                          <a:noFill/>
                        </a:ln>
                        <a:solidFill>
                          <a:srgbClr val="FFC000"/>
                        </a:solidFill>
                        <a:effectLst/>
                        <a:uLnTx/>
                        <a:uFillTx/>
                        <a:latin typeface="Calibri"/>
                        <a:cs typeface="Calibri"/>
                        <a:sym typeface="Aria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1800">
                <a:tc>
                  <a:txBody>
                    <a:bodyPr/>
                    <a:lstStyle/>
                    <a:p>
                      <a:pPr marL="0" marR="0" lvl="0" indent="0" algn="ctr" rtl="0">
                        <a:spcBef>
                          <a:spcPts val="0"/>
                        </a:spcBef>
                        <a:spcAft>
                          <a:spcPts val="0"/>
                        </a:spcAft>
                        <a:buNone/>
                      </a:pPr>
                      <a:r>
                        <a:rPr lang="en-US" sz="800" b="1" dirty="0"/>
                        <a:t>ILS Z 07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xP</a:t>
                      </a:r>
                      <a:endParaRPr sz="458" dirty="0"/>
                    </a:p>
                  </a:txBody>
                  <a:tcPr marL="36000" marR="36000" marT="36000" marB="36000" anchor="ctr"/>
                </a:tc>
                <a:tc>
                  <a:txBody>
                    <a:bodyPr/>
                    <a:lstStyle/>
                    <a:p>
                      <a:pPr marL="0" marR="0" lvl="0" indent="0" algn="ctr" rtl="0">
                        <a:spcBef>
                          <a:spcPts val="0"/>
                        </a:spcBef>
                        <a:spcAft>
                          <a:spcPts val="0"/>
                        </a:spcAft>
                        <a:buNone/>
                      </a:pPr>
                      <a:r>
                        <a:rPr lang="en-US" sz="800" b="1"/>
                        <a:t>YUMIN</a:t>
                      </a:r>
                      <a:endParaRPr sz="458"/>
                    </a:p>
                  </a:txBody>
                  <a:tcPr marL="36000" marR="36000" marT="36000" marB="3600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sz="458" dirty="0"/>
                    </a:p>
                  </a:txBody>
                  <a:tcPr marL="36000" marR="36000" marT="36000" marB="36000" anchor="ctr"/>
                </a:tc>
                <a:extLst>
                  <a:ext uri="{0D108BD9-81ED-4DB2-BD59-A6C34878D82A}">
                    <a16:rowId xmlns:a16="http://schemas.microsoft.com/office/drawing/2014/main" val="10001"/>
                  </a:ext>
                </a:extLst>
              </a:tr>
              <a:tr h="1418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l" rtl="0">
                        <a:spcBef>
                          <a:spcPts val="0"/>
                        </a:spcBef>
                        <a:spcAft>
                          <a:spcPts val="0"/>
                        </a:spcAft>
                        <a:buNone/>
                      </a:pPr>
                      <a:endParaRPr sz="458" dirty="0"/>
                    </a:p>
                  </a:txBody>
                  <a:tcPr marL="36000" marR="36000" marT="36000" marB="36000" anchor="ctr"/>
                </a:tc>
                <a:extLst>
                  <a:ext uri="{0D108BD9-81ED-4DB2-BD59-A6C34878D82A}">
                    <a16:rowId xmlns:a16="http://schemas.microsoft.com/office/drawing/2014/main" val="285528768"/>
                  </a:ext>
                </a:extLst>
              </a:tr>
              <a:tr h="141800">
                <a:tc>
                  <a:txBody>
                    <a:bodyPr/>
                    <a:lstStyle/>
                    <a:p>
                      <a:pPr marL="0" marR="0" lvl="0" indent="0" algn="ctr" rtl="0">
                        <a:spcBef>
                          <a:spcPts val="0"/>
                        </a:spcBef>
                        <a:spcAft>
                          <a:spcPts val="0"/>
                        </a:spcAft>
                        <a:buNone/>
                      </a:pPr>
                      <a:r>
                        <a:rPr lang="en-US" sz="800" b="1" dirty="0"/>
                        <a:t>ILS Z 25</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xT</a:t>
                      </a:r>
                      <a:r>
                        <a:rPr lang="en-US" sz="800" b="1" dirty="0"/>
                        <a:t>(</a:t>
                      </a:r>
                      <a:r>
                        <a:rPr lang="en-US" sz="800" b="1" dirty="0" err="1"/>
                        <a:t>xM</a:t>
                      </a:r>
                      <a:r>
                        <a:rPr lang="en-US" sz="800" b="1" dirty="0"/>
                        <a:t>)</a:t>
                      </a:r>
                      <a:endParaRPr sz="458" dirty="0"/>
                    </a:p>
                  </a:txBody>
                  <a:tcPr marL="36000" marR="36000" marT="36000" marB="36000" anchor="ctr"/>
                </a:tc>
                <a:tc>
                  <a:txBody>
                    <a:bodyPr/>
                    <a:lstStyle/>
                    <a:p>
                      <a:pPr marL="0" marR="0" lvl="0" indent="0" algn="ctr" rtl="0">
                        <a:spcBef>
                          <a:spcPts val="0"/>
                        </a:spcBef>
                        <a:spcAft>
                          <a:spcPts val="0"/>
                        </a:spcAft>
                        <a:buNone/>
                      </a:pPr>
                      <a:r>
                        <a:rPr lang="en-US" sz="800" b="1"/>
                        <a:t>DUKAL</a:t>
                      </a:r>
                      <a:endParaRPr sz="458"/>
                    </a:p>
                  </a:txBody>
                  <a:tcPr marL="36000" marR="36000" marT="36000" marB="36000" anchor="ctr"/>
                </a:tc>
                <a:tc>
                  <a:txBody>
                    <a:bodyPr/>
                    <a:lstStyle/>
                    <a:p>
                      <a:pPr marL="0" marR="0" lvl="0" indent="0" algn="l" rtl="0">
                        <a:spcBef>
                          <a:spcPts val="0"/>
                        </a:spcBef>
                        <a:spcAft>
                          <a:spcPts val="0"/>
                        </a:spcAft>
                        <a:buNone/>
                      </a:pPr>
                      <a:endParaRPr sz="600" dirty="0"/>
                    </a:p>
                  </a:txBody>
                  <a:tcPr marL="36000" marR="36000" marT="36000" marB="36000" anchor="ctr"/>
                </a:tc>
                <a:extLst>
                  <a:ext uri="{0D108BD9-81ED-4DB2-BD59-A6C34878D82A}">
                    <a16:rowId xmlns:a16="http://schemas.microsoft.com/office/drawing/2014/main" val="10002"/>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YDM </a:t>
                      </a:r>
                      <a:r>
                        <a:rPr lang="en-US" sz="800" b="1" dirty="0">
                          <a:solidFill>
                            <a:srgbClr val="C00000"/>
                          </a:solidFill>
                        </a:rPr>
                        <a:t>25 ICHE</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753293955"/>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4"/>
                  </a:ext>
                </a:extLst>
              </a:tr>
              <a:tr h="3200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07 : P6(5176’), P5(5882’), </a:t>
                      </a:r>
                      <a:r>
                        <a:rPr lang="en-US" sz="800">
                          <a:solidFill>
                            <a:srgbClr val="0070C0"/>
                          </a:solidFill>
                        </a:rPr>
                        <a:t>P4(6840’-ATC HIRO)</a:t>
                      </a:r>
                      <a:endParaRPr/>
                    </a:p>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25 : P7(5219’), P8(5882’), </a:t>
                      </a:r>
                      <a:r>
                        <a:rPr lang="en-US" sz="800">
                          <a:solidFill>
                            <a:srgbClr val="0070C0"/>
                          </a:solidFill>
                        </a:rPr>
                        <a:t>P10(7524’-ATC HIRO) </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2007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HST 40KTS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4" name="TextBox 3">
            <a:extLst>
              <a:ext uri="{FF2B5EF4-FFF2-40B4-BE49-F238E27FC236}">
                <a16:creationId xmlns:a16="http://schemas.microsoft.com/office/drawing/2014/main" id="{0F894E67-D6BE-5F51-CDC7-89AD8D49986E}"/>
              </a:ext>
            </a:extLst>
          </p:cNvPr>
          <p:cNvSpPr txBox="1"/>
          <p:nvPr/>
        </p:nvSpPr>
        <p:spPr>
          <a:xfrm>
            <a:off x="1268244" y="3096634"/>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85E11C70-1767-EB3D-06A8-A5C6ED6404CD}"/>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1647887819"/>
              </p:ext>
            </p:extLst>
          </p:nvPr>
        </p:nvGraphicFramePr>
        <p:xfrm>
          <a:off x="-9657" y="3887067"/>
          <a:ext cx="2356629" cy="1682380"/>
        </p:xfrm>
        <a:graphic>
          <a:graphicData uri="http://schemas.openxmlformats.org/drawingml/2006/table">
            <a:tbl>
              <a:tblPr firstRow="1" bandRow="1">
                <a:noFill/>
                <a:tableStyleId>{A521BE36-7E6F-4EC9-8D66-1CF97A6895EC}</a:tableStyleId>
              </a:tblPr>
              <a:tblGrid>
                <a:gridCol w="411725">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3"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202120240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5">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76" name="Google Shape;276;p16"/>
          <p:cNvGraphicFramePr/>
          <p:nvPr>
            <p:extLst>
              <p:ext uri="{D42A27DB-BD31-4B8C-83A1-F6EECF244321}">
                <p14:modId xmlns:p14="http://schemas.microsoft.com/office/powerpoint/2010/main" val="387188202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TextBox 2">
            <a:extLst>
              <a:ext uri="{FF2B5EF4-FFF2-40B4-BE49-F238E27FC236}">
                <a16:creationId xmlns:a16="http://schemas.microsoft.com/office/drawing/2014/main" id="{523473D7-4ABE-6F46-8862-25F187311782}"/>
              </a:ext>
            </a:extLst>
          </p:cNvPr>
          <p:cNvSpPr txBox="1"/>
          <p:nvPr/>
        </p:nvSpPr>
        <p:spPr>
          <a:xfrm>
            <a:off x="1268244" y="3227816"/>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4EAB618-D8DC-48CF-B02D-8D5856DA3E5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2030665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127194926"/>
              </p:ext>
            </p:extLst>
          </p:nvPr>
        </p:nvGraphicFramePr>
        <p:xfrm>
          <a:off x="6595" y="62381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TOFA,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dirty="0"/>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p>
                      <a:pPr marL="0" marR="0" lvl="0" indent="0" algn="ctr" rtl="0">
                        <a:spcBef>
                          <a:spcPts val="0"/>
                        </a:spcBef>
                        <a:spcAft>
                          <a:spcPts val="0"/>
                        </a:spcAft>
                        <a:buNone/>
                      </a:pP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GIMHAE 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 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3" name="Google Shape;283;p17"/>
          <p:cNvGraphicFramePr/>
          <p:nvPr>
            <p:extLst>
              <p:ext uri="{D42A27DB-BD31-4B8C-83A1-F6EECF244321}">
                <p14:modId xmlns:p14="http://schemas.microsoft.com/office/powerpoint/2010/main" val="3252979581"/>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84" name="Google Shape;284;p17"/>
          <p:cNvGraphicFramePr/>
          <p:nvPr>
            <p:extLst>
              <p:ext uri="{D42A27DB-BD31-4B8C-83A1-F6EECF244321}">
                <p14:modId xmlns:p14="http://schemas.microsoft.com/office/powerpoint/2010/main" val="348956274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64D54717-0CDF-0CA7-5D03-6084160528CA}"/>
              </a:ext>
            </a:extLst>
          </p:cNvPr>
          <p:cNvSpPr txBox="1"/>
          <p:nvPr/>
        </p:nvSpPr>
        <p:spPr>
          <a:xfrm>
            <a:off x="1268244" y="2730590"/>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9A4E246-6724-775D-52E5-7C58BBF23B1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Google Shape;248;p13">
            <a:extLst>
              <a:ext uri="{FF2B5EF4-FFF2-40B4-BE49-F238E27FC236}">
                <a16:creationId xmlns:a16="http://schemas.microsoft.com/office/drawing/2014/main" id="{1AB5D64E-E354-45AD-A465-5F4490814AF5}"/>
              </a:ext>
            </a:extLst>
          </p:cNvPr>
          <p:cNvPicPr preferRelativeResize="0"/>
          <p:nvPr/>
        </p:nvPicPr>
        <p:blipFill rotWithShape="1">
          <a:blip r:embed="rId7">
            <a:alphaModFix/>
          </a:blip>
          <a:srcRect/>
          <a:stretch/>
        </p:blipFill>
        <p:spPr>
          <a:xfrm>
            <a:off x="4472" y="2072681"/>
            <a:ext cx="1559909" cy="651823"/>
          </a:xfrm>
          <a:prstGeom prst="rect">
            <a:avLst/>
          </a:prstGeom>
          <a:noFill/>
          <a:ln>
            <a:noFill/>
          </a:ln>
        </p:spPr>
      </p:pic>
    </p:spTree>
    <p:extLst>
      <p:ext uri="{BB962C8B-B14F-4D97-AF65-F5344CB8AC3E}">
        <p14:creationId xmlns:p14="http://schemas.microsoft.com/office/powerpoint/2010/main" val="395019292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43">
          <a:extLst>
            <a:ext uri="{FF2B5EF4-FFF2-40B4-BE49-F238E27FC236}">
              <a16:creationId xmlns:a16="http://schemas.microsoft.com/office/drawing/2014/main" id="{83CE0CE4-8F9A-F1EF-2834-B923CA99399E}"/>
            </a:ext>
          </a:extLst>
        </p:cNvPr>
        <p:cNvGrpSpPr/>
        <p:nvPr/>
      </p:nvGrpSpPr>
      <p:grpSpPr>
        <a:xfrm>
          <a:off x="0" y="0"/>
          <a:ext cx="0" cy="0"/>
          <a:chOff x="0" y="0"/>
          <a:chExt cx="0" cy="0"/>
        </a:xfrm>
      </p:grpSpPr>
      <p:graphicFrame>
        <p:nvGraphicFramePr>
          <p:cNvPr id="346" name="Google Shape;346;p24">
            <a:extLst>
              <a:ext uri="{FF2B5EF4-FFF2-40B4-BE49-F238E27FC236}">
                <a16:creationId xmlns:a16="http://schemas.microsoft.com/office/drawing/2014/main" id="{B1F2E5FC-2E37-0FC2-4269-99F4601A0512}"/>
              </a:ext>
            </a:extLst>
          </p:cNvPr>
          <p:cNvGraphicFramePr/>
          <p:nvPr>
            <p:extLst>
              <p:ext uri="{D42A27DB-BD31-4B8C-83A1-F6EECF244321}">
                <p14:modId xmlns:p14="http://schemas.microsoft.com/office/powerpoint/2010/main" val="1368969762"/>
              </p:ext>
            </p:extLst>
          </p:nvPr>
        </p:nvGraphicFramePr>
        <p:xfrm>
          <a:off x="1596"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[222]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[232]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a:t>-</a:t>
                      </a:r>
                      <a:endParaRPr sz="800" b="1"/>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HME,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22 : IKL /8, /3</a:t>
                      </a:r>
                      <a:r>
                        <a:rPr kumimoji="0" lang="en-US" altLang="ko-KR" sz="800" b="1" i="0" u="none" strike="noStrike" kern="1200" cap="none" spc="0" normalizeH="0" baseline="0" noProof="0" dirty="0">
                          <a:ln>
                            <a:noFill/>
                          </a:ln>
                          <a:solidFill>
                            <a:srgbClr val="0070C0"/>
                          </a:solidFill>
                          <a:effectLst/>
                          <a:uLnTx/>
                          <a:uFillTx/>
                          <a:latin typeface="Calibri"/>
                          <a:cs typeface="Calibri"/>
                        </a:rPr>
                        <a:t>,</a:t>
                      </a:r>
                      <a:r>
                        <a:rPr kumimoji="0" lang="ko-KR" altLang="en-US" sz="800" b="1" i="0" u="none" strike="noStrike" kern="1200" cap="none" spc="0" normalizeH="0" baseline="0" noProof="0" dirty="0">
                          <a:ln>
                            <a:noFill/>
                          </a:ln>
                          <a:solidFill>
                            <a:srgbClr val="0070C0"/>
                          </a:solidFill>
                          <a:effectLst/>
                          <a:uLnTx/>
                          <a:uFillTx/>
                          <a:latin typeface="Calibri"/>
                          <a:cs typeface="Calibri"/>
                        </a:rPr>
                        <a:t> </a:t>
                      </a:r>
                      <a:r>
                        <a:rPr kumimoji="0" lang="en-US" altLang="ko-KR" sz="800" b="1" i="0" u="none" strike="noStrike" kern="1200" cap="none" spc="0" normalizeH="0" baseline="0" noProof="0" dirty="0">
                          <a:ln>
                            <a:noFill/>
                          </a:ln>
                          <a:solidFill>
                            <a:srgbClr val="0070C0"/>
                          </a:solidFill>
                          <a:effectLst/>
                          <a:uLnTx/>
                          <a:uFillTx/>
                          <a:latin typeface="Calibri"/>
                          <a:cs typeface="Calibri"/>
                        </a:rPr>
                        <a:t>HME 015</a:t>
                      </a:r>
                      <a:endParaRPr kumimoji="0" lang="en-US" altLang="ko-Kore-KR" sz="800" b="1" i="0" u="none" strike="noStrike" kern="1200" cap="none" spc="0" normalizeH="0" baseline="0" noProof="0" dirty="0">
                        <a:ln>
                          <a:noFill/>
                        </a:ln>
                        <a:solidFill>
                          <a:srgbClr val="0070C0"/>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23 : ITL /12,/7, HME 177</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sz="800" b="1" dirty="0">
                          <a:solidFill>
                            <a:schemeClr val="bg1"/>
                          </a:solidFill>
                        </a:rPr>
                        <a:t>Gate 105P Procedure</a:t>
                      </a:r>
                      <a:endParaRPr sz="800" b="1" dirty="0">
                        <a:solidFill>
                          <a:schemeClr val="bg1"/>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a:extLst>
              <a:ext uri="{FF2B5EF4-FFF2-40B4-BE49-F238E27FC236}">
                <a16:creationId xmlns:a16="http://schemas.microsoft.com/office/drawing/2014/main" id="{8FD3CC7B-08B2-F5C1-92A4-F6767F05C9D3}"/>
              </a:ext>
            </a:extLst>
          </p:cNvPr>
          <p:cNvGraphicFramePr/>
          <p:nvPr>
            <p:extLst>
              <p:ext uri="{D42A27DB-BD31-4B8C-83A1-F6EECF244321}">
                <p14:modId xmlns:p14="http://schemas.microsoft.com/office/powerpoint/2010/main" val="4128354113"/>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GMP 131.15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-15분 </a:t>
                      </a:r>
                      <a:r>
                        <a:rPr lang="ko-KR" altLang="en-US" sz="600" dirty="0">
                          <a:solidFill>
                            <a:srgbClr val="FF0000"/>
                          </a:solidFill>
                          <a:latin typeface="Calibri"/>
                          <a:ea typeface="Calibri"/>
                          <a:cs typeface="Calibri"/>
                          <a:sym typeface="Calibri"/>
                        </a:rPr>
                        <a:t>가능 </a:t>
                      </a:r>
                      <a:endParaRPr lang="en-US" altLang="ko-KR" sz="600" dirty="0">
                        <a:solidFill>
                          <a:srgbClr val="FF0000"/>
                        </a:solidFill>
                        <a:latin typeface="Calibri"/>
                        <a:ea typeface="Calibri"/>
                        <a:cs typeface="Calibri"/>
                        <a:sym typeface="Calibri"/>
                      </a:endParaRPr>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26F26BE9-17B0-AA30-1292-FD76115AC830}"/>
              </a:ext>
            </a:extLst>
          </p:cNvPr>
          <p:cNvSpPr txBox="1"/>
          <p:nvPr/>
        </p:nvSpPr>
        <p:spPr>
          <a:xfrm>
            <a:off x="421590" y="2680653"/>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9F76B30E-C971-202A-B5C0-2C3D5BC8CCEC}"/>
              </a:ext>
            </a:extLst>
          </p:cNvPr>
          <p:cNvSpPr/>
          <p:nvPr/>
        </p:nvSpPr>
        <p:spPr>
          <a:xfrm>
            <a:off x="1622852" y="2950990"/>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1171DD40-8B79-FDB8-7A89-47741567E72D}"/>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림 5" descr="텍스트, 지도, 폰트, 도표이(가) 표시된 사진&#10;&#10;자동 생성된 설명">
            <a:extLst>
              <a:ext uri="{FF2B5EF4-FFF2-40B4-BE49-F238E27FC236}">
                <a16:creationId xmlns:a16="http://schemas.microsoft.com/office/drawing/2014/main" id="{B63521A2-374F-B585-EB17-707675B0F10E}"/>
              </a:ext>
            </a:extLst>
          </p:cNvPr>
          <p:cNvPicPr>
            <a:picLocks noChangeAspect="1"/>
          </p:cNvPicPr>
          <p:nvPr/>
        </p:nvPicPr>
        <p:blipFill>
          <a:blip r:embed="rId7"/>
          <a:stretch>
            <a:fillRect/>
          </a:stretch>
        </p:blipFill>
        <p:spPr>
          <a:xfrm>
            <a:off x="3286" y="2680589"/>
            <a:ext cx="461157" cy="460179"/>
          </a:xfrm>
          <a:prstGeom prst="rect">
            <a:avLst/>
          </a:prstGeom>
        </p:spPr>
      </p:pic>
      <p:graphicFrame>
        <p:nvGraphicFramePr>
          <p:cNvPr id="7" name="Google Shape;136;p4">
            <a:extLst>
              <a:ext uri="{FF2B5EF4-FFF2-40B4-BE49-F238E27FC236}">
                <a16:creationId xmlns:a16="http://schemas.microsoft.com/office/drawing/2014/main" id="{23E3E101-BC50-A6C0-3A42-D76CCDECA61C}"/>
              </a:ext>
            </a:extLst>
          </p:cNvPr>
          <p:cNvGraphicFramePr/>
          <p:nvPr>
            <p:extLst>
              <p:ext uri="{D42A27DB-BD31-4B8C-83A1-F6EECF244321}">
                <p14:modId xmlns:p14="http://schemas.microsoft.com/office/powerpoint/2010/main" val="3909364309"/>
              </p:ext>
            </p:extLst>
          </p:nvPr>
        </p:nvGraphicFramePr>
        <p:xfrm>
          <a:off x="0" y="1049052"/>
          <a:ext cx="2339850" cy="1620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19361">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8481">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xT</a:t>
                      </a:r>
                      <a:endParaRPr sz="800" b="1"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08481">
                <a:tc vMerge="1">
                  <a:txBody>
                    <a:bodyPr/>
                    <a:lstStyle/>
                    <a:p>
                      <a:endParaRPr lang="ko-Kore-KR"/>
                    </a:p>
                  </a:txBody>
                  <a:tcPr/>
                </a:tc>
                <a:tc gridSpan="2">
                  <a:txBody>
                    <a:bodyPr/>
                    <a:lstStyle/>
                    <a:p>
                      <a:pPr marL="0" marR="0" lvl="0" indent="0" algn="ctr" rtl="0">
                        <a:spcBef>
                          <a:spcPts val="0"/>
                        </a:spcBef>
                        <a:spcAft>
                          <a:spcPts val="0"/>
                        </a:spcAft>
                        <a:buNone/>
                      </a:pPr>
                      <a:r>
                        <a:rPr lang="en-US" sz="800" dirty="0"/>
                        <a:t>(EGOBA </a:t>
                      </a:r>
                      <a:r>
                        <a:rPr lang="en-US" sz="800" dirty="0" err="1"/>
                        <a:t>xQ</a:t>
                      </a:r>
                      <a:r>
                        <a:rPr lang="en-US" sz="800" dirty="0"/>
                        <a:t>)</a:t>
                      </a:r>
                      <a:endParaRPr sz="800"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08481">
                <a:tc>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xU</a:t>
                      </a:r>
                      <a:endParaRPr sz="800" b="1" dirty="0">
                        <a:solidFill>
                          <a:srgbClr val="0070C0"/>
                        </a:solidFill>
                      </a:endParaRP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76684">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76684">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24888">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sp>
        <p:nvSpPr>
          <p:cNvPr id="8" name="Google Shape;139;p4">
            <a:extLst>
              <a:ext uri="{FF2B5EF4-FFF2-40B4-BE49-F238E27FC236}">
                <a16:creationId xmlns:a16="http://schemas.microsoft.com/office/drawing/2014/main" id="{256FFA53-C32E-9B34-769C-BB64C95FD1A0}"/>
              </a:ext>
            </a:extLst>
          </p:cNvPr>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9" name="그림 8">
            <a:extLst>
              <a:ext uri="{FF2B5EF4-FFF2-40B4-BE49-F238E27FC236}">
                <a16:creationId xmlns:a16="http://schemas.microsoft.com/office/drawing/2014/main" id="{8EBCA2F3-17D6-342B-0EAD-F804AF02F950}"/>
              </a:ext>
            </a:extLst>
          </p:cNvPr>
          <p:cNvPicPr>
            <a:picLocks noChangeAspect="1"/>
          </p:cNvPicPr>
          <p:nvPr/>
        </p:nvPicPr>
        <p:blipFill>
          <a:blip r:embed="rId8"/>
          <a:stretch>
            <a:fillRect/>
          </a:stretch>
        </p:blipFill>
        <p:spPr>
          <a:xfrm>
            <a:off x="148563" y="602614"/>
            <a:ext cx="451728" cy="451728"/>
          </a:xfrm>
          <a:prstGeom prst="rect">
            <a:avLst/>
          </a:prstGeom>
        </p:spPr>
      </p:pic>
    </p:spTree>
    <p:extLst>
      <p:ext uri="{BB962C8B-B14F-4D97-AF65-F5344CB8AC3E}">
        <p14:creationId xmlns:p14="http://schemas.microsoft.com/office/powerpoint/2010/main" val="5402064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52">
          <a:extLst>
            <a:ext uri="{FF2B5EF4-FFF2-40B4-BE49-F238E27FC236}">
              <a16:creationId xmlns:a16="http://schemas.microsoft.com/office/drawing/2014/main" id="{315F69C3-77DD-1E44-4666-B8D959D64D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1C52126-A3FC-7594-B204-8E2ED3E9B79C}"/>
              </a:ext>
            </a:extLst>
          </p:cNvPr>
          <p:cNvSpPr txBox="1"/>
          <p:nvPr/>
        </p:nvSpPr>
        <p:spPr>
          <a:xfrm>
            <a:off x="933902" y="2667315"/>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a:extLst>
              <a:ext uri="{FF2B5EF4-FFF2-40B4-BE49-F238E27FC236}">
                <a16:creationId xmlns:a16="http://schemas.microsoft.com/office/drawing/2014/main" id="{DE31EBC2-A3C3-BD88-DD54-A6AB5917863E}"/>
              </a:ext>
            </a:extLst>
          </p:cNvPr>
          <p:cNvGraphicFramePr/>
          <p:nvPr>
            <p:extLst>
              <p:ext uri="{D42A27DB-BD31-4B8C-83A1-F6EECF244321}">
                <p14:modId xmlns:p14="http://schemas.microsoft.com/office/powerpoint/2010/main" val="219009978"/>
              </p:ext>
            </p:extLst>
          </p:nvPr>
        </p:nvGraphicFramePr>
        <p:xfrm>
          <a:off x="0" y="1062477"/>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a:t>HD 338/158,231/051,223/043</a:t>
                      </a:r>
                      <a:endParaRPr lang="en-US" sz="800" b="1" dirty="0"/>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HME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112.2</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HME 351/1.1, R095, 34R : HME R080, R095, 22 : HME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a:extLst>
              <a:ext uri="{FF2B5EF4-FFF2-40B4-BE49-F238E27FC236}">
                <a16:creationId xmlns:a16="http://schemas.microsoft.com/office/drawing/2014/main" id="{1DFA5E20-EF24-308D-3D9F-99C0402C76CE}"/>
              </a:ext>
            </a:extLst>
          </p:cNvPr>
          <p:cNvGraphicFramePr/>
          <p:nvPr>
            <p:extLst>
              <p:ext uri="{D42A27DB-BD31-4B8C-83A1-F6EECF244321}">
                <p14:modId xmlns:p14="http://schemas.microsoft.com/office/powerpoint/2010/main" val="4166232286"/>
              </p:ext>
            </p:extLst>
          </p:nvPr>
        </p:nvGraphicFramePr>
        <p:xfrm>
          <a:off x="-2501" y="16505"/>
          <a:ext cx="2328850" cy="54865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18169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46121">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358" name="Google Shape;358;p25">
            <a:extLst>
              <a:ext uri="{FF2B5EF4-FFF2-40B4-BE49-F238E27FC236}">
                <a16:creationId xmlns:a16="http://schemas.microsoft.com/office/drawing/2014/main" id="{51363B09-8919-C814-7F0B-0F99CF5CC6C6}"/>
              </a:ext>
            </a:extLst>
          </p:cNvPr>
          <p:cNvPicPr preferRelativeResize="0"/>
          <p:nvPr/>
        </p:nvPicPr>
        <p:blipFill rotWithShape="1">
          <a:blip r:embed="rId5">
            <a:alphaModFix/>
          </a:blip>
          <a:srcRect/>
          <a:stretch/>
        </p:blipFill>
        <p:spPr>
          <a:xfrm>
            <a:off x="-2501" y="2698875"/>
            <a:ext cx="956281" cy="772905"/>
          </a:xfrm>
          <a:prstGeom prst="rect">
            <a:avLst/>
          </a:prstGeom>
          <a:noFill/>
          <a:ln>
            <a:noFill/>
          </a:ln>
        </p:spPr>
      </p:pic>
      <p:sp>
        <p:nvSpPr>
          <p:cNvPr id="4" name="직사각형 3">
            <a:hlinkClick r:id="" action="ppaction://hlinkshowjump?jump=firstslide"/>
            <a:extLst>
              <a:ext uri="{FF2B5EF4-FFF2-40B4-BE49-F238E27FC236}">
                <a16:creationId xmlns:a16="http://schemas.microsoft.com/office/drawing/2014/main" id="{4FB69E83-0230-B66C-E936-28DA0B933AF4}"/>
              </a:ext>
            </a:extLst>
          </p:cNvPr>
          <p:cNvSpPr/>
          <p:nvPr/>
        </p:nvSpPr>
        <p:spPr>
          <a:xfrm>
            <a:off x="1622852" y="3295105"/>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811C5249-B056-D6D5-DE21-D85D1096334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Google Shape;158;p5">
            <a:extLst>
              <a:ext uri="{FF2B5EF4-FFF2-40B4-BE49-F238E27FC236}">
                <a16:creationId xmlns:a16="http://schemas.microsoft.com/office/drawing/2014/main" id="{B114305F-E5A2-B094-3603-617B25E7F45D}"/>
              </a:ext>
            </a:extLst>
          </p:cNvPr>
          <p:cNvSpPr txBox="1"/>
          <p:nvPr/>
        </p:nvSpPr>
        <p:spPr>
          <a:xfrm>
            <a:off x="-35514" y="563115"/>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7" name="그림 6" descr="텍스트, 시계이(가) 표시된 사진&#10;&#10;자동 생성된 설명">
            <a:extLst>
              <a:ext uri="{FF2B5EF4-FFF2-40B4-BE49-F238E27FC236}">
                <a16:creationId xmlns:a16="http://schemas.microsoft.com/office/drawing/2014/main" id="{D7FAD0E7-C5E2-DF08-F929-B4CF2701B9F7}"/>
              </a:ext>
            </a:extLst>
          </p:cNvPr>
          <p:cNvPicPr>
            <a:picLocks noChangeAspect="1"/>
          </p:cNvPicPr>
          <p:nvPr/>
        </p:nvPicPr>
        <p:blipFill>
          <a:blip r:embed="rId8"/>
          <a:stretch>
            <a:fillRect/>
          </a:stretch>
        </p:blipFill>
        <p:spPr>
          <a:xfrm>
            <a:off x="1602416" y="571494"/>
            <a:ext cx="492402" cy="492402"/>
          </a:xfrm>
          <a:prstGeom prst="rect">
            <a:avLst/>
          </a:prstGeom>
        </p:spPr>
      </p:pic>
      <p:graphicFrame>
        <p:nvGraphicFramePr>
          <p:cNvPr id="8" name="Google Shape;156;p5">
            <a:extLst>
              <a:ext uri="{FF2B5EF4-FFF2-40B4-BE49-F238E27FC236}">
                <a16:creationId xmlns:a16="http://schemas.microsoft.com/office/drawing/2014/main" id="{EBD13169-4147-4BDE-744B-5CAB49A85884}"/>
              </a:ext>
            </a:extLst>
          </p:cNvPr>
          <p:cNvGraphicFramePr/>
          <p:nvPr>
            <p:extLst>
              <p:ext uri="{D42A27DB-BD31-4B8C-83A1-F6EECF244321}">
                <p14:modId xmlns:p14="http://schemas.microsoft.com/office/powerpoint/2010/main" val="4025561649"/>
              </p:ext>
            </p:extLst>
          </p:nvPr>
        </p:nvGraphicFramePr>
        <p:xfrm>
          <a:off x="-2501" y="3686185"/>
          <a:ext cx="2328850" cy="1864570"/>
        </p:xfrm>
        <a:graphic>
          <a:graphicData uri="http://schemas.openxmlformats.org/drawingml/2006/table">
            <a:tbl>
              <a:tblPr firstRow="1" bandRow="1">
                <a:noFill/>
                <a:tableStyleId>{A521BE36-7E6F-4EC9-8D66-1CF97A6895EC}</a:tableStyleId>
              </a:tblPr>
              <a:tblGrid>
                <a:gridCol w="435386">
                  <a:extLst>
                    <a:ext uri="{9D8B030D-6E8A-4147-A177-3AD203B41FA5}">
                      <a16:colId xmlns:a16="http://schemas.microsoft.com/office/drawing/2014/main" val="20000"/>
                    </a:ext>
                  </a:extLst>
                </a:gridCol>
                <a:gridCol w="249699">
                  <a:extLst>
                    <a:ext uri="{9D8B030D-6E8A-4147-A177-3AD203B41FA5}">
                      <a16:colId xmlns:a16="http://schemas.microsoft.com/office/drawing/2014/main" val="20002"/>
                    </a:ext>
                  </a:extLst>
                </a:gridCol>
                <a:gridCol w="528330">
                  <a:extLst>
                    <a:ext uri="{9D8B030D-6E8A-4147-A177-3AD203B41FA5}">
                      <a16:colId xmlns:a16="http://schemas.microsoft.com/office/drawing/2014/main" val="20003"/>
                    </a:ext>
                  </a:extLst>
                </a:gridCol>
                <a:gridCol w="471906">
                  <a:extLst>
                    <a:ext uri="{9D8B030D-6E8A-4147-A177-3AD203B41FA5}">
                      <a16:colId xmlns:a16="http://schemas.microsoft.com/office/drawing/2014/main" val="20005"/>
                    </a:ext>
                  </a:extLst>
                </a:gridCol>
                <a:gridCol w="643529">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17489088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2" name="Google Shape;292;p18"/>
          <p:cNvGraphicFramePr/>
          <p:nvPr>
            <p:extLst>
              <p:ext uri="{D42A27DB-BD31-4B8C-83A1-F6EECF244321}">
                <p14:modId xmlns:p14="http://schemas.microsoft.com/office/powerpoint/2010/main" val="3306649105"/>
              </p:ext>
            </p:extLst>
          </p:nvPr>
        </p:nvGraphicFramePr>
        <p:xfrm>
          <a:off x="4472" y="3746755"/>
          <a:ext cx="2331400" cy="181465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60235">
                <a:tc gridSpan="4">
                  <a:txBody>
                    <a:bodyPr/>
                    <a:lstStyle/>
                    <a:p>
                      <a:pPr marL="0" marR="0" lvl="0" indent="0" algn="ctr" rtl="0">
                        <a:spcBef>
                          <a:spcPts val="0"/>
                        </a:spcBef>
                        <a:spcAft>
                          <a:spcPts val="0"/>
                        </a:spcAft>
                        <a:buNone/>
                      </a:pPr>
                      <a:r>
                        <a:rPr lang="en-US" sz="800" dirty="0"/>
                        <a:t>KIX </a:t>
                      </a:r>
                      <a:r>
                        <a:rPr lang="en-US" sz="800" dirty="0">
                          <a:solidFill>
                            <a:srgbClr val="00B0F0"/>
                          </a:solidFill>
                        </a:rPr>
                        <a:t>[058/238]</a:t>
                      </a:r>
                      <a:r>
                        <a:rPr lang="en-US" sz="800" dirty="0"/>
                        <a:t> : STAR (SAEKI 170, RANDY 150)</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5629">
                <a:tc>
                  <a:txBody>
                    <a:bodyPr/>
                    <a:lstStyle/>
                    <a:p>
                      <a:pPr marL="0" marR="0" lvl="0" indent="0" algn="ctr" rtl="0">
                        <a:spcBef>
                          <a:spcPts val="0"/>
                        </a:spcBef>
                        <a:spcAft>
                          <a:spcPts val="0"/>
                        </a:spcAft>
                        <a:buNone/>
                      </a:pPr>
                      <a:r>
                        <a:rPr lang="en-US" sz="800" b="1" dirty="0"/>
                        <a:t>06L</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ALISA B</a:t>
                      </a:r>
                      <a:endParaRPr sz="800" b="1"/>
                    </a:p>
                  </a:txBody>
                  <a:tcPr marL="36000" marR="36000" marT="36000" marB="36000" anchor="ctr"/>
                </a:tc>
                <a:tc>
                  <a:txBody>
                    <a:bodyPr/>
                    <a:lstStyle/>
                    <a:p>
                      <a:pPr marL="0" marR="0" lvl="0" indent="0" algn="ctr" rtl="0">
                        <a:spcBef>
                          <a:spcPts val="0"/>
                        </a:spcBef>
                        <a:spcAft>
                          <a:spcPts val="0"/>
                        </a:spcAft>
                        <a:buNone/>
                      </a:pPr>
                      <a:r>
                        <a:rPr lang="en-US" sz="800" b="1"/>
                        <a:t>BERRY</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06L</a:t>
                      </a:r>
                      <a:endParaRPr sz="800" b="1"/>
                    </a:p>
                  </a:txBody>
                  <a:tcPr marL="36000" marR="36000" marT="36000" marB="36000" anchor="ctr"/>
                </a:tc>
                <a:extLst>
                  <a:ext uri="{0D108BD9-81ED-4DB2-BD59-A6C34878D82A}">
                    <a16:rowId xmlns:a16="http://schemas.microsoft.com/office/drawing/2014/main" val="10001"/>
                  </a:ext>
                </a:extLst>
              </a:tr>
              <a:tr h="158118">
                <a:tc>
                  <a:txBody>
                    <a:bodyPr/>
                    <a:lstStyle/>
                    <a:p>
                      <a:pPr marL="0" marR="0" lvl="0" indent="0" algn="ctr" rtl="0">
                        <a:spcBef>
                          <a:spcPts val="0"/>
                        </a:spcBef>
                        <a:spcAft>
                          <a:spcPts val="0"/>
                        </a:spcAft>
                        <a:buNone/>
                      </a:pPr>
                      <a:r>
                        <a:rPr lang="en-US" sz="800" b="1" dirty="0"/>
                        <a:t>06R</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ALISA A</a:t>
                      </a:r>
                      <a:endParaRPr sz="800" b="1"/>
                    </a:p>
                  </a:txBody>
                  <a:tcPr marL="36000" marR="36000" marT="36000" marB="36000" anchor="ctr"/>
                </a:tc>
                <a:tc>
                  <a:txBody>
                    <a:bodyPr/>
                    <a:lstStyle/>
                    <a:p>
                      <a:pPr marL="0" marR="0" lvl="0" indent="0" algn="ctr" rtl="0">
                        <a:spcBef>
                          <a:spcPts val="0"/>
                        </a:spcBef>
                        <a:spcAft>
                          <a:spcPts val="0"/>
                        </a:spcAft>
                        <a:buNone/>
                      </a:pPr>
                      <a:r>
                        <a:rPr lang="en-US" sz="800" b="1"/>
                        <a:t>ALLAN</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06R</a:t>
                      </a:r>
                      <a:endParaRPr sz="800" b="1"/>
                    </a:p>
                  </a:txBody>
                  <a:tcPr marL="36000" marR="36000" marT="36000" marB="36000" anchor="ctr"/>
                </a:tc>
                <a:extLst>
                  <a:ext uri="{0D108BD9-81ED-4DB2-BD59-A6C34878D82A}">
                    <a16:rowId xmlns:a16="http://schemas.microsoft.com/office/drawing/2014/main" val="10002"/>
                  </a:ext>
                </a:extLst>
              </a:tr>
              <a:tr h="145629">
                <a:tc>
                  <a:txBody>
                    <a:bodyPr/>
                    <a:lstStyle/>
                    <a:p>
                      <a:pPr marL="0" marR="0" lvl="0" indent="0" algn="ctr" rtl="0">
                        <a:spcBef>
                          <a:spcPts val="0"/>
                        </a:spcBef>
                        <a:spcAft>
                          <a:spcPts val="0"/>
                        </a:spcAft>
                        <a:buNone/>
                      </a:pPr>
                      <a:r>
                        <a:rPr lang="en-US" sz="800" b="1" dirty="0"/>
                        <a:t>24L/R</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ALISA C</a:t>
                      </a:r>
                      <a:endParaRPr sz="800" b="1"/>
                    </a:p>
                  </a:txBody>
                  <a:tcPr marL="36000" marR="36000" marT="36000" marB="36000" anchor="ctr"/>
                </a:tc>
                <a:tc>
                  <a:txBody>
                    <a:bodyPr/>
                    <a:lstStyle/>
                    <a:p>
                      <a:pPr marL="0" marR="0" lvl="0" indent="0" algn="ctr" rtl="0">
                        <a:spcBef>
                          <a:spcPts val="0"/>
                        </a:spcBef>
                        <a:spcAft>
                          <a:spcPts val="0"/>
                        </a:spcAft>
                        <a:buNone/>
                      </a:pPr>
                      <a:r>
                        <a:rPr lang="en-US" sz="800" b="1"/>
                        <a:t>MAYAH</a:t>
                      </a:r>
                      <a:endParaRPr sz="800" b="1"/>
                    </a:p>
                  </a:txBody>
                  <a:tcPr marL="36000" marR="36000" marT="36000" marB="36000" anchor="ctr"/>
                </a:tc>
                <a:tc>
                  <a:txBody>
                    <a:bodyPr/>
                    <a:lstStyle/>
                    <a:p>
                      <a:pPr marL="0" marR="0" lvl="0" indent="0" algn="ctr" rtl="0">
                        <a:spcBef>
                          <a:spcPts val="0"/>
                        </a:spcBef>
                        <a:spcAft>
                          <a:spcPts val="0"/>
                        </a:spcAft>
                        <a:buNone/>
                      </a:pPr>
                      <a:r>
                        <a:rPr lang="en-US" sz="800" b="1"/>
                        <a:t>ILS Z 24L/R</a:t>
                      </a:r>
                      <a:endParaRPr sz="800" b="1"/>
                    </a:p>
                  </a:txBody>
                  <a:tcPr marL="36000" marR="36000" marT="36000" marB="36000" anchor="ctr"/>
                </a:tc>
                <a:extLst>
                  <a:ext uri="{0D108BD9-81ED-4DB2-BD59-A6C34878D82A}">
                    <a16:rowId xmlns:a16="http://schemas.microsoft.com/office/drawing/2014/main" val="10003"/>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KIE, </a:t>
                      </a:r>
                      <a:r>
                        <a:rPr lang="en-US" sz="800" b="1" dirty="0">
                          <a:solidFill>
                            <a:srgbClr val="C00000"/>
                          </a:solidFill>
                        </a:rPr>
                        <a:t>06L IKJ, 06R IKD, 24L IKN, 24R IKW</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092629622"/>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7188">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06L : B8(5160’), B6(6751’), 24R : B7(5318’), B9(6751’)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06R : A7(5137’), A6(6938’), 24L : A8(5269’), A9(6976’)</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718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RWY06 : After 2500ft L/G DN, After 1500ft L/D FLAP</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59464561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RJBB(KIX) 17ft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KIX 130.95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062F9807-5AEF-8D80-6311-45C5000B22FB}"/>
              </a:ext>
            </a:extLst>
          </p:cNvPr>
          <p:cNvSpPr txBox="1"/>
          <p:nvPr/>
        </p:nvSpPr>
        <p:spPr>
          <a:xfrm>
            <a:off x="-25896" y="2872528"/>
            <a:ext cx="1965603"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 124.15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RDR 120.85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APP 120.25 </a:t>
            </a:r>
          </a:p>
        </p:txBody>
      </p:sp>
      <p:sp>
        <p:nvSpPr>
          <p:cNvPr id="4" name="직사각형 3">
            <a:hlinkClick r:id="" action="ppaction://hlinkshowjump?jump=firstslide"/>
            <a:extLst>
              <a:ext uri="{FF2B5EF4-FFF2-40B4-BE49-F238E27FC236}">
                <a16:creationId xmlns:a16="http://schemas.microsoft.com/office/drawing/2014/main" id="{44712840-8D61-AB2A-6929-88E6EAC824AC}"/>
              </a:ext>
            </a:extLst>
          </p:cNvPr>
          <p:cNvSpPr/>
          <p:nvPr/>
        </p:nvSpPr>
        <p:spPr>
          <a:xfrm>
            <a:off x="1622852" y="337973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48273FDD-E3BC-4C98-FE4C-6B5FFE0AD980}"/>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595A41F-FA8D-B94E-68E7-73150A1534DD}"/>
              </a:ext>
            </a:extLst>
          </p:cNvPr>
          <p:cNvGraphicFramePr/>
          <p:nvPr>
            <p:extLst>
              <p:ext uri="{D42A27DB-BD31-4B8C-83A1-F6EECF244321}">
                <p14:modId xmlns:p14="http://schemas.microsoft.com/office/powerpoint/2010/main" val="1758076550"/>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1390062011"/>
              </p:ext>
            </p:extLst>
          </p:nvPr>
        </p:nvGraphicFramePr>
        <p:xfrm>
          <a:off x="0" y="611908"/>
          <a:ext cx="2320114" cy="1152850"/>
        </p:xfrm>
        <a:graphic>
          <a:graphicData uri="http://schemas.openxmlformats.org/drawingml/2006/table">
            <a:tbl>
              <a:tblPr firstRow="1" bandRow="1">
                <a:noFill/>
                <a:tableStyleId>{A521BE36-7E6F-4EC9-8D66-1CF97A6895EC}</a:tableStyleId>
              </a:tblPr>
              <a:tblGrid>
                <a:gridCol w="368507">
                  <a:extLst>
                    <a:ext uri="{9D8B030D-6E8A-4147-A177-3AD203B41FA5}">
                      <a16:colId xmlns:a16="http://schemas.microsoft.com/office/drawing/2014/main" val="20000"/>
                    </a:ext>
                  </a:extLst>
                </a:gridCol>
                <a:gridCol w="185642">
                  <a:extLst>
                    <a:ext uri="{9D8B030D-6E8A-4147-A177-3AD203B41FA5}">
                      <a16:colId xmlns:a16="http://schemas.microsoft.com/office/drawing/2014/main" val="20001"/>
                    </a:ext>
                  </a:extLst>
                </a:gridCol>
                <a:gridCol w="385907">
                  <a:extLst>
                    <a:ext uri="{9D8B030D-6E8A-4147-A177-3AD203B41FA5}">
                      <a16:colId xmlns:a16="http://schemas.microsoft.com/office/drawing/2014/main" val="20002"/>
                    </a:ext>
                  </a:extLst>
                </a:gridCol>
                <a:gridCol w="481772">
                  <a:extLst>
                    <a:ext uri="{9D8B030D-6E8A-4147-A177-3AD203B41FA5}">
                      <a16:colId xmlns:a16="http://schemas.microsoft.com/office/drawing/2014/main" val="20003"/>
                    </a:ext>
                  </a:extLst>
                </a:gridCol>
                <a:gridCol w="451644">
                  <a:extLst>
                    <a:ext uri="{9D8B030D-6E8A-4147-A177-3AD203B41FA5}">
                      <a16:colId xmlns:a16="http://schemas.microsoft.com/office/drawing/2014/main" val="20006"/>
                    </a:ext>
                  </a:extLst>
                </a:gridCol>
                <a:gridCol w="446642">
                  <a:extLst>
                    <a:ext uri="{9D8B030D-6E8A-4147-A177-3AD203B41FA5}">
                      <a16:colId xmlns:a16="http://schemas.microsoft.com/office/drawing/2014/main" val="20007"/>
                    </a:ext>
                  </a:extLst>
                </a:gridCol>
              </a:tblGrid>
              <a:tr h="159300">
                <a:tc gridSpan="6">
                  <a:txBody>
                    <a:bodyPr/>
                    <a:lstStyle/>
                    <a:p>
                      <a:pPr marL="0" marR="0" lvl="0" indent="0" algn="ctr" rtl="0">
                        <a:spcBef>
                          <a:spcPts val="0"/>
                        </a:spcBef>
                        <a:spcAft>
                          <a:spcPts val="0"/>
                        </a:spcAft>
                        <a:buNone/>
                      </a:pPr>
                      <a:r>
                        <a:rPr lang="en-US" sz="800"/>
                        <a:t>KIX : SID – SOUJA tx (NADP 1)</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06L/R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HELEN x</a:t>
                      </a:r>
                      <a:endParaRPr sz="800" b="1">
                        <a:solidFill>
                          <a:srgbClr val="0070C0"/>
                        </a:solidFill>
                      </a:endParaRPr>
                    </a:p>
                    <a:p>
                      <a:pPr marL="0" marR="0" lvl="0" indent="0" algn="ctr" rtl="0">
                        <a:spcBef>
                          <a:spcPts val="0"/>
                        </a:spcBef>
                        <a:spcAft>
                          <a:spcPts val="0"/>
                        </a:spcAft>
                        <a:buNone/>
                      </a:pPr>
                      <a:r>
                        <a:rPr lang="en-US" sz="800"/>
                        <a:t>- SOUJA tx</a:t>
                      </a:r>
                      <a:endParaRPr sz="800"/>
                    </a:p>
                  </a:txBody>
                  <a:tcPr marL="36000" marR="36000" marT="36000" marB="36000" anchor="ctr"/>
                </a:tc>
                <a:tc rowSpan="2"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059 </a:t>
                      </a:r>
                      <a:r>
                        <a:rPr lang="en-US" sz="800" b="1" dirty="0">
                          <a:solidFill>
                            <a:srgbClr val="0070C0"/>
                          </a:solidFill>
                        </a:rPr>
                        <a:t>ATC (9000)</a:t>
                      </a:r>
                      <a:endParaRPr sz="458" dirty="0"/>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24L/R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3">
                  <a:txBody>
                    <a:bodyPr/>
                    <a:lstStyle/>
                    <a:p>
                      <a:pPr marL="0" marR="0" lvl="0" indent="0" algn="ctr" rtl="0">
                        <a:spcBef>
                          <a:spcPts val="0"/>
                        </a:spcBef>
                        <a:spcAft>
                          <a:spcPts val="0"/>
                        </a:spcAft>
                        <a:buNone/>
                      </a:pPr>
                      <a:r>
                        <a:rPr lang="en-US" sz="800" b="1" dirty="0"/>
                        <a:t>HD 239 </a:t>
                      </a:r>
                      <a:r>
                        <a:rPr lang="en-US" sz="800" b="1" dirty="0">
                          <a:solidFill>
                            <a:srgbClr val="0070C0"/>
                          </a:solidFill>
                        </a:rPr>
                        <a:t>ATC</a:t>
                      </a:r>
                      <a:r>
                        <a:rPr lang="en-US" sz="458" b="1" dirty="0">
                          <a:solidFill>
                            <a:schemeClr val="dk1"/>
                          </a:solidFill>
                        </a:rPr>
                        <a:t> </a:t>
                      </a:r>
                      <a:r>
                        <a:rPr lang="en-US" sz="800" b="1" dirty="0">
                          <a:solidFill>
                            <a:srgbClr val="0070C0"/>
                          </a:solidFill>
                        </a:rPr>
                        <a:t>(9000) </a:t>
                      </a:r>
                      <a:r>
                        <a:rPr lang="en-US" sz="800" b="1" dirty="0">
                          <a:solidFill>
                            <a:srgbClr val="AA47F5"/>
                          </a:solidFill>
                        </a:rPr>
                        <a:t>SPD 210</a:t>
                      </a:r>
                      <a:endParaRPr sz="458" b="1" dirty="0">
                        <a:solidFill>
                          <a:srgbClr val="AA47F5"/>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KIE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111.6</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06L IKJ</a:t>
                      </a:r>
                      <a:endParaRPr dirty="0"/>
                    </a:p>
                    <a:p>
                      <a:pPr marL="0" marR="0" lvl="0" indent="0" algn="ctr" rtl="0">
                        <a:spcBef>
                          <a:spcPts val="0"/>
                        </a:spcBef>
                        <a:spcAft>
                          <a:spcPts val="0"/>
                        </a:spcAft>
                        <a:buNone/>
                      </a:pPr>
                      <a:r>
                        <a:rPr lang="en-US" sz="800" b="1" dirty="0">
                          <a:solidFill>
                            <a:srgbClr val="C00000"/>
                          </a:solidFill>
                        </a:rPr>
                        <a:t>108.7</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06R IKD</a:t>
                      </a:r>
                      <a:endParaRPr lang="en-US" dirty="0"/>
                    </a:p>
                    <a:p>
                      <a:pPr marL="0" marR="0" lvl="0" indent="0" algn="ctr" rtl="0">
                        <a:spcBef>
                          <a:spcPts val="0"/>
                        </a:spcBef>
                        <a:spcAft>
                          <a:spcPts val="0"/>
                        </a:spcAft>
                        <a:buNone/>
                      </a:pPr>
                      <a:r>
                        <a:rPr lang="en-US" sz="800" b="1" dirty="0">
                          <a:solidFill>
                            <a:srgbClr val="C00000"/>
                          </a:solidFill>
                        </a:rPr>
                        <a:t>108.1</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24L IKN </a:t>
                      </a:r>
                    </a:p>
                    <a:p>
                      <a:pPr marL="0" marR="0" lvl="0" indent="0" algn="ctr" rtl="0">
                        <a:spcBef>
                          <a:spcPts val="0"/>
                        </a:spcBef>
                        <a:spcAft>
                          <a:spcPts val="0"/>
                        </a:spcAft>
                        <a:buNone/>
                      </a:pPr>
                      <a:r>
                        <a:rPr lang="en-US" sz="800" b="1" dirty="0">
                          <a:solidFill>
                            <a:srgbClr val="C00000"/>
                          </a:solidFill>
                        </a:rPr>
                        <a:t>110.7</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24R IKW 108.5</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1146608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300" dirty="0">
                          <a:solidFill>
                            <a:schemeClr val="tx1"/>
                          </a:solidFill>
                          <a:hlinkClick r:id="rId3">
                            <a:extLst>
                              <a:ext uri="{A12FA001-AC4F-418D-AE19-62706E023703}">
                                <ahyp:hlinkClr xmlns:ahyp="http://schemas.microsoft.com/office/drawing/2018/hyperlinkcolor" val="tx"/>
                              </a:ext>
                            </a:extLst>
                          </a:hlinkClick>
                        </a:rPr>
                        <a:t>RJBB(KIX) 17ft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KIX 130.95</a:t>
                      </a:r>
                      <a:endParaRPr/>
                    </a:p>
                    <a:p>
                      <a:pPr marL="0" marR="0" lvl="0" indent="0" algn="ctr" rtl="0">
                        <a:spcBef>
                          <a:spcPts val="0"/>
                        </a:spcBef>
                        <a:spcAft>
                          <a:spcPts val="0"/>
                        </a:spcAft>
                        <a:buNone/>
                      </a:pPr>
                      <a:r>
                        <a:rPr lang="en-US" sz="700">
                          <a:solidFill>
                            <a:srgbClr val="FF0000"/>
                          </a:solidFill>
                        </a:rPr>
                        <a:t>DCL -15분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81FD245-E43C-5EBF-6DC5-C4C9F9774FB6}"/>
              </a:ext>
            </a:extLst>
          </p:cNvPr>
          <p:cNvSpPr txBox="1"/>
          <p:nvPr/>
        </p:nvSpPr>
        <p:spPr>
          <a:xfrm>
            <a:off x="2" y="2032482"/>
            <a:ext cx="994183"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132.7 –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124.15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9DBE84-CD0F-95F2-9F79-E83F51FD81B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54A3E91B-29BD-34F9-AB72-CE13CD56AA4C}"/>
              </a:ext>
            </a:extLst>
          </p:cNvPr>
          <p:cNvSpPr/>
          <p:nvPr/>
        </p:nvSpPr>
        <p:spPr>
          <a:xfrm>
            <a:off x="1622852" y="2793406"/>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E68E14B2-FAA7-1768-3A17-ECA741B448E3}"/>
              </a:ext>
            </a:extLst>
          </p:cNvPr>
          <p:cNvGraphicFramePr/>
          <p:nvPr>
            <p:extLst>
              <p:ext uri="{D42A27DB-BD31-4B8C-83A1-F6EECF244321}">
                <p14:modId xmlns:p14="http://schemas.microsoft.com/office/powerpoint/2010/main" val="961573467"/>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graphicFrame>
        <p:nvGraphicFramePr>
          <p:cNvPr id="310" name="Google Shape;310;p20"/>
          <p:cNvGraphicFramePr/>
          <p:nvPr>
            <p:extLst>
              <p:ext uri="{D42A27DB-BD31-4B8C-83A1-F6EECF244321}">
                <p14:modId xmlns:p14="http://schemas.microsoft.com/office/powerpoint/2010/main" val="3423743829"/>
              </p:ext>
            </p:extLst>
          </p:nvPr>
        </p:nvGraphicFramePr>
        <p:xfrm>
          <a:off x="1596" y="3587347"/>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 HAKKA 330,YAGAN 240,LIVET 210,SWAMP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dirty="0"/>
                        <a:t>34L/R</a:t>
                      </a:r>
                      <a:r>
                        <a:rPr lang="en-US" sz="800" b="1" dirty="0">
                          <a:solidFill>
                            <a:srgbClr val="00B0F0"/>
                          </a:solidFill>
                        </a:rPr>
                        <a:t>[337]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E</a:t>
                      </a:r>
                      <a:endParaRPr dirty="0"/>
                    </a:p>
                    <a:p>
                      <a:pPr marL="0" marR="0" lvl="0" indent="0" algn="ctr" rtl="0">
                        <a:spcBef>
                          <a:spcPts val="0"/>
                        </a:spcBef>
                        <a:spcAft>
                          <a:spcPts val="0"/>
                        </a:spcAft>
                        <a:buNone/>
                      </a:pPr>
                      <a:r>
                        <a:rPr lang="en-US" sz="800" b="1" dirty="0"/>
                        <a:t>(SWAMP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dirty="0"/>
                        <a:t>16L/R</a:t>
                      </a:r>
                      <a:r>
                        <a:rPr lang="en-US" sz="800" b="1" dirty="0">
                          <a:solidFill>
                            <a:srgbClr val="00B0F0"/>
                          </a:solidFill>
                        </a:rPr>
                        <a:t>[157]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G</a:t>
                      </a:r>
                      <a:endParaRPr dirty="0"/>
                    </a:p>
                    <a:p>
                      <a:pPr marL="0" marR="0" lvl="0" indent="0" algn="ctr" rtl="0">
                        <a:spcBef>
                          <a:spcPts val="0"/>
                        </a:spcBef>
                        <a:spcAft>
                          <a:spcPts val="0"/>
                        </a:spcAft>
                        <a:buNone/>
                      </a:pPr>
                      <a:r>
                        <a:rPr lang="en-US" sz="800" b="1" dirty="0"/>
                        <a:t>(SWAMP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p:cNvGraphicFramePr/>
          <p:nvPr>
            <p:extLst>
              <p:ext uri="{D42A27DB-BD31-4B8C-83A1-F6EECF244321}">
                <p14:modId xmlns:p14="http://schemas.microsoft.com/office/powerpoint/2010/main" val="12021512"/>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B348A56-DF69-97BA-6C0C-39EEA383FCDD}"/>
              </a:ext>
            </a:extLst>
          </p:cNvPr>
          <p:cNvSpPr txBox="1"/>
          <p:nvPr/>
        </p:nvSpPr>
        <p:spPr>
          <a:xfrm>
            <a:off x="-35858" y="2873202"/>
            <a:ext cx="2026517" cy="597975"/>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125.15</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TGU</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134.17 </a:t>
            </a: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TKO 1</a:t>
            </a:r>
            <a:r>
              <a:rPr kumimoji="1" lang="en-US" altLang="ko-KR" sz="800" b="1" u="sng" dirty="0">
                <a:solidFill>
                  <a:srgbClr val="0070C0"/>
                </a:solidFill>
                <a:latin typeface="Gulim" panose="020B0600000101010101" pitchFamily="34" charset="-127"/>
                <a:ea typeface="Gulim" panose="020B0600000101010101" pitchFamily="34" charset="-127"/>
              </a:rPr>
              <a:t>24</a:t>
            </a:r>
            <a:r>
              <a:rPr kumimoji="1" lang="en-US" altLang="ko-Kore-KR" sz="800" b="1" u="sng" dirty="0">
                <a:solidFill>
                  <a:srgbClr val="0070C0"/>
                </a:solidFill>
                <a:latin typeface="Gulim" panose="020B0600000101010101" pitchFamily="34" charset="-127"/>
                <a:ea typeface="Gulim" panose="020B0600000101010101" pitchFamily="34" charset="-127"/>
              </a:rPr>
              <a:t>.</a:t>
            </a:r>
            <a:r>
              <a:rPr kumimoji="1" lang="en-US" altLang="ko-KR" sz="800" b="1" u="sng" dirty="0">
                <a:solidFill>
                  <a:srgbClr val="0070C0"/>
                </a:solidFill>
                <a:latin typeface="Gulim" panose="020B0600000101010101" pitchFamily="34" charset="-127"/>
                <a:ea typeface="Gulim" panose="020B0600000101010101" pitchFamily="34" charset="-127"/>
              </a:rPr>
              <a:t>15</a:t>
            </a:r>
            <a:r>
              <a:rPr kumimoji="1" lang="en-US" altLang="ko-Kore-KR" sz="800" b="1" u="sng" dirty="0">
                <a:solidFill>
                  <a:srgbClr val="0070C0"/>
                </a:solidFill>
                <a:latin typeface="Gulim" panose="020B0600000101010101" pitchFamily="34" charset="-127"/>
                <a:ea typeface="Gulim" panose="020B0600000101010101" pitchFamily="34" charset="-127"/>
              </a:rPr>
              <a:t> – 13</a:t>
            </a:r>
            <a:r>
              <a:rPr kumimoji="1" lang="en-US" altLang="ko-KR" sz="800" b="1" u="sng" dirty="0">
                <a:solidFill>
                  <a:srgbClr val="0070C0"/>
                </a:solidFill>
                <a:latin typeface="Gulim" panose="020B0600000101010101" pitchFamily="34" charset="-127"/>
                <a:ea typeface="Gulim" panose="020B0600000101010101" pitchFamily="34" charset="-127"/>
              </a:rPr>
              <a:t>2</a:t>
            </a:r>
            <a:r>
              <a:rPr kumimoji="1" lang="en-US" altLang="ko-Kore-KR" sz="800" b="1" u="sng" dirty="0">
                <a:solidFill>
                  <a:srgbClr val="0070C0"/>
                </a:solidFill>
                <a:latin typeface="Gulim" panose="020B0600000101010101" pitchFamily="34" charset="-127"/>
                <a:ea typeface="Gulim" panose="020B0600000101010101" pitchFamily="34" charset="-127"/>
              </a:rPr>
              <a:t>.02 - 124.1- </a:t>
            </a:r>
            <a:r>
              <a:rPr kumimoji="1" lang="en-US" altLang="ko-KR" sz="800" b="1" u="sng" dirty="0">
                <a:solidFill>
                  <a:srgbClr val="0070C0"/>
                </a:solidFill>
                <a:latin typeface="Gulim" panose="020B0600000101010101" pitchFamily="34" charset="-127"/>
                <a:ea typeface="Gulim" panose="020B0600000101010101" pitchFamily="34" charset="-127"/>
              </a:rPr>
              <a:t>128.2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APP 124.4</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120.2</a:t>
            </a:r>
            <a:r>
              <a:rPr kumimoji="1" lang="ko-KR" altLang="en-US" sz="800" b="1" u="sng" dirty="0">
                <a:solidFill>
                  <a:srgbClr val="0070C0"/>
                </a:solidFill>
                <a:latin typeface="Gulim" panose="020B0600000101010101" pitchFamily="34" charset="-127"/>
                <a:ea typeface="Gulim" panose="020B0600000101010101" pitchFamily="34" charset="-127"/>
              </a:rPr>
              <a:t>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3F03909F-D98D-16B4-E03D-223D925F26E1}"/>
              </a:ext>
            </a:extLst>
          </p:cNvPr>
          <p:cNvSpPr/>
          <p:nvPr/>
        </p:nvSpPr>
        <p:spPr>
          <a:xfrm>
            <a:off x="1663362" y="3239999"/>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0A0BD91C-DB99-852F-BA1E-37D83389EC4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66D71BF-D554-209D-61DF-C9936FAFF674}"/>
              </a:ext>
            </a:extLst>
          </p:cNvPr>
          <p:cNvGraphicFramePr/>
          <p:nvPr>
            <p:extLst>
              <p:ext uri="{D42A27DB-BD31-4B8C-83A1-F6EECF244321}">
                <p14:modId xmlns:p14="http://schemas.microsoft.com/office/powerpoint/2010/main" val="158471705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16"/>
        <p:cNvGrpSpPr/>
        <p:nvPr/>
      </p:nvGrpSpPr>
      <p:grpSpPr>
        <a:xfrm>
          <a:off x="0" y="0"/>
          <a:ext cx="0" cy="0"/>
          <a:chOff x="0" y="0"/>
          <a:chExt cx="0" cy="0"/>
        </a:xfrm>
      </p:grpSpPr>
      <p:graphicFrame>
        <p:nvGraphicFramePr>
          <p:cNvPr id="318" name="Google Shape;318;p21"/>
          <p:cNvGraphicFramePr/>
          <p:nvPr>
            <p:extLst>
              <p:ext uri="{D42A27DB-BD31-4B8C-83A1-F6EECF244321}">
                <p14:modId xmlns:p14="http://schemas.microsoft.com/office/powerpoint/2010/main" val="2474295023"/>
              </p:ext>
            </p:extLst>
          </p:nvPr>
        </p:nvGraphicFramePr>
        <p:xfrm>
          <a:off x="0" y="611908"/>
          <a:ext cx="2332950" cy="116089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a:t>NRT : SID – ENPAR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TETRA x</a:t>
                      </a:r>
                      <a:endParaRPr dirty="0"/>
                    </a:p>
                    <a:p>
                      <a:pPr marL="0" marR="0" lvl="0" indent="0" algn="ctr" rtl="0">
                        <a:spcBef>
                          <a:spcPts val="0"/>
                        </a:spcBef>
                        <a:spcAft>
                          <a:spcPts val="0"/>
                        </a:spcAft>
                        <a:buNone/>
                      </a:pPr>
                      <a:r>
                        <a:rPr lang="en-US" sz="800" b="1" dirty="0"/>
                        <a:t>ENPAR </a:t>
                      </a:r>
                      <a:r>
                        <a:rPr lang="en-US" sz="800" b="1" dirty="0" err="1"/>
                        <a:t>tx</a:t>
                      </a:r>
                      <a:endParaRPr lang="en-US" sz="800" b="1" dirty="0"/>
                    </a:p>
                    <a:p>
                      <a:pPr marL="0" marR="0" lvl="0" indent="0" algn="ctr" rtl="0">
                        <a:spcBef>
                          <a:spcPts val="0"/>
                        </a:spcBef>
                        <a:spcAft>
                          <a:spcPts val="0"/>
                        </a:spcAft>
                        <a:buNone/>
                      </a:pPr>
                      <a:r>
                        <a:rPr lang="en-US" sz="800" b="1" dirty="0">
                          <a:solidFill>
                            <a:srgbClr val="AA47F5"/>
                          </a:solidFill>
                        </a:rPr>
                        <a:t>CHK ALT</a:t>
                      </a:r>
                      <a:endParaRPr sz="800" b="1" dirty="0">
                        <a:solidFill>
                          <a:srgbClr val="AA47F5"/>
                        </a:solidFill>
                      </a:endParaRPr>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p:cNvGraphicFramePr/>
          <p:nvPr>
            <p:extLst>
              <p:ext uri="{D42A27DB-BD31-4B8C-83A1-F6EECF244321}">
                <p14:modId xmlns:p14="http://schemas.microsoft.com/office/powerpoint/2010/main" val="3910434639"/>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Tokyo 131.70</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8305CE87-CB2D-B9F1-7BCB-D3D6DE9B003F}"/>
              </a:ext>
            </a:extLst>
          </p:cNvPr>
          <p:cNvSpPr txBox="1"/>
          <p:nvPr/>
        </p:nvSpPr>
        <p:spPr>
          <a:xfrm>
            <a:off x="-20938" y="2187564"/>
            <a:ext cx="2068195" cy="782641"/>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 133.02 – 133.8 </a:t>
            </a:r>
            <a:endParaRPr kumimoji="1" lang="en-US" altLang="ko-Kore-KR" sz="8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APP 119.75</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61F60108-1835-DB8D-420A-D0FC0E5B5987}"/>
              </a:ext>
            </a:extLst>
          </p:cNvPr>
          <p:cNvSpPr/>
          <p:nvPr/>
        </p:nvSpPr>
        <p:spPr>
          <a:xfrm>
            <a:off x="1622852" y="2991989"/>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5AC28DF6-545E-A19C-0E4B-50E8331FA052}"/>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6AC8C39B-7D5E-DACA-307E-AE3895309BA0}"/>
              </a:ext>
            </a:extLst>
          </p:cNvPr>
          <p:cNvGraphicFramePr/>
          <p:nvPr>
            <p:extLst>
              <p:ext uri="{D42A27DB-BD31-4B8C-83A1-F6EECF244321}">
                <p14:modId xmlns:p14="http://schemas.microsoft.com/office/powerpoint/2010/main" val="304315089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graphicFrame>
        <p:nvGraphicFramePr>
          <p:cNvPr id="346" name="Google Shape;346;p24"/>
          <p:cNvGraphicFramePr/>
          <p:nvPr>
            <p:extLst>
              <p:ext uri="{D42A27DB-BD31-4B8C-83A1-F6EECF244321}">
                <p14:modId xmlns:p14="http://schemas.microsoft.com/office/powerpoint/2010/main" val="2182766833"/>
              </p:ext>
            </p:extLst>
          </p:nvPr>
        </p:nvGraphicFramePr>
        <p:xfrm>
          <a:off x="-3093"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a:t>
                      </a:r>
                      <a:r>
                        <a:rPr lang="en-US" altLang="ko-KR" sz="800" b="1" dirty="0">
                          <a:solidFill>
                            <a:srgbClr val="00B0F0"/>
                          </a:solidFill>
                        </a:rPr>
                        <a:t>222]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a:t>
                      </a:r>
                      <a:r>
                        <a:rPr lang="en-US" altLang="ko-KR" sz="800" b="1" dirty="0">
                          <a:solidFill>
                            <a:srgbClr val="00B0F0"/>
                          </a:solidFill>
                        </a:rPr>
                        <a:t>232]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HME,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22 : IKL /8, /3</a:t>
                      </a:r>
                      <a:r>
                        <a:rPr lang="en-US" altLang="ko-KR" sz="800" b="1" dirty="0">
                          <a:solidFill>
                            <a:srgbClr val="0070C0"/>
                          </a:solidFill>
                        </a:rPr>
                        <a:t>,</a:t>
                      </a:r>
                      <a:r>
                        <a:rPr lang="ko-KR" altLang="en-US" sz="800" b="1" dirty="0">
                          <a:solidFill>
                            <a:srgbClr val="0070C0"/>
                          </a:solidFill>
                        </a:rPr>
                        <a:t> </a:t>
                      </a:r>
                      <a:r>
                        <a:rPr lang="en-US" altLang="ko-KR" sz="800" b="1" dirty="0">
                          <a:solidFill>
                            <a:srgbClr val="0070C0"/>
                          </a:solidFill>
                        </a:rPr>
                        <a:t>HME 015</a:t>
                      </a:r>
                      <a:endParaRPr lang="en-US" altLang="ko-Kore-KR" sz="800" b="1" dirty="0">
                        <a:solidFill>
                          <a:srgbClr val="0070C0"/>
                        </a:solidFill>
                      </a:endParaRPr>
                    </a:p>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23 : ITL /12,/7, HME 177</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sz="800" b="1" dirty="0">
                          <a:solidFill>
                            <a:schemeClr val="bg1"/>
                          </a:solidFill>
                        </a:rPr>
                        <a:t>Gate 105P Procedure</a:t>
                      </a:r>
                      <a:endParaRPr sz="800" b="1" dirty="0">
                        <a:solidFill>
                          <a:schemeClr val="bg1"/>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p:cNvGraphicFramePr/>
          <p:nvPr>
            <p:extLst>
              <p:ext uri="{D42A27DB-BD31-4B8C-83A1-F6EECF244321}">
                <p14:modId xmlns:p14="http://schemas.microsoft.com/office/powerpoint/2010/main" val="359524539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BC63946-A7CD-77E9-F5B8-CBBDBDCC5ADA}"/>
              </a:ext>
            </a:extLst>
          </p:cNvPr>
          <p:cNvSpPr txBox="1"/>
          <p:nvPr/>
        </p:nvSpPr>
        <p:spPr>
          <a:xfrm>
            <a:off x="-48858" y="2707157"/>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E883402A-2C06-3020-A385-CD1C99F5016F}"/>
              </a:ext>
            </a:extLst>
          </p:cNvPr>
          <p:cNvSpPr/>
          <p:nvPr/>
        </p:nvSpPr>
        <p:spPr>
          <a:xfrm>
            <a:off x="1622852" y="2950990"/>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DE2E95AF-4A51-6082-8123-DE5EE03D2C21}"/>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6623151-AE4E-4B20-D79A-928B7845BD18}"/>
              </a:ext>
            </a:extLst>
          </p:cNvPr>
          <p:cNvGraphicFramePr/>
          <p:nvPr>
            <p:extLst>
              <p:ext uri="{D42A27DB-BD31-4B8C-83A1-F6EECF244321}">
                <p14:modId xmlns:p14="http://schemas.microsoft.com/office/powerpoint/2010/main" val="508073881"/>
              </p:ext>
            </p:extLst>
          </p:nvPr>
        </p:nvGraphicFramePr>
        <p:xfrm>
          <a:off x="-6980" y="593275"/>
          <a:ext cx="2326348" cy="2144954"/>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60995">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7919">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6319">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6319">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6319">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330304">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6319">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sp>
        <p:nvSpPr>
          <p:cNvPr id="3" name="TextBox 2">
            <a:extLst>
              <a:ext uri="{FF2B5EF4-FFF2-40B4-BE49-F238E27FC236}">
                <a16:creationId xmlns:a16="http://schemas.microsoft.com/office/drawing/2014/main" id="{D411E119-4026-CE0D-8F48-49BFB4C46FBA}"/>
              </a:ext>
            </a:extLst>
          </p:cNvPr>
          <p:cNvSpPr txBox="1"/>
          <p:nvPr/>
        </p:nvSpPr>
        <p:spPr>
          <a:xfrm>
            <a:off x="953780" y="2229999"/>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p:cNvGraphicFramePr/>
          <p:nvPr>
            <p:extLst>
              <p:ext uri="{D42A27DB-BD31-4B8C-83A1-F6EECF244321}">
                <p14:modId xmlns:p14="http://schemas.microsoft.com/office/powerpoint/2010/main" val="4170121351"/>
              </p:ext>
            </p:extLst>
          </p:nvPr>
        </p:nvGraphicFramePr>
        <p:xfrm>
          <a:off x="0" y="611909"/>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a:t>HD 338/158,231/051,223/043</a:t>
                      </a:r>
                      <a:endParaRPr lang="en-US" sz="800" b="1" dirty="0"/>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HME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112.2</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HME 351/1.1, R095, 34R : HME R080, R095, 22 : HME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p:cNvGraphicFramePr/>
          <p:nvPr>
            <p:extLst>
              <p:ext uri="{D42A27DB-BD31-4B8C-83A1-F6EECF244321}">
                <p14:modId xmlns:p14="http://schemas.microsoft.com/office/powerpoint/2010/main" val="79154166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358" name="Google Shape;358;p25"/>
          <p:cNvPicPr preferRelativeResize="0"/>
          <p:nvPr/>
        </p:nvPicPr>
        <p:blipFill rotWithShape="1">
          <a:blip r:embed="rId5">
            <a:alphaModFix/>
          </a:blip>
          <a:srcRect/>
          <a:stretch/>
        </p:blipFill>
        <p:spPr>
          <a:xfrm>
            <a:off x="-2501" y="2248307"/>
            <a:ext cx="956281" cy="772905"/>
          </a:xfrm>
          <a:prstGeom prst="rect">
            <a:avLst/>
          </a:prstGeom>
          <a:noFill/>
          <a:ln>
            <a:noFill/>
          </a:ln>
        </p:spPr>
      </p:pic>
      <p:sp>
        <p:nvSpPr>
          <p:cNvPr id="4" name="직사각형 3">
            <a:hlinkClick r:id="" action="ppaction://hlinkshowjump?jump=firstslide"/>
            <a:extLst>
              <a:ext uri="{FF2B5EF4-FFF2-40B4-BE49-F238E27FC236}">
                <a16:creationId xmlns:a16="http://schemas.microsoft.com/office/drawing/2014/main" id="{8E3582B6-F7D2-6EF3-A8F0-CE2C1812FEDF}"/>
              </a:ext>
            </a:extLst>
          </p:cNvPr>
          <p:cNvSpPr/>
          <p:nvPr/>
        </p:nvSpPr>
        <p:spPr>
          <a:xfrm>
            <a:off x="1622852" y="300356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594720C-B6A0-A9A8-C0C5-31BACFE322E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A971C122-F85C-25B8-08EE-8B8ABACF72DD}"/>
              </a:ext>
            </a:extLst>
          </p:cNvPr>
          <p:cNvGraphicFramePr/>
          <p:nvPr>
            <p:extLst>
              <p:ext uri="{D42A27DB-BD31-4B8C-83A1-F6EECF244321}">
                <p14:modId xmlns:p14="http://schemas.microsoft.com/office/powerpoint/2010/main" val="214694340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3505269509"/>
              </p:ext>
            </p:extLst>
          </p:nvPr>
        </p:nvGraphicFramePr>
        <p:xfrm>
          <a:off x="4410" y="3677587"/>
          <a:ext cx="2305886" cy="1877634"/>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416456">
                <a:tc gridSpan="4">
                  <a:txBody>
                    <a:bodyPr/>
                    <a:lstStyle/>
                    <a:p>
                      <a:pPr marL="0" marR="0" lvl="0" indent="0" algn="ctr" rtl="0">
                        <a:spcBef>
                          <a:spcPts val="0"/>
                        </a:spcBef>
                        <a:spcAft>
                          <a:spcPts val="0"/>
                        </a:spcAft>
                        <a:buNone/>
                      </a:pPr>
                      <a:r>
                        <a:rPr lang="en-US" sz="800" dirty="0"/>
                        <a:t>FUK </a:t>
                      </a:r>
                      <a:r>
                        <a:rPr lang="en-US" sz="800" dirty="0">
                          <a:solidFill>
                            <a:srgbClr val="00B0F0"/>
                          </a:solidFill>
                        </a:rPr>
                        <a:t>[338/158]</a:t>
                      </a:r>
                      <a:r>
                        <a:rPr lang="en-US" sz="800" dirty="0"/>
                        <a:t> : RDR Vectoring from IKE</a:t>
                      </a:r>
                    </a:p>
                    <a:p>
                      <a:pPr marL="0" marR="0" lvl="0" indent="0" algn="ctr" rtl="0">
                        <a:spcBef>
                          <a:spcPts val="0"/>
                        </a:spcBef>
                        <a:spcAft>
                          <a:spcPts val="0"/>
                        </a:spcAft>
                        <a:buNone/>
                      </a:pPr>
                      <a:r>
                        <a:rPr lang="en-US" sz="800" dirty="0">
                          <a:solidFill>
                            <a:srgbClr val="FFC000"/>
                          </a:solidFill>
                        </a:rPr>
                        <a:t>(PAVGA 13000ft) </a:t>
                      </a:r>
                    </a:p>
                    <a:p>
                      <a:pPr marL="0" marR="0" lvl="0" indent="0" algn="ctr" rtl="0">
                        <a:spcBef>
                          <a:spcPts val="0"/>
                        </a:spcBef>
                        <a:spcAft>
                          <a:spcPts val="0"/>
                        </a:spcAft>
                        <a:buNone/>
                      </a:pPr>
                      <a:r>
                        <a:rPr lang="en-US" sz="800" dirty="0">
                          <a:solidFill>
                            <a:srgbClr val="FFC000"/>
                          </a:solidFill>
                        </a:rPr>
                        <a:t>Hold W of IKE published </a:t>
                      </a:r>
                      <a:r>
                        <a:rPr lang="en-US" sz="800" dirty="0">
                          <a:solidFill>
                            <a:srgbClr val="FF0000"/>
                          </a:solidFill>
                        </a:rPr>
                        <a:t>(Confirm FMS DATA)</a:t>
                      </a:r>
                      <a:endParaRPr sz="800" dirty="0">
                        <a:solidFill>
                          <a:srgbClr val="FF0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6635">
                <a:tc>
                  <a:txBody>
                    <a:bodyPr/>
                    <a:lstStyle/>
                    <a:p>
                      <a:pPr marL="0" marR="0" lvl="0" indent="0" algn="ctr" rtl="0">
                        <a:spcBef>
                          <a:spcPts val="0"/>
                        </a:spcBef>
                        <a:spcAft>
                          <a:spcPts val="0"/>
                        </a:spcAft>
                        <a:buNone/>
                      </a:pPr>
                      <a:r>
                        <a:rPr lang="en-US" sz="800" b="1" dirty="0"/>
                        <a:t>16</a:t>
                      </a:r>
                      <a:endParaRPr sz="800" b="1" dirty="0"/>
                    </a:p>
                  </a:txBody>
                  <a:tcPr marL="0" marR="0" marT="36000" marB="36000" anchor="ctr"/>
                </a:tc>
                <a:tc>
                  <a:txBody>
                    <a:bodyPr/>
                    <a:lstStyle/>
                    <a:p>
                      <a:pPr marL="0" marR="0" lvl="0" indent="0" algn="ctr" rtl="0">
                        <a:spcBef>
                          <a:spcPts val="0"/>
                        </a:spcBef>
                        <a:spcAft>
                          <a:spcPts val="0"/>
                        </a:spcAft>
                        <a:buNone/>
                      </a:pPr>
                      <a:r>
                        <a:rPr lang="en-US" sz="800" b="0" dirty="0"/>
                        <a:t>SARUP</a:t>
                      </a:r>
                    </a:p>
                  </a:txBody>
                  <a:tcPr marL="0" marR="0" marT="36000" marB="36000" anchor="ctr"/>
                </a:tc>
                <a:tc>
                  <a:txBody>
                    <a:bodyPr/>
                    <a:lstStyle/>
                    <a:p>
                      <a:pPr marL="0" marR="0" lvl="0" indent="0" algn="ctr" rtl="0">
                        <a:spcBef>
                          <a:spcPts val="0"/>
                        </a:spcBef>
                        <a:spcAft>
                          <a:spcPts val="0"/>
                        </a:spcAft>
                        <a:buNone/>
                      </a:pPr>
                      <a:r>
                        <a:rPr lang="en-US" altLang="ko-Kore-KR" sz="800" b="0" dirty="0"/>
                        <a:t>ENTIX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RNP, LOC 16</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287687">
                <a:tc>
                  <a:txBody>
                    <a:bodyPr/>
                    <a:lstStyle/>
                    <a:p>
                      <a:pPr marL="0" marR="0" lvl="0" indent="0" algn="ctr" rtl="0">
                        <a:spcBef>
                          <a:spcPts val="0"/>
                        </a:spcBef>
                        <a:spcAft>
                          <a:spcPts val="0"/>
                        </a:spcAft>
                        <a:buNone/>
                      </a:pPr>
                      <a:r>
                        <a:rPr lang="en-US" sz="800" b="0" dirty="0"/>
                        <a:t>34</a:t>
                      </a:r>
                      <a:endParaRPr sz="800" b="0" dirty="0"/>
                    </a:p>
                  </a:txBody>
                  <a:tcPr marL="0" marR="0" marT="36000" marB="36000" anchor="ctr"/>
                </a:tc>
                <a:tc>
                  <a:txBody>
                    <a:bodyPr/>
                    <a:lstStyle/>
                    <a:p>
                      <a:pPr marL="0" marR="0" lvl="0" indent="0" algn="ctr" rtl="0">
                        <a:spcBef>
                          <a:spcPts val="0"/>
                        </a:spcBef>
                        <a:spcAft>
                          <a:spcPts val="0"/>
                        </a:spcAft>
                        <a:buNone/>
                      </a:pPr>
                      <a:r>
                        <a:rPr lang="en-US" sz="800" b="1" dirty="0"/>
                        <a:t>V34</a:t>
                      </a:r>
                    </a:p>
                    <a:p>
                      <a:pPr marL="0" marR="0" lvl="0" indent="0" algn="ctr" rtl="0">
                        <a:spcBef>
                          <a:spcPts val="0"/>
                        </a:spcBef>
                        <a:spcAft>
                          <a:spcPts val="0"/>
                        </a:spcAft>
                        <a:buNone/>
                      </a:pPr>
                      <a:r>
                        <a:rPr lang="en-US" sz="800" b="0" dirty="0"/>
                        <a:t>HAWKS WEST</a:t>
                      </a:r>
                    </a:p>
                  </a:txBody>
                  <a:tcPr marL="0" marR="0" marT="36000" marB="36000" anchor="ctr"/>
                </a:tc>
                <a:tc>
                  <a:txBody>
                    <a:bodyPr/>
                    <a:lstStyle/>
                    <a:p>
                      <a:pPr marL="0" marR="0" lvl="0" indent="0" algn="ctr" rtl="0">
                        <a:spcBef>
                          <a:spcPts val="0"/>
                        </a:spcBef>
                        <a:spcAft>
                          <a:spcPts val="0"/>
                        </a:spcAft>
                        <a:buNone/>
                      </a:pPr>
                      <a:r>
                        <a:rPr lang="en-US" altLang="ko-Kore-KR" sz="800" b="1" dirty="0"/>
                        <a:t>RWY34</a:t>
                      </a:r>
                    </a:p>
                    <a:p>
                      <a:pPr marL="0" marR="0" lvl="0" indent="0" algn="ctr" rtl="0">
                        <a:spcBef>
                          <a:spcPts val="0"/>
                        </a:spcBef>
                        <a:spcAft>
                          <a:spcPts val="0"/>
                        </a:spcAft>
                        <a:buNone/>
                      </a:pPr>
                      <a:r>
                        <a:rPr lang="en-US" altLang="ko-Kore-KR" sz="800" b="0" dirty="0"/>
                        <a:t>HAWKS</a:t>
                      </a:r>
                      <a:endParaRPr lang="en-US" sz="800" b="0" dirty="0"/>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VIS 34</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ILS, RNP, LOC 34</a:t>
                      </a: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10002"/>
                  </a:ext>
                </a:extLst>
              </a:tr>
              <a:tr h="200436">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DGC, </a:t>
                      </a:r>
                      <a:r>
                        <a:rPr lang="en-US" sz="800" b="1" dirty="0">
                          <a:solidFill>
                            <a:srgbClr val="C00000"/>
                          </a:solidFill>
                        </a:rPr>
                        <a:t>16 IFO, 34 IFF</a:t>
                      </a:r>
                      <a:r>
                        <a:rPr lang="en-US" sz="800" b="0" dirty="0">
                          <a:solidFill>
                            <a:srgbClr val="0070C0"/>
                          </a:solidFill>
                        </a:rPr>
                        <a:t> </a:t>
                      </a:r>
                      <a:r>
                        <a:rPr lang="en-US" altLang="ko-Kore-KR" sz="800" b="0" dirty="0">
                          <a:solidFill>
                            <a:srgbClr val="7030A0"/>
                          </a:solidFill>
                        </a:rPr>
                        <a:t>DGC VOR out of 6NM A/P</a:t>
                      </a: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200436">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16 : C6</a:t>
                      </a:r>
                      <a:r>
                        <a:rPr lang="en-US" sz="800" b="1" dirty="0">
                          <a:solidFill>
                            <a:schemeClr val="dk1"/>
                          </a:solidFill>
                        </a:rPr>
                        <a:t>(5505’), C7(6407’),  34 : C4(5193’), C3(6354’)</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50979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VIS 34 : </a:t>
                      </a:r>
                      <a:r>
                        <a:rPr lang="en-US" sz="800" b="0" dirty="0">
                          <a:solidFill>
                            <a:srgbClr val="0070C0"/>
                          </a:solidFill>
                        </a:rPr>
                        <a:t>After IKE – RDR Vector Downwind – 1800ft – RWY Insight 1500</a:t>
                      </a:r>
                      <a:r>
                        <a:rPr lang="en-US" altLang="ko-KR" sz="800" b="0" dirty="0">
                          <a:solidFill>
                            <a:srgbClr val="0070C0"/>
                          </a:solidFill>
                        </a:rPr>
                        <a:t>ft – Before L/D CHK Complete before base (Do not Extend Downwind due Terrain)</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1877075937"/>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rgbClr val="C00000"/>
                          </a:solidFill>
                          <a:hlinkClick r:id="rId4">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FUK 132.05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97737AA9-1E71-11AA-29CE-CB99BAAC9983}"/>
              </a:ext>
            </a:extLst>
          </p:cNvPr>
          <p:cNvSpPr txBox="1"/>
          <p:nvPr/>
        </p:nvSpPr>
        <p:spPr>
          <a:xfrm>
            <a:off x="-69798" y="3044765"/>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4" name="직사각형 3">
            <a:hlinkClick r:id="" action="ppaction://hlinkshowjump?jump=firstslide"/>
            <a:extLst>
              <a:ext uri="{FF2B5EF4-FFF2-40B4-BE49-F238E27FC236}">
                <a16:creationId xmlns:a16="http://schemas.microsoft.com/office/drawing/2014/main" id="{4DBB501F-12C7-34CA-C78C-1FF1B317E880}"/>
              </a:ext>
            </a:extLst>
          </p:cNvPr>
          <p:cNvSpPr/>
          <p:nvPr/>
        </p:nvSpPr>
        <p:spPr>
          <a:xfrm>
            <a:off x="1622852" y="322926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AC10F70C-499F-1525-282C-0C96F903AE7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211207F5-E5CD-478D-BBBB-9365D025D43C}"/>
              </a:ext>
            </a:extLst>
          </p:cNvPr>
          <p:cNvGraphicFramePr/>
          <p:nvPr>
            <p:extLst>
              <p:ext uri="{D42A27DB-BD31-4B8C-83A1-F6EECF244321}">
                <p14:modId xmlns:p14="http://schemas.microsoft.com/office/powerpoint/2010/main" val="223500226"/>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97726242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854485929"/>
              </p:ext>
            </p:extLst>
          </p:nvPr>
        </p:nvGraphicFramePr>
        <p:xfrm>
          <a:off x="6595" y="623810"/>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378631">
                  <a:extLst>
                    <a:ext uri="{9D8B030D-6E8A-4147-A177-3AD203B41FA5}">
                      <a16:colId xmlns:a16="http://schemas.microsoft.com/office/drawing/2014/main" val="20002"/>
                    </a:ext>
                  </a:extLst>
                </a:gridCol>
                <a:gridCol w="784070">
                  <a:extLst>
                    <a:ext uri="{9D8B030D-6E8A-4147-A177-3AD203B41FA5}">
                      <a16:colId xmlns:a16="http://schemas.microsoft.com/office/drawing/2014/main" val="20004"/>
                    </a:ext>
                  </a:extLst>
                </a:gridCol>
                <a:gridCol w="683224">
                  <a:extLst>
                    <a:ext uri="{9D8B030D-6E8A-4147-A177-3AD203B41FA5}">
                      <a16:colId xmlns:a16="http://schemas.microsoft.com/office/drawing/2014/main" val="20009"/>
                    </a:ext>
                  </a:extLst>
                </a:gridCol>
              </a:tblGrid>
              <a:tr h="0">
                <a:tc gridSpan="5">
                  <a:txBody>
                    <a:bodyPr/>
                    <a:lstStyle/>
                    <a:p>
                      <a:pPr marL="0" marR="0" lvl="0" indent="0" algn="ctr" rtl="0">
                        <a:spcBef>
                          <a:spcPts val="0"/>
                        </a:spcBef>
                        <a:spcAft>
                          <a:spcPts val="0"/>
                        </a:spcAft>
                        <a:buNone/>
                      </a:pPr>
                      <a:r>
                        <a:rPr lang="en-US" sz="800" dirty="0"/>
                        <a:t>FUK : SID </a:t>
                      </a:r>
                      <a:r>
                        <a:rPr lang="en-US" sz="800" dirty="0">
                          <a:solidFill>
                            <a:srgbClr val="FFC000"/>
                          </a:solidFill>
                        </a:rPr>
                        <a:t>(Consider C2, C8 Intersection T/O)</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HAKATA xx</a:t>
                      </a:r>
                      <a:endParaRPr sz="800" b="1" dirty="0">
                        <a:solidFill>
                          <a:srgbClr val="0070C0"/>
                        </a:solidFill>
                      </a:endParaRPr>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158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dirty="0"/>
                        <a:t>34</a:t>
                      </a:r>
                      <a:endParaRPr sz="800" b="0" dirty="0"/>
                    </a:p>
                  </a:txBody>
                  <a:tcPr marL="36000" marR="36000" marT="36000" marB="36000" anchor="ctr"/>
                </a:tc>
                <a:tc gridSpan="2" v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hMerge="1" v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338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DGC 114.5</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algn="ctr"/>
                      <a:r>
                        <a:rPr lang="en-US" sz="800" b="1" dirty="0">
                          <a:solidFill>
                            <a:srgbClr val="C00000"/>
                          </a:solidFill>
                        </a:rPr>
                        <a:t>16 IFO 111.7</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 IFF108.9</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lang="en-US" altLang="ko-Kore-KR" sz="800" b="1" dirty="0">
                          <a:solidFill>
                            <a:srgbClr val="00B050"/>
                          </a:solidFill>
                        </a:rPr>
                        <a:t> </a:t>
                      </a:r>
                      <a:r>
                        <a:rPr kumimoji="0" lang="en-US" altLang="ko-KR" sz="800" b="0" i="0" u="none" strike="noStrike" kern="1200" cap="none" spc="0" normalizeH="0" baseline="0" noProof="0" dirty="0">
                          <a:ln>
                            <a:noFill/>
                          </a:ln>
                          <a:solidFill>
                            <a:prstClr val="black"/>
                          </a:solidFill>
                          <a:effectLst/>
                          <a:uLnTx/>
                          <a:uFillTx/>
                          <a:latin typeface="Calibri"/>
                          <a:cs typeface="Calibri"/>
                        </a:rPr>
                        <a:t>16</a:t>
                      </a:r>
                      <a:r>
                        <a:rPr kumimoji="0" lang="en-US" altLang="ko-Kore-KR" sz="800" b="0" i="0" u="none" strike="noStrike" kern="1200" cap="none" spc="0" normalizeH="0" baseline="0" noProof="0" dirty="0">
                          <a:ln>
                            <a:noFill/>
                          </a:ln>
                          <a:solidFill>
                            <a:prstClr val="black"/>
                          </a:solidFill>
                          <a:effectLst/>
                          <a:uLnTx/>
                          <a:uFillTx/>
                          <a:latin typeface="Calibri"/>
                          <a:cs typeface="Calibri"/>
                        </a:rPr>
                        <a:t> : DGC 156/20 R240 </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(DGC VOR out of 6NM A/P)</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Caution GP HOLD LINE</a:t>
                      </a:r>
                    </a:p>
                    <a:p>
                      <a:pPr marL="0" marR="0" lvl="0" indent="0" algn="ctr" rtl="0">
                        <a:lnSpc>
                          <a:spcPct val="100000"/>
                        </a:lnSpc>
                        <a:spcBef>
                          <a:spcPts val="0"/>
                        </a:spcBef>
                        <a:spcAft>
                          <a:spcPts val="0"/>
                        </a:spcAft>
                        <a:buClr>
                          <a:schemeClr val="dk1"/>
                        </a:buClr>
                        <a:buSzPts val="800"/>
                        <a:buFont typeface="Calibri"/>
                        <a:buNone/>
                      </a:pPr>
                      <a:r>
                        <a:rPr lang="en-US" sz="800" dirty="0"/>
                        <a:t>Initial CTC TWR, “Ready for departure”</a:t>
                      </a:r>
                    </a:p>
                    <a:p>
                      <a:pPr marL="0" marR="0" lvl="0" indent="0" algn="ctr" rtl="0">
                        <a:lnSpc>
                          <a:spcPct val="100000"/>
                        </a:lnSpc>
                        <a:spcBef>
                          <a:spcPts val="0"/>
                        </a:spcBef>
                        <a:spcAft>
                          <a:spcPts val="0"/>
                        </a:spcAft>
                        <a:buClr>
                          <a:schemeClr val="dk1"/>
                        </a:buClr>
                        <a:buSzPts val="800"/>
                        <a:buFont typeface="Calibri"/>
                        <a:buNone/>
                      </a:pPr>
                      <a:r>
                        <a:rPr lang="en-US" sz="800" dirty="0"/>
                        <a:t>RWSL(Runway Status Lights) in operation</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4" name="Google Shape;284;p17"/>
          <p:cNvGraphicFramePr/>
          <p:nvPr>
            <p:extLst>
              <p:ext uri="{D42A27DB-BD31-4B8C-83A1-F6EECF244321}">
                <p14:modId xmlns:p14="http://schemas.microsoft.com/office/powerpoint/2010/main" val="399678259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rgbClr val="C00000"/>
                          </a:solidFill>
                          <a:hlinkClick r:id="rId3">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KE FUK 132.05</a:t>
                      </a:r>
                    </a:p>
                    <a:p>
                      <a:pPr marL="0" marR="0" lvl="0" indent="0" algn="ctr" rtl="0">
                        <a:spcBef>
                          <a:spcPts val="0"/>
                        </a:spcBef>
                        <a:spcAft>
                          <a:spcPts val="0"/>
                        </a:spcAft>
                        <a:buNone/>
                      </a:pPr>
                      <a:r>
                        <a:rPr lang="en-US" sz="700" dirty="0">
                          <a:solidFill>
                            <a:srgbClr val="FF0000"/>
                          </a:solidFill>
                        </a:rPr>
                        <a:t>DCL -15min, Voice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2C10DF35-4C8C-4BCD-35BF-D473906D8D90}"/>
              </a:ext>
            </a:extLst>
          </p:cNvPr>
          <p:cNvSpPr txBox="1"/>
          <p:nvPr/>
        </p:nvSpPr>
        <p:spPr>
          <a:xfrm>
            <a:off x="1313820" y="2239966"/>
            <a:ext cx="1764127" cy="532316"/>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127.9</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Kobe 1</a:t>
            </a:r>
            <a:r>
              <a:rPr kumimoji="1" lang="en-US" altLang="ko-KR" sz="700" b="1" u="sng" dirty="0">
                <a:solidFill>
                  <a:srgbClr val="0070C0"/>
                </a:solidFill>
                <a:latin typeface="Gulim" panose="020B0600000101010101" pitchFamily="34" charset="-127"/>
                <a:ea typeface="Gulim" panose="020B0600000101010101" pitchFamily="34" charset="-127"/>
              </a:rPr>
              <a:t>35</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65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p:txBody>
      </p:sp>
      <p:sp>
        <p:nvSpPr>
          <p:cNvPr id="3" name="직사각형 2">
            <a:hlinkClick r:id="" action="ppaction://hlinkshowjump?jump=firstslide"/>
            <a:extLst>
              <a:ext uri="{FF2B5EF4-FFF2-40B4-BE49-F238E27FC236}">
                <a16:creationId xmlns:a16="http://schemas.microsoft.com/office/drawing/2014/main" id="{D71BB25A-EB2C-6C8E-4320-E80D2FF5995A}"/>
              </a:ext>
            </a:extLst>
          </p:cNvPr>
          <p:cNvSpPr/>
          <p:nvPr/>
        </p:nvSpPr>
        <p:spPr>
          <a:xfrm>
            <a:off x="1622852" y="2986202"/>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EADFD83-B1ED-4336-4BA9-069594F75EC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림 6" descr="지도, 텍스트, 도표, 아틀라스이(가) 표시된 사진&#10;&#10;자동 생성된 설명">
            <a:extLst>
              <a:ext uri="{FF2B5EF4-FFF2-40B4-BE49-F238E27FC236}">
                <a16:creationId xmlns:a16="http://schemas.microsoft.com/office/drawing/2014/main" id="{F2EF0B45-A026-4882-552D-AE9B1DD5ADFF}"/>
              </a:ext>
            </a:extLst>
          </p:cNvPr>
          <p:cNvPicPr>
            <a:picLocks noChangeAspect="1"/>
          </p:cNvPicPr>
          <p:nvPr/>
        </p:nvPicPr>
        <p:blipFill>
          <a:blip r:embed="rId7"/>
          <a:stretch>
            <a:fillRect/>
          </a:stretch>
        </p:blipFill>
        <p:spPr>
          <a:xfrm>
            <a:off x="6595" y="2191106"/>
            <a:ext cx="1232042" cy="1110658"/>
          </a:xfrm>
          <a:prstGeom prst="rect">
            <a:avLst/>
          </a:prstGeom>
        </p:spPr>
      </p:pic>
      <p:graphicFrame>
        <p:nvGraphicFramePr>
          <p:cNvPr id="4" name="Google Shape;283;p17">
            <a:extLst>
              <a:ext uri="{FF2B5EF4-FFF2-40B4-BE49-F238E27FC236}">
                <a16:creationId xmlns:a16="http://schemas.microsoft.com/office/drawing/2014/main" id="{464D7AE0-B6AA-8B9B-8A06-28053856BD96}"/>
              </a:ext>
            </a:extLst>
          </p:cNvPr>
          <p:cNvGraphicFramePr/>
          <p:nvPr>
            <p:extLst>
              <p:ext uri="{D42A27DB-BD31-4B8C-83A1-F6EECF244321}">
                <p14:modId xmlns:p14="http://schemas.microsoft.com/office/powerpoint/2010/main" val="1857282282"/>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2827039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2815291"/>
            <a:ext cx="2521844" cy="532316"/>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124.52(125.72) - </a:t>
            </a:r>
            <a:r>
              <a:rPr kumimoji="1" lang="en-US" altLang="ko-Kore-KR" sz="700" b="1" u="sng" dirty="0">
                <a:solidFill>
                  <a:srgbClr val="0070C0"/>
                </a:solidFill>
                <a:latin typeface="Gulim" panose="020B0600000101010101" pitchFamily="34" charset="-127"/>
                <a:ea typeface="Gulim" panose="020B0600000101010101" pitchFamily="34" charset="-127"/>
              </a:rPr>
              <a:t>FUK 127.5 - TPE 125.5 – 126.7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129.1 - HKG RDR 121.3 – 126.5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122.0 – Final 119.1 – 119.35</a:t>
            </a:r>
          </a:p>
        </p:txBody>
      </p:sp>
      <p:graphicFrame>
        <p:nvGraphicFramePr>
          <p:cNvPr id="292" name="Google Shape;292;p18"/>
          <p:cNvGraphicFramePr/>
          <p:nvPr>
            <p:extLst>
              <p:ext uri="{D42A27DB-BD31-4B8C-83A1-F6EECF244321}">
                <p14:modId xmlns:p14="http://schemas.microsoft.com/office/powerpoint/2010/main" val="262211761"/>
              </p:ext>
            </p:extLst>
          </p:nvPr>
        </p:nvGraphicFramePr>
        <p:xfrm>
          <a:off x="4472" y="3420882"/>
          <a:ext cx="2351640" cy="2143090"/>
        </p:xfrm>
        <a:graphic>
          <a:graphicData uri="http://schemas.openxmlformats.org/drawingml/2006/table">
            <a:tbl>
              <a:tblPr firstRow="1" bandRow="1">
                <a:noFill/>
                <a:tableStyleId>{A521BE36-7E6F-4EC9-8D66-1CF97A6895EC}</a:tableStyleId>
              </a:tblPr>
              <a:tblGrid>
                <a:gridCol w="410654">
                  <a:extLst>
                    <a:ext uri="{9D8B030D-6E8A-4147-A177-3AD203B41FA5}">
                      <a16:colId xmlns:a16="http://schemas.microsoft.com/office/drawing/2014/main" val="20000"/>
                    </a:ext>
                  </a:extLst>
                </a:gridCol>
                <a:gridCol w="796594">
                  <a:extLst>
                    <a:ext uri="{9D8B030D-6E8A-4147-A177-3AD203B41FA5}">
                      <a16:colId xmlns:a16="http://schemas.microsoft.com/office/drawing/2014/main" val="20001"/>
                    </a:ext>
                  </a:extLst>
                </a:gridCol>
                <a:gridCol w="398297">
                  <a:extLst>
                    <a:ext uri="{9D8B030D-6E8A-4147-A177-3AD203B41FA5}">
                      <a16:colId xmlns:a16="http://schemas.microsoft.com/office/drawing/2014/main" val="20002"/>
                    </a:ext>
                  </a:extLst>
                </a:gridCol>
                <a:gridCol w="746095">
                  <a:extLst>
                    <a:ext uri="{9D8B030D-6E8A-4147-A177-3AD203B41FA5}">
                      <a16:colId xmlns:a16="http://schemas.microsoft.com/office/drawing/2014/main" val="20003"/>
                    </a:ext>
                  </a:extLst>
                </a:gridCol>
              </a:tblGrid>
              <a:tr h="232826">
                <a:tc gridSpan="4">
                  <a:txBody>
                    <a:bodyPr/>
                    <a:lstStyle/>
                    <a:p>
                      <a:pPr marL="0" marR="0" lvl="0" indent="0" algn="ctr" rtl="0">
                        <a:spcBef>
                          <a:spcPts val="0"/>
                        </a:spcBef>
                        <a:spcAft>
                          <a:spcPts val="0"/>
                        </a:spcAft>
                        <a:buNone/>
                      </a:pPr>
                      <a:r>
                        <a:rPr lang="en-US" sz="800" dirty="0"/>
                        <a:t>HKG </a:t>
                      </a:r>
                      <a:r>
                        <a:rPr lang="en-US" sz="800" dirty="0">
                          <a:solidFill>
                            <a:srgbClr val="00B0F0"/>
                          </a:solidFill>
                        </a:rPr>
                        <a:t>[074/254]</a:t>
                      </a:r>
                      <a:r>
                        <a:rPr lang="en-US" sz="800" dirty="0"/>
                        <a:t> TL110 : </a:t>
                      </a:r>
                      <a:r>
                        <a:rPr lang="en-US" sz="700" dirty="0">
                          <a:solidFill>
                            <a:srgbClr val="FFC000"/>
                          </a:solidFill>
                        </a:rPr>
                        <a:t>Terminal Tx RTE + STAR Chart</a:t>
                      </a:r>
                      <a:endParaRPr lang="en-US" sz="800" dirty="0">
                        <a:solidFill>
                          <a:schemeClr val="tx1"/>
                        </a:solidFill>
                      </a:endParaRPr>
                    </a:p>
                    <a:p>
                      <a:pPr marL="0" marR="0" lvl="0" indent="0" algn="ctr" rtl="0">
                        <a:spcBef>
                          <a:spcPts val="0"/>
                        </a:spcBef>
                        <a:spcAft>
                          <a:spcPts val="0"/>
                        </a:spcAft>
                        <a:buNone/>
                      </a:pPr>
                      <a:r>
                        <a:rPr lang="en-US" altLang="ko-Kore-KR" sz="800" b="0" dirty="0">
                          <a:solidFill>
                            <a:srgbClr val="C00000"/>
                          </a:solidFill>
                        </a:rPr>
                        <a:t>ENPET FL260, </a:t>
                      </a:r>
                      <a:r>
                        <a:rPr lang="en-US" sz="800" b="0" dirty="0">
                          <a:solidFill>
                            <a:srgbClr val="FFC000"/>
                          </a:solidFill>
                        </a:rPr>
                        <a:t>RWY25R After TOPUN - </a:t>
                      </a:r>
                      <a:r>
                        <a:rPr lang="en-US" sz="800" b="1" dirty="0">
                          <a:solidFill>
                            <a:srgbClr val="FFC000"/>
                          </a:solidFill>
                        </a:rPr>
                        <a:t>APP Mode</a:t>
                      </a:r>
                      <a:endParaRPr sz="800" b="0"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19320">
                <a:tc>
                  <a:txBody>
                    <a:bodyPr/>
                    <a:lstStyle/>
                    <a:p>
                      <a:pPr marL="0" marR="0" lvl="0" indent="0" algn="ctr" rtl="0">
                        <a:spcBef>
                          <a:spcPts val="0"/>
                        </a:spcBef>
                        <a:spcAft>
                          <a:spcPts val="0"/>
                        </a:spcAft>
                        <a:buNone/>
                      </a:pPr>
                      <a:r>
                        <a:rPr lang="en-US" sz="800" b="1" dirty="0"/>
                        <a:t>07L/R</a:t>
                      </a:r>
                    </a:p>
                    <a:p>
                      <a:pPr marL="0" marR="0" lvl="0" indent="0" algn="ctr" rtl="0">
                        <a:spcBef>
                          <a:spcPts val="0"/>
                        </a:spcBef>
                        <a:spcAft>
                          <a:spcPts val="0"/>
                        </a:spcAft>
                        <a:buNone/>
                      </a:pPr>
                      <a:r>
                        <a:rPr lang="en-US" sz="800" b="0" dirty="0"/>
                        <a:t>07C</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ABBEY </a:t>
                      </a:r>
                      <a:r>
                        <a:rPr lang="en-US" sz="800" b="1" dirty="0" err="1"/>
                        <a:t>xxA</a:t>
                      </a:r>
                      <a:endParaRPr lang="en-US" sz="800" b="1" dirty="0"/>
                    </a:p>
                    <a:p>
                      <a:pPr marL="0" marR="0" lvl="0" indent="0" algn="ctr" rtl="0">
                        <a:spcBef>
                          <a:spcPts val="0"/>
                        </a:spcBef>
                        <a:spcAft>
                          <a:spcPts val="0"/>
                        </a:spcAft>
                        <a:buNone/>
                      </a:pPr>
                      <a:r>
                        <a:rPr lang="en-US" sz="800" b="1" dirty="0"/>
                        <a:t>SIERA </a:t>
                      </a:r>
                      <a:r>
                        <a:rPr lang="en-US" sz="800" b="1" dirty="0" err="1"/>
                        <a:t>xxA</a:t>
                      </a:r>
                      <a:r>
                        <a:rPr lang="en-US" sz="800" b="1" dirty="0"/>
                        <a:t>/C</a:t>
                      </a:r>
                    </a:p>
                  </a:txBody>
                  <a:tcPr marL="36000" marR="36000" marT="0" marB="0" anchor="ctr"/>
                </a:tc>
                <a:tc>
                  <a:txBody>
                    <a:bodyPr/>
                    <a:lstStyle/>
                    <a:p>
                      <a:pPr marL="0" marR="0" lvl="0" indent="0" algn="ctr" rtl="0">
                        <a:spcBef>
                          <a:spcPts val="0"/>
                        </a:spcBef>
                        <a:spcAft>
                          <a:spcPts val="0"/>
                        </a:spcAft>
                        <a:buNone/>
                      </a:pPr>
                      <a:r>
                        <a:rPr lang="en-US" sz="800" b="1" dirty="0"/>
                        <a:t>LIMES</a:t>
                      </a:r>
                      <a:endParaRPr sz="800" b="1" dirty="0"/>
                    </a:p>
                  </a:txBody>
                  <a:tcPr marL="36000" marR="36000" marT="0" marB="0" anchor="ctr"/>
                </a:tc>
                <a:tc>
                  <a:txBody>
                    <a:bodyPr/>
                    <a:lstStyle/>
                    <a:p>
                      <a:pPr marL="0" marR="0" lvl="0" indent="0" algn="ctr" rtl="0">
                        <a:spcBef>
                          <a:spcPts val="0"/>
                        </a:spcBef>
                        <a:spcAft>
                          <a:spcPts val="0"/>
                        </a:spcAft>
                        <a:buNone/>
                      </a:pPr>
                      <a:r>
                        <a:rPr lang="en-US" sz="800" b="1" dirty="0"/>
                        <a:t>ILS 07L/R/C</a:t>
                      </a:r>
                    </a:p>
                  </a:txBody>
                  <a:tcPr marL="36000" marR="36000" marT="36000" marB="36000" anchor="ctr"/>
                </a:tc>
                <a:extLst>
                  <a:ext uri="{0D108BD9-81ED-4DB2-BD59-A6C34878D82A}">
                    <a16:rowId xmlns:a16="http://schemas.microsoft.com/office/drawing/2014/main" val="10001"/>
                  </a:ext>
                </a:extLst>
              </a:tr>
              <a:tr h="219320">
                <a:tc>
                  <a:txBody>
                    <a:bodyPr/>
                    <a:lstStyle/>
                    <a:p>
                      <a:pPr marL="0" marR="0" lvl="0" indent="0" algn="ctr" rtl="0">
                        <a:spcBef>
                          <a:spcPts val="0"/>
                        </a:spcBef>
                        <a:spcAft>
                          <a:spcPts val="0"/>
                        </a:spcAft>
                        <a:buNone/>
                      </a:pPr>
                      <a:r>
                        <a:rPr lang="en-US" sz="800" b="1" dirty="0"/>
                        <a:t>25R/L</a:t>
                      </a:r>
                    </a:p>
                    <a:p>
                      <a:pPr marL="0" marR="0" lvl="0" indent="0" algn="ctr" rtl="0">
                        <a:spcBef>
                          <a:spcPts val="0"/>
                        </a:spcBef>
                        <a:spcAft>
                          <a:spcPts val="0"/>
                        </a:spcAft>
                        <a:buNone/>
                      </a:pPr>
                      <a:r>
                        <a:rPr lang="en-US" sz="800" b="0" dirty="0"/>
                        <a:t>25C</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ABBEY </a:t>
                      </a:r>
                      <a:r>
                        <a:rPr lang="en-US" altLang="ko-Kore-KR" sz="800" b="1" dirty="0" err="1"/>
                        <a:t>xxB</a:t>
                      </a:r>
                      <a:endParaRPr lang="en-US" altLang="ko-Kore-KR" sz="800" b="1" dirty="0"/>
                    </a:p>
                    <a:p>
                      <a:pPr marL="0" marR="0" lvl="0" indent="0" algn="ctr" rtl="0">
                        <a:spcBef>
                          <a:spcPts val="0"/>
                        </a:spcBef>
                        <a:spcAft>
                          <a:spcPts val="0"/>
                        </a:spcAft>
                        <a:buNone/>
                      </a:pPr>
                      <a:r>
                        <a:rPr lang="en-US" altLang="ko-Kore-KR" sz="800" b="1" dirty="0"/>
                        <a:t>SIERA </a:t>
                      </a:r>
                      <a:r>
                        <a:rPr lang="en-US" altLang="ko-Kore-KR" sz="800" b="1" dirty="0" err="1"/>
                        <a:t>xxB</a:t>
                      </a:r>
                      <a:r>
                        <a:rPr lang="en-US" altLang="ko-Kore-KR" sz="800" b="1" dirty="0"/>
                        <a:t>/D</a:t>
                      </a:r>
                    </a:p>
                  </a:txBody>
                  <a:tcPr marL="36000" marR="36000" marT="0" marB="0" anchor="ctr"/>
                </a:tc>
                <a:tc>
                  <a:txBody>
                    <a:bodyPr/>
                    <a:lstStyle/>
                    <a:p>
                      <a:pPr marL="0" marR="0" lvl="0" indent="0" algn="ctr" rtl="0">
                        <a:spcBef>
                          <a:spcPts val="0"/>
                        </a:spcBef>
                        <a:spcAft>
                          <a:spcPts val="0"/>
                        </a:spcAft>
                        <a:buNone/>
                      </a:pPr>
                      <a:r>
                        <a:rPr lang="en-US" sz="800" b="1"/>
                        <a:t>RIVMI</a:t>
                      </a:r>
                      <a:endParaRPr sz="800" b="1" dirty="0"/>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RNAV </a:t>
                      </a:r>
                      <a:r>
                        <a:rPr lang="en-US" sz="800" b="1" dirty="0" err="1">
                          <a:solidFill>
                            <a:srgbClr val="C00000"/>
                          </a:solidFill>
                        </a:rPr>
                        <a:t>tx</a:t>
                      </a:r>
                      <a:r>
                        <a:rPr lang="en-US" sz="800" b="1" dirty="0"/>
                        <a:t> ILS 25R</a:t>
                      </a:r>
                    </a:p>
                    <a:p>
                      <a:pPr marL="0" marR="0" lvl="0" indent="0" algn="ctr" rtl="0">
                        <a:spcBef>
                          <a:spcPts val="0"/>
                        </a:spcBef>
                        <a:spcAft>
                          <a:spcPts val="0"/>
                        </a:spcAft>
                        <a:buNone/>
                      </a:pPr>
                      <a:r>
                        <a:rPr lang="en-US" sz="800" b="1" dirty="0"/>
                        <a:t>ILS 25L/C</a:t>
                      </a:r>
                    </a:p>
                  </a:txBody>
                  <a:tcPr marL="36000" marR="36000" marT="36000" marB="36000" anchor="ctr"/>
                </a:tc>
                <a:extLst>
                  <a:ext uri="{0D108BD9-81ED-4DB2-BD59-A6C34878D82A}">
                    <a16:rowId xmlns:a16="http://schemas.microsoft.com/office/drawing/2014/main" val="10002"/>
                  </a:ext>
                </a:extLst>
              </a:tr>
              <a:tr h="124076">
                <a:tc gridSpan="4">
                  <a:txBody>
                    <a:bodyPr/>
                    <a:lstStyle/>
                    <a:p>
                      <a:pPr marL="0" marR="0" lvl="0" indent="0" algn="ctr" rtl="0">
                        <a:spcBef>
                          <a:spcPts val="0"/>
                        </a:spcBef>
                        <a:spcAft>
                          <a:spcPts val="0"/>
                        </a:spcAft>
                        <a:buNone/>
                      </a:pPr>
                      <a:r>
                        <a:rPr lang="en-US" sz="700" b="1" dirty="0">
                          <a:solidFill>
                            <a:srgbClr val="7030A0"/>
                          </a:solidFill>
                        </a:rPr>
                        <a:t>1500 – 1659 Z RWY 07R/5L no avail</a:t>
                      </a:r>
                      <a:r>
                        <a:rPr lang="en-US" sz="700" b="0" dirty="0"/>
                        <a:t>, </a:t>
                      </a:r>
                      <a:r>
                        <a:rPr lang="en-US" sz="700" b="1" dirty="0">
                          <a:solidFill>
                            <a:srgbClr val="C00000"/>
                          </a:solidFill>
                        </a:rPr>
                        <a:t>(ALL DIS TH  Except 25L)</a:t>
                      </a:r>
                      <a:endParaRPr sz="700" b="1"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lang="en-US" altLang="ko-Kore-KR" sz="800" b="1" dirty="0"/>
                    </a:p>
                  </a:txBody>
                  <a:tcPr marL="36000" marR="36000" marT="0" marB="0" anchor="ctr"/>
                </a:tc>
                <a:tc hMerge="1">
                  <a:txBody>
                    <a:bodyPr/>
                    <a:lstStyle/>
                    <a:p>
                      <a:pPr marL="0" marR="0" lvl="0" indent="0" algn="ctr" rtl="0">
                        <a:spcBef>
                          <a:spcPts val="0"/>
                        </a:spcBef>
                        <a:spcAft>
                          <a:spcPts val="0"/>
                        </a:spcAft>
                        <a:buNone/>
                      </a:pPr>
                      <a:endParaRPr sz="800" b="1" dirty="0"/>
                    </a:p>
                  </a:txBody>
                  <a:tcPr marL="36000" marR="36000" marT="0" marB="0" anchor="ctr"/>
                </a:tc>
                <a:tc hMerge="1">
                  <a:txBody>
                    <a:bodyPr/>
                    <a:lstStyle/>
                    <a:p>
                      <a:pPr marL="0" marR="0" lvl="0" indent="0" algn="ctr" rtl="0">
                        <a:spcBef>
                          <a:spcPts val="0"/>
                        </a:spcBef>
                        <a:spcAft>
                          <a:spcPts val="0"/>
                        </a:spcAft>
                        <a:buNone/>
                      </a:pPr>
                      <a:endParaRPr lang="en-US" sz="800" b="1" dirty="0"/>
                    </a:p>
                  </a:txBody>
                  <a:tcPr marL="36000" marR="36000" marT="36000" marB="36000" anchor="ctr"/>
                </a:tc>
                <a:extLst>
                  <a:ext uri="{0D108BD9-81ED-4DB2-BD59-A6C34878D82A}">
                    <a16:rowId xmlns:a16="http://schemas.microsoft.com/office/drawing/2014/main" val="3356361139"/>
                  </a:ext>
                </a:extLst>
              </a:tr>
              <a:tr h="219320">
                <a:tc>
                  <a:txBody>
                    <a:bodyPr/>
                    <a:lstStyle/>
                    <a:p>
                      <a:pPr marL="0" marR="0" lvl="0" indent="0" algn="ctr" rtl="0">
                        <a:spcBef>
                          <a:spcPts val="0"/>
                        </a:spcBef>
                        <a:spcAft>
                          <a:spcPts val="0"/>
                        </a:spcAft>
                        <a:buNone/>
                      </a:pPr>
                      <a:r>
                        <a:rPr lang="en-US" sz="800" dirty="0">
                          <a:solidFill>
                            <a:schemeClr val="lt1"/>
                          </a:solidFill>
                          <a:latin typeface="Calibri"/>
                          <a:cs typeface="Calibri"/>
                          <a:sym typeface="Calibri"/>
                        </a:rPr>
                        <a:t>NAV</a:t>
                      </a:r>
                      <a:endParaRPr dirty="0"/>
                    </a:p>
                  </a:txBody>
                  <a:tcPr marL="36000" marR="36000" marT="36000" marB="36000" anchor="ctr">
                    <a:solidFill>
                      <a:schemeClr val="accent1"/>
                    </a:solidFill>
                  </a:tcPr>
                </a:tc>
                <a:tc gridSpan="3">
                  <a:txBody>
                    <a:bodyPr/>
                    <a:lstStyle/>
                    <a:p>
                      <a:pPr marL="0" marR="0" lvl="0" indent="0" algn="ctr" rtl="0">
                        <a:spcBef>
                          <a:spcPts val="0"/>
                        </a:spcBef>
                        <a:spcAft>
                          <a:spcPts val="0"/>
                        </a:spcAft>
                        <a:buNone/>
                      </a:pPr>
                      <a:r>
                        <a:rPr lang="en-US" altLang="ko-Kore-KR" sz="800" b="1" dirty="0">
                          <a:solidFill>
                            <a:srgbClr val="0070C0"/>
                          </a:solidFill>
                        </a:rPr>
                        <a:t>SMT, </a:t>
                      </a:r>
                      <a:r>
                        <a:rPr lang="en-US" altLang="ko-Kore-KR" sz="800" b="1" dirty="0">
                          <a:solidFill>
                            <a:srgbClr val="C00000"/>
                          </a:solidFill>
                        </a:rPr>
                        <a:t>07L IZSL, 07R IZSR, 07C IZSC</a:t>
                      </a:r>
                    </a:p>
                    <a:p>
                      <a:pPr marL="0" marR="0" lvl="0" indent="0" algn="ctr" rtl="0">
                        <a:spcBef>
                          <a:spcPts val="0"/>
                        </a:spcBef>
                        <a:spcAft>
                          <a:spcPts val="0"/>
                        </a:spcAft>
                        <a:buNone/>
                      </a:pPr>
                      <a:r>
                        <a:rPr lang="en-US" altLang="ko-Kore-KR" sz="800" b="1" dirty="0">
                          <a:solidFill>
                            <a:srgbClr val="C00000"/>
                          </a:solidFill>
                        </a:rPr>
                        <a:t>25R ITFR, 25L ITFL, 25C ITFC</a:t>
                      </a:r>
                      <a:endParaRPr lang="en-US" altLang="ko-Kore-KR" sz="458"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2497124930"/>
                  </a:ext>
                </a:extLst>
              </a:tr>
              <a:tr h="303982">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07L : C7(5882’), C8(7194’),   25R : C6(5882’), C5(7211’)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07R : J7(6916’), J8(7998’),     25L : J5(6916’), J4(8192’)</a:t>
                      </a:r>
                      <a:r>
                        <a:rPr lang="en-US" sz="800" dirty="0">
                          <a:solidFill>
                            <a:schemeClr val="dk1"/>
                          </a:solidFill>
                        </a:rPr>
                        <a:t> </a:t>
                      </a:r>
                    </a:p>
                    <a:p>
                      <a:pPr marL="0" marR="0" lvl="0" indent="0" algn="l" rtl="0">
                        <a:lnSpc>
                          <a:spcPct val="100000"/>
                        </a:lnSpc>
                        <a:spcBef>
                          <a:spcPts val="0"/>
                        </a:spcBef>
                        <a:spcAft>
                          <a:spcPts val="0"/>
                        </a:spcAft>
                        <a:buClr>
                          <a:schemeClr val="dk1"/>
                        </a:buClr>
                        <a:buSzPts val="800"/>
                        <a:buFont typeface="Calibri"/>
                        <a:buNone/>
                      </a:pPr>
                      <a:r>
                        <a:rPr lang="en-US" sz="800" dirty="0">
                          <a:solidFill>
                            <a:schemeClr val="dk1"/>
                          </a:solidFill>
                        </a:rPr>
                        <a:t>07C : A7(5692’), A8(7208’),   25C : A6(5127’), A56673’)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6932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Confirm Chart SPD vs ATC SPD (ATC First)</a:t>
                      </a:r>
                      <a:endParaRPr lang="en-US" altLang="ko-KR" sz="800" b="1"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Solid Line for </a:t>
                      </a:r>
                      <a:r>
                        <a:rPr lang="en-US" sz="800" dirty="0" err="1">
                          <a:solidFill>
                            <a:srgbClr val="0070C0"/>
                          </a:solidFill>
                        </a:rPr>
                        <a:t>WideBody</a:t>
                      </a:r>
                      <a:r>
                        <a:rPr lang="en-US" sz="800" dirty="0">
                          <a:solidFill>
                            <a:srgbClr val="0070C0"/>
                          </a:solidFill>
                        </a:rPr>
                        <a:t>, APU BAN off Procedure</a:t>
                      </a:r>
                      <a:endParaRPr dirty="0">
                        <a:solidFill>
                          <a:srgbClr val="0070C0"/>
                        </a:solidFill>
                      </a:endParaRP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15988199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4">
                            <a:extLst>
                              <a:ext uri="{A12FA001-AC4F-418D-AE19-62706E023703}">
                                <ahyp:hlinkClr xmlns:ahyp="http://schemas.microsoft.com/office/drawing/2018/hyperlinkcolor" val="tx"/>
                              </a:ext>
                            </a:extLst>
                          </a:hlinkClick>
                        </a:rPr>
                        <a:t>VHHH(HKG) 28ft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HAS FLT Dispatch</a:t>
                      </a:r>
                    </a:p>
                    <a:p>
                      <a:pPr marL="0" marR="0" lvl="0" indent="0" algn="ctr" rtl="0">
                        <a:spcBef>
                          <a:spcPts val="0"/>
                        </a:spcBef>
                        <a:spcAft>
                          <a:spcPts val="0"/>
                        </a:spcAft>
                        <a:buNone/>
                      </a:pPr>
                      <a:r>
                        <a:rPr lang="en-US" sz="900" dirty="0"/>
                        <a:t>131.6</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2F249E7A-A45C-54A1-0C09-872C49733B6D}"/>
              </a:ext>
            </a:extLst>
          </p:cNvPr>
          <p:cNvSpPr/>
          <p:nvPr/>
        </p:nvSpPr>
        <p:spPr>
          <a:xfrm>
            <a:off x="1674227" y="3064216"/>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8E0FC5CB-5405-69E2-6AEE-ED1D46C77F2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24637ED-0A24-BD72-980E-39473E67E0E6}"/>
              </a:ext>
            </a:extLst>
          </p:cNvPr>
          <p:cNvGraphicFramePr/>
          <p:nvPr>
            <p:extLst>
              <p:ext uri="{D42A27DB-BD31-4B8C-83A1-F6EECF244321}">
                <p14:modId xmlns:p14="http://schemas.microsoft.com/office/powerpoint/2010/main" val="529071004"/>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82327901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891803886"/>
              </p:ext>
            </p:extLst>
          </p:nvPr>
        </p:nvGraphicFramePr>
        <p:xfrm>
          <a:off x="7176" y="707276"/>
          <a:ext cx="2325976" cy="1863862"/>
        </p:xfrm>
        <a:graphic>
          <a:graphicData uri="http://schemas.openxmlformats.org/drawingml/2006/table">
            <a:tbl>
              <a:tblPr firstRow="1" bandRow="1">
                <a:noFill/>
                <a:tableStyleId>{A521BE36-7E6F-4EC9-8D66-1CF97A6895EC}</a:tableStyleId>
              </a:tblPr>
              <a:tblGrid>
                <a:gridCol w="364443">
                  <a:extLst>
                    <a:ext uri="{9D8B030D-6E8A-4147-A177-3AD203B41FA5}">
                      <a16:colId xmlns:a16="http://schemas.microsoft.com/office/drawing/2014/main" val="20000"/>
                    </a:ext>
                  </a:extLst>
                </a:gridCol>
                <a:gridCol w="639341">
                  <a:extLst>
                    <a:ext uri="{9D8B030D-6E8A-4147-A177-3AD203B41FA5}">
                      <a16:colId xmlns:a16="http://schemas.microsoft.com/office/drawing/2014/main" val="20001"/>
                    </a:ext>
                  </a:extLst>
                </a:gridCol>
                <a:gridCol w="1322192">
                  <a:extLst>
                    <a:ext uri="{9D8B030D-6E8A-4147-A177-3AD203B41FA5}">
                      <a16:colId xmlns:a16="http://schemas.microsoft.com/office/drawing/2014/main" val="20004"/>
                    </a:ext>
                  </a:extLst>
                </a:gridCol>
              </a:tblGrid>
              <a:tr h="398225">
                <a:tc gridSpan="3">
                  <a:txBody>
                    <a:bodyPr/>
                    <a:lstStyle/>
                    <a:p>
                      <a:pPr marL="0" marR="0" lvl="0" indent="0" algn="ctr" rtl="0">
                        <a:spcBef>
                          <a:spcPts val="0"/>
                        </a:spcBef>
                        <a:spcAft>
                          <a:spcPts val="0"/>
                        </a:spcAft>
                        <a:buNone/>
                      </a:pPr>
                      <a:r>
                        <a:rPr lang="en-US" sz="800" u="none" strike="noStrike" cap="none" dirty="0"/>
                        <a:t>HKG : SID + </a:t>
                      </a:r>
                      <a:r>
                        <a:rPr lang="en-US" sz="800" u="none" strike="noStrike" cap="none" dirty="0">
                          <a:solidFill>
                            <a:srgbClr val="FFC000"/>
                          </a:solidFill>
                        </a:rPr>
                        <a:t>Terminal Tx RTE Chart</a:t>
                      </a:r>
                      <a:r>
                        <a:rPr lang="en-US" sz="800" u="none" strike="noStrike" cap="none" dirty="0"/>
                        <a:t> TA 9000</a:t>
                      </a:r>
                    </a:p>
                    <a:p>
                      <a:pPr marL="0" marR="0" lvl="0" indent="0" algn="ctr" rtl="0">
                        <a:spcBef>
                          <a:spcPts val="0"/>
                        </a:spcBef>
                        <a:spcAft>
                          <a:spcPts val="0"/>
                        </a:spcAft>
                        <a:buNone/>
                      </a:pPr>
                      <a:r>
                        <a:rPr lang="en-US" sz="800" b="0" u="none" strike="noStrike" cap="none" dirty="0">
                          <a:solidFill>
                            <a:srgbClr val="FFC000"/>
                          </a:solidFill>
                        </a:rPr>
                        <a:t>NADP2 : 1000 No LVR CLB - FLAP 0 - LVR CLB</a:t>
                      </a:r>
                    </a:p>
                    <a:p>
                      <a:pPr marL="0" marR="0" lvl="0" indent="0" algn="ctr" rtl="0">
                        <a:spcBef>
                          <a:spcPts val="0"/>
                        </a:spcBef>
                        <a:spcAft>
                          <a:spcPts val="0"/>
                        </a:spcAft>
                        <a:buNone/>
                      </a:pPr>
                      <a:r>
                        <a:rPr lang="en-US" sz="800" b="0" u="none" strike="noStrike" cap="none" dirty="0">
                          <a:solidFill>
                            <a:srgbClr val="FFC000"/>
                          </a:solidFill>
                        </a:rPr>
                        <a:t>3000 Manage SPD </a:t>
                      </a:r>
                      <a:r>
                        <a:rPr lang="en-US" sz="700" b="1" u="none" strike="noStrike" cap="none" dirty="0">
                          <a:solidFill>
                            <a:schemeClr val="tx1"/>
                          </a:solidFill>
                        </a:rPr>
                        <a:t>(NADP 1/2 for 07L/R/C)</a:t>
                      </a:r>
                      <a:endParaRPr sz="700" b="1" u="none" strike="noStrike" cap="none" dirty="0">
                        <a:solidFill>
                          <a:schemeClr val="tx1"/>
                        </a:solidFill>
                      </a:endParaRP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84579">
                <a:tc>
                  <a:txBody>
                    <a:bodyPr/>
                    <a:lstStyle/>
                    <a:p>
                      <a:pPr marL="0" marR="0" lvl="0" indent="0" algn="ctr" rtl="0">
                        <a:spcBef>
                          <a:spcPts val="0"/>
                        </a:spcBef>
                        <a:spcAft>
                          <a:spcPts val="0"/>
                        </a:spcAft>
                        <a:buNone/>
                      </a:pPr>
                      <a:r>
                        <a:rPr lang="en-US" sz="800" b="1" u="none" strike="noStrike" cap="none" dirty="0"/>
                        <a:t>07L/C/R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DALOL x E/C/A</a:t>
                      </a:r>
                    </a:p>
                    <a:p>
                      <a:pPr marL="0" marR="0" lvl="0" indent="0" algn="ctr" rtl="0">
                        <a:spcBef>
                          <a:spcPts val="0"/>
                        </a:spcBef>
                        <a:spcAft>
                          <a:spcPts val="0"/>
                        </a:spcAft>
                        <a:buNone/>
                      </a:pPr>
                      <a:r>
                        <a:rPr lang="en-US" sz="800" b="0" u="none" strike="noStrike" cap="none" dirty="0">
                          <a:solidFill>
                            <a:srgbClr val="0070C0"/>
                          </a:solidFill>
                        </a:rPr>
                        <a:t>(Z/Y/X RF LEG)</a:t>
                      </a:r>
                      <a:endParaRPr sz="800" b="0" u="none" strike="noStrike" cap="none" dirty="0">
                        <a:solidFill>
                          <a:srgbClr val="0070C0"/>
                        </a:solidFill>
                      </a:endParaRPr>
                    </a:p>
                  </a:txBody>
                  <a:tcPr marL="0" marR="0" marT="36000" marB="36000" anchor="ctr"/>
                </a:tc>
                <a:tc>
                  <a:txBody>
                    <a:bodyPr/>
                    <a:lstStyle/>
                    <a:p>
                      <a:pPr marL="0" marR="0" lvl="0" indent="0" algn="ctr" rtl="0">
                        <a:spcBef>
                          <a:spcPts val="0"/>
                        </a:spcBef>
                        <a:spcAft>
                          <a:spcPts val="0"/>
                        </a:spcAft>
                        <a:buNone/>
                      </a:pPr>
                      <a:r>
                        <a:rPr lang="en-US" sz="800" b="1" u="none" strike="noStrike" cap="none" dirty="0"/>
                        <a:t>HD 074 </a:t>
                      </a:r>
                      <a:r>
                        <a:rPr lang="en-US" sz="800" b="1" u="none" strike="noStrike" cap="none" dirty="0">
                          <a:solidFill>
                            <a:srgbClr val="0070C0"/>
                          </a:solidFill>
                        </a:rPr>
                        <a:t>ALT 5000 </a:t>
                      </a:r>
                      <a:r>
                        <a:rPr lang="en-US" sz="800" b="1" u="none" strike="noStrike" cap="none" dirty="0">
                          <a:solidFill>
                            <a:srgbClr val="AA47F5"/>
                          </a:solidFill>
                        </a:rPr>
                        <a:t>SPD 205</a:t>
                      </a:r>
                    </a:p>
                    <a:p>
                      <a:pPr marL="0" marR="0" lvl="0" indent="0" algn="ctr" rtl="0">
                        <a:spcBef>
                          <a:spcPts val="0"/>
                        </a:spcBef>
                        <a:spcAft>
                          <a:spcPts val="0"/>
                        </a:spcAft>
                        <a:buNone/>
                      </a:pPr>
                      <a:r>
                        <a:rPr lang="en-US" sz="800" b="1" u="none" strike="noStrike" cap="none" dirty="0">
                          <a:solidFill>
                            <a:srgbClr val="C00000"/>
                          </a:solidFill>
                        </a:rPr>
                        <a:t>NADP 1/2</a:t>
                      </a:r>
                      <a:r>
                        <a:rPr lang="en-US" sz="800" b="1" u="none" strike="noStrike" cap="none" dirty="0">
                          <a:solidFill>
                            <a:srgbClr val="AA47F5"/>
                          </a:solidFill>
                        </a:rPr>
                        <a:t>        (Z/Y/X 210)</a:t>
                      </a:r>
                    </a:p>
                  </a:txBody>
                  <a:tcPr marL="0" marR="0" marT="36000" marB="36000" anchor="ctr"/>
                </a:tc>
                <a:extLst>
                  <a:ext uri="{0D108BD9-81ED-4DB2-BD59-A6C34878D82A}">
                    <a16:rowId xmlns:a16="http://schemas.microsoft.com/office/drawing/2014/main" val="10001"/>
                  </a:ext>
                </a:extLst>
              </a:tr>
              <a:tr h="174727">
                <a:tc>
                  <a:txBody>
                    <a:bodyPr/>
                    <a:lstStyle/>
                    <a:p>
                      <a:pPr marL="0" marR="0" lvl="0" indent="0" algn="ctr" rtl="0">
                        <a:spcBef>
                          <a:spcPts val="0"/>
                        </a:spcBef>
                        <a:spcAft>
                          <a:spcPts val="0"/>
                        </a:spcAft>
                        <a:buNone/>
                      </a:pPr>
                      <a:r>
                        <a:rPr lang="en-US" sz="800" b="1" u="none" strike="noStrike" cap="none" dirty="0"/>
                        <a:t>25L/C/R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DALOL x B/D/F</a:t>
                      </a:r>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t>HD 254 </a:t>
                      </a:r>
                      <a:r>
                        <a:rPr lang="en-US" altLang="ko-Kore-KR" sz="800" b="1" u="none" strike="noStrike" cap="none" dirty="0">
                          <a:solidFill>
                            <a:srgbClr val="0070C0"/>
                          </a:solidFill>
                        </a:rPr>
                        <a:t>ALT 5000 </a:t>
                      </a:r>
                      <a:r>
                        <a:rPr lang="en-US" altLang="ko-Kore-KR" sz="800" b="1" u="none" strike="noStrike" cap="none" dirty="0">
                          <a:solidFill>
                            <a:srgbClr val="AA47F5"/>
                          </a:solidFill>
                        </a:rPr>
                        <a:t>SPD 205</a:t>
                      </a:r>
                    </a:p>
                    <a:p>
                      <a:pPr marL="0" marR="0" lvl="0" indent="0" algn="ctr" rtl="0">
                        <a:spcBef>
                          <a:spcPts val="0"/>
                        </a:spcBef>
                        <a:spcAft>
                          <a:spcPts val="0"/>
                        </a:spcAft>
                        <a:buNone/>
                      </a:pPr>
                      <a:r>
                        <a:rPr lang="en-US" altLang="ko-Kore-KR" sz="800" b="1" u="none" strike="noStrike" cap="none" dirty="0">
                          <a:solidFill>
                            <a:srgbClr val="C00000"/>
                          </a:solidFill>
                        </a:rPr>
                        <a:t>NADP 2</a:t>
                      </a:r>
                      <a:r>
                        <a:rPr lang="en-US" altLang="ko-Kore-KR" sz="800" b="1" u="none" strike="noStrike" cap="none" dirty="0">
                          <a:solidFill>
                            <a:srgbClr val="AA47F5"/>
                          </a:solidFill>
                        </a:rPr>
                        <a:t> </a:t>
                      </a:r>
                      <a:endParaRPr lang="ko-Kore-KR" altLang="en-US" dirty="0"/>
                    </a:p>
                  </a:txBody>
                  <a:tcPr marL="0" marR="0" marT="36000" marB="36000" anchor="ctr"/>
                </a:tc>
                <a:extLst>
                  <a:ext uri="{0D108BD9-81ED-4DB2-BD59-A6C34878D82A}">
                    <a16:rowId xmlns:a16="http://schemas.microsoft.com/office/drawing/2014/main" val="10002"/>
                  </a:ext>
                </a:extLst>
              </a:tr>
              <a:tr h="174727">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spcBef>
                          <a:spcPts val="0"/>
                        </a:spcBef>
                        <a:spcAft>
                          <a:spcPts val="0"/>
                        </a:spcAft>
                        <a:buNone/>
                      </a:pPr>
                      <a:r>
                        <a:rPr lang="en-US" altLang="ko-Kore-KR" sz="800" b="1">
                          <a:solidFill>
                            <a:srgbClr val="0070C0"/>
                          </a:solidFill>
                        </a:rPr>
                        <a:t>SMT, </a:t>
                      </a:r>
                      <a:r>
                        <a:rPr lang="en-US" altLang="ko-Kore-KR" sz="800" b="1">
                          <a:solidFill>
                            <a:srgbClr val="C00000"/>
                          </a:solidFill>
                        </a:rPr>
                        <a:t>07L IZSL, 07R IZSR, 07C IZSC</a:t>
                      </a:r>
                    </a:p>
                    <a:p>
                      <a:pPr marL="0" marR="0" lvl="0" indent="0" algn="ctr" rtl="0">
                        <a:spcBef>
                          <a:spcPts val="0"/>
                        </a:spcBef>
                        <a:spcAft>
                          <a:spcPts val="0"/>
                        </a:spcAft>
                        <a:buNone/>
                      </a:pPr>
                      <a:r>
                        <a:rPr lang="en-US" altLang="ko-Kore-KR" sz="800" b="1">
                          <a:solidFill>
                            <a:srgbClr val="C00000"/>
                          </a:solidFill>
                        </a:rPr>
                        <a:t>25R ITFR, 25L ITFL, 25C ITFC</a:t>
                      </a:r>
                      <a:endParaRPr lang="ko-Kore-KR"/>
                    </a:p>
                  </a:txBody>
                  <a:tcPr marL="0" marR="0" marT="0" marB="0" anchor="ctr"/>
                </a:tc>
                <a:tc hMerge="1">
                  <a:txBody>
                    <a:bodyPr/>
                    <a:lstStyle/>
                    <a:p>
                      <a:endParaRPr lang="ko-Kore-KR"/>
                    </a:p>
                  </a:txBody>
                  <a:tcPr/>
                </a:tc>
                <a:extLst>
                  <a:ext uri="{0D108BD9-81ED-4DB2-BD59-A6C34878D82A}">
                    <a16:rowId xmlns:a16="http://schemas.microsoft.com/office/drawing/2014/main" val="10005"/>
                  </a:ext>
                </a:extLst>
              </a:tr>
              <a:tr h="192242">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 O</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700" b="0" u="none" strike="noStrike" cap="none" dirty="0">
                          <a:solidFill>
                            <a:schemeClr val="bg1"/>
                          </a:solidFill>
                          <a:latin typeface="Calibri"/>
                          <a:ea typeface="Calibri"/>
                          <a:cs typeface="Calibri"/>
                          <a:sym typeface="Calibri"/>
                        </a:rPr>
                        <a:t>07L: IZSL074/3,R095, IZSL/9.1, 25R: ITFR254/10,R156</a:t>
                      </a:r>
                      <a:r>
                        <a:rPr lang="en-US" sz="800" b="0" u="none" strike="noStrike" cap="none" dirty="0">
                          <a:solidFill>
                            <a:schemeClr val="bg1"/>
                          </a:solidFill>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07C:IZSC074/2.7,R080, IZSC/6.2, 25C:ITFC254/10,R156</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07R:IZSR074/6.2,R080,MAX200kt, 25L:ITFL254/6,R145</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txBody>
                  <a:tcPr marL="0" marR="0" marT="0" marB="0" anchor="ctr"/>
                </a:tc>
                <a:tc hMerge="1">
                  <a:txBody>
                    <a:bodyPr/>
                    <a:lstStyle/>
                    <a:p>
                      <a:endParaRPr lang="ko-Kore-KR" altLang="en-US"/>
                    </a:p>
                  </a:txBody>
                  <a:tcPr/>
                </a:tc>
                <a:extLst>
                  <a:ext uri="{0D108BD9-81ED-4DB2-BD59-A6C34878D82A}">
                    <a16:rowId xmlns:a16="http://schemas.microsoft.com/office/drawing/2014/main" val="1754822849"/>
                  </a:ext>
                </a:extLst>
              </a:tr>
              <a:tr h="165372">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SID – Tx RTE Chart Many SPD Restriction</a:t>
                      </a:r>
                    </a:p>
                  </a:txBody>
                  <a:tcPr marL="0" marR="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103304956"/>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VHHH(HKG) 28ft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HAS FLT </a:t>
                      </a:r>
                      <a:r>
                        <a:rPr lang="en-US" sz="900" dirty="0" err="1"/>
                        <a:t>Disp</a:t>
                      </a:r>
                      <a:r>
                        <a:rPr lang="en-US" sz="900" dirty="0"/>
                        <a:t> 131.6</a:t>
                      </a:r>
                      <a:endParaRPr dirty="0"/>
                    </a:p>
                    <a:p>
                      <a:pPr marL="0" marR="0" lvl="0" indent="0" algn="ctr" rtl="0">
                        <a:spcBef>
                          <a:spcPts val="0"/>
                        </a:spcBef>
                        <a:spcAft>
                          <a:spcPts val="0"/>
                        </a:spcAft>
                        <a:buNone/>
                      </a:pPr>
                      <a:r>
                        <a:rPr lang="en-US" sz="700" dirty="0">
                          <a:solidFill>
                            <a:srgbClr val="FF0000"/>
                          </a:solidFill>
                        </a:rPr>
                        <a:t>DCL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sz="700" dirty="0">
                          <a:solidFill>
                            <a:srgbClr val="FF0000"/>
                          </a:solidFill>
                        </a:rPr>
                        <a:t>5</a:t>
                      </a:r>
                      <a:r>
                        <a:rPr lang="ko-KR" altLang="en-US" sz="700" dirty="0">
                          <a:solidFill>
                            <a:srgbClr val="FF0000"/>
                          </a:solidFill>
                        </a:rPr>
                        <a:t>분 차이시 </a:t>
                      </a:r>
                      <a:r>
                        <a:rPr lang="en-US" altLang="ko-KR" sz="700" dirty="0">
                          <a:solidFill>
                            <a:srgbClr val="FF0000"/>
                          </a:solidFill>
                        </a:rPr>
                        <a:t>CTC Comm</a:t>
                      </a:r>
                      <a:endParaRPr sz="700"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739152" y="2582857"/>
            <a:ext cx="1498808"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DEP 123.8 – RDR 118.925 </a:t>
            </a:r>
            <a:endParaRPr kumimoji="1" lang="en-US" altLang="ko-Kore-KR" sz="700" b="1" u="sng"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 – 126.7 – 123.6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 </a:t>
            </a:r>
            <a:r>
              <a:rPr kumimoji="1" lang="en-US" altLang="ko-KR" sz="700" b="1" u="sng" dirty="0">
                <a:solidFill>
                  <a:srgbClr val="0070C0"/>
                </a:solidFill>
                <a:latin typeface="Gulim" panose="020B0600000101010101" pitchFamily="34" charset="-127"/>
                <a:ea typeface="Gulim" panose="020B0600000101010101" pitchFamily="34" charset="-127"/>
              </a:rPr>
              <a:t>ICN 125.725(124.52)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- 120.72 – 126.17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3" name="직사각형 2">
            <a:hlinkClick r:id="" action="ppaction://hlinkshowjump?jump=firstslide"/>
            <a:extLst>
              <a:ext uri="{FF2B5EF4-FFF2-40B4-BE49-F238E27FC236}">
                <a16:creationId xmlns:a16="http://schemas.microsoft.com/office/drawing/2014/main" id="{857B720D-0D1B-9121-09AB-6FDEA1F31352}"/>
              </a:ext>
            </a:extLst>
          </p:cNvPr>
          <p:cNvSpPr/>
          <p:nvPr/>
        </p:nvSpPr>
        <p:spPr>
          <a:xfrm>
            <a:off x="1657574" y="3099745"/>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E5BD0A1F-222D-F256-6A70-D874149F410B}"/>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8" name="그림 7" descr="텍스트, 지도, 도표이(가) 표시된 사진&#10;&#10;자동 생성된 설명">
            <a:extLst>
              <a:ext uri="{FF2B5EF4-FFF2-40B4-BE49-F238E27FC236}">
                <a16:creationId xmlns:a16="http://schemas.microsoft.com/office/drawing/2014/main" id="{8097498A-40D2-10EC-3E1E-F26D27383DB3}"/>
              </a:ext>
            </a:extLst>
          </p:cNvPr>
          <p:cNvPicPr>
            <a:picLocks noChangeAspect="1"/>
          </p:cNvPicPr>
          <p:nvPr/>
        </p:nvPicPr>
        <p:blipFill>
          <a:blip r:embed="rId7"/>
          <a:stretch>
            <a:fillRect/>
          </a:stretch>
        </p:blipFill>
        <p:spPr>
          <a:xfrm>
            <a:off x="-2501" y="2580615"/>
            <a:ext cx="690063" cy="519130"/>
          </a:xfrm>
          <a:prstGeom prst="rect">
            <a:avLst/>
          </a:prstGeom>
        </p:spPr>
      </p:pic>
      <p:graphicFrame>
        <p:nvGraphicFramePr>
          <p:cNvPr id="9" name="Google Shape;283;p17">
            <a:extLst>
              <a:ext uri="{FF2B5EF4-FFF2-40B4-BE49-F238E27FC236}">
                <a16:creationId xmlns:a16="http://schemas.microsoft.com/office/drawing/2014/main" id="{96B74F20-C91A-66B6-9ECC-9B679065FEE6}"/>
              </a:ext>
            </a:extLst>
          </p:cNvPr>
          <p:cNvGraphicFramePr/>
          <p:nvPr>
            <p:extLst>
              <p:ext uri="{D42A27DB-BD31-4B8C-83A1-F6EECF244321}">
                <p14:modId xmlns:p14="http://schemas.microsoft.com/office/powerpoint/2010/main" val="156020023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85115118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3192214"/>
            <a:ext cx="18373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Final 119.0</a:t>
            </a:r>
          </a:p>
        </p:txBody>
      </p:sp>
      <p:graphicFrame>
        <p:nvGraphicFramePr>
          <p:cNvPr id="292" name="Google Shape;292;p18"/>
          <p:cNvGraphicFramePr/>
          <p:nvPr>
            <p:extLst>
              <p:ext uri="{D42A27DB-BD31-4B8C-83A1-F6EECF244321}">
                <p14:modId xmlns:p14="http://schemas.microsoft.com/office/powerpoint/2010/main" val="1517695872"/>
              </p:ext>
            </p:extLst>
          </p:nvPr>
        </p:nvGraphicFramePr>
        <p:xfrm>
          <a:off x="55" y="3802861"/>
          <a:ext cx="2333879" cy="174700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683738">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PEK </a:t>
                      </a:r>
                      <a:r>
                        <a:rPr lang="en-US" sz="800" dirty="0">
                          <a:solidFill>
                            <a:srgbClr val="00B0F0"/>
                          </a:solidFill>
                        </a:rPr>
                        <a:t>[001/181]</a:t>
                      </a:r>
                      <a:r>
                        <a:rPr lang="en-US" sz="800" dirty="0"/>
                        <a:t> : </a:t>
                      </a:r>
                      <a:r>
                        <a:rPr lang="en-US" sz="800" dirty="0">
                          <a:solidFill>
                            <a:srgbClr val="FFC000"/>
                          </a:solidFill>
                        </a:rPr>
                        <a:t>RW01/19 main (RW36L/18R)</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01/36L</a:t>
                      </a:r>
                      <a:r>
                        <a:rPr lang="en-US" sz="800" b="0" dirty="0"/>
                        <a:t>/36R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x Z</a:t>
                      </a:r>
                    </a:p>
                  </a:txBody>
                  <a:tcPr marL="36000" marR="36000" marT="36000" marB="36000" anchor="ctr"/>
                </a:tc>
                <a:tc>
                  <a:txBody>
                    <a:bodyPr/>
                    <a:lstStyle/>
                    <a:p>
                      <a:pPr marL="0" marR="0" lvl="0" indent="0" algn="ctr" rtl="0">
                        <a:spcBef>
                          <a:spcPts val="0"/>
                        </a:spcBef>
                        <a:spcAft>
                          <a:spcPts val="0"/>
                        </a:spcAft>
                        <a:buNone/>
                      </a:pPr>
                      <a:r>
                        <a:rPr lang="en-US" sz="800" b="1" dirty="0"/>
                        <a:t>AA141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01 </a:t>
                      </a:r>
                      <a:r>
                        <a:rPr lang="en-US" sz="800" b="1" dirty="0">
                          <a:solidFill>
                            <a:srgbClr val="0070C0"/>
                          </a:solidFill>
                        </a:rPr>
                        <a:t>(Y 36L)</a:t>
                      </a: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19/18R</a:t>
                      </a:r>
                      <a:r>
                        <a:rPr lang="en-US" altLang="ko-KR" sz="800" b="0" dirty="0"/>
                        <a:t>/</a:t>
                      </a:r>
                      <a:r>
                        <a:rPr lang="en-US" sz="800" b="0" dirty="0"/>
                        <a:t>18L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x G</a:t>
                      </a:r>
                    </a:p>
                  </a:txBody>
                  <a:tcPr marL="36000" marR="36000" marT="36000" marB="36000" anchor="ctr"/>
                </a:tc>
                <a:tc>
                  <a:txBody>
                    <a:bodyPr/>
                    <a:lstStyle/>
                    <a:p>
                      <a:pPr marL="0" marR="0" lvl="0" indent="0" algn="ctr" rtl="0">
                        <a:spcBef>
                          <a:spcPts val="0"/>
                        </a:spcBef>
                        <a:spcAft>
                          <a:spcPts val="0"/>
                        </a:spcAft>
                        <a:buNone/>
                      </a:pPr>
                      <a:r>
                        <a:rPr lang="en-US" sz="800" b="1" dirty="0"/>
                        <a:t>AA261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19 </a:t>
                      </a:r>
                      <a:r>
                        <a:rPr lang="en-US" altLang="ko-Kore-KR" sz="800" b="1" dirty="0">
                          <a:solidFill>
                            <a:srgbClr val="0070C0"/>
                          </a:solidFill>
                        </a:rPr>
                        <a:t>(Y18R)</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PEK, </a:t>
                      </a:r>
                      <a:r>
                        <a:rPr lang="en-US" sz="800" b="1" dirty="0">
                          <a:solidFill>
                            <a:srgbClr val="C00000"/>
                          </a:solidFill>
                        </a:rPr>
                        <a:t>01 INJ, 36L IDK, 19 ISZ, 18R ILG</a:t>
                      </a:r>
                    </a:p>
                    <a:p>
                      <a:pPr marL="0" marR="0" lvl="0" indent="0" algn="ctr" rtl="0">
                        <a:lnSpc>
                          <a:spcPct val="100000"/>
                        </a:lnSpc>
                        <a:spcBef>
                          <a:spcPts val="0"/>
                        </a:spcBef>
                        <a:spcAft>
                          <a:spcPts val="0"/>
                        </a:spcAft>
                        <a:buClr>
                          <a:srgbClr val="00B050"/>
                        </a:buClr>
                        <a:buSzPts val="800"/>
                        <a:buFont typeface="Calibri"/>
                        <a:buNone/>
                      </a:pPr>
                      <a:r>
                        <a:rPr lang="en-US" sz="800" b="0" dirty="0">
                          <a:solidFill>
                            <a:srgbClr val="C00000"/>
                          </a:solidFill>
                        </a:rPr>
                        <a:t>36R IQU, 18L IOR</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/6(160kts) </a:t>
                      </a:r>
                      <a:r>
                        <a:rPr kumimoji="0" lang="en-US" altLang="ko-Kore-KR" sz="800" b="0" i="0" u="none" strike="noStrike" kern="0" cap="none" spc="0" normalizeH="0" baseline="0" noProof="0" dirty="0">
                          <a:ln>
                            <a:noFill/>
                          </a:ln>
                          <a:solidFill>
                            <a:srgbClr val="0070C0"/>
                          </a:solidFill>
                          <a:effectLst/>
                          <a:uLnTx/>
                          <a:uFillTx/>
                          <a:latin typeface="Calibri"/>
                          <a:cs typeface="Calibri"/>
                          <a:sym typeface="Arial"/>
                        </a:rPr>
                        <a:t>TMA Max 280kts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01</a:t>
                      </a:r>
                      <a:r>
                        <a:rPr lang="en-US" sz="800" b="1" dirty="0">
                          <a:solidFill>
                            <a:schemeClr val="dk1"/>
                          </a:solidFill>
                        </a:rPr>
                        <a:t> : Q5(5223’), Q6(7024’), 19 </a:t>
                      </a:r>
                      <a:r>
                        <a:rPr lang="en-US" altLang="ko-Kore-KR" sz="800" b="1" dirty="0">
                          <a:solidFill>
                            <a:srgbClr val="C00000"/>
                          </a:solidFill>
                        </a:rPr>
                        <a:t>3.2</a:t>
                      </a:r>
                      <a:r>
                        <a:rPr lang="en-US" sz="800" b="1" dirty="0">
                          <a:solidFill>
                            <a:schemeClr val="dk1"/>
                          </a:solidFill>
                        </a:rPr>
                        <a:t> :Q4(5298’),Q3(7103’)</a:t>
                      </a:r>
                      <a:endParaRPr sz="800" dirty="0">
                        <a:solidFill>
                          <a:srgbClr val="C00000"/>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36L : P6(6276’), P7(7719’), 18R : P3(6223’), P2(7552’)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p>
                      <a:pPr marL="0" marR="0" lvl="0" indent="0" algn="ctr" rtl="0">
                        <a:lnSpc>
                          <a:spcPct val="100000"/>
                        </a:lnSpc>
                        <a:spcBef>
                          <a:spcPts val="0"/>
                        </a:spcBef>
                        <a:spcAft>
                          <a:spcPts val="0"/>
                        </a:spcAft>
                        <a:buClr>
                          <a:schemeClr val="dk1"/>
                        </a:buClr>
                        <a:buSzPts val="800"/>
                        <a:buFont typeface="Calibri"/>
                        <a:buNone/>
                      </a:pPr>
                      <a:r>
                        <a:rPr lang="en-US" altLang="ko-KR" sz="800" dirty="0"/>
                        <a:t>Standard TAXI RTE in Jeppesen Chart</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23764629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ZBAA(PEK) 116ft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Beijing</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A2CF453-B95D-2D55-3B07-D90D56DCEB3B}"/>
              </a:ext>
            </a:extLst>
          </p:cNvPr>
          <p:cNvSpPr/>
          <p:nvPr/>
        </p:nvSpPr>
        <p:spPr>
          <a:xfrm>
            <a:off x="1651787" y="337394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74260F0-6DE6-1FE6-AED8-9C31ED463DA3}"/>
              </a:ext>
            </a:extLst>
          </p:cNvPr>
          <p:cNvGraphicFramePr/>
          <p:nvPr>
            <p:extLst>
              <p:ext uri="{D42A27DB-BD31-4B8C-83A1-F6EECF244321}">
                <p14:modId xmlns:p14="http://schemas.microsoft.com/office/powerpoint/2010/main" val="246767816"/>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43965832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3455C0B-FD5F-F195-1C0A-1F01F6827ACB}"/>
              </a:ext>
            </a:extLst>
          </p:cNvPr>
          <p:cNvGraphicFramePr>
            <a:graphicFrameLocks noGrp="1"/>
          </p:cNvGraphicFramePr>
          <p:nvPr>
            <p:ph idx="1"/>
            <p:extLst>
              <p:ext uri="{D42A27DB-BD31-4B8C-83A1-F6EECF244321}">
                <p14:modId xmlns:p14="http://schemas.microsoft.com/office/powerpoint/2010/main" val="1186835258"/>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1BB0B864-E102-F97B-0479-E9677C331F06}"/>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ADA29B3A-1002-5083-04ED-923AF380D574}"/>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88EBD6D-31DA-D6F3-911A-D2AF5D04DE5A}"/>
              </a:ext>
            </a:extLst>
          </p:cNvPr>
          <p:cNvGraphicFramePr>
            <a:graphicFrameLocks noGrp="1"/>
          </p:cNvGraphicFramePr>
          <p:nvPr>
            <p:extLst>
              <p:ext uri="{D42A27DB-BD31-4B8C-83A1-F6EECF244321}">
                <p14:modId xmlns:p14="http://schemas.microsoft.com/office/powerpoint/2010/main" val="2656822228"/>
              </p:ext>
            </p:extLst>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8" name="직사각형 7">
            <a:hlinkClick r:id="" action="ppaction://hlinkshowjump?jump=firstslide"/>
            <a:extLst>
              <a:ext uri="{FF2B5EF4-FFF2-40B4-BE49-F238E27FC236}">
                <a16:creationId xmlns:a16="http://schemas.microsoft.com/office/drawing/2014/main" id="{AEFC4A0F-DC19-8CCD-E7B9-1DBAFD26F516}"/>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2"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5046955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2318570147"/>
              </p:ext>
            </p:extLst>
          </p:nvPr>
        </p:nvGraphicFramePr>
        <p:xfrm>
          <a:off x="-4046" y="796960"/>
          <a:ext cx="2332909" cy="1670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64473">
                  <a:extLst>
                    <a:ext uri="{9D8B030D-6E8A-4147-A177-3AD203B41FA5}">
                      <a16:colId xmlns:a16="http://schemas.microsoft.com/office/drawing/2014/main" val="20001"/>
                    </a:ext>
                  </a:extLst>
                </a:gridCol>
                <a:gridCol w="152679">
                  <a:extLst>
                    <a:ext uri="{9D8B030D-6E8A-4147-A177-3AD203B41FA5}">
                      <a16:colId xmlns:a16="http://schemas.microsoft.com/office/drawing/2014/main" val="20002"/>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8">
                  <a:txBody>
                    <a:bodyPr/>
                    <a:lstStyle/>
                    <a:p>
                      <a:pPr marL="0" marR="0" lvl="0" indent="0" algn="ctr" rtl="0">
                        <a:spcBef>
                          <a:spcPts val="0"/>
                        </a:spcBef>
                        <a:spcAft>
                          <a:spcPts val="0"/>
                        </a:spcAft>
                        <a:buNone/>
                      </a:pPr>
                      <a:r>
                        <a:rPr lang="en-US" sz="800" u="none" strike="noStrike" cap="none" dirty="0"/>
                        <a:t>PEK : SID (NADP 1)  </a:t>
                      </a:r>
                      <a:r>
                        <a:rPr lang="en-US" sz="800" u="none" strike="noStrike" cap="none" dirty="0">
                          <a:solidFill>
                            <a:srgbClr val="FFC000"/>
                          </a:solidFill>
                        </a:rPr>
                        <a:t>RW36R/18L </a:t>
                      </a:r>
                      <a:r>
                        <a:rPr lang="en-US" sz="800" u="none" strike="noStrike" cap="none" dirty="0" err="1">
                          <a:solidFill>
                            <a:srgbClr val="FFC000"/>
                          </a:solidFill>
                        </a:rPr>
                        <a:t>Intersec</a:t>
                      </a:r>
                      <a:r>
                        <a:rPr lang="en-US" sz="800" u="none" strike="noStrike" cap="none" dirty="0">
                          <a:solidFill>
                            <a:srgbClr val="FFC000"/>
                          </a:solidFill>
                        </a:rPr>
                        <a:t> T/O W2, W7</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36R</a:t>
                      </a:r>
                      <a:endParaRPr lang="en-US" sz="800" b="1" u="none" strike="noStrike" cap="none" dirty="0"/>
                    </a:p>
                    <a:p>
                      <a:pPr marL="0" marR="0" lvl="0" indent="0" algn="ctr" rtl="0">
                        <a:spcBef>
                          <a:spcPts val="0"/>
                        </a:spcBef>
                        <a:spcAft>
                          <a:spcPts val="0"/>
                        </a:spcAft>
                        <a:buNone/>
                      </a:pPr>
                      <a:r>
                        <a:rPr lang="en-US" sz="800" b="0" u="none" strike="noStrike" cap="none" dirty="0"/>
                        <a:t>(01)</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sz="800" b="1" u="none" strike="noStrike" cap="none" dirty="0">
                          <a:solidFill>
                            <a:srgbClr val="0070C0"/>
                          </a:solidFill>
                        </a:rPr>
                        <a:t>MUGLO x X/Y(x X)</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001 </a:t>
                      </a:r>
                      <a:r>
                        <a:rPr lang="en-US" sz="800" b="1" u="none" strike="noStrike" cap="none" dirty="0">
                          <a:solidFill>
                            <a:srgbClr val="0070C0"/>
                          </a:solidFill>
                        </a:rPr>
                        <a:t>ALT 2100m(1800m)</a:t>
                      </a:r>
                    </a:p>
                    <a:p>
                      <a:pPr algn="ctr"/>
                      <a:r>
                        <a:rPr lang="en-US" altLang="ko-Kore-KR" sz="800" b="1" u="none" strike="noStrike" cap="none" dirty="0">
                          <a:solidFill>
                            <a:srgbClr val="AA47F5"/>
                          </a:solidFill>
                        </a:rPr>
                        <a:t>Maintain RWY TRK</a:t>
                      </a:r>
                      <a:endParaRPr lang="ko-Kore-KR" dirty="0">
                        <a:solidFill>
                          <a:srgbClr val="AA47F5"/>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18L</a:t>
                      </a:r>
                    </a:p>
                    <a:p>
                      <a:pPr marL="0" marR="0" lvl="0" indent="0" algn="ctr" rtl="0">
                        <a:spcBef>
                          <a:spcPts val="0"/>
                        </a:spcBef>
                        <a:spcAft>
                          <a:spcPts val="0"/>
                        </a:spcAft>
                        <a:buNone/>
                      </a:pPr>
                      <a:r>
                        <a:rPr lang="en-US" sz="800" b="0" u="none" strike="noStrike" cap="none" dirty="0"/>
                        <a:t>(19)</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altLang="ko-Kore-KR" sz="800" b="1" u="none" strike="noStrike" cap="none" dirty="0">
                          <a:solidFill>
                            <a:srgbClr val="0070C0"/>
                          </a:solidFill>
                        </a:rPr>
                        <a:t>MUGLO x G (x J)</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a:t>HD 181 </a:t>
                      </a:r>
                      <a:r>
                        <a:rPr lang="en-US" sz="800" b="1" u="none" strike="noStrike" cap="none">
                          <a:solidFill>
                            <a:srgbClr val="0070C0"/>
                          </a:solidFill>
                        </a:rPr>
                        <a:t>ALT DCL(1500m)</a:t>
                      </a:r>
                      <a:endParaRPr lang="ko-Kore-K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PEK 114.7</a:t>
                      </a:r>
                    </a:p>
                  </a:txBody>
                  <a:tcPr marL="36000" marR="36000" marT="36000" marB="36000" anchor="ctr"/>
                </a:tc>
                <a:tc hMerge="1">
                  <a:txBody>
                    <a:bodyPr/>
                    <a:lstStyle/>
                    <a:p>
                      <a:endParaRPr lang="ko-Kore-KR" altLang="en-US"/>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36R IQU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111.55</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18L IOR 109.3</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01 INJ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108.5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ISZ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6">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36R : PEK 325/11, 36L : PEK 326/13, 01 : PEK 323/9 then R124</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5"/>
                  </a:ext>
                </a:extLst>
              </a:tr>
              <a:tr h="115700">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COBT from ATIS “Enroute”, Bad </a:t>
                      </a:r>
                      <a:r>
                        <a:rPr lang="en-US" sz="800" b="1" u="none" strike="noStrike" cap="none" dirty="0" err="1">
                          <a:solidFill>
                            <a:srgbClr val="0070C0"/>
                          </a:solidFill>
                        </a:rPr>
                        <a:t>Wx</a:t>
                      </a:r>
                      <a:r>
                        <a:rPr lang="en-US" sz="800" b="1" u="none" strike="noStrike" cap="none" dirty="0">
                          <a:solidFill>
                            <a:srgbClr val="0070C0"/>
                          </a:solidFill>
                        </a:rPr>
                        <a:t> DOTRA SID</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2800012739"/>
              </p:ext>
            </p:extLst>
          </p:nvPr>
        </p:nvGraphicFramePr>
        <p:xfrm>
          <a:off x="-2501" y="16504"/>
          <a:ext cx="2328850" cy="77273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ZBAA(PEK) 116ft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Beijing 132.0</a:t>
                      </a:r>
                      <a:endParaRPr sz="1200" dirty="0"/>
                    </a:p>
                    <a:p>
                      <a:pPr marL="0" marR="0" lvl="0" indent="0" algn="ctr" rtl="0">
                        <a:spcBef>
                          <a:spcPts val="0"/>
                        </a:spcBef>
                        <a:spcAft>
                          <a:spcPts val="0"/>
                        </a:spcAft>
                        <a:buNone/>
                      </a:pPr>
                      <a:r>
                        <a:rPr lang="en-US" sz="700" dirty="0">
                          <a:solidFill>
                            <a:srgbClr val="FF0000"/>
                          </a:solidFill>
                        </a:rPr>
                        <a:t>DCL 40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(COBT/STD 15</a:t>
                      </a:r>
                      <a:r>
                        <a:rPr lang="ko-KR" altLang="en-US" sz="700" dirty="0">
                          <a:solidFill>
                            <a:srgbClr val="FF0000"/>
                          </a:solidFill>
                        </a:rPr>
                        <a:t>분 차이  </a:t>
                      </a:r>
                      <a:r>
                        <a:rPr lang="en-US" altLang="ko-KR" sz="700" dirty="0">
                          <a:solidFill>
                            <a:srgbClr val="FF0000"/>
                          </a:solidFill>
                        </a:rPr>
                        <a:t>CTC Comm)</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998160" y="2461234"/>
            <a:ext cx="141256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124.4</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PEK 125.6</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a:t>
            </a:r>
            <a:r>
              <a:rPr kumimoji="1" lang="en-US" altLang="ko-Kore-KR" sz="700" b="1" u="sng" dirty="0">
                <a:solidFill>
                  <a:srgbClr val="0070C0"/>
                </a:solidFill>
                <a:latin typeface="Gulim" panose="020B0600000101010101" pitchFamily="34" charset="-127"/>
                <a:ea typeface="Gulim" panose="020B0600000101010101" pitchFamily="34" charset="-127"/>
              </a:rPr>
              <a:t>132.95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3" name="그림 2" descr="텍스트, 지도, 도표, 라인이(가) 표시된 사진&#10;&#10;자동 생성된 설명">
            <a:extLst>
              <a:ext uri="{FF2B5EF4-FFF2-40B4-BE49-F238E27FC236}">
                <a16:creationId xmlns:a16="http://schemas.microsoft.com/office/drawing/2014/main" id="{9995A052-72E8-21E5-F8B4-8A7F91B0B578}"/>
              </a:ext>
            </a:extLst>
          </p:cNvPr>
          <p:cNvPicPr>
            <a:picLocks noChangeAspect="1"/>
          </p:cNvPicPr>
          <p:nvPr/>
        </p:nvPicPr>
        <p:blipFill>
          <a:blip r:embed="rId5"/>
          <a:stretch>
            <a:fillRect/>
          </a:stretch>
        </p:blipFill>
        <p:spPr>
          <a:xfrm>
            <a:off x="0" y="2482857"/>
            <a:ext cx="1029898" cy="855481"/>
          </a:xfrm>
          <a:prstGeom prst="rect">
            <a:avLst/>
          </a:prstGeom>
        </p:spPr>
      </p:pic>
      <p:sp>
        <p:nvSpPr>
          <p:cNvPr id="6" name="직사각형 5">
            <a:hlinkClick r:id="" action="ppaction://hlinkshowjump?jump=firstslide"/>
            <a:extLst>
              <a:ext uri="{FF2B5EF4-FFF2-40B4-BE49-F238E27FC236}">
                <a16:creationId xmlns:a16="http://schemas.microsoft.com/office/drawing/2014/main" id="{1C874613-6EE6-9A80-422F-0BB8DBCAA89B}"/>
              </a:ext>
            </a:extLst>
          </p:cNvPr>
          <p:cNvSpPr/>
          <p:nvPr/>
        </p:nvSpPr>
        <p:spPr>
          <a:xfrm>
            <a:off x="1663361" y="314824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DE8EE2C1-04AB-5CE6-74C4-6351FDAAB95D}"/>
              </a:ext>
            </a:extLst>
          </p:cNvPr>
          <p:cNvGraphicFramePr/>
          <p:nvPr>
            <p:extLst>
              <p:ext uri="{D42A27DB-BD31-4B8C-83A1-F6EECF244321}">
                <p14:modId xmlns:p14="http://schemas.microsoft.com/office/powerpoint/2010/main" val="295228465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0106268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p:cNvGraphicFramePr/>
          <p:nvPr>
            <p:extLst>
              <p:ext uri="{D42A27DB-BD31-4B8C-83A1-F6EECF244321}">
                <p14:modId xmlns:p14="http://schemas.microsoft.com/office/powerpoint/2010/main" val="263033858"/>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a:ln>
                            <a:noFill/>
                          </a:ln>
                          <a:solidFill>
                            <a:srgbClr val="000000"/>
                          </a:solidFill>
                          <a:effectLst/>
                          <a:uLnTx/>
                          <a:uFillTx/>
                          <a:latin typeface="Calibri"/>
                          <a:cs typeface="Calibri"/>
                          <a:sym typeface="Arial"/>
                        </a:rPr>
                        <a:t>Select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03518561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lnSpc>
                          <a:spcPct val="100000"/>
                        </a:lnSpc>
                        <a:spcBef>
                          <a:spcPts val="0"/>
                        </a:spcBef>
                        <a:spcAft>
                          <a:spcPts val="0"/>
                        </a:spcAft>
                        <a:buClr>
                          <a:srgbClr val="FF0000"/>
                        </a:buClr>
                        <a:buSzPts val="600"/>
                        <a:buFont typeface="Calibri"/>
                        <a:buNone/>
                      </a:pPr>
                      <a:r>
                        <a:rPr lang="en-US" sz="800" dirty="0">
                          <a:solidFill>
                            <a:srgbClr val="FF0000"/>
                          </a:solidFill>
                          <a:latin typeface="Calibri"/>
                          <a:ea typeface="Calibri"/>
                          <a:cs typeface="Calibri"/>
                          <a:sym typeface="Calibri"/>
                        </a:rPr>
                        <a:t>DCL -5분</a:t>
                      </a:r>
                      <a:endParaRPr sz="105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48BFDA17-699D-A0C3-A1F6-B1CDE98B3DE3}"/>
              </a:ext>
            </a:extLst>
          </p:cNvPr>
          <p:cNvSpPr/>
          <p:nvPr/>
        </p:nvSpPr>
        <p:spPr>
          <a:xfrm>
            <a:off x="1556297" y="3272540"/>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47;p13">
            <a:extLst>
              <a:ext uri="{FF2B5EF4-FFF2-40B4-BE49-F238E27FC236}">
                <a16:creationId xmlns:a16="http://schemas.microsoft.com/office/drawing/2014/main" id="{0A1B02FF-5F26-C6D7-81DB-46D44D71B267}"/>
              </a:ext>
            </a:extLst>
          </p:cNvPr>
          <p:cNvGraphicFramePr/>
          <p:nvPr>
            <p:extLst>
              <p:ext uri="{D42A27DB-BD31-4B8C-83A1-F6EECF244321}">
                <p14:modId xmlns:p14="http://schemas.microsoft.com/office/powerpoint/2010/main" val="4762536"/>
              </p:ext>
            </p:extLst>
          </p:nvPr>
        </p:nvGraphicFramePr>
        <p:xfrm>
          <a:off x="0" y="64097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1500, 360000lbs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7030A0"/>
                          </a:solidFill>
                        </a:rPr>
                        <a:t>SPD 230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7" name="Google Shape;248;p13">
            <a:extLst>
              <a:ext uri="{FF2B5EF4-FFF2-40B4-BE49-F238E27FC236}">
                <a16:creationId xmlns:a16="http://schemas.microsoft.com/office/drawing/2014/main" id="{7031B509-E213-E55A-D00C-2A7E716876D9}"/>
              </a:ext>
            </a:extLst>
          </p:cNvPr>
          <p:cNvPicPr preferRelativeResize="0"/>
          <p:nvPr/>
        </p:nvPicPr>
        <p:blipFill rotWithShape="1">
          <a:blip r:embed="rId7">
            <a:alphaModFix/>
          </a:blip>
          <a:srcRect/>
          <a:stretch/>
        </p:blipFill>
        <p:spPr>
          <a:xfrm>
            <a:off x="4472" y="2216136"/>
            <a:ext cx="1217055" cy="455380"/>
          </a:xfrm>
          <a:prstGeom prst="rect">
            <a:avLst/>
          </a:prstGeom>
          <a:noFill/>
          <a:ln>
            <a:noFill/>
          </a:ln>
        </p:spPr>
      </p:pic>
    </p:spTree>
    <p:extLst>
      <p:ext uri="{BB962C8B-B14F-4D97-AF65-F5344CB8AC3E}">
        <p14:creationId xmlns:p14="http://schemas.microsoft.com/office/powerpoint/2010/main" val="24019665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3518877037"/>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chemeClr val="accent4"/>
                          </a:solidFill>
                        </a:rPr>
                        <a:t>A-CDM REQ Pushback +-5min of TSAT</a:t>
                      </a:r>
                    </a:p>
                    <a:p>
                      <a:pPr marL="0" marR="0" lvl="0" indent="0" algn="ctr" rtl="0">
                        <a:spcBef>
                          <a:spcPts val="0"/>
                        </a:spcBef>
                        <a:spcAft>
                          <a:spcPts val="0"/>
                        </a:spcAft>
                        <a:buNone/>
                      </a:pPr>
                      <a:r>
                        <a:rPr lang="en-US" sz="800" u="none" strike="noStrike" cap="none" dirty="0">
                          <a:solidFill>
                            <a:schemeClr val="accent4"/>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6000 </a:t>
                      </a:r>
                      <a:r>
                        <a:rPr lang="en-US" altLang="ko-Kore-KR" sz="800" b="1" u="none" strike="noStrike" cap="none" dirty="0">
                          <a:solidFill>
                            <a:srgbClr val="AA47F5"/>
                          </a:solidFill>
                        </a:rPr>
                        <a:t>19 SPD 220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6000 </a:t>
                      </a:r>
                      <a:r>
                        <a:rPr lang="en-US" altLang="ko-Kore-KR" sz="800" b="1" u="none" strike="noStrike" cap="none" dirty="0">
                          <a:solidFill>
                            <a:srgbClr val="AA47F5"/>
                          </a:solidFill>
                        </a:rPr>
                        <a:t>01 SPD 220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108304455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a:t>
                      </a:r>
                      <a:r>
                        <a:rPr lang="en-US" sz="900" dirty="0" err="1"/>
                        <a:t>Gimhae</a:t>
                      </a:r>
                      <a:endParaRPr lang="en-US" sz="900" dirty="0"/>
                    </a:p>
                    <a:p>
                      <a:pPr marL="0" marR="0" lvl="0" indent="0" algn="ctr" rtl="0">
                        <a:spcBef>
                          <a:spcPts val="0"/>
                        </a:spcBef>
                        <a:spcAft>
                          <a:spcPts val="0"/>
                        </a:spcAft>
                        <a:buNone/>
                      </a:pP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3F13AC3-0D74-CEBB-7100-2629A32A1FE4}"/>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984A1E97-A30C-EFBD-8019-7DCE7F1ED4CC}"/>
              </a:ext>
            </a:extLst>
          </p:cNvPr>
          <p:cNvSpPr txBox="1"/>
          <p:nvPr/>
        </p:nvSpPr>
        <p:spPr>
          <a:xfrm>
            <a:off x="48383" y="2534703"/>
            <a:ext cx="1987724"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128.17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125.5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273;p16">
            <a:extLst>
              <a:ext uri="{FF2B5EF4-FFF2-40B4-BE49-F238E27FC236}">
                <a16:creationId xmlns:a16="http://schemas.microsoft.com/office/drawing/2014/main" id="{FE2FA31B-6598-F4ED-800F-6640A003A7E1}"/>
              </a:ext>
            </a:extLst>
          </p:cNvPr>
          <p:cNvGraphicFramePr/>
          <p:nvPr>
            <p:extLst>
              <p:ext uri="{D42A27DB-BD31-4B8C-83A1-F6EECF244321}">
                <p14:modId xmlns:p14="http://schemas.microsoft.com/office/powerpoint/2010/main" val="4002470302"/>
              </p:ext>
            </p:extLst>
          </p:nvPr>
        </p:nvGraphicFramePr>
        <p:xfrm>
          <a:off x="4410" y="3887067"/>
          <a:ext cx="2328514" cy="1682380"/>
        </p:xfrm>
        <a:graphic>
          <a:graphicData uri="http://schemas.openxmlformats.org/drawingml/2006/table">
            <a:tbl>
              <a:tblPr firstRow="1" bandRow="1">
                <a:noFill/>
                <a:tableStyleId>{A521BE36-7E6F-4EC9-8D66-1CF97A6895EC}</a:tableStyleId>
              </a:tblPr>
              <a:tblGrid>
                <a:gridCol w="383610">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7"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32714389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99B5D207-94F5-A825-5F44-53008CB70C6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18C3C5D-5721-AE33-16D6-C639F1152F64}"/>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a:extLst>
              <a:ext uri="{FF2B5EF4-FFF2-40B4-BE49-F238E27FC236}">
                <a16:creationId xmlns:a16="http://schemas.microsoft.com/office/drawing/2014/main" id="{E7FEA88F-FA08-7FB6-5628-3A1BBE63AC93}"/>
              </a:ext>
            </a:extLst>
          </p:cNvPr>
          <p:cNvGraphicFramePr/>
          <p:nvPr>
            <p:extLst>
              <p:ext uri="{D42A27DB-BD31-4B8C-83A1-F6EECF244321}">
                <p14:modId xmlns:p14="http://schemas.microsoft.com/office/powerpoint/2010/main" val="3157446518"/>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a:ln>
                            <a:noFill/>
                          </a:ln>
                          <a:solidFill>
                            <a:srgbClr val="000000"/>
                          </a:solidFill>
                          <a:effectLst/>
                          <a:uLnTx/>
                          <a:uFillTx/>
                          <a:latin typeface="Calibri"/>
                          <a:cs typeface="Calibri"/>
                          <a:sym typeface="Arial"/>
                        </a:rPr>
                        <a:t>Select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30200012-E468-18B2-216D-48714025F466}"/>
              </a:ext>
            </a:extLst>
          </p:cNvPr>
          <p:cNvGraphicFramePr/>
          <p:nvPr>
            <p:extLst>
              <p:ext uri="{D42A27DB-BD31-4B8C-83A1-F6EECF244321}">
                <p14:modId xmlns:p14="http://schemas.microsoft.com/office/powerpoint/2010/main" val="308235595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A01A746F-6B7E-DB98-0976-5BB14DE13E91}"/>
              </a:ext>
            </a:extLst>
          </p:cNvPr>
          <p:cNvSpPr/>
          <p:nvPr/>
        </p:nvSpPr>
        <p:spPr>
          <a:xfrm>
            <a:off x="1556297" y="3272540"/>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64B2B16-EF5B-E611-BDD0-7E6394A26D50}"/>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AE1C1C-220D-B0F2-791D-3C4C376B7621}"/>
              </a:ext>
            </a:extLst>
          </p:cNvPr>
          <p:cNvGraphicFramePr/>
          <p:nvPr>
            <p:extLst>
              <p:ext uri="{D42A27DB-BD31-4B8C-83A1-F6EECF244321}">
                <p14:modId xmlns:p14="http://schemas.microsoft.com/office/powerpoint/2010/main" val="4249793805"/>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92950946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9E5A5980-A613-0E95-85F1-E2324E823F2F}"/>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855A597F-C48B-405D-8491-73D3210B7A9D}"/>
              </a:ext>
            </a:extLst>
          </p:cNvPr>
          <p:cNvGraphicFramePr/>
          <p:nvPr>
            <p:extLst>
              <p:ext uri="{D42A27DB-BD31-4B8C-83A1-F6EECF244321}">
                <p14:modId xmlns:p14="http://schemas.microsoft.com/office/powerpoint/2010/main" val="3581496116"/>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rgbClr val="FFC000"/>
                          </a:solidFill>
                        </a:rPr>
                        <a:t>A-CDM REQ Pushback +-5min of TSAT</a:t>
                      </a:r>
                    </a:p>
                    <a:p>
                      <a:pPr marL="0" marR="0" lvl="0" indent="0" algn="ctr" rtl="0">
                        <a:spcBef>
                          <a:spcPts val="0"/>
                        </a:spcBef>
                        <a:spcAft>
                          <a:spcPts val="0"/>
                        </a:spcAft>
                        <a:buNone/>
                      </a:pPr>
                      <a:r>
                        <a:rPr lang="en-US" sz="800" u="none" strike="noStrike" cap="none" dirty="0">
                          <a:solidFill>
                            <a:srgbClr val="FFC000"/>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6000 </a:t>
                      </a:r>
                      <a:r>
                        <a:rPr lang="en-US" altLang="ko-Kore-KR" sz="800" b="1" u="none" strike="noStrike" cap="none" dirty="0">
                          <a:solidFill>
                            <a:srgbClr val="AA47F5"/>
                          </a:solidFill>
                        </a:rPr>
                        <a:t>19 SPD 220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6000 </a:t>
                      </a:r>
                      <a:r>
                        <a:rPr lang="en-US" altLang="ko-Kore-KR" sz="800" b="1" u="none" strike="noStrike" cap="none" dirty="0">
                          <a:solidFill>
                            <a:srgbClr val="AA47F5"/>
                          </a:solidFill>
                        </a:rPr>
                        <a:t>01 SPD 220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1F10B8F5-DD3C-E806-2399-0B55EA831B92}"/>
              </a:ext>
            </a:extLst>
          </p:cNvPr>
          <p:cNvGraphicFramePr/>
          <p:nvPr>
            <p:extLst>
              <p:ext uri="{D42A27DB-BD31-4B8C-83A1-F6EECF244321}">
                <p14:modId xmlns:p14="http://schemas.microsoft.com/office/powerpoint/2010/main" val="3711173332"/>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70D75DE1-AB36-BFF6-2378-DAA2470D4B35}"/>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A626E9F3-3BD8-571C-E8A9-47893F54E49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447901D8-8E94-7DDD-1181-49B999F021E1}"/>
              </a:ext>
            </a:extLst>
          </p:cNvPr>
          <p:cNvSpPr txBox="1"/>
          <p:nvPr/>
        </p:nvSpPr>
        <p:spPr>
          <a:xfrm>
            <a:off x="48383" y="2615494"/>
            <a:ext cx="1987724"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 126.17</a:t>
            </a:r>
          </a:p>
        </p:txBody>
      </p:sp>
      <p:graphicFrame>
        <p:nvGraphicFramePr>
          <p:cNvPr id="8" name="Google Shape;283;p17">
            <a:extLst>
              <a:ext uri="{FF2B5EF4-FFF2-40B4-BE49-F238E27FC236}">
                <a16:creationId xmlns:a16="http://schemas.microsoft.com/office/drawing/2014/main" id="{D551205A-3445-9BCA-CAC0-972BC6C74C7F}"/>
              </a:ext>
            </a:extLst>
          </p:cNvPr>
          <p:cNvGraphicFramePr/>
          <p:nvPr>
            <p:extLst>
              <p:ext uri="{D42A27DB-BD31-4B8C-83A1-F6EECF244321}">
                <p14:modId xmlns:p14="http://schemas.microsoft.com/office/powerpoint/2010/main" val="1724684739"/>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6737285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F0C49606-FFF5-DF39-5B20-990CD9CC0BB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394C13-593B-4CCD-D4AE-3878AACC8024}"/>
              </a:ext>
            </a:extLst>
          </p:cNvPr>
          <p:cNvSpPr txBox="1"/>
          <p:nvPr/>
        </p:nvSpPr>
        <p:spPr>
          <a:xfrm>
            <a:off x="-58296" y="2865194"/>
            <a:ext cx="1213794"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a:t>
            </a:r>
          </a:p>
        </p:txBody>
      </p:sp>
      <p:graphicFrame>
        <p:nvGraphicFramePr>
          <p:cNvPr id="292" name="Google Shape;292;p18">
            <a:extLst>
              <a:ext uri="{FF2B5EF4-FFF2-40B4-BE49-F238E27FC236}">
                <a16:creationId xmlns:a16="http://schemas.microsoft.com/office/drawing/2014/main" id="{2AB3A285-0168-1B50-1B16-E95B84CEE972}"/>
              </a:ext>
            </a:extLst>
          </p:cNvPr>
          <p:cNvGraphicFramePr/>
          <p:nvPr>
            <p:extLst>
              <p:ext uri="{D42A27DB-BD31-4B8C-83A1-F6EECF244321}">
                <p14:modId xmlns:p14="http://schemas.microsoft.com/office/powerpoint/2010/main" val="389808273"/>
              </p:ext>
            </p:extLst>
          </p:nvPr>
        </p:nvGraphicFramePr>
        <p:xfrm>
          <a:off x="-2500" y="3461751"/>
          <a:ext cx="2328849" cy="2145037"/>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932777">
                  <a:extLst>
                    <a:ext uri="{9D8B030D-6E8A-4147-A177-3AD203B41FA5}">
                      <a16:colId xmlns:a16="http://schemas.microsoft.com/office/drawing/2014/main" val="20001"/>
                    </a:ext>
                  </a:extLst>
                </a:gridCol>
                <a:gridCol w="324679">
                  <a:extLst>
                    <a:ext uri="{9D8B030D-6E8A-4147-A177-3AD203B41FA5}">
                      <a16:colId xmlns:a16="http://schemas.microsoft.com/office/drawing/2014/main" val="502366202"/>
                    </a:ext>
                  </a:extLst>
                </a:gridCol>
                <a:gridCol w="610192">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SIN </a:t>
                      </a:r>
                      <a:r>
                        <a:rPr lang="en-US" altLang="ko-Kore-KR" sz="800" dirty="0">
                          <a:solidFill>
                            <a:srgbClr val="00B0F0"/>
                          </a:solidFill>
                        </a:rPr>
                        <a:t>[023/203]</a:t>
                      </a:r>
                      <a:r>
                        <a:rPr lang="en-US" altLang="ko-Kore-KR" sz="800" dirty="0"/>
                        <a:t> TL130 UTC+8, </a:t>
                      </a:r>
                      <a:r>
                        <a:rPr lang="en-US" altLang="ko-Kore-KR" sz="800" dirty="0">
                          <a:solidFill>
                            <a:srgbClr val="00B0F0"/>
                          </a:solidFill>
                        </a:rPr>
                        <a:t>CPDLC WSJC -10min FIR</a:t>
                      </a:r>
                    </a:p>
                    <a:p>
                      <a:pPr marL="0" marR="0" lvl="0" indent="0" algn="ctr" rtl="0">
                        <a:spcBef>
                          <a:spcPts val="0"/>
                        </a:spcBef>
                        <a:spcAft>
                          <a:spcPts val="0"/>
                        </a:spcAft>
                        <a:buNone/>
                      </a:pPr>
                      <a:r>
                        <a:rPr lang="en-US" altLang="ko-Kore-KR" sz="800" dirty="0">
                          <a:solidFill>
                            <a:srgbClr val="FFC000"/>
                          </a:solidFill>
                        </a:rPr>
                        <a:t>SPD CTL via STAR Chart, No IAF RDR Vector</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02L</a:t>
                      </a:r>
                      <a:r>
                        <a:rPr lang="en-US" sz="800" b="0" dirty="0"/>
                        <a:t>/C/R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MABAL/KARTO </a:t>
                      </a:r>
                      <a:r>
                        <a:rPr lang="en-US" sz="800" b="1" dirty="0" err="1"/>
                        <a:t>xxA</a:t>
                      </a:r>
                      <a:endParaRPr lang="en-US" sz="800" b="1" dirty="0"/>
                    </a:p>
                  </a:txBody>
                  <a:tcPr marL="36000" marR="36000" marT="36000" marB="36000" anchor="ctr"/>
                </a:tc>
                <a:tc>
                  <a:txBody>
                    <a:bodyPr/>
                    <a:lstStyle/>
                    <a:p>
                      <a:pPr algn="ctr"/>
                      <a:r>
                        <a:rPr lang="en-US" altLang="ko-Kore-KR" sz="800" b="1" dirty="0"/>
                        <a:t>No Tx</a:t>
                      </a:r>
                    </a:p>
                  </a:txBody>
                  <a:tcPr marL="36000" marR="36000" marT="36000" marB="36000" anchor="ctr"/>
                </a:tc>
                <a:tc>
                  <a:txBody>
                    <a:bodyPr/>
                    <a:lstStyle/>
                    <a:p>
                      <a:pPr marL="0" marR="0" lvl="0" indent="0" algn="ctr" rtl="0">
                        <a:spcBef>
                          <a:spcPts val="0"/>
                        </a:spcBef>
                        <a:spcAft>
                          <a:spcPts val="0"/>
                        </a:spcAft>
                        <a:buNone/>
                      </a:pPr>
                      <a:r>
                        <a:rPr lang="en-US" sz="800" b="1" dirty="0"/>
                        <a:t>ILS 02L</a:t>
                      </a:r>
                      <a:r>
                        <a:rPr lang="en-US" sz="800" b="0" dirty="0"/>
                        <a:t>/C/R</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20R</a:t>
                      </a:r>
                      <a:r>
                        <a:rPr lang="en-US" sz="800" b="0" dirty="0"/>
                        <a:t>/C/L</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20R</a:t>
                      </a:r>
                      <a:r>
                        <a:rPr lang="en-US" sz="800" b="0" dirty="0"/>
                        <a:t>/C</a:t>
                      </a:r>
                    </a:p>
                    <a:p>
                      <a:pPr algn="ctr"/>
                      <a:r>
                        <a:rPr lang="en-US" altLang="ko-Kore-KR" sz="800" b="0" dirty="0"/>
                        <a:t>RNP 20L</a:t>
                      </a:r>
                      <a:endParaRPr lang="ko-Kore-KR" altLang="en-US" b="0" dirty="0"/>
                    </a:p>
                  </a:txBody>
                  <a:tcPr marL="36000" marR="36000" marT="36000" marB="36000" anchor="ctr"/>
                </a:tc>
                <a:extLst>
                  <a:ext uri="{0D108BD9-81ED-4DB2-BD59-A6C34878D82A}">
                    <a16:rowId xmlns:a16="http://schemas.microsoft.com/office/drawing/2014/main" val="10002"/>
                  </a:ext>
                </a:extLst>
              </a:tr>
              <a:tr h="0">
                <a:tc gridSpan="4">
                  <a:txBody>
                    <a:bodyPr/>
                    <a:lstStyle/>
                    <a:p>
                      <a:pPr marL="0" marR="0" lvl="0" indent="0" algn="ctr" rtl="0">
                        <a:spcBef>
                          <a:spcPts val="0"/>
                        </a:spcBef>
                        <a:spcAft>
                          <a:spcPts val="0"/>
                        </a:spcAft>
                        <a:buNone/>
                      </a:pPr>
                      <a:r>
                        <a:rPr lang="en-US" sz="800" b="1" dirty="0">
                          <a:solidFill>
                            <a:srgbClr val="0070C0"/>
                          </a:solidFill>
                        </a:rPr>
                        <a:t>RNP 02R/20L </a:t>
                      </a:r>
                      <a:r>
                        <a:rPr lang="en-US" sz="800" b="0" dirty="0">
                          <a:solidFill>
                            <a:srgbClr val="0070C0"/>
                          </a:solidFill>
                        </a:rPr>
                        <a:t>: L/D CHK -&gt; LUVUL/OBGIS -&gt; Arm APPR</a:t>
                      </a:r>
                      <a:endParaRPr sz="800" b="0"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algn="ctr"/>
                      <a:endParaRPr lang="ko-Kore-KR" altLang="en-US" dirty="0"/>
                    </a:p>
                  </a:txBody>
                  <a:tcPr marL="36000" marR="36000" marT="36000" marB="36000" anchor="ctr"/>
                </a:tc>
                <a:tc hMerge="1">
                  <a:txBody>
                    <a:bodyPr/>
                    <a:lstStyle/>
                    <a:p>
                      <a:pPr algn="ctr"/>
                      <a:endParaRPr lang="ko-Kore-KR" altLang="en-US" b="0" dirty="0"/>
                    </a:p>
                  </a:txBody>
                  <a:tcPr marL="36000" marR="36000" marT="36000" marB="36000" anchor="ctr"/>
                </a:tc>
                <a:extLst>
                  <a:ext uri="{0D108BD9-81ED-4DB2-BD59-A6C34878D82A}">
                    <a16:rowId xmlns:a16="http://schemas.microsoft.com/office/drawing/2014/main" val="3684390978"/>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VTK </a:t>
                      </a:r>
                      <a:r>
                        <a:rPr lang="en-US" altLang="ko-KR" sz="700" b="1" dirty="0">
                          <a:solidFill>
                            <a:srgbClr val="C00000"/>
                          </a:solidFill>
                        </a:rPr>
                        <a:t>02L ICW, 02C ICE, 02R ICX, 20R ICH, 20C ICC</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/4 (150kts)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02L : W5(6519’), W4(7916’), 20R : W6(5498’), W7(6423’)</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02C : T6(6781’), T5 (8467’), 20C : T7 (6420’), T8 (7910’)</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02R : A6(6738’), A5 (7995’), 20L : A7 (6250’), A8 (7395’)</a:t>
                      </a:r>
                      <a:r>
                        <a:rPr lang="en-US" sz="800" dirty="0">
                          <a:solidFill>
                            <a:srgbClr val="0070C0"/>
                          </a:solidFill>
                        </a:rPr>
                        <a:t> </a:t>
                      </a:r>
                      <a:endParaRPr dirty="0">
                        <a:solidFill>
                          <a:srgbClr val="0070C0"/>
                        </a:solidFill>
                      </a:endParaRPr>
                    </a:p>
                  </a:txBody>
                  <a:tcPr marL="0" marR="0" marT="0" marB="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 Unable ATC,</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Exit TWY 2 way but Same Name</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VTK Out of A/P</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TWY R/S Max 20kts</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E895D84C-0C71-0772-9452-07B7DB9F1199}"/>
              </a:ext>
            </a:extLst>
          </p:cNvPr>
          <p:cNvGraphicFramePr/>
          <p:nvPr>
            <p:extLst>
              <p:ext uri="{D42A27DB-BD31-4B8C-83A1-F6EECF244321}">
                <p14:modId xmlns:p14="http://schemas.microsoft.com/office/powerpoint/2010/main" val="1408841505"/>
              </p:ext>
            </p:extLst>
          </p:nvPr>
        </p:nvGraphicFramePr>
        <p:xfrm>
          <a:off x="-2501" y="9878"/>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SATS Flt </a:t>
                      </a:r>
                      <a:r>
                        <a:rPr lang="en-US" sz="900" dirty="0" err="1"/>
                        <a:t>Oper</a:t>
                      </a:r>
                      <a:endParaRPr lang="en-US" sz="900" dirty="0"/>
                    </a:p>
                    <a:p>
                      <a:pPr marL="0" marR="0" lvl="0" indent="0" algn="ctr" rtl="0">
                        <a:spcBef>
                          <a:spcPts val="0"/>
                        </a:spcBef>
                        <a:spcAft>
                          <a:spcPts val="0"/>
                        </a:spcAft>
                        <a:buNone/>
                      </a:pPr>
                      <a:r>
                        <a:rPr lang="en-US" sz="900" dirty="0"/>
                        <a:t>131.22</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FBFED222-17CE-20B8-B323-CF56CB624CAE}"/>
              </a:ext>
            </a:extLst>
          </p:cNvPr>
          <p:cNvSpPr/>
          <p:nvPr/>
        </p:nvSpPr>
        <p:spPr>
          <a:xfrm>
            <a:off x="1556297" y="3113516"/>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990DC534-D0A7-48CD-DE5B-5B1B76D3E9FA}"/>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4B58BFD-6D9A-258A-D607-D33A33F27214}"/>
              </a:ext>
            </a:extLst>
          </p:cNvPr>
          <p:cNvGraphicFramePr/>
          <p:nvPr>
            <p:extLst>
              <p:ext uri="{D42A27DB-BD31-4B8C-83A1-F6EECF244321}">
                <p14:modId xmlns:p14="http://schemas.microsoft.com/office/powerpoint/2010/main" val="2741821316"/>
              </p:ext>
            </p:extLst>
          </p:nvPr>
        </p:nvGraphicFramePr>
        <p:xfrm>
          <a:off x="1" y="649823"/>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8784056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60C80D35-56E4-AB1F-6FA1-032DCE65DC9D}"/>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13160D96-40B8-6869-8042-62C091043861}"/>
              </a:ext>
            </a:extLst>
          </p:cNvPr>
          <p:cNvGraphicFramePr/>
          <p:nvPr>
            <p:extLst>
              <p:ext uri="{D42A27DB-BD31-4B8C-83A1-F6EECF244321}">
                <p14:modId xmlns:p14="http://schemas.microsoft.com/office/powerpoint/2010/main" val="2486180904"/>
              </p:ext>
            </p:extLst>
          </p:nvPr>
        </p:nvGraphicFramePr>
        <p:xfrm>
          <a:off x="-11023" y="643000"/>
          <a:ext cx="2340701" cy="172057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SIN : RNAV SID (NADP 1) TA 11000</a:t>
                      </a:r>
                    </a:p>
                    <a:p>
                      <a:pPr marL="0" marR="0" lvl="0" indent="0" algn="ctr" rtl="0">
                        <a:spcBef>
                          <a:spcPts val="0"/>
                        </a:spcBef>
                        <a:spcAft>
                          <a:spcPts val="0"/>
                        </a:spcAft>
                        <a:buNone/>
                      </a:pPr>
                      <a:r>
                        <a:rPr lang="en-US" sz="800" u="none" strike="noStrike" cap="none" dirty="0">
                          <a:solidFill>
                            <a:srgbClr val="FFC000"/>
                          </a:solidFill>
                        </a:rPr>
                        <a:t>REQ P/B +-5min of TSAT, </a:t>
                      </a:r>
                      <a:r>
                        <a:rPr lang="en-US" sz="800" u="none" strike="noStrike" cap="none" dirty="0">
                          <a:solidFill>
                            <a:srgbClr val="00B0F0"/>
                          </a:solidFill>
                        </a:rPr>
                        <a:t>CPDLC WSJC Before DEP</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20C</a:t>
                      </a:r>
                      <a:r>
                        <a:rPr lang="en-US" sz="800" b="0" u="none" strike="noStrike" cap="none" dirty="0">
                          <a:solidFill>
                            <a:schemeClr val="bg1"/>
                          </a:solidFill>
                        </a:rPr>
                        <a:t>/R</a:t>
                      </a:r>
                    </a:p>
                    <a:p>
                      <a:pPr marL="0" marR="0" lvl="0" indent="0" algn="ctr" rtl="0">
                        <a:spcBef>
                          <a:spcPts val="0"/>
                        </a:spcBef>
                        <a:spcAft>
                          <a:spcPts val="0"/>
                        </a:spcAft>
                        <a:buNone/>
                      </a:pPr>
                      <a:r>
                        <a:rPr lang="en-US" sz="800" b="0" u="none" strike="noStrike" cap="none" dirty="0">
                          <a:solidFill>
                            <a:schemeClr val="bg1"/>
                          </a:solidFill>
                        </a:rPr>
                        <a:t>20L</a:t>
                      </a:r>
                    </a:p>
                  </a:txBody>
                  <a:tcPr marL="36000" marR="36000" marT="36000" marB="36000" anchor="ctr"/>
                </a:tc>
                <a:tc gridSpan="3">
                  <a:txBody>
                    <a:bodyPr/>
                    <a:lstStyle/>
                    <a:p>
                      <a:pPr algn="ctr"/>
                      <a:r>
                        <a:rPr lang="en-US" sz="800" b="1" u="none" strike="noStrike" cap="none" dirty="0">
                          <a:solidFill>
                            <a:srgbClr val="0070C0"/>
                          </a:solidFill>
                        </a:rPr>
                        <a:t>TOMAN xx</a:t>
                      </a:r>
                    </a:p>
                    <a:p>
                      <a:pPr algn="ctr"/>
                      <a:r>
                        <a:rPr lang="en-US" altLang="ko-Kore-KR" sz="800" b="0" u="none" strike="noStrike" cap="none" dirty="0">
                          <a:solidFill>
                            <a:schemeClr val="bg1"/>
                          </a:solidFill>
                        </a:rPr>
                        <a:t>CHANGI </a:t>
                      </a:r>
                      <a:r>
                        <a:rPr lang="en-US" altLang="ko-Kore-KR" sz="800" b="0" u="none" strike="noStrike" cap="none" dirty="0" err="1">
                          <a:solidFill>
                            <a:schemeClr val="bg1"/>
                          </a:solidFill>
                        </a:rPr>
                        <a:t>xD</a:t>
                      </a:r>
                      <a:endParaRPr lang="ko-Kore-KR" b="0"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203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a:t>
                      </a:r>
                      <a:endParaRPr lang="ko-Kore-KR" altLang="en-US" sz="800" dirty="0">
                        <a:solidFill>
                          <a:srgbClr val="00B05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02C</a:t>
                      </a:r>
                      <a:r>
                        <a:rPr lang="en-US" sz="800" b="0" u="none" strike="noStrike" cap="none" dirty="0">
                          <a:solidFill>
                            <a:schemeClr val="bg1"/>
                          </a:solidFill>
                        </a:rPr>
                        <a:t>/L/R</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TOMAN xx</a:t>
                      </a:r>
                    </a:p>
                    <a:p>
                      <a:pPr marL="0" marR="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CHANGI </a:t>
                      </a:r>
                      <a:r>
                        <a:rPr kumimoji="0" lang="en-US" altLang="ko-Kore-KR" sz="800" b="0" i="0" u="none" strike="noStrike" kern="1200" cap="none" spc="0" normalizeH="0" baseline="0" noProof="0" dirty="0" err="1">
                          <a:ln>
                            <a:noFill/>
                          </a:ln>
                          <a:solidFill>
                            <a:prstClr val="black"/>
                          </a:solidFill>
                          <a:effectLst/>
                          <a:uLnTx/>
                          <a:uFillTx/>
                          <a:latin typeface="Calibri"/>
                          <a:cs typeface="Calibri"/>
                        </a:rPr>
                        <a:t>xC</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023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VTK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116.5</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20C ICC</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109.7</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20R ICH</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02C ICE</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108.3</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02L ICW 110.9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G18-21 Standard P/B, TWY R/S Max 20kts</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Cross LUSMO xxx, T/O Before xxx</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RWY 20C/R : CHK Min Climb Grad by NAVBLUE</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FCD65549-5296-57C2-43A8-7C22DCC7F045}"/>
              </a:ext>
            </a:extLst>
          </p:cNvPr>
          <p:cNvGraphicFramePr/>
          <p:nvPr>
            <p:extLst>
              <p:ext uri="{D42A27DB-BD31-4B8C-83A1-F6EECF244321}">
                <p14:modId xmlns:p14="http://schemas.microsoft.com/office/powerpoint/2010/main" val="2452251400"/>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SATS Flt </a:t>
                      </a:r>
                      <a:r>
                        <a:rPr lang="en-US" sz="800" dirty="0" err="1"/>
                        <a:t>Oper</a:t>
                      </a:r>
                      <a:r>
                        <a:rPr lang="en-US" sz="800" dirty="0"/>
                        <a:t> 131.22</a:t>
                      </a:r>
                      <a:endParaRPr sz="1200" dirty="0"/>
                    </a:p>
                    <a:p>
                      <a:pPr marL="0" marR="0" lvl="0" indent="0" algn="ctr" rtl="0">
                        <a:spcBef>
                          <a:spcPts val="0"/>
                        </a:spcBef>
                        <a:spcAft>
                          <a:spcPts val="0"/>
                        </a:spcAft>
                        <a:buNone/>
                      </a:pPr>
                      <a:r>
                        <a:rPr lang="en-US" altLang="ko-KR" sz="700" dirty="0">
                          <a:solidFill>
                            <a:srgbClr val="FF0000"/>
                          </a:solidFill>
                        </a:rPr>
                        <a:t>DCL -20min or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41E7312F-46B9-1DC1-A3A5-1814D5BBB6A4}"/>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EAE1DF72-9A2B-A776-0424-A82EB55A905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AFC4874-ECA9-F306-EE1D-8CB2E6F90461}"/>
              </a:ext>
            </a:extLst>
          </p:cNvPr>
          <p:cNvSpPr txBox="1"/>
          <p:nvPr/>
        </p:nvSpPr>
        <p:spPr>
          <a:xfrm>
            <a:off x="48383" y="2443219"/>
            <a:ext cx="1710405"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120.3 – SIN</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 126.17</a:t>
            </a:r>
          </a:p>
        </p:txBody>
      </p:sp>
      <p:graphicFrame>
        <p:nvGraphicFramePr>
          <p:cNvPr id="8" name="Google Shape;283;p17">
            <a:extLst>
              <a:ext uri="{FF2B5EF4-FFF2-40B4-BE49-F238E27FC236}">
                <a16:creationId xmlns:a16="http://schemas.microsoft.com/office/drawing/2014/main" id="{B599C956-C678-03AD-649F-6174B7A64A0C}"/>
              </a:ext>
            </a:extLst>
          </p:cNvPr>
          <p:cNvGraphicFramePr/>
          <p:nvPr>
            <p:extLst>
              <p:ext uri="{D42A27DB-BD31-4B8C-83A1-F6EECF244321}">
                <p14:modId xmlns:p14="http://schemas.microsoft.com/office/powerpoint/2010/main" val="2524038123"/>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10946307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2F3D4B0-8D43-BFE4-3DD4-3603AB1F9F7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72D86D5-2C83-E005-6D23-4A41FA79A156}"/>
              </a:ext>
            </a:extLst>
          </p:cNvPr>
          <p:cNvSpPr txBox="1"/>
          <p:nvPr/>
        </p:nvSpPr>
        <p:spPr>
          <a:xfrm>
            <a:off x="-58296" y="2865194"/>
            <a:ext cx="1213794"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a:t>
            </a:r>
            <a:r>
              <a:rPr kumimoji="1" lang="ko-KR" altLang="en-US" sz="700" b="1" u="sng" dirty="0">
                <a:solidFill>
                  <a:srgbClr val="C00000"/>
                </a:solidFill>
                <a:latin typeface="Gulim" panose="020B0600000101010101" pitchFamily="34" charset="-127"/>
                <a:ea typeface="Gulim" panose="020B0600000101010101" pitchFamily="34" charset="-127"/>
              </a:rPr>
              <a:t> </a:t>
            </a:r>
            <a:r>
              <a:rPr kumimoji="1" lang="en-US" altLang="ko-KR" sz="700" b="1" u="sng" dirty="0">
                <a:solidFill>
                  <a:srgbClr val="C00000"/>
                </a:solidFill>
                <a:latin typeface="Gulim" panose="020B0600000101010101" pitchFamily="34" charset="-127"/>
                <a:ea typeface="Gulim" panose="020B0600000101010101" pitchFamily="34" charset="-127"/>
              </a:rPr>
              <a:t>/20)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a:t>
            </a:r>
          </a:p>
        </p:txBody>
      </p:sp>
      <p:graphicFrame>
        <p:nvGraphicFramePr>
          <p:cNvPr id="292" name="Google Shape;292;p18">
            <a:extLst>
              <a:ext uri="{FF2B5EF4-FFF2-40B4-BE49-F238E27FC236}">
                <a16:creationId xmlns:a16="http://schemas.microsoft.com/office/drawing/2014/main" id="{EF0BA0DA-D3B4-A9A0-9E47-D4D918630B21}"/>
              </a:ext>
            </a:extLst>
          </p:cNvPr>
          <p:cNvGraphicFramePr/>
          <p:nvPr>
            <p:extLst>
              <p:ext uri="{D42A27DB-BD31-4B8C-83A1-F6EECF244321}">
                <p14:modId xmlns:p14="http://schemas.microsoft.com/office/powerpoint/2010/main" val="3325758384"/>
              </p:ext>
            </p:extLst>
          </p:nvPr>
        </p:nvGraphicFramePr>
        <p:xfrm>
          <a:off x="-2500" y="3514759"/>
          <a:ext cx="2321630" cy="2036410"/>
        </p:xfrm>
        <a:graphic>
          <a:graphicData uri="http://schemas.openxmlformats.org/drawingml/2006/table">
            <a:tbl>
              <a:tblPr firstRow="1" bandRow="1">
                <a:noFill/>
                <a:tableStyleId>{A521BE36-7E6F-4EC9-8D66-1CF97A6895EC}</a:tableStyleId>
              </a:tblPr>
              <a:tblGrid>
                <a:gridCol w="335525">
                  <a:extLst>
                    <a:ext uri="{9D8B030D-6E8A-4147-A177-3AD203B41FA5}">
                      <a16:colId xmlns:a16="http://schemas.microsoft.com/office/drawing/2014/main" val="20000"/>
                    </a:ext>
                  </a:extLst>
                </a:gridCol>
                <a:gridCol w="188632">
                  <a:extLst>
                    <a:ext uri="{9D8B030D-6E8A-4147-A177-3AD203B41FA5}">
                      <a16:colId xmlns:a16="http://schemas.microsoft.com/office/drawing/2014/main" val="255263363"/>
                    </a:ext>
                  </a:extLst>
                </a:gridCol>
                <a:gridCol w="717421">
                  <a:extLst>
                    <a:ext uri="{9D8B030D-6E8A-4147-A177-3AD203B41FA5}">
                      <a16:colId xmlns:a16="http://schemas.microsoft.com/office/drawing/2014/main" val="20001"/>
                    </a:ext>
                  </a:extLst>
                </a:gridCol>
                <a:gridCol w="404192">
                  <a:extLst>
                    <a:ext uri="{9D8B030D-6E8A-4147-A177-3AD203B41FA5}">
                      <a16:colId xmlns:a16="http://schemas.microsoft.com/office/drawing/2014/main" val="502366202"/>
                    </a:ext>
                  </a:extLst>
                </a:gridCol>
                <a:gridCol w="675860">
                  <a:extLst>
                    <a:ext uri="{9D8B030D-6E8A-4147-A177-3AD203B41FA5}">
                      <a16:colId xmlns:a16="http://schemas.microsoft.com/office/drawing/2014/main" val="992510185"/>
                    </a:ext>
                  </a:extLst>
                </a:gridCol>
              </a:tblGrid>
              <a:tr h="155749">
                <a:tc gridSpan="5">
                  <a:txBody>
                    <a:bodyPr/>
                    <a:lstStyle/>
                    <a:p>
                      <a:pPr marL="0" marR="0" lvl="0" indent="0" algn="ctr" rtl="0">
                        <a:spcBef>
                          <a:spcPts val="0"/>
                        </a:spcBef>
                        <a:spcAft>
                          <a:spcPts val="0"/>
                        </a:spcAft>
                        <a:buNone/>
                      </a:pPr>
                      <a:r>
                        <a:rPr lang="en-US" altLang="ko-Kore-KR" sz="800" dirty="0"/>
                        <a:t>DAD </a:t>
                      </a:r>
                      <a:r>
                        <a:rPr lang="en-US" altLang="ko-Kore-KR" sz="800" dirty="0">
                          <a:solidFill>
                            <a:srgbClr val="00B0F0"/>
                          </a:solidFill>
                        </a:rPr>
                        <a:t>[353/175]</a:t>
                      </a:r>
                      <a:r>
                        <a:rPr lang="en-US" altLang="ko-Kore-KR" sz="800" dirty="0"/>
                        <a:t> : STAR TL100 UTC+7, </a:t>
                      </a:r>
                      <a:r>
                        <a:rPr lang="en-US" altLang="ko-Kore-KR" sz="800" dirty="0">
                          <a:solidFill>
                            <a:srgbClr val="00B0F0"/>
                          </a:solidFill>
                        </a:rPr>
                        <a:t>C/S xxx Heavy</a:t>
                      </a:r>
                    </a:p>
                    <a:p>
                      <a:pPr marL="0" marR="0" lvl="0" indent="0" algn="ctr" rtl="0">
                        <a:spcBef>
                          <a:spcPts val="0"/>
                        </a:spcBef>
                        <a:spcAft>
                          <a:spcPts val="0"/>
                        </a:spcAft>
                        <a:buNone/>
                      </a:pPr>
                      <a:r>
                        <a:rPr lang="en-US" altLang="ko-Kore-KR" sz="800" dirty="0">
                          <a:solidFill>
                            <a:srgbClr val="FFC000"/>
                          </a:solidFill>
                        </a:rPr>
                        <a:t>SPD CTL via STAR Chart, </a:t>
                      </a:r>
                      <a:r>
                        <a:rPr lang="en-US" altLang="ko-Kore-KR" sz="800" dirty="0">
                          <a:solidFill>
                            <a:srgbClr val="C00000"/>
                          </a:solidFill>
                        </a:rPr>
                        <a:t>Do Not VOR 17 CAAV Auth</a:t>
                      </a:r>
                      <a:endParaRPr lang="en-US" altLang="ko-Kore-KR" sz="800" b="1" dirty="0">
                        <a:solidFill>
                          <a:srgbClr val="C00000"/>
                        </a:solidFill>
                      </a:endParaRPr>
                    </a:p>
                  </a:txBody>
                  <a:tcPr marL="0" marR="0" marT="45725" marB="45725"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35L</a:t>
                      </a:r>
                      <a:r>
                        <a:rPr lang="en-US" sz="800" b="0" dirty="0"/>
                        <a:t>/R</a:t>
                      </a:r>
                      <a:endParaRPr sz="800" b="0"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p>
                      <a:pPr marL="0" marR="0" lvl="0" indent="0" algn="ctr" rtl="0">
                        <a:spcBef>
                          <a:spcPts val="0"/>
                        </a:spcBef>
                        <a:spcAft>
                          <a:spcPts val="0"/>
                        </a:spcAft>
                        <a:buNone/>
                      </a:pPr>
                      <a:r>
                        <a:rPr lang="en-US" sz="800" b="0" dirty="0"/>
                        <a:t>L/K : RNAV </a:t>
                      </a:r>
                      <a:r>
                        <a:rPr lang="en-US" sz="800" b="0" dirty="0" err="1"/>
                        <a:t>Arrs</a:t>
                      </a:r>
                      <a:endParaRPr sz="800" b="0" dirty="0"/>
                    </a:p>
                  </a:txBody>
                  <a:tcPr marL="36000" marR="36000" marT="36000" marB="36000" anchor="ctr"/>
                </a:tc>
                <a:tc hMerge="1">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txBody>
                  <a:tcPr marL="36000" marR="36000" marT="36000" marB="36000" anchor="ctr"/>
                </a:tc>
                <a:tc>
                  <a:txBody>
                    <a:bodyPr/>
                    <a:lstStyle/>
                    <a:p>
                      <a:pPr algn="ctr"/>
                      <a:r>
                        <a:rPr lang="en-US" altLang="ko-Kore-KR" sz="800" b="1" dirty="0"/>
                        <a:t>TAMLA</a:t>
                      </a:r>
                    </a:p>
                  </a:txBody>
                  <a:tcPr marL="36000" marR="36000" marT="36000" marB="36000" anchor="ctr"/>
                </a:tc>
                <a:tc>
                  <a:txBody>
                    <a:bodyPr/>
                    <a:lstStyle/>
                    <a:p>
                      <a:pPr marL="0" marR="0" lvl="0" indent="0" algn="ctr" rtl="0">
                        <a:spcBef>
                          <a:spcPts val="0"/>
                        </a:spcBef>
                        <a:spcAft>
                          <a:spcPts val="0"/>
                        </a:spcAft>
                        <a:buNone/>
                      </a:pPr>
                      <a:r>
                        <a:rPr lang="en-US" sz="800" b="1" dirty="0"/>
                        <a:t>ILS V 35L</a:t>
                      </a:r>
                      <a:r>
                        <a:rPr lang="en-US" sz="800" b="0" dirty="0"/>
                        <a:t>/R</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17R</a:t>
                      </a:r>
                      <a:r>
                        <a:rPr lang="en-US" sz="800" b="0" dirty="0"/>
                        <a:t>/L</a:t>
                      </a:r>
                      <a:endParaRPr sz="800" b="0" dirty="0"/>
                    </a:p>
                  </a:txBody>
                  <a:tcPr marL="36000" marR="36000" marT="36000" marB="36000" anchor="ctr"/>
                </a:tc>
                <a:tc gridSpan="2">
                  <a:txBody>
                    <a:bodyPr/>
                    <a:lstStyle/>
                    <a:p>
                      <a:pPr marL="0" marR="0" lvl="0" indent="0" algn="ctr" rtl="0">
                        <a:spcBef>
                          <a:spcPts val="0"/>
                        </a:spcBef>
                        <a:spcAft>
                          <a:spcPts val="0"/>
                        </a:spcAft>
                        <a:buNone/>
                      </a:pPr>
                      <a:r>
                        <a:rPr kumimoji="0" lang="en-US" sz="800" b="0" i="0" u="none" strike="noStrike" kern="0" cap="none" spc="0" normalizeH="0" baseline="0" noProof="0" dirty="0">
                          <a:ln>
                            <a:noFill/>
                          </a:ln>
                          <a:solidFill>
                            <a:srgbClr val="000000"/>
                          </a:solidFill>
                          <a:effectLst/>
                          <a:uLnTx/>
                          <a:uFillTx/>
                          <a:latin typeface="Calibri"/>
                          <a:cs typeface="Calibri"/>
                          <a:sym typeface="Arial"/>
                        </a:rPr>
                        <a:t>ILS Y 35R -&gt; Circle</a:t>
                      </a:r>
                      <a:r>
                        <a:rPr kumimoji="0" lang="en-US" sz="800" b="1" i="0" u="none" strike="noStrike" kern="0" cap="none" spc="0" normalizeH="0" baseline="0" noProof="0" dirty="0">
                          <a:ln>
                            <a:noFill/>
                          </a:ln>
                          <a:solidFill>
                            <a:srgbClr val="000000"/>
                          </a:solidFill>
                          <a:effectLst/>
                          <a:uLnTx/>
                          <a:uFillTx/>
                          <a:latin typeface="Calibri"/>
                          <a:cs typeface="Calibri"/>
                          <a:sym typeface="Arial"/>
                        </a:rPr>
                        <a:t> </a:t>
                      </a:r>
                      <a:endParaRPr sz="800" b="0" dirty="0"/>
                    </a:p>
                  </a:txBody>
                  <a:tcPr marL="36000" marR="36000" marT="36000" marB="36000" anchor="ctr"/>
                </a:tc>
                <a:tc hMerge="1">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Vector</a:t>
                      </a:r>
                      <a:endParaRPr lang="ko-Kore-KR" altLang="en-US" dirty="0"/>
                    </a:p>
                  </a:txBody>
                  <a:tcPr marL="36000" marR="36000" marT="36000" marB="36000" anchor="ctr"/>
                </a:tc>
                <a:tc>
                  <a:txBody>
                    <a:bodyPr/>
                    <a:lstStyle/>
                    <a:p>
                      <a:pPr algn="ctr"/>
                      <a:r>
                        <a:rPr lang="en-US" sz="800" b="1" dirty="0"/>
                        <a:t>VIS 17R/L </a:t>
                      </a:r>
                      <a:r>
                        <a:rPr lang="en-US" sz="800" b="1" dirty="0">
                          <a:solidFill>
                            <a:srgbClr val="C00000"/>
                          </a:solidFill>
                        </a:rPr>
                        <a:t>3.5</a:t>
                      </a:r>
                      <a:endParaRPr lang="ko-Kore-KR" altLang="en-US" b="0" dirty="0">
                        <a:solidFill>
                          <a:srgbClr val="C00000"/>
                        </a:solidFill>
                      </a:endParaRPr>
                    </a:p>
                  </a:txBody>
                  <a:tcPr marL="36000" marR="36000" marT="36000" marB="36000" anchor="ctr"/>
                </a:tc>
                <a:extLst>
                  <a:ext uri="{0D108BD9-81ED-4DB2-BD59-A6C34878D82A}">
                    <a16:rowId xmlns:a16="http://schemas.microsoft.com/office/drawing/2014/main" val="10002"/>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DAN, </a:t>
                      </a:r>
                      <a:r>
                        <a:rPr lang="en-US" altLang="ko-KR" sz="800" b="1" dirty="0">
                          <a:solidFill>
                            <a:srgbClr val="C00000"/>
                          </a:solidFill>
                        </a:rPr>
                        <a:t>35L DAD, 35R IDR</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/12 (200tks), /5 (160kts)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35L : G4(6702’), G6(9803’), 17R : G2(7089’), G1(9776’)</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chemeClr val="bg1"/>
                          </a:solidFill>
                        </a:rPr>
                        <a:t>35R : E4(7198’), E6(10275’), 17L : E2(8044’), E1(10754’)</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rgbClr val="0070C0"/>
                          </a:solidFill>
                        </a:rPr>
                        <a:t>NO RAPID EXIT TWY, 90 Degree TURN</a:t>
                      </a:r>
                    </a:p>
                  </a:txBody>
                  <a:tcPr marL="0" marR="0" marT="0" marB="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5">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Follow me Car on E</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E2,3,4 Narrow Over-steering</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Gate IN From TWY E Only,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5m 1kts</a:t>
                      </a:r>
                      <a:r>
                        <a:rPr kumimoji="0" lang="ko-KR" altLang="en-US" sz="800" b="1" i="0" u="none" strike="noStrike" kern="0" cap="none" spc="0" normalizeH="0" baseline="0" noProof="0" dirty="0">
                          <a:ln>
                            <a:noFill/>
                          </a:ln>
                          <a:solidFill>
                            <a:srgbClr val="7030A0"/>
                          </a:solidFill>
                          <a:effectLst/>
                          <a:uLnTx/>
                          <a:uFillTx/>
                          <a:latin typeface="Calibri"/>
                          <a:cs typeface="Calibri"/>
                          <a:sym typeface="Arial"/>
                        </a:rPr>
                        <a:t>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Ready for STOP</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a:t>
                      </a:r>
                      <a:endParaRPr lang="en-US" sz="800" b="1"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FCB3BB01-F667-CB8A-7E9B-BA07DF0884E9}"/>
              </a:ext>
            </a:extLst>
          </p:cNvPr>
          <p:cNvGraphicFramePr/>
          <p:nvPr>
            <p:extLst>
              <p:ext uri="{D42A27DB-BD31-4B8C-83A1-F6EECF244321}">
                <p14:modId xmlns:p14="http://schemas.microsoft.com/office/powerpoint/2010/main" val="607164884"/>
              </p:ext>
            </p:extLst>
          </p:nvPr>
        </p:nvGraphicFramePr>
        <p:xfrm>
          <a:off x="-2501" y="9878"/>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85AA3A2C-334E-A23E-7426-36B5CC8D4263}"/>
              </a:ext>
            </a:extLst>
          </p:cNvPr>
          <p:cNvSpPr/>
          <p:nvPr/>
        </p:nvSpPr>
        <p:spPr>
          <a:xfrm>
            <a:off x="1556297" y="3113516"/>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E0879569-F324-096E-42A1-1B3BCC1F2CC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544DFD1-FC13-C9E3-0E74-4EC4AC74AD26}"/>
              </a:ext>
            </a:extLst>
          </p:cNvPr>
          <p:cNvGraphicFramePr/>
          <p:nvPr>
            <p:extLst>
              <p:ext uri="{D42A27DB-BD31-4B8C-83A1-F6EECF244321}">
                <p14:modId xmlns:p14="http://schemas.microsoft.com/office/powerpoint/2010/main" val="1730224088"/>
              </p:ext>
            </p:extLst>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21173829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FADA1974-3EB0-CBF4-EDE8-ED8894D823C3}"/>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3A45A16-1B2E-9F3B-C79E-E3F3A100D34C}"/>
              </a:ext>
            </a:extLst>
          </p:cNvPr>
          <p:cNvGraphicFramePr/>
          <p:nvPr>
            <p:extLst>
              <p:ext uri="{D42A27DB-BD31-4B8C-83A1-F6EECF244321}">
                <p14:modId xmlns:p14="http://schemas.microsoft.com/office/powerpoint/2010/main" val="3793395545"/>
              </p:ext>
            </p:extLst>
          </p:nvPr>
        </p:nvGraphicFramePr>
        <p:xfrm>
          <a:off x="-11023" y="643000"/>
          <a:ext cx="2340701" cy="179257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279457">
                  <a:extLst>
                    <a:ext uri="{9D8B030D-6E8A-4147-A177-3AD203B41FA5}">
                      <a16:colId xmlns:a16="http://schemas.microsoft.com/office/drawing/2014/main" val="1118244562"/>
                    </a:ext>
                  </a:extLst>
                </a:gridCol>
                <a:gridCol w="285065">
                  <a:extLst>
                    <a:ext uri="{9D8B030D-6E8A-4147-A177-3AD203B41FA5}">
                      <a16:colId xmlns:a16="http://schemas.microsoft.com/office/drawing/2014/main" val="3839330308"/>
                    </a:ext>
                  </a:extLst>
                </a:gridCol>
                <a:gridCol w="495168">
                  <a:extLst>
                    <a:ext uri="{9D8B030D-6E8A-4147-A177-3AD203B41FA5}">
                      <a16:colId xmlns:a16="http://schemas.microsoft.com/office/drawing/2014/main" val="3522764159"/>
                    </a:ext>
                  </a:extLst>
                </a:gridCol>
                <a:gridCol w="780234">
                  <a:extLst>
                    <a:ext uri="{9D8B030D-6E8A-4147-A177-3AD203B41FA5}">
                      <a16:colId xmlns:a16="http://schemas.microsoft.com/office/drawing/2014/main" val="3490604804"/>
                    </a:ext>
                  </a:extLst>
                </a:gridCol>
              </a:tblGrid>
              <a:tr h="201967">
                <a:tc gridSpan="6">
                  <a:txBody>
                    <a:bodyPr/>
                    <a:lstStyle/>
                    <a:p>
                      <a:pPr marL="0" marR="0" lvl="0" indent="0" algn="ctr" rtl="0">
                        <a:spcBef>
                          <a:spcPts val="0"/>
                        </a:spcBef>
                        <a:spcAft>
                          <a:spcPts val="0"/>
                        </a:spcAft>
                        <a:buNone/>
                      </a:pPr>
                      <a:r>
                        <a:rPr lang="en-US" sz="800" u="none" strike="noStrike" cap="none" dirty="0"/>
                        <a:t>DAD : RNAV SID (NADP 1) TA 9000</a:t>
                      </a:r>
                    </a:p>
                    <a:p>
                      <a:pPr marL="0" marR="0" lvl="0" indent="0" algn="ctr" rtl="0">
                        <a:spcBef>
                          <a:spcPts val="0"/>
                        </a:spcBef>
                        <a:spcAft>
                          <a:spcPts val="0"/>
                        </a:spcAft>
                        <a:buNone/>
                      </a:pPr>
                      <a:r>
                        <a:rPr lang="en-US" sz="800" u="none" strike="noStrike" cap="none" dirty="0">
                          <a:solidFill>
                            <a:srgbClr val="FFC000"/>
                          </a:solidFill>
                        </a:rPr>
                        <a:t>Consider Extra Fuel, </a:t>
                      </a:r>
                      <a:r>
                        <a:rPr lang="en-US" sz="800" u="none" strike="noStrike" cap="none" dirty="0">
                          <a:solidFill>
                            <a:srgbClr val="00B0F0"/>
                          </a:solidFill>
                        </a:rPr>
                        <a:t>CPDLC WSJC Before DEP</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90251">
                <a:tc>
                  <a:txBody>
                    <a:bodyPr/>
                    <a:lstStyle/>
                    <a:p>
                      <a:pPr marL="0" marR="0" lvl="0" indent="0" algn="ctr" rtl="0">
                        <a:spcBef>
                          <a:spcPts val="0"/>
                        </a:spcBef>
                        <a:spcAft>
                          <a:spcPts val="0"/>
                        </a:spcAft>
                        <a:buNone/>
                      </a:pPr>
                      <a:r>
                        <a:rPr lang="en-US" sz="800" b="1" u="none" strike="noStrike" cap="none" dirty="0">
                          <a:solidFill>
                            <a:srgbClr val="0070C0"/>
                          </a:solidFill>
                        </a:rPr>
                        <a:t>35R</a:t>
                      </a:r>
                      <a:r>
                        <a:rPr lang="en-US" sz="800" b="0" u="none" strike="noStrike" cap="none" dirty="0">
                          <a:solidFill>
                            <a:schemeClr val="bg1"/>
                          </a:solidFill>
                        </a:rPr>
                        <a:t>/L</a:t>
                      </a:r>
                    </a:p>
                  </a:txBody>
                  <a:tcPr marL="36000" marR="36000" marT="36000" marB="36000" anchor="ctr"/>
                </a:tc>
                <a:tc gridSpan="3">
                  <a:txBody>
                    <a:bodyPr/>
                    <a:lstStyle/>
                    <a:p>
                      <a:pPr algn="ctr"/>
                      <a:r>
                        <a:rPr lang="en-US" sz="800" b="1" u="none" strike="noStrike" cap="none" dirty="0">
                          <a:solidFill>
                            <a:srgbClr val="0070C0"/>
                          </a:solidFill>
                        </a:rPr>
                        <a:t>BUNTA </a:t>
                      </a:r>
                      <a:r>
                        <a:rPr lang="en-US" sz="800" b="1" u="none" strike="noStrike" cap="none" dirty="0" err="1">
                          <a:solidFill>
                            <a:srgbClr val="0070C0"/>
                          </a:solidFill>
                        </a:rPr>
                        <a:t>xG</a:t>
                      </a:r>
                      <a:r>
                        <a:rPr lang="en-US" sz="800" b="1" u="none" strike="noStrike" cap="none" dirty="0">
                          <a:solidFill>
                            <a:srgbClr val="0070C0"/>
                          </a:solidFill>
                        </a:rPr>
                        <a:t>/C</a:t>
                      </a:r>
                    </a:p>
                    <a:p>
                      <a:pPr algn="ctr"/>
                      <a:r>
                        <a:rPr lang="en-US" sz="800" b="0" u="none" strike="noStrike" cap="none" dirty="0">
                          <a:solidFill>
                            <a:schemeClr val="bg1"/>
                          </a:solidFill>
                        </a:rPr>
                        <a:t>RNAV Deps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r>
                        <a:rPr lang="en-US" sz="800" b="1" u="none" strike="noStrike" cap="none" dirty="0"/>
                        <a:t>HD 353 </a:t>
                      </a:r>
                      <a:r>
                        <a:rPr lang="en-US" sz="800" b="1" u="none" strike="noStrike" cap="none" dirty="0">
                          <a:solidFill>
                            <a:srgbClr val="0070C0"/>
                          </a:solidFill>
                        </a:rPr>
                        <a:t>ALT 8000/ATC</a:t>
                      </a:r>
                      <a:endParaRPr lang="en-US" altLang="ko-Kore-KR" sz="800" b="1" u="none" strike="noStrike" cap="none" dirty="0">
                        <a:solidFill>
                          <a:srgbClr val="AA47F5"/>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16811">
                <a:tc>
                  <a:txBody>
                    <a:bodyPr/>
                    <a:lstStyle/>
                    <a:p>
                      <a:pPr marL="0" marR="0" lvl="0" indent="0" algn="ctr" rtl="0">
                        <a:spcBef>
                          <a:spcPts val="0"/>
                        </a:spcBef>
                        <a:spcAft>
                          <a:spcPts val="0"/>
                        </a:spcAft>
                        <a:buNone/>
                      </a:pPr>
                      <a:r>
                        <a:rPr lang="en-US" sz="800" b="1" u="none" strike="noStrike" cap="none" dirty="0">
                          <a:solidFill>
                            <a:srgbClr val="0070C0"/>
                          </a:solidFill>
                        </a:rPr>
                        <a:t>17L</a:t>
                      </a:r>
                      <a:r>
                        <a:rPr lang="en-US" sz="800" b="0" u="none" strike="noStrike" cap="none" dirty="0">
                          <a:solidFill>
                            <a:schemeClr val="bg1"/>
                          </a:solidFill>
                        </a:rPr>
                        <a:t>/R</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BUNTA </a:t>
                      </a:r>
                      <a:r>
                        <a:rPr lang="en-US" altLang="ko-Kore-KR" sz="800" b="1" u="none" strike="noStrike" cap="none" dirty="0" err="1">
                          <a:solidFill>
                            <a:srgbClr val="0070C0"/>
                          </a:solidFill>
                        </a:rPr>
                        <a:t>xA</a:t>
                      </a:r>
                      <a:endParaRPr lang="en-US" altLang="ko-Kore-K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r>
                        <a:rPr lang="en-US" sz="800" b="1" u="none" strike="noStrike" cap="none" dirty="0"/>
                        <a:t>HD 173 </a:t>
                      </a:r>
                      <a:r>
                        <a:rPr lang="en-US" sz="800" b="1" u="none" strike="noStrike" cap="none" dirty="0">
                          <a:solidFill>
                            <a:srgbClr val="0070C0"/>
                          </a:solidFill>
                        </a:rPr>
                        <a:t>ALT ATC </a:t>
                      </a:r>
                      <a:r>
                        <a:rPr lang="en-US" altLang="ko-Kore-KR" sz="800" b="1" u="none" strike="noStrike" cap="none" dirty="0">
                          <a:solidFill>
                            <a:srgbClr val="AA47F5"/>
                          </a:solidFill>
                        </a:rPr>
                        <a:t>SPD 240</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6811">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DAN 114.4</a:t>
                      </a:r>
                    </a:p>
                  </a:txBody>
                  <a:tcPr marL="36000" marR="36000" marT="36000" marB="36000" anchor="ctr"/>
                </a:tc>
                <a:tc hMerge="1">
                  <a:txBody>
                    <a:bodyPr/>
                    <a:lstStyle/>
                    <a:p>
                      <a:endParaRPr lang="ko-Kore-KR" altLang="en-US"/>
                    </a:p>
                  </a:txBody>
                  <a:tcPr/>
                </a:tc>
                <a:tc hMerge="1">
                  <a:txBody>
                    <a:bodyPr/>
                    <a:lstStyle/>
                    <a:p>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35R IDR 111.5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35L DAD 110.5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90251">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chemeClr val="tx1"/>
                          </a:solidFill>
                          <a:effectLst/>
                          <a:uLnTx/>
                          <a:uFillTx/>
                          <a:latin typeface="Calibri"/>
                          <a:cs typeface="Calibri"/>
                          <a:sym typeface="Arial"/>
                        </a:rPr>
                        <a:t>FIX</a:t>
                      </a:r>
                    </a:p>
                  </a:txBody>
                  <a:tcPr marL="36000" marR="36000" marT="36000" marB="36000" anchor="ctr">
                    <a:solidFill>
                      <a:schemeClr val="accent1"/>
                    </a:solidFill>
                  </a:tcPr>
                </a:tc>
                <a:tc hMerge="1">
                  <a:txBody>
                    <a:bodyPr/>
                    <a:lstStyle/>
                    <a:p>
                      <a:endParaRPr lang="ko-Kore-KR" altLang="en-US"/>
                    </a:p>
                  </a:txBody>
                  <a:tcPr/>
                </a:tc>
                <a:tc gridSpan="4">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35L/R : DAN 353/5, R060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17L/R : DAN 173/4.5, R130</a:t>
                      </a:r>
                      <a:endParaRPr lang="ko-Kore-KR" altLang="en-US" sz="6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273524518"/>
                  </a:ext>
                </a:extLst>
              </a:tr>
              <a:tr h="263692">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Complete P/B – ENG Start</a:t>
                      </a:r>
                      <a:r>
                        <a:rPr lang="en-US" altLang="ko-KR" sz="800" b="0" u="none" strike="noStrike" cap="none" dirty="0">
                          <a:solidFill>
                            <a:schemeClr val="bg1"/>
                          </a:solidFill>
                        </a:rPr>
                        <a:t>,</a:t>
                      </a:r>
                      <a:r>
                        <a:rPr lang="ko-KR" altLang="en-US" sz="800" b="0" u="none" strike="noStrike" cap="none" dirty="0">
                          <a:solidFill>
                            <a:schemeClr val="bg1"/>
                          </a:solidFill>
                        </a:rPr>
                        <a:t> </a:t>
                      </a:r>
                      <a:r>
                        <a:rPr lang="en-US" altLang="ko-KR" sz="800" b="0" u="none" strike="noStrike" cap="none" dirty="0">
                          <a:solidFill>
                            <a:schemeClr val="bg1"/>
                          </a:solidFill>
                        </a:rPr>
                        <a:t>Follow me Car</a:t>
                      </a:r>
                      <a:endParaRPr lang="en-US" sz="800" b="0" u="none" strike="noStrike" cap="none"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35R CAT I Hold Point Before E1, 17L Hold Short </a:t>
                      </a:r>
                      <a:r>
                        <a:rPr lang="ko-KR" altLang="en-US" sz="800" b="1" u="none" strike="noStrike" cap="none" dirty="0">
                          <a:solidFill>
                            <a:srgbClr val="0070C0"/>
                          </a:solidFill>
                        </a:rPr>
                        <a:t>가까움</a:t>
                      </a:r>
                      <a:endParaRPr lang="en-US" sz="800" b="1" u="none" strike="noStrike" cap="none" dirty="0">
                        <a:solidFill>
                          <a:srgbClr val="0070C0"/>
                        </a:solidFill>
                      </a:endParaRP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47D569AC-0216-CE4C-B53B-C1C0A250FD33}"/>
              </a:ext>
            </a:extLst>
          </p:cNvPr>
          <p:cNvGraphicFramePr/>
          <p:nvPr>
            <p:extLst>
              <p:ext uri="{D42A27DB-BD31-4B8C-83A1-F6EECF244321}">
                <p14:modId xmlns:p14="http://schemas.microsoft.com/office/powerpoint/2010/main" val="375648115"/>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a:t>
                      </a:r>
                      <a:endParaRPr sz="1400" dirty="0"/>
                    </a:p>
                    <a:p>
                      <a:pPr marL="0" marR="0" lvl="0" indent="0" algn="ctr" rtl="0">
                        <a:spcBef>
                          <a:spcPts val="0"/>
                        </a:spcBef>
                        <a:spcAft>
                          <a:spcPts val="0"/>
                        </a:spcAft>
                        <a:buNone/>
                      </a:pPr>
                      <a:r>
                        <a:rPr lang="en-US" altLang="ko-KR" sz="700" dirty="0">
                          <a:solidFill>
                            <a:srgbClr val="FF0000"/>
                          </a:solidFill>
                        </a:rPr>
                        <a:t>DCL -20min or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D91EC1A9-6593-DF40-73A7-DFDEF16FE57F}"/>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A33603D8-09BC-D897-1B5E-9C77674ABC42}"/>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F7A6AC35-B655-4E42-464A-83B468139C68}"/>
              </a:ext>
            </a:extLst>
          </p:cNvPr>
          <p:cNvSpPr txBox="1"/>
          <p:nvPr/>
        </p:nvSpPr>
        <p:spPr>
          <a:xfrm>
            <a:off x="750745" y="2468444"/>
            <a:ext cx="1029128"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120.45 – DAD </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 – 120.72 – 126.17</a:t>
            </a:r>
          </a:p>
        </p:txBody>
      </p:sp>
      <p:graphicFrame>
        <p:nvGraphicFramePr>
          <p:cNvPr id="8" name="Google Shape;283;p17">
            <a:extLst>
              <a:ext uri="{FF2B5EF4-FFF2-40B4-BE49-F238E27FC236}">
                <a16:creationId xmlns:a16="http://schemas.microsoft.com/office/drawing/2014/main" id="{584F2B73-C58A-2C7D-F6FA-A29EB3B3D36A}"/>
              </a:ext>
            </a:extLst>
          </p:cNvPr>
          <p:cNvGraphicFramePr/>
          <p:nvPr>
            <p:extLst>
              <p:ext uri="{D42A27DB-BD31-4B8C-83A1-F6EECF244321}">
                <p14:modId xmlns:p14="http://schemas.microsoft.com/office/powerpoint/2010/main" val="2775797713"/>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림 8" descr="텍스트, 지도이(가) 표시된 사진&#10;&#10;자동 생성된 설명">
            <a:extLst>
              <a:ext uri="{FF2B5EF4-FFF2-40B4-BE49-F238E27FC236}">
                <a16:creationId xmlns:a16="http://schemas.microsoft.com/office/drawing/2014/main" id="{EF6768A7-8952-4ECC-4981-ED2B68E9BCD4}"/>
              </a:ext>
            </a:extLst>
          </p:cNvPr>
          <p:cNvPicPr>
            <a:picLocks noChangeAspect="1"/>
          </p:cNvPicPr>
          <p:nvPr/>
        </p:nvPicPr>
        <p:blipFill>
          <a:blip r:embed="rId7"/>
          <a:stretch>
            <a:fillRect/>
          </a:stretch>
        </p:blipFill>
        <p:spPr>
          <a:xfrm>
            <a:off x="-11023" y="2443219"/>
            <a:ext cx="714348" cy="552448"/>
          </a:xfrm>
          <a:prstGeom prst="rect">
            <a:avLst/>
          </a:prstGeom>
        </p:spPr>
      </p:pic>
    </p:spTree>
    <p:extLst>
      <p:ext uri="{BB962C8B-B14F-4D97-AF65-F5344CB8AC3E}">
        <p14:creationId xmlns:p14="http://schemas.microsoft.com/office/powerpoint/2010/main" val="196124096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283FE2A3-D074-55B5-F2E9-2E121F013980}"/>
            </a:ext>
          </a:extLst>
        </p:cNvPr>
        <p:cNvGrpSpPr/>
        <p:nvPr/>
      </p:nvGrpSpPr>
      <p:grpSpPr>
        <a:xfrm>
          <a:off x="0" y="0"/>
          <a:ext cx="0" cy="0"/>
          <a:chOff x="0" y="0"/>
          <a:chExt cx="0" cy="0"/>
        </a:xfrm>
      </p:grpSpPr>
      <p:graphicFrame>
        <p:nvGraphicFramePr>
          <p:cNvPr id="293" name="Google Shape;293;p18">
            <a:extLst>
              <a:ext uri="{FF2B5EF4-FFF2-40B4-BE49-F238E27FC236}">
                <a16:creationId xmlns:a16="http://schemas.microsoft.com/office/drawing/2014/main" id="{6573FBF7-1AD4-3B7C-B551-B92AA34B5244}"/>
              </a:ext>
            </a:extLst>
          </p:cNvPr>
          <p:cNvGraphicFramePr/>
          <p:nvPr>
            <p:extLst>
              <p:ext uri="{D42A27DB-BD31-4B8C-83A1-F6EECF244321}">
                <p14:modId xmlns:p14="http://schemas.microsoft.com/office/powerpoint/2010/main" val="475772544"/>
              </p:ext>
            </p:extLst>
          </p:nvPr>
        </p:nvGraphicFramePr>
        <p:xfrm>
          <a:off x="-2501" y="9878"/>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ACE90ABC-EE0B-B9E4-5B42-DC11ED7121E6}"/>
              </a:ext>
            </a:extLst>
          </p:cNvPr>
          <p:cNvSpPr/>
          <p:nvPr/>
        </p:nvSpPr>
        <p:spPr>
          <a:xfrm>
            <a:off x="1556297" y="3113516"/>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57A5C2CF-3ADE-1B53-F037-72FCBBD4B2EF}"/>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C8B6047-804B-0A7B-898C-86BE3A95F3AA}"/>
              </a:ext>
            </a:extLst>
          </p:cNvPr>
          <p:cNvGraphicFramePr/>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6" name="Google Shape;292;p18">
            <a:extLst>
              <a:ext uri="{FF2B5EF4-FFF2-40B4-BE49-F238E27FC236}">
                <a16:creationId xmlns:a16="http://schemas.microsoft.com/office/drawing/2014/main" id="{86DAE139-C54C-078C-5498-5718118BBF93}"/>
              </a:ext>
            </a:extLst>
          </p:cNvPr>
          <p:cNvGraphicFramePr/>
          <p:nvPr>
            <p:extLst>
              <p:ext uri="{D42A27DB-BD31-4B8C-83A1-F6EECF244321}">
                <p14:modId xmlns:p14="http://schemas.microsoft.com/office/powerpoint/2010/main" val="4261207010"/>
              </p:ext>
            </p:extLst>
          </p:nvPr>
        </p:nvGraphicFramePr>
        <p:xfrm>
          <a:off x="-17467" y="3564099"/>
          <a:ext cx="2365375" cy="198649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552354">
                  <a:extLst>
                    <a:ext uri="{9D8B030D-6E8A-4147-A177-3AD203B41FA5}">
                      <a16:colId xmlns:a16="http://schemas.microsoft.com/office/drawing/2014/main" val="20001"/>
                    </a:ext>
                  </a:extLst>
                </a:gridCol>
                <a:gridCol w="502024">
                  <a:extLst>
                    <a:ext uri="{9D8B030D-6E8A-4147-A177-3AD203B41FA5}">
                      <a16:colId xmlns:a16="http://schemas.microsoft.com/office/drawing/2014/main" val="689142997"/>
                    </a:ext>
                  </a:extLst>
                </a:gridCol>
                <a:gridCol w="946450">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SGN </a:t>
                      </a:r>
                      <a:r>
                        <a:rPr lang="en-US" sz="800" dirty="0">
                          <a:solidFill>
                            <a:srgbClr val="00B0F0"/>
                          </a:solidFill>
                        </a:rPr>
                        <a:t>[070/250]</a:t>
                      </a:r>
                      <a:r>
                        <a:rPr lang="en-US" sz="800" dirty="0"/>
                        <a:t> : STAR TL190 UTC+7 </a:t>
                      </a:r>
                      <a:r>
                        <a:rPr lang="en-US" sz="800" dirty="0">
                          <a:solidFill>
                            <a:srgbClr val="FFC000"/>
                          </a:solidFill>
                        </a:rPr>
                        <a:t> (CPDLC : VVHM)</a:t>
                      </a:r>
                      <a:endParaRPr sz="800" b="1" dirty="0">
                        <a:solidFill>
                          <a:schemeClr val="bg1"/>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25R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xxH</a:t>
                      </a:r>
                      <a:endParaRPr lang="en-US" sz="700" b="1" dirty="0"/>
                    </a:p>
                  </a:txBody>
                  <a:tcPr marL="36000" marR="36000" marT="36000" marB="36000" anchor="ctr"/>
                </a:tc>
                <a:tc>
                  <a:txBody>
                    <a:bodyPr/>
                    <a:lstStyle/>
                    <a:p>
                      <a:pPr marL="0" marR="0" lvl="0" indent="0" algn="ctr" rtl="0">
                        <a:spcBef>
                          <a:spcPts val="0"/>
                        </a:spcBef>
                        <a:spcAft>
                          <a:spcPts val="0"/>
                        </a:spcAft>
                        <a:buNone/>
                      </a:pPr>
                      <a:r>
                        <a:rPr lang="en-US" altLang="ko-Kore-KR" sz="800" b="1"/>
                        <a:t>SOKAN</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ILS W 25R/L</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07L</a:t>
                      </a:r>
                      <a:r>
                        <a:rPr lang="en-US" sz="800" b="0" dirty="0"/>
                        <a:t>(R)</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xxG</a:t>
                      </a:r>
                      <a:endParaRPr lang="en-US" sz="800" b="1" dirty="0"/>
                    </a:p>
                  </a:txBody>
                  <a:tcPr marL="36000" marR="36000" marT="36000" marB="36000" anchor="ctr"/>
                </a:tc>
                <a:tc>
                  <a:txBody>
                    <a:bodyPr/>
                    <a:lstStyle/>
                    <a:p>
                      <a:pPr marL="0" marR="0" lvl="0" indent="0" algn="ctr" rtl="0">
                        <a:spcBef>
                          <a:spcPts val="0"/>
                        </a:spcBef>
                        <a:spcAft>
                          <a:spcPts val="0"/>
                        </a:spcAft>
                        <a:buNone/>
                      </a:pPr>
                      <a:r>
                        <a:rPr lang="en-US" altLang="ko-Kore-KR" sz="800" b="1" dirty="0"/>
                        <a:t>SAMDU</a:t>
                      </a:r>
                      <a:endParaRPr lang="en-US" sz="700" b="1" dirty="0"/>
                    </a:p>
                  </a:txBody>
                  <a:tcPr marL="36000" marR="36000" marT="36000" marB="36000" anchor="ctr"/>
                </a:tc>
                <a:tc>
                  <a:txBody>
                    <a:bodyPr/>
                    <a:lstStyle/>
                    <a:p>
                      <a:pPr algn="ctr"/>
                      <a:r>
                        <a:rPr lang="en-US" sz="800" b="1" dirty="0"/>
                        <a:t>ILS W 07R, VOR 07L</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R" sz="800" b="1" i="0" u="none" strike="noStrike" kern="1200" cap="none" spc="0" normalizeH="0" baseline="0" noProof="0" dirty="0">
                          <a:ln>
                            <a:noFill/>
                          </a:ln>
                          <a:solidFill>
                            <a:srgbClr val="0070C0"/>
                          </a:solidFill>
                          <a:effectLst/>
                          <a:uLnTx/>
                          <a:uFillTx/>
                          <a:latin typeface="Calibri"/>
                          <a:cs typeface="Calibri"/>
                        </a:rPr>
                        <a:t>TSH, </a:t>
                      </a:r>
                      <a:r>
                        <a:rPr kumimoji="0" lang="en-US" altLang="ko-KR" sz="800" b="1" i="0" u="none" strike="noStrike" kern="1200" cap="none" spc="0" normalizeH="0" baseline="0" noProof="0" dirty="0">
                          <a:ln>
                            <a:noFill/>
                          </a:ln>
                          <a:solidFill>
                            <a:srgbClr val="C00000"/>
                          </a:solidFill>
                          <a:effectLst/>
                          <a:uLnTx/>
                          <a:uFillTx/>
                          <a:latin typeface="Calibri"/>
                          <a:cs typeface="Calibri"/>
                        </a:rPr>
                        <a:t>25R HCM, 07R ITS, 25L SGN</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1" dirty="0" err="1">
                          <a:solidFill>
                            <a:schemeClr val="bg1"/>
                          </a:solidFill>
                        </a:rPr>
                        <a:t>RWxx</a:t>
                      </a:r>
                      <a:r>
                        <a:rPr lang="en-US" altLang="ko-Kore-KR" sz="800" b="1" dirty="0">
                          <a:solidFill>
                            <a:schemeClr val="bg1"/>
                          </a:solidFill>
                        </a:rPr>
                        <a:t> /25 (190-200tks), /5 (150-160kts)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25R:</a:t>
                      </a:r>
                      <a:r>
                        <a:rPr lang="en-US" sz="800" b="1" dirty="0">
                          <a:solidFill>
                            <a:schemeClr val="accent1"/>
                          </a:solidFill>
                        </a:rPr>
                        <a:t>P4(6158’), P5(6991’), </a:t>
                      </a:r>
                      <a:r>
                        <a:rPr lang="en-US" altLang="ko-Kore-KR" sz="800" b="1" dirty="0">
                          <a:solidFill>
                            <a:schemeClr val="dk1"/>
                          </a:solidFill>
                        </a:rPr>
                        <a:t>07L : P3(6266’), P2(8907’)</a:t>
                      </a:r>
                      <a:endParaRPr lang="en-US" sz="800" b="1" dirty="0">
                        <a:solidFill>
                          <a:schemeClr val="accent1"/>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dk1"/>
                          </a:solidFill>
                        </a:rPr>
                        <a:t>  07R </a:t>
                      </a:r>
                      <a:r>
                        <a:rPr lang="en-US" altLang="ko-Kore-KR" sz="800" b="1" dirty="0">
                          <a:solidFill>
                            <a:srgbClr val="C00000"/>
                          </a:solidFill>
                        </a:rPr>
                        <a:t>DIS</a:t>
                      </a:r>
                      <a:r>
                        <a:rPr lang="en-US" altLang="ko-Kore-KR" sz="800" b="1" dirty="0">
                          <a:solidFill>
                            <a:schemeClr val="dk1"/>
                          </a:solidFill>
                        </a:rPr>
                        <a:t> :</a:t>
                      </a:r>
                      <a:r>
                        <a:rPr lang="en-US" altLang="ko-Kore-KR" sz="800" b="1" dirty="0">
                          <a:solidFill>
                            <a:schemeClr val="accent1"/>
                          </a:solidFill>
                        </a:rPr>
                        <a:t>S5(6574’</a:t>
                      </a:r>
                      <a:r>
                        <a:rPr lang="en-US" altLang="ko-KR" sz="800" b="1" dirty="0">
                          <a:solidFill>
                            <a:schemeClr val="accent1"/>
                          </a:solidFill>
                        </a:rPr>
                        <a:t>,</a:t>
                      </a:r>
                      <a:r>
                        <a:rPr lang="en-US" altLang="ko-KR" sz="700" b="1" dirty="0">
                          <a:solidFill>
                            <a:srgbClr val="C00000"/>
                          </a:solidFill>
                        </a:rPr>
                        <a:t>11</a:t>
                      </a:r>
                      <a:r>
                        <a:rPr lang="en-US" altLang="ko-Kore-KR" sz="700" b="1" dirty="0">
                          <a:solidFill>
                            <a:srgbClr val="C00000"/>
                          </a:solidFill>
                        </a:rPr>
                        <a:t>0도</a:t>
                      </a:r>
                      <a:r>
                        <a:rPr lang="en-US" altLang="ko-KR" sz="800" b="1" dirty="0">
                          <a:solidFill>
                            <a:schemeClr val="accent1"/>
                          </a:solidFill>
                        </a:rPr>
                        <a:t>) </a:t>
                      </a:r>
                      <a:r>
                        <a:rPr lang="en-US" altLang="ko-KR" sz="800" b="1" dirty="0">
                          <a:solidFill>
                            <a:srgbClr val="C00000"/>
                          </a:solidFill>
                        </a:rPr>
                        <a:t>S3</a:t>
                      </a:r>
                      <a:r>
                        <a:rPr lang="en-US" altLang="ko-KR" sz="800" b="1" dirty="0">
                          <a:solidFill>
                            <a:schemeClr val="accent1"/>
                          </a:solidFill>
                        </a:rPr>
                        <a:t>(7598’) </a:t>
                      </a:r>
                      <a:r>
                        <a:rPr lang="en-US" altLang="ko-KR" sz="800" b="1" dirty="0">
                          <a:solidFill>
                            <a:srgbClr val="C00000"/>
                          </a:solidFill>
                        </a:rPr>
                        <a:t>then V(Heavy)</a:t>
                      </a:r>
                      <a:endParaRPr lang="en-US" altLang="ko-Kore-KR" sz="800" b="1" dirty="0">
                        <a:solidFill>
                          <a:srgbClr val="C00000"/>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25L : S7(6824’), </a:t>
                      </a:r>
                      <a:r>
                        <a:rPr lang="en-US" sz="800" b="1" dirty="0">
                          <a:solidFill>
                            <a:schemeClr val="bg1"/>
                          </a:solidFill>
                        </a:rPr>
                        <a:t>S8(9671’) </a:t>
                      </a:r>
                      <a:r>
                        <a:rPr lang="en-US" sz="800" b="1" dirty="0">
                          <a:solidFill>
                            <a:srgbClr val="C00000"/>
                          </a:solidFill>
                        </a:rPr>
                        <a:t>Do not Confuse TWY S/S8</a:t>
                      </a:r>
                      <a:r>
                        <a:rPr lang="en-US" altLang="ko-Kore-KR" sz="800" b="1" dirty="0">
                          <a:solidFill>
                            <a:schemeClr val="bg1"/>
                          </a:solidFil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bg1"/>
                          </a:solidFill>
                        </a:rPr>
                        <a:t> </a:t>
                      </a:r>
                      <a:r>
                        <a:rPr lang="en-US" altLang="ko-Kore-KR" sz="800" b="1" dirty="0">
                          <a:solidFill>
                            <a:srgbClr val="0070C0"/>
                          </a:solidFill>
                        </a:rPr>
                        <a:t>After Vacate then TWY V</a:t>
                      </a:r>
                      <a:r>
                        <a:rPr lang="en-US" altLang="ko-Kore-KR" sz="800" b="1" dirty="0">
                          <a:solidFill>
                            <a:schemeClr val="bg1"/>
                          </a:solidFill>
                        </a:rPr>
                        <a:t>    </a:t>
                      </a:r>
                      <a:endParaRPr lang="en-US" altLang="ko-Kore-KR" sz="800" dirty="0">
                        <a:solidFill>
                          <a:schemeClr val="dk1"/>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err="1"/>
                        <a:t>FollowMe</a:t>
                      </a:r>
                      <a:r>
                        <a:rPr lang="en-US" sz="800" dirty="0"/>
                        <a:t> Car Service in Ramp </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Sudden STOPBAR L/T)</a:t>
                      </a:r>
                    </a:p>
                    <a:p>
                      <a:pPr marL="0" marR="0" lvl="0" indent="0" algn="ctr" rtl="0">
                        <a:lnSpc>
                          <a:spcPct val="100000"/>
                        </a:lnSpc>
                        <a:spcBef>
                          <a:spcPts val="0"/>
                        </a:spcBef>
                        <a:spcAft>
                          <a:spcPts val="0"/>
                        </a:spcAft>
                        <a:buClr>
                          <a:schemeClr val="dk1"/>
                        </a:buClr>
                        <a:buSzPts val="800"/>
                        <a:buFont typeface="Calibri"/>
                        <a:buNone/>
                      </a:pPr>
                      <a:r>
                        <a:rPr lang="en-US" sz="800" b="1" dirty="0" err="1">
                          <a:solidFill>
                            <a:srgbClr val="C00000"/>
                          </a:solidFill>
                        </a:rPr>
                        <a:t>Sensitie</a:t>
                      </a:r>
                      <a:r>
                        <a:rPr lang="en-US" sz="800" b="1" dirty="0">
                          <a:solidFill>
                            <a:srgbClr val="C00000"/>
                          </a:solidFill>
                        </a:rPr>
                        <a:t> VDGS</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a:t>
                      </a:r>
                      <a:r>
                        <a:rPr lang="en-US" sz="800" b="1" dirty="0">
                          <a:solidFill>
                            <a:srgbClr val="C00000"/>
                          </a:solidFill>
                        </a:rPr>
                        <a:t>0.5m</a:t>
                      </a:r>
                      <a:r>
                        <a:rPr lang="ko-KR" altLang="en-US" sz="800" b="1" dirty="0">
                          <a:solidFill>
                            <a:srgbClr val="C00000"/>
                          </a:solidFill>
                        </a:rPr>
                        <a:t>이내</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2m STOP</a:t>
                      </a:r>
                      <a:r>
                        <a:rPr lang="ko-KR" altLang="en-US" sz="800" b="1" dirty="0">
                          <a:solidFill>
                            <a:srgbClr val="C00000"/>
                          </a:solidFill>
                        </a:rPr>
                        <a:t>시 바로 정지</a:t>
                      </a:r>
                      <a:r>
                        <a:rPr lang="en-US" altLang="ko-KR" sz="800" b="1" dirty="0">
                          <a:solidFill>
                            <a:srgbClr val="C00000"/>
                          </a:solidFill>
                        </a:rPr>
                        <a:t>) </a:t>
                      </a:r>
                      <a:endParaRPr lang="en-US"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sp>
        <p:nvSpPr>
          <p:cNvPr id="7" name="TextBox 6">
            <a:extLst>
              <a:ext uri="{FF2B5EF4-FFF2-40B4-BE49-F238E27FC236}">
                <a16:creationId xmlns:a16="http://schemas.microsoft.com/office/drawing/2014/main" id="{EC7FFCC6-F393-E94C-62D2-2FD94C429FE7}"/>
              </a:ext>
            </a:extLst>
          </p:cNvPr>
          <p:cNvSpPr txBox="1"/>
          <p:nvPr/>
        </p:nvSpPr>
        <p:spPr>
          <a:xfrm>
            <a:off x="-69798" y="2766733"/>
            <a:ext cx="2438488"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 /20)</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127.9 – 129.1</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MNL 119.3 - </a:t>
            </a:r>
            <a:r>
              <a:rPr kumimoji="1" lang="en-US" altLang="ko-Kore-KR" sz="700" b="1" u="sng" dirty="0">
                <a:solidFill>
                  <a:srgbClr val="0070C0"/>
                </a:solidFill>
                <a:latin typeface="Gulim" panose="020B0600000101010101" pitchFamily="34" charset="-127"/>
                <a:ea typeface="Gulim" panose="020B0600000101010101" pitchFamily="34" charset="-127"/>
              </a:rPr>
              <a:t>MNL RDO 8942(5655) – HCM 120.7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132.35 – SGN APP 125.5</a:t>
            </a:r>
          </a:p>
        </p:txBody>
      </p:sp>
    </p:spTree>
    <p:extLst>
      <p:ext uri="{BB962C8B-B14F-4D97-AF65-F5344CB8AC3E}">
        <p14:creationId xmlns:p14="http://schemas.microsoft.com/office/powerpoint/2010/main" val="376214639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7DB6CB3A-4D2D-D95D-E6E2-237BC63E2629}"/>
            </a:ext>
          </a:extLst>
        </p:cNvPr>
        <p:cNvGrpSpPr/>
        <p:nvPr/>
      </p:nvGrpSpPr>
      <p:grpSpPr>
        <a:xfrm>
          <a:off x="0" y="0"/>
          <a:ext cx="0" cy="0"/>
          <a:chOff x="0" y="0"/>
          <a:chExt cx="0" cy="0"/>
        </a:xfrm>
      </p:grpSpPr>
      <p:graphicFrame>
        <p:nvGraphicFramePr>
          <p:cNvPr id="6" name="Google Shape;119;p3">
            <a:extLst>
              <a:ext uri="{FF2B5EF4-FFF2-40B4-BE49-F238E27FC236}">
                <a16:creationId xmlns:a16="http://schemas.microsoft.com/office/drawing/2014/main" id="{B93CD58F-3EDE-725A-1527-0259B5A7950C}"/>
              </a:ext>
            </a:extLst>
          </p:cNvPr>
          <p:cNvGraphicFramePr/>
          <p:nvPr>
            <p:extLst>
              <p:ext uri="{D42A27DB-BD31-4B8C-83A1-F6EECF244321}">
                <p14:modId xmlns:p14="http://schemas.microsoft.com/office/powerpoint/2010/main" val="2633208906"/>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a:t>
                      </a:r>
                      <a:endParaRPr sz="1400" dirty="0"/>
                    </a:p>
                    <a:p>
                      <a:pPr marL="0" marR="0" lvl="0" indent="0" algn="ctr" rtl="0">
                        <a:spcBef>
                          <a:spcPts val="0"/>
                        </a:spcBef>
                        <a:spcAft>
                          <a:spcPts val="0"/>
                        </a:spcAft>
                        <a:buNone/>
                      </a:pPr>
                      <a:r>
                        <a:rPr lang="en-US" altLang="ko-KR" sz="700" dirty="0">
                          <a:solidFill>
                            <a:srgbClr val="FF0000"/>
                          </a:solidFill>
                        </a:rPr>
                        <a:t>-15min, DEL 121.8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969CC452-46E4-EB99-4C55-7C2ED64C35BF}"/>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64A6B91-90C6-85F7-1E6C-D6881BB425FD}"/>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8" name="Google Shape;283;p17">
            <a:extLst>
              <a:ext uri="{FF2B5EF4-FFF2-40B4-BE49-F238E27FC236}">
                <a16:creationId xmlns:a16="http://schemas.microsoft.com/office/drawing/2014/main" id="{B43B6937-C29D-B732-AFEC-67D5B7FCC05A}"/>
              </a:ext>
            </a:extLst>
          </p:cNvPr>
          <p:cNvGraphicFramePr/>
          <p:nvPr>
            <p:extLst>
              <p:ext uri="{D42A27DB-BD31-4B8C-83A1-F6EECF244321}">
                <p14:modId xmlns:p14="http://schemas.microsoft.com/office/powerpoint/2010/main" val="3647773787"/>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5" name="Google Shape;117;p3">
            <a:extLst>
              <a:ext uri="{FF2B5EF4-FFF2-40B4-BE49-F238E27FC236}">
                <a16:creationId xmlns:a16="http://schemas.microsoft.com/office/drawing/2014/main" id="{DCFEDC74-50DC-2406-92EB-F6E812BF860F}"/>
              </a:ext>
            </a:extLst>
          </p:cNvPr>
          <p:cNvGraphicFramePr/>
          <p:nvPr>
            <p:extLst>
              <p:ext uri="{D42A27DB-BD31-4B8C-83A1-F6EECF244321}">
                <p14:modId xmlns:p14="http://schemas.microsoft.com/office/powerpoint/2010/main" val="3804001089"/>
              </p:ext>
            </p:extLst>
          </p:nvPr>
        </p:nvGraphicFramePr>
        <p:xfrm>
          <a:off x="-15808" y="659525"/>
          <a:ext cx="2349161" cy="1598650"/>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156391">
                  <a:extLst>
                    <a:ext uri="{9D8B030D-6E8A-4147-A177-3AD203B41FA5}">
                      <a16:colId xmlns:a16="http://schemas.microsoft.com/office/drawing/2014/main" val="20002"/>
                    </a:ext>
                  </a:extLst>
                </a:gridCol>
                <a:gridCol w="537005">
                  <a:extLst>
                    <a:ext uri="{9D8B030D-6E8A-4147-A177-3AD203B41FA5}">
                      <a16:colId xmlns:a16="http://schemas.microsoft.com/office/drawing/2014/main" val="20003"/>
                    </a:ext>
                  </a:extLst>
                </a:gridCol>
                <a:gridCol w="61400">
                  <a:extLst>
                    <a:ext uri="{9D8B030D-6E8A-4147-A177-3AD203B41FA5}">
                      <a16:colId xmlns:a16="http://schemas.microsoft.com/office/drawing/2014/main" val="20004"/>
                    </a:ext>
                  </a:extLst>
                </a:gridCol>
                <a:gridCol w="661236">
                  <a:extLst>
                    <a:ext uri="{9D8B030D-6E8A-4147-A177-3AD203B41FA5}">
                      <a16:colId xmlns:a16="http://schemas.microsoft.com/office/drawing/2014/main" val="20005"/>
                    </a:ext>
                  </a:extLst>
                </a:gridCol>
                <a:gridCol w="591639">
                  <a:extLst>
                    <a:ext uri="{9D8B030D-6E8A-4147-A177-3AD203B41FA5}">
                      <a16:colId xmlns:a16="http://schemas.microsoft.com/office/drawing/2014/main" val="20008"/>
                    </a:ext>
                  </a:extLst>
                </a:gridCol>
              </a:tblGrid>
              <a:tr h="0">
                <a:tc gridSpan="6">
                  <a:txBody>
                    <a:bodyPr/>
                    <a:lstStyle/>
                    <a:p>
                      <a:pPr marL="0" marR="0" lvl="0" indent="0" algn="ctr" rtl="0">
                        <a:spcBef>
                          <a:spcPts val="0"/>
                        </a:spcBef>
                        <a:spcAft>
                          <a:spcPts val="0"/>
                        </a:spcAft>
                        <a:buNone/>
                      </a:pPr>
                      <a:r>
                        <a:rPr lang="en-US" sz="800" u="none" strike="noStrike" cap="none" dirty="0"/>
                        <a:t>SGN : RNP SID (NADP 1) TA 18000’</a:t>
                      </a:r>
                    </a:p>
                    <a:p>
                      <a:pPr marL="0" marR="0" lvl="0" indent="0" algn="ctr" rtl="0">
                        <a:spcBef>
                          <a:spcPts val="0"/>
                        </a:spcBef>
                        <a:spcAft>
                          <a:spcPts val="0"/>
                        </a:spcAft>
                        <a:buNone/>
                      </a:pPr>
                      <a:r>
                        <a:rPr lang="en-US" sz="800" u="none" strike="noStrike" cap="none" dirty="0">
                          <a:solidFill>
                            <a:srgbClr val="FFC000"/>
                          </a:solidFill>
                        </a:rPr>
                        <a:t>Request RWY due to Performance, </a:t>
                      </a:r>
                      <a:r>
                        <a:rPr lang="en-US" sz="800" u="none" strike="noStrike" cap="none" dirty="0">
                          <a:solidFill>
                            <a:srgbClr val="C00000"/>
                          </a:solidFill>
                        </a:rPr>
                        <a:t>Sudden M2000ft</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25L</a:t>
                      </a:r>
                      <a:r>
                        <a:rPr lang="en-US" sz="800" b="0" u="none" strike="noStrike" cap="none" dirty="0"/>
                        <a:t>(R)</a:t>
                      </a:r>
                    </a:p>
                  </a:txBody>
                  <a:tcPr marL="36000" marR="36000" marT="36000" marB="36000" anchor="ctr"/>
                </a:tc>
                <a:tc gridSpan="2">
                  <a:txBody>
                    <a:bodyPr/>
                    <a:lstStyle/>
                    <a:p>
                      <a:r>
                        <a:rPr lang="en-US" sz="800" b="1" u="none" strike="noStrike" cap="none" dirty="0">
                          <a:solidFill>
                            <a:srgbClr val="0070C0"/>
                          </a:solidFill>
                        </a:rPr>
                        <a:t>KADUM </a:t>
                      </a:r>
                      <a:r>
                        <a:rPr lang="en-US" sz="800" b="1" u="none" strike="noStrike" cap="none" dirty="0" err="1">
                          <a:solidFill>
                            <a:srgbClr val="0070C0"/>
                          </a:solidFill>
                        </a:rPr>
                        <a:t>xxD</a:t>
                      </a:r>
                      <a:r>
                        <a:rPr lang="en-US" sz="800" b="1" u="none" strike="noStrike" cap="none" dirty="0">
                          <a:solidFill>
                            <a:srgbClr val="0070C0"/>
                          </a:solidFill>
                        </a:rPr>
                        <a:t>/F</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250 </a:t>
                      </a:r>
                      <a:r>
                        <a:rPr lang="en-US" sz="800" b="1" u="none" strike="noStrike" cap="none" dirty="0">
                          <a:solidFill>
                            <a:srgbClr val="0070C0"/>
                          </a:solidFill>
                        </a:rPr>
                        <a:t>ALT 11000/ATC</a:t>
                      </a:r>
                    </a:p>
                    <a:p>
                      <a:pPr algn="ctr"/>
                      <a:r>
                        <a:rPr lang="en-US" altLang="ko-Kore-KR" sz="800" b="1" u="none" strike="noStrike" cap="none" dirty="0">
                          <a:solidFill>
                            <a:srgbClr val="7030A0"/>
                          </a:solidFill>
                        </a:rPr>
                        <a:t>SPD x/240</a:t>
                      </a:r>
                      <a:endParaRPr lang="ko-Kore-KR" altLang="en-US" dirty="0">
                        <a:solidFill>
                          <a:srgbClr val="7030A0"/>
                        </a:solidFill>
                      </a:endParaRP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07L</a:t>
                      </a:r>
                      <a:r>
                        <a:rPr lang="en-US" sz="800" b="0" u="none" strike="noStrike" cap="none" dirty="0"/>
                        <a:t>(R)</a:t>
                      </a:r>
                      <a:endParaRPr sz="800" b="0" u="none" strike="noStrike" cap="none" dirty="0"/>
                    </a:p>
                  </a:txBody>
                  <a:tcPr marL="36000" marR="36000" marT="36000" marB="36000" anchor="ctr"/>
                </a:tc>
                <a:tc gridSpan="2">
                  <a:txBody>
                    <a:bodyPr/>
                    <a:lstStyle/>
                    <a:p>
                      <a:r>
                        <a:rPr lang="en-US" altLang="ko-Kore-KR" sz="800" b="1" u="none" strike="noStrike" cap="none" dirty="0">
                          <a:solidFill>
                            <a:srgbClr val="0070C0"/>
                          </a:solidFill>
                        </a:rPr>
                        <a:t>KADUM </a:t>
                      </a:r>
                      <a:r>
                        <a:rPr lang="en-US" altLang="ko-Kore-KR" sz="800" b="1" u="none" strike="noStrike" cap="none" dirty="0" err="1">
                          <a:solidFill>
                            <a:srgbClr val="0070C0"/>
                          </a:solidFill>
                        </a:rPr>
                        <a:t>xxA</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070 </a:t>
                      </a:r>
                      <a:r>
                        <a:rPr lang="en-US" sz="800" b="1" u="none" strike="noStrike" cap="none" dirty="0">
                          <a:solidFill>
                            <a:srgbClr val="0070C0"/>
                          </a:solidFill>
                        </a:rPr>
                        <a:t>ALT ATC</a:t>
                      </a: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TSH 116.8</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25R HCM 110.5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07R ITS 111.7</a:t>
                      </a:r>
                      <a:endParaRPr lang="ko-Kore-KR" dirty="0"/>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25L SGN 108.3</a:t>
                      </a:r>
                      <a:endParaRPr lang="ko-Kore-KR" dirty="0"/>
                    </a:p>
                  </a:txBody>
                  <a:tcPr marL="36000" marR="36000" marT="36000" marB="36000" anchor="ctr"/>
                </a:tc>
                <a:extLst>
                  <a:ext uri="{0D108BD9-81ED-4DB2-BD59-A6C34878D82A}">
                    <a16:rowId xmlns:a16="http://schemas.microsoft.com/office/drawing/2014/main" val="10003"/>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rgbClr val="C00000"/>
                          </a:solidFill>
                        </a:rPr>
                        <a:t>Caution TSAT +- 5min, </a:t>
                      </a:r>
                      <a:r>
                        <a:rPr lang="en-US" sz="800" b="1" u="none" strike="noStrike" cap="none" dirty="0">
                          <a:solidFill>
                            <a:srgbClr val="0070C0"/>
                          </a:solidFill>
                        </a:rPr>
                        <a:t>ATC CLR, RWY CHG After TAXI</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F28943"/>
                          </a:solidFill>
                        </a:rPr>
                        <a:t>Caution Sudden STOPBAR L/T</a:t>
                      </a:r>
                      <a:r>
                        <a:rPr lang="en-US" sz="800" b="1" u="none" strike="noStrike" cap="none" dirty="0">
                          <a:solidFill>
                            <a:srgbClr val="0070C0"/>
                          </a:solidFill>
                        </a:rPr>
                        <a:t>, </a:t>
                      </a:r>
                      <a:r>
                        <a:rPr lang="en-US" sz="800" b="1" u="none" strike="noStrike" cap="none" dirty="0">
                          <a:solidFill>
                            <a:schemeClr val="bg1"/>
                          </a:solidFill>
                        </a:rPr>
                        <a:t>Follow Car Service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7030A0"/>
                          </a:solidFill>
                        </a:rPr>
                        <a:t>1,2,3T is Stand name, Caution S1, P1 for Lineup</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10" name="TextBox 9">
            <a:extLst>
              <a:ext uri="{FF2B5EF4-FFF2-40B4-BE49-F238E27FC236}">
                <a16:creationId xmlns:a16="http://schemas.microsoft.com/office/drawing/2014/main" id="{AFCFEBA0-D491-E06D-ECEE-B5B3A538BC78}"/>
              </a:ext>
            </a:extLst>
          </p:cNvPr>
          <p:cNvSpPr txBox="1"/>
          <p:nvPr/>
        </p:nvSpPr>
        <p:spPr>
          <a:xfrm>
            <a:off x="25319" y="2329911"/>
            <a:ext cx="1963999"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APP 125.5 – HCM 120.1 - 134.05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a:t>
            </a:r>
            <a:r>
              <a:rPr kumimoji="1" lang="en-US" altLang="ko-Kore-KR" sz="700" b="1" u="sng" dirty="0">
                <a:solidFill>
                  <a:srgbClr val="C00000"/>
                </a:solidFill>
                <a:latin typeface="Gulim" panose="020B0600000101010101" pitchFamily="34" charset="-127"/>
                <a:ea typeface="Gulim" panose="020B0600000101010101" pitchFamily="34" charset="-127"/>
              </a:rPr>
              <a:t>(-5min)</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132.15 – 127.1 – TPE 129.1 – 127.9</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126.7 – 123.6 - FUK 127.5</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Tree>
    <p:extLst>
      <p:ext uri="{BB962C8B-B14F-4D97-AF65-F5344CB8AC3E}">
        <p14:creationId xmlns:p14="http://schemas.microsoft.com/office/powerpoint/2010/main" val="263909704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316">
          <a:extLst>
            <a:ext uri="{FF2B5EF4-FFF2-40B4-BE49-F238E27FC236}">
              <a16:creationId xmlns:a16="http://schemas.microsoft.com/office/drawing/2014/main" id="{F87906B9-8922-4D31-DD1F-BB69A1055DFB}"/>
            </a:ext>
          </a:extLst>
        </p:cNvPr>
        <p:cNvGrpSpPr/>
        <p:nvPr/>
      </p:nvGrpSpPr>
      <p:grpSpPr>
        <a:xfrm>
          <a:off x="0" y="0"/>
          <a:ext cx="0" cy="0"/>
          <a:chOff x="0" y="0"/>
          <a:chExt cx="0" cy="0"/>
        </a:xfrm>
      </p:grpSpPr>
      <p:graphicFrame>
        <p:nvGraphicFramePr>
          <p:cNvPr id="318" name="Google Shape;318;p21">
            <a:extLst>
              <a:ext uri="{FF2B5EF4-FFF2-40B4-BE49-F238E27FC236}">
                <a16:creationId xmlns:a16="http://schemas.microsoft.com/office/drawing/2014/main" id="{004CCF8A-01B6-889B-D8A8-66F598B344D2}"/>
              </a:ext>
            </a:extLst>
          </p:cNvPr>
          <p:cNvGraphicFramePr/>
          <p:nvPr>
            <p:extLst>
              <p:ext uri="{D42A27DB-BD31-4B8C-83A1-F6EECF244321}">
                <p14:modId xmlns:p14="http://schemas.microsoft.com/office/powerpoint/2010/main" val="3880585088"/>
              </p:ext>
            </p:extLst>
          </p:nvPr>
        </p:nvGraphicFramePr>
        <p:xfrm>
          <a:off x="0" y="611908"/>
          <a:ext cx="2332950" cy="11528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dirty="0"/>
                        <a:t>NRT : SID –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GULBO x</a:t>
                      </a:r>
                      <a:endParaRPr dirty="0"/>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a:extLst>
              <a:ext uri="{FF2B5EF4-FFF2-40B4-BE49-F238E27FC236}">
                <a16:creationId xmlns:a16="http://schemas.microsoft.com/office/drawing/2014/main" id="{DCA3EFF7-2AC5-41FB-1683-A86A62DFA1D9}"/>
              </a:ext>
            </a:extLst>
          </p:cNvPr>
          <p:cNvGraphicFramePr/>
          <p:nvPr>
            <p:extLst>
              <p:ext uri="{D42A27DB-BD31-4B8C-83A1-F6EECF244321}">
                <p14:modId xmlns:p14="http://schemas.microsoft.com/office/powerpoint/2010/main" val="3556207662"/>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Tokyo 131.70</a:t>
                      </a:r>
                      <a:endParaRPr dirty="0"/>
                    </a:p>
                    <a:p>
                      <a:pPr marL="0" marR="0" lvl="0" indent="0" algn="ctr" rtl="0">
                        <a:spcBef>
                          <a:spcPts val="0"/>
                        </a:spcBef>
                        <a:spcAft>
                          <a:spcPts val="0"/>
                        </a:spcAft>
                        <a:buNone/>
                      </a:pPr>
                      <a:r>
                        <a:rPr lang="en-US" sz="800" dirty="0">
                          <a:solidFill>
                            <a:srgbClr val="FF0000"/>
                          </a:solidFill>
                        </a:rPr>
                        <a:t>DCL -15분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FF0000"/>
                          </a:solidFill>
                          <a:effectLst/>
                          <a:uLnTx/>
                          <a:uFillTx/>
                          <a:latin typeface="Calibri"/>
                          <a:cs typeface="Calibri"/>
                        </a:rPr>
                        <a:t>No D-ATIS</a:t>
                      </a:r>
                      <a:endParaRPr kumimoji="0" lang="ko-KR" altLang="en-US" sz="800" b="0" i="0" u="none" strike="noStrike" kern="1200" cap="none" spc="0" normalizeH="0" baseline="0" noProof="0" dirty="0">
                        <a:ln>
                          <a:noFill/>
                        </a:ln>
                        <a:solidFill>
                          <a:srgbClr val="FF0000"/>
                        </a:solidFill>
                        <a:effectLst/>
                        <a:uLnTx/>
                        <a:uFillTx/>
                        <a:latin typeface="Calibri"/>
                        <a:cs typeface="Calibri"/>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E9595D1-5121-1905-35D4-595D5B17754E}"/>
              </a:ext>
            </a:extLst>
          </p:cNvPr>
          <p:cNvSpPr txBox="1"/>
          <p:nvPr/>
        </p:nvSpPr>
        <p:spPr>
          <a:xfrm>
            <a:off x="-20938" y="1992335"/>
            <a:ext cx="1205779" cy="413309"/>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a:t>
            </a:r>
            <a:endParaRPr kumimoji="1" lang="en-US" altLang="ko-Kore-KR"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C7FF8A27-CC45-E3B0-4F8F-40667087C232}"/>
              </a:ext>
            </a:extLst>
          </p:cNvPr>
          <p:cNvSpPr/>
          <p:nvPr/>
        </p:nvSpPr>
        <p:spPr>
          <a:xfrm>
            <a:off x="1413565" y="2991989"/>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F7B3BC7-1196-4453-2B8A-7E7D9C90A2E4}"/>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73CE2D43-69BC-48DD-7B5B-597CEBC66B57}"/>
              </a:ext>
            </a:extLst>
          </p:cNvPr>
          <p:cNvGraphicFramePr/>
          <p:nvPr>
            <p:extLst>
              <p:ext uri="{D42A27DB-BD31-4B8C-83A1-F6EECF244321}">
                <p14:modId xmlns:p14="http://schemas.microsoft.com/office/powerpoint/2010/main" val="2083197152"/>
              </p:ext>
            </p:extLst>
          </p:nvPr>
        </p:nvGraphicFramePr>
        <p:xfrm>
          <a:off x="11589" y="3618695"/>
          <a:ext cx="2314761" cy="1936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1110594">
                  <a:extLst>
                    <a:ext uri="{9D8B030D-6E8A-4147-A177-3AD203B41FA5}">
                      <a16:colId xmlns:a16="http://schemas.microsoft.com/office/drawing/2014/main" val="20001"/>
                    </a:ext>
                  </a:extLst>
                </a:gridCol>
                <a:gridCol w="868611">
                  <a:extLst>
                    <a:ext uri="{9D8B030D-6E8A-4147-A177-3AD203B41FA5}">
                      <a16:colId xmlns:a16="http://schemas.microsoft.com/office/drawing/2014/main" val="20003"/>
                    </a:ext>
                  </a:extLst>
                </a:gridCol>
              </a:tblGrid>
              <a:tr h="0">
                <a:tc gridSpan="3">
                  <a:txBody>
                    <a:bodyPr/>
                    <a:lstStyle/>
                    <a:p>
                      <a:pPr marL="0" marR="0" lvl="0" indent="0" algn="ctr" rtl="0">
                        <a:spcBef>
                          <a:spcPts val="0"/>
                        </a:spcBef>
                        <a:spcAft>
                          <a:spcPts val="0"/>
                        </a:spcAft>
                        <a:buNone/>
                      </a:pPr>
                      <a:r>
                        <a:rPr lang="en-US" sz="800" dirty="0"/>
                        <a:t>HNL </a:t>
                      </a:r>
                      <a:r>
                        <a:rPr lang="en-US" sz="800" dirty="0">
                          <a:solidFill>
                            <a:srgbClr val="00B0F0"/>
                          </a:solidFill>
                        </a:rPr>
                        <a:t>[042/079/259]</a:t>
                      </a:r>
                      <a:r>
                        <a:rPr lang="en-US" sz="800" dirty="0"/>
                        <a:t> UTC-10 TL180 </a:t>
                      </a:r>
                      <a:r>
                        <a:rPr lang="en-US" sz="800" dirty="0">
                          <a:solidFill>
                            <a:srgbClr val="00B050"/>
                          </a:solidFill>
                        </a:rPr>
                        <a:t>CPDLC RJJJ-KZAK</a:t>
                      </a:r>
                    </a:p>
                    <a:p>
                      <a:pPr marL="0" marR="0" lvl="0" indent="0" algn="ctr" rtl="0">
                        <a:spcBef>
                          <a:spcPts val="0"/>
                        </a:spcBef>
                        <a:spcAft>
                          <a:spcPts val="0"/>
                        </a:spcAft>
                        <a:buNone/>
                      </a:pPr>
                      <a:r>
                        <a:rPr lang="en-US" sz="800" b="0" dirty="0">
                          <a:solidFill>
                            <a:srgbClr val="FFC000"/>
                          </a:solidFill>
                        </a:rPr>
                        <a:t>Before SYVAD/DANNO/CANON/THOMA CTC HNL</a:t>
                      </a:r>
                      <a:r>
                        <a:rPr lang="en-US" sz="800" b="0" dirty="0"/>
                        <a:t> </a:t>
                      </a:r>
                      <a:endParaRPr sz="800" b="0" dirty="0"/>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08L</a:t>
                      </a:r>
                      <a:endParaRPr sz="800" b="1" dirty="0"/>
                    </a:p>
                  </a:txBody>
                  <a:tcPr marL="36000" marR="36000" marT="36000" marB="36000" anchor="ctr"/>
                </a:tc>
                <a:tc rowSpan="3">
                  <a:txBody>
                    <a:bodyPr/>
                    <a:lstStyle/>
                    <a:p>
                      <a:pPr marL="0" marR="0" lvl="0" indent="0" algn="ctr" rtl="0">
                        <a:spcBef>
                          <a:spcPts val="0"/>
                        </a:spcBef>
                        <a:spcAft>
                          <a:spcPts val="0"/>
                        </a:spcAft>
                        <a:buNone/>
                      </a:pPr>
                      <a:r>
                        <a:rPr lang="en-US" sz="800" b="1" dirty="0"/>
                        <a:t>KLANI/BOOKE/OPACA</a:t>
                      </a:r>
                    </a:p>
                    <a:p>
                      <a:pPr marL="0" marR="0" lvl="0" indent="0" algn="ctr" rtl="0">
                        <a:spcBef>
                          <a:spcPts val="0"/>
                        </a:spcBef>
                        <a:spcAft>
                          <a:spcPts val="0"/>
                        </a:spcAft>
                        <a:buNone/>
                      </a:pPr>
                      <a:r>
                        <a:rPr lang="en-US" sz="800" b="0" dirty="0">
                          <a:solidFill>
                            <a:srgbClr val="0070C0"/>
                          </a:solidFill>
                        </a:rPr>
                        <a:t>Tx Modify/RDR Vector</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ILS 08L</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04R</a:t>
                      </a:r>
                      <a:endParaRPr sz="800" b="1"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ILS Y 04R</a:t>
                      </a:r>
                      <a:endParaRPr sz="458" b="1" dirty="0"/>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dirty="0"/>
                        <a:t>26L</a:t>
                      </a:r>
                      <a:endParaRPr sz="800" b="1" dirty="0"/>
                    </a:p>
                  </a:txBody>
                  <a:tcPr marL="36000" marR="36000" marT="36000" marB="36000" anchor="ctr"/>
                </a:tc>
                <a:tc vMerge="1">
                  <a:txBody>
                    <a:bodyPr/>
                    <a:lstStyle/>
                    <a:p>
                      <a:pPr marL="0" marR="0" lvl="0" indent="0" algn="ctr" rtl="0">
                        <a:spcBef>
                          <a:spcPts val="0"/>
                        </a:spcBef>
                        <a:spcAft>
                          <a:spcPts val="0"/>
                        </a:spcAft>
                        <a:buNone/>
                      </a:pPr>
                      <a:endParaRPr sz="800" b="1"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 RNP AR/LDA 26L</a:t>
                      </a:r>
                      <a:endParaRPr sz="458" b="1" dirty="0"/>
                    </a:p>
                  </a:txBody>
                  <a:tcPr marL="36000" marR="36000" marT="36000" marB="36000" anchor="ctr"/>
                </a:tc>
                <a:extLst>
                  <a:ext uri="{0D108BD9-81ED-4DB2-BD59-A6C34878D82A}">
                    <a16:rowId xmlns:a16="http://schemas.microsoft.com/office/drawing/2014/main" val="318075372"/>
                  </a:ext>
                </a:extLst>
              </a:tr>
              <a:tr h="156400">
                <a:tc>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b="1" dirty="0">
                          <a:solidFill>
                            <a:srgbClr val="0070C0"/>
                          </a:solidFill>
                        </a:rPr>
                        <a:t>HNL, </a:t>
                      </a:r>
                      <a:r>
                        <a:rPr lang="en-US" altLang="ko-Kore-KR" sz="800" b="1" dirty="0">
                          <a:solidFill>
                            <a:srgbClr val="C00000"/>
                          </a:solidFill>
                        </a:rPr>
                        <a:t>08L IHNL, 04R IIUM, (26L IEPC offset)</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615974087"/>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dirty="0"/>
                        <a:t>RWY /8</a:t>
                      </a:r>
                      <a:endParaRPr lang="en-US" altLang="ko-Kore-KR" sz="458"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7"/>
                  </a:ext>
                </a:extLst>
              </a:tr>
              <a:tr h="218875">
                <a:tc gridSpan="3">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08L : Y(6837’), H(7887’), 26L : R</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(7759‘)</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04R : </a:t>
                      </a:r>
                      <a:r>
                        <a:rPr lang="en-US" sz="800" b="1" dirty="0">
                          <a:solidFill>
                            <a:srgbClr val="0070C0"/>
                          </a:solidFill>
                          <a:latin typeface="Calibri"/>
                          <a:ea typeface="Calibri"/>
                          <a:cs typeface="Calibri"/>
                          <a:sym typeface="Calibri"/>
                        </a:rPr>
                        <a:t>END of RWY Except ATC</a:t>
                      </a:r>
                      <a:r>
                        <a:rPr lang="en-US" sz="800" b="1" dirty="0">
                          <a:solidFill>
                            <a:schemeClr val="dk1"/>
                          </a:solidFill>
                          <a:latin typeface="Calibri"/>
                          <a:ea typeface="Calibri"/>
                          <a:cs typeface="Calibri"/>
                          <a:sym typeface="Calibri"/>
                        </a:rPr>
                        <a:t>, </a:t>
                      </a:r>
                      <a:r>
                        <a:rPr lang="en-US" sz="800" b="1" dirty="0">
                          <a:solidFill>
                            <a:srgbClr val="C00000"/>
                          </a:solidFill>
                          <a:latin typeface="Calibri"/>
                          <a:ea typeface="Calibri"/>
                          <a:cs typeface="Calibri"/>
                          <a:sym typeface="Calibri"/>
                        </a:rPr>
                        <a:t>NO LAHSO to ATC</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01600">
                <a:tc gridSpan="3">
                  <a:txBody>
                    <a:bodyPr/>
                    <a:lstStyle/>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AFT RWY 08L L/D : TWY H to A Caution</a:t>
                      </a:r>
                    </a:p>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RAMP IN West/East Guide Line by ATC</a:t>
                      </a:r>
                      <a:endParaRPr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9474643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735382387"/>
              </p:ext>
            </p:extLst>
          </p:nvPr>
        </p:nvGraphicFramePr>
        <p:xfrm>
          <a:off x="0" y="1"/>
          <a:ext cx="2328875" cy="49319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84842402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307">
          <a:extLst>
            <a:ext uri="{FF2B5EF4-FFF2-40B4-BE49-F238E27FC236}">
              <a16:creationId xmlns:a16="http://schemas.microsoft.com/office/drawing/2014/main" id="{7CCA33CD-72E4-1EA2-50AC-86CEC5083099}"/>
            </a:ext>
          </a:extLst>
        </p:cNvPr>
        <p:cNvGrpSpPr/>
        <p:nvPr/>
      </p:nvGrpSpPr>
      <p:grpSpPr>
        <a:xfrm>
          <a:off x="0" y="0"/>
          <a:ext cx="0" cy="0"/>
          <a:chOff x="0" y="0"/>
          <a:chExt cx="0" cy="0"/>
        </a:xfrm>
      </p:grpSpPr>
      <p:graphicFrame>
        <p:nvGraphicFramePr>
          <p:cNvPr id="310" name="Google Shape;310;p20">
            <a:extLst>
              <a:ext uri="{FF2B5EF4-FFF2-40B4-BE49-F238E27FC236}">
                <a16:creationId xmlns:a16="http://schemas.microsoft.com/office/drawing/2014/main" id="{779AE2DE-91EF-E4E8-7F10-75FF83492A04}"/>
              </a:ext>
            </a:extLst>
          </p:cNvPr>
          <p:cNvGraphicFramePr/>
          <p:nvPr>
            <p:extLst>
              <p:ext uri="{D42A27DB-BD31-4B8C-83A1-F6EECF244321}">
                <p14:modId xmlns:p14="http://schemas.microsoft.com/office/powerpoint/2010/main" val="102399440"/>
              </p:ext>
            </p:extLst>
          </p:nvPr>
        </p:nvGraphicFramePr>
        <p:xfrm>
          <a:off x="1596" y="3578512"/>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a:t>
                      </a:r>
                      <a:r>
                        <a:rPr lang="en-US" sz="800" dirty="0">
                          <a:solidFill>
                            <a:srgbClr val="00B0F0"/>
                          </a:solidFill>
                        </a:rPr>
                        <a:t>[337/157]</a:t>
                      </a:r>
                      <a:r>
                        <a:rPr lang="en-US" sz="800" dirty="0"/>
                        <a:t>  : LESPO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E</a:t>
                      </a:r>
                      <a:endParaRPr dirty="0"/>
                    </a:p>
                    <a:p>
                      <a:pPr marL="0" marR="0" lvl="0" indent="0" algn="ctr" rtl="0">
                        <a:spcBef>
                          <a:spcPts val="0"/>
                        </a:spcBef>
                        <a:spcAft>
                          <a:spcPts val="0"/>
                        </a:spcAft>
                        <a:buNone/>
                      </a:pPr>
                      <a:r>
                        <a:rPr lang="en-US" sz="800" b="1" dirty="0"/>
                        <a:t>(SUPOK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G</a:t>
                      </a:r>
                      <a:endParaRPr dirty="0"/>
                    </a:p>
                    <a:p>
                      <a:pPr marL="0" marR="0" lvl="0" indent="0" algn="ctr" rtl="0">
                        <a:spcBef>
                          <a:spcPts val="0"/>
                        </a:spcBef>
                        <a:spcAft>
                          <a:spcPts val="0"/>
                        </a:spcAft>
                        <a:buNone/>
                      </a:pPr>
                      <a:r>
                        <a:rPr lang="en-US" sz="800" b="1" dirty="0"/>
                        <a:t>(SUPOK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a:extLst>
              <a:ext uri="{FF2B5EF4-FFF2-40B4-BE49-F238E27FC236}">
                <a16:creationId xmlns:a16="http://schemas.microsoft.com/office/drawing/2014/main" id="{C50C0D5A-13BC-145D-403C-E5067FC74BAE}"/>
              </a:ext>
            </a:extLst>
          </p:cNvPr>
          <p:cNvGraphicFramePr/>
          <p:nvPr>
            <p:extLst>
              <p:ext uri="{D42A27DB-BD31-4B8C-83A1-F6EECF244321}">
                <p14:modId xmlns:p14="http://schemas.microsoft.com/office/powerpoint/2010/main" val="220828288"/>
              </p:ext>
            </p:extLst>
          </p:nvPr>
        </p:nvGraphicFramePr>
        <p:xfrm>
          <a:off x="-2501" y="16504"/>
          <a:ext cx="2328850" cy="5979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11">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99164">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endParaRPr dirty="0"/>
                    </a:p>
                    <a:p>
                      <a:pPr marL="0" marR="0" lvl="0" indent="0" algn="ctr" rtl="0">
                        <a:spcBef>
                          <a:spcPts val="0"/>
                        </a:spcBef>
                        <a:spcAft>
                          <a:spcPts val="0"/>
                        </a:spcAft>
                        <a:buNone/>
                      </a:pPr>
                      <a:r>
                        <a:rPr lang="en-US" sz="800" dirty="0">
                          <a:solidFill>
                            <a:srgbClr val="FF0000"/>
                          </a:solidFill>
                          <a:latin typeface="Calibri"/>
                          <a:ea typeface="Calibri"/>
                          <a:cs typeface="Calibri"/>
                          <a:sym typeface="Calibri"/>
                        </a:rPr>
                        <a:t>By Voice, No D-ATIS</a:t>
                      </a:r>
                      <a:endParaRPr sz="1050" dirty="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50776FE-5E1A-6F13-D147-610A9D0A227C}"/>
              </a:ext>
            </a:extLst>
          </p:cNvPr>
          <p:cNvSpPr txBox="1"/>
          <p:nvPr/>
        </p:nvSpPr>
        <p:spPr>
          <a:xfrm>
            <a:off x="-2501" y="2823262"/>
            <a:ext cx="747320" cy="228643"/>
          </a:xfrm>
          <a:prstGeom prst="rect">
            <a:avLst/>
          </a:prstGeom>
          <a:noFill/>
        </p:spPr>
        <p:txBody>
          <a:bodyPr wrap="none" tIns="36000" bIns="36000" rtlCol="0" anchor="ctr">
            <a:spAutoFit/>
          </a:bodyPr>
          <a:lstStyle/>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HCF 118.3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B1816D6-225A-9F84-1B8C-9AF07D8E2C3E}"/>
              </a:ext>
            </a:extLst>
          </p:cNvPr>
          <p:cNvSpPr/>
          <p:nvPr/>
        </p:nvSpPr>
        <p:spPr>
          <a:xfrm>
            <a:off x="838331" y="293592"/>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85B1CF1-4A0F-D14D-79EA-BDB67D15BD7A}"/>
              </a:ext>
            </a:extLst>
          </p:cNvPr>
          <p:cNvGraphicFramePr/>
          <p:nvPr>
            <p:extLst>
              <p:ext uri="{D42A27DB-BD31-4B8C-83A1-F6EECF244321}">
                <p14:modId xmlns:p14="http://schemas.microsoft.com/office/powerpoint/2010/main" val="664285631"/>
              </p:ext>
            </p:extLst>
          </p:nvPr>
        </p:nvGraphicFramePr>
        <p:xfrm>
          <a:off x="1" y="624909"/>
          <a:ext cx="2332995" cy="1510570"/>
        </p:xfrm>
        <a:graphic>
          <a:graphicData uri="http://schemas.openxmlformats.org/drawingml/2006/table">
            <a:tbl>
              <a:tblPr firstRow="1" bandRow="1">
                <a:noFill/>
                <a:tableStyleId>{A521BE36-7E6F-4EC9-8D66-1CF97A6895EC}</a:tableStyleId>
              </a:tblPr>
              <a:tblGrid>
                <a:gridCol w="322264">
                  <a:extLst>
                    <a:ext uri="{9D8B030D-6E8A-4147-A177-3AD203B41FA5}">
                      <a16:colId xmlns:a16="http://schemas.microsoft.com/office/drawing/2014/main" val="20000"/>
                    </a:ext>
                  </a:extLst>
                </a:gridCol>
                <a:gridCol w="437417">
                  <a:extLst>
                    <a:ext uri="{9D8B030D-6E8A-4147-A177-3AD203B41FA5}">
                      <a16:colId xmlns:a16="http://schemas.microsoft.com/office/drawing/2014/main" val="20001"/>
                    </a:ext>
                  </a:extLst>
                </a:gridCol>
                <a:gridCol w="216630">
                  <a:extLst>
                    <a:ext uri="{9D8B030D-6E8A-4147-A177-3AD203B41FA5}">
                      <a16:colId xmlns:a16="http://schemas.microsoft.com/office/drawing/2014/main" val="3108217663"/>
                    </a:ext>
                  </a:extLst>
                </a:gridCol>
                <a:gridCol w="597004">
                  <a:extLst>
                    <a:ext uri="{9D8B030D-6E8A-4147-A177-3AD203B41FA5}">
                      <a16:colId xmlns:a16="http://schemas.microsoft.com/office/drawing/2014/main" val="20003"/>
                    </a:ext>
                  </a:extLst>
                </a:gridCol>
                <a:gridCol w="759680">
                  <a:extLst>
                    <a:ext uri="{9D8B030D-6E8A-4147-A177-3AD203B41FA5}">
                      <a16:colId xmlns:a16="http://schemas.microsoft.com/office/drawing/2014/main" val="78134517"/>
                    </a:ext>
                  </a:extLst>
                </a:gridCol>
              </a:tblGrid>
              <a:tr h="159300">
                <a:tc gridSpan="5">
                  <a:txBody>
                    <a:bodyPr/>
                    <a:lstStyle/>
                    <a:p>
                      <a:pPr marL="0" marR="0" lvl="0" indent="0" algn="ctr" rtl="0">
                        <a:spcBef>
                          <a:spcPts val="0"/>
                        </a:spcBef>
                        <a:spcAft>
                          <a:spcPts val="0"/>
                        </a:spcAft>
                        <a:buNone/>
                      </a:pPr>
                      <a:r>
                        <a:rPr lang="en-US" sz="800" dirty="0"/>
                        <a:t>HNL : UTC-10, TA 18000, </a:t>
                      </a:r>
                      <a:r>
                        <a:rPr lang="en-US" sz="800" dirty="0">
                          <a:solidFill>
                            <a:srgbClr val="00B050"/>
                          </a:solidFill>
                        </a:rPr>
                        <a:t>CPDLC KZAK</a:t>
                      </a:r>
                      <a:endParaRPr sz="800" dirty="0">
                        <a:solidFill>
                          <a:srgbClr val="00B05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dirty="0"/>
                        <a:t>08R/L</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KEOLA x</a:t>
                      </a:r>
                    </a:p>
                    <a:p>
                      <a:pPr marL="0" marR="0" lvl="0" indent="0" algn="ctr" rtl="0">
                        <a:spcBef>
                          <a:spcPts val="0"/>
                        </a:spcBef>
                        <a:spcAft>
                          <a:spcPts val="0"/>
                        </a:spcAft>
                        <a:buNone/>
                      </a:pPr>
                      <a:r>
                        <a:rPr lang="en-US" sz="800" b="1" dirty="0">
                          <a:solidFill>
                            <a:srgbClr val="0070C0"/>
                          </a:solidFill>
                        </a:rPr>
                        <a:t>Tx By Plan</a:t>
                      </a:r>
                      <a:endParaRPr sz="800" b="1" dirty="0">
                        <a:solidFill>
                          <a:srgbClr val="0070C0"/>
                        </a:solidFill>
                      </a:endParaRPr>
                    </a:p>
                  </a:txBody>
                  <a:tcPr marL="36000" marR="36000" marT="36000" marB="36000" anchor="ctr"/>
                </a:tc>
                <a:tc rowSpan="2" hMerge="1">
                  <a:txBody>
                    <a:bodyPr/>
                    <a:lstStyle/>
                    <a:p>
                      <a:endParaRPr lang="ko-Kore-KR" altLang="en-US"/>
                    </a:p>
                  </a:txBody>
                  <a:tcPr/>
                </a:tc>
                <a:tc gridSpan="2">
                  <a:txBody>
                    <a:bodyPr/>
                    <a:lstStyle/>
                    <a:p>
                      <a:pPr marL="0" marR="0" lvl="0" indent="0" algn="ctr" rtl="0">
                        <a:spcBef>
                          <a:spcPts val="0"/>
                        </a:spcBef>
                        <a:spcAft>
                          <a:spcPts val="0"/>
                        </a:spcAft>
                        <a:buNone/>
                      </a:pPr>
                      <a:r>
                        <a:rPr lang="en-US" sz="800" b="1" dirty="0"/>
                        <a:t>HD 079 </a:t>
                      </a:r>
                      <a:r>
                        <a:rPr lang="en-US" sz="800" b="1" dirty="0">
                          <a:solidFill>
                            <a:srgbClr val="0070C0"/>
                          </a:solidFill>
                        </a:rPr>
                        <a:t>ALT 5000</a:t>
                      </a:r>
                      <a:endParaRPr lang="ko-Kore-KR" altLang="en-US" dirty="0">
                        <a:solidFill>
                          <a:srgbClr val="7030A0"/>
                        </a:solidFill>
                      </a:endParaRP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dirty="0"/>
                        <a:t>26L/R</a:t>
                      </a:r>
                      <a:endParaRPr sz="800" b="1" dirty="0"/>
                    </a:p>
                  </a:txBody>
                  <a:tcPr marL="36000" marR="36000" marT="36000" marB="36000" anchor="ctr"/>
                </a:tc>
                <a:tc gridSpan="2" vMerge="1">
                  <a:txBody>
                    <a:bodyPr/>
                    <a:lstStyle/>
                    <a:p>
                      <a:pPr marL="0" marR="0" lvl="0" indent="0" algn="ctr" rtl="0">
                        <a:spcBef>
                          <a:spcPts val="0"/>
                        </a:spcBef>
                        <a:spcAft>
                          <a:spcPts val="0"/>
                        </a:spcAft>
                        <a:buNone/>
                      </a:pPr>
                      <a:endParaRPr sz="800" dirty="0"/>
                    </a:p>
                  </a:txBody>
                  <a:tcPr marL="36000" marR="36000" marT="36000" marB="36000" anchor="ctr"/>
                </a:tc>
                <a:tc hMerge="1" vMerge="1">
                  <a:txBody>
                    <a:bodyPr/>
                    <a:lstStyle/>
                    <a:p>
                      <a:endParaRPr lang="ko-Kore-KR" altLang="en-US"/>
                    </a:p>
                  </a:txBody>
                  <a:tcPr/>
                </a:tc>
                <a:tc gridSpan="2">
                  <a:txBody>
                    <a:bodyPr/>
                    <a:lstStyle/>
                    <a:p>
                      <a:pPr marL="0" marR="0" lvl="0" indent="0" algn="ctr" rtl="0">
                        <a:spcBef>
                          <a:spcPts val="0"/>
                        </a:spcBef>
                        <a:spcAft>
                          <a:spcPts val="0"/>
                        </a:spcAft>
                        <a:buNone/>
                      </a:pPr>
                      <a:r>
                        <a:rPr lang="en-US" sz="800" dirty="0"/>
                        <a:t>HD 259 </a:t>
                      </a:r>
                      <a:r>
                        <a:rPr lang="en-US" sz="800" dirty="0">
                          <a:solidFill>
                            <a:srgbClr val="0070C0"/>
                          </a:solidFill>
                        </a:rPr>
                        <a:t>ALT 5000</a:t>
                      </a:r>
                      <a:endParaRPr lang="ko-Kore-KR" altLang="en-US" dirty="0">
                        <a:solidFill>
                          <a:srgbClr val="7030A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800" b="1" dirty="0">
                          <a:solidFill>
                            <a:srgbClr val="0070C0"/>
                          </a:solidFill>
                        </a:rPr>
                        <a:t>HNL</a:t>
                      </a:r>
                      <a:r>
                        <a:rPr lang="en-US" altLang="ko-Kore-KR" sz="600" b="0" dirty="0">
                          <a:solidFill>
                            <a:schemeClr val="dk1"/>
                          </a:solidFill>
                        </a:rPr>
                        <a:t> </a:t>
                      </a:r>
                      <a:r>
                        <a:rPr lang="en-US" altLang="ko-Kore-KR" sz="800" b="1" dirty="0">
                          <a:solidFill>
                            <a:srgbClr val="0070C0"/>
                          </a:solidFill>
                        </a:rPr>
                        <a:t>114.8</a:t>
                      </a:r>
                      <a:endParaRPr lang="en-US" altLang="ko-Kore-KR" sz="600" dirty="0"/>
                    </a:p>
                  </a:txBody>
                  <a:tcPr marL="36000" marR="36000" marT="36000" marB="36000" anchor="ctr"/>
                </a:tc>
                <a:tc hMerge="1">
                  <a:txBody>
                    <a:bodyPr/>
                    <a:lstStyle/>
                    <a:p>
                      <a:pPr marL="0" marR="0" lvl="0" indent="0" algn="ctr" rtl="0">
                        <a:spcBef>
                          <a:spcPts val="0"/>
                        </a:spcBef>
                        <a:spcAft>
                          <a:spcPts val="0"/>
                        </a:spcAft>
                        <a:buNone/>
                      </a:pPr>
                      <a:endParaRPr lang="ko-Kore-KR" dirty="0"/>
                    </a:p>
                  </a:txBody>
                  <a:tcPr marL="36000" marR="36000" marT="36000" marB="36000" anchor="ctr"/>
                </a:tc>
                <a:tc gridSpan="2">
                  <a:txBody>
                    <a:bodyPr/>
                    <a:lstStyle/>
                    <a:p>
                      <a:pPr marL="0" marR="0" lvl="0" indent="0" algn="ctr" rtl="0">
                        <a:spcBef>
                          <a:spcPts val="0"/>
                        </a:spcBef>
                        <a:spcAft>
                          <a:spcPts val="0"/>
                        </a:spcAft>
                        <a:buNone/>
                      </a:pPr>
                      <a:r>
                        <a:rPr lang="en-US" altLang="ko-Kore-KR" sz="800" b="1" dirty="0">
                          <a:solidFill>
                            <a:srgbClr val="C00000"/>
                          </a:solidFill>
                        </a:rPr>
                        <a:t>08L IHNL</a:t>
                      </a:r>
                      <a:r>
                        <a:rPr lang="en-US" altLang="ko-Kore-KR" sz="600" b="0" dirty="0">
                          <a:solidFill>
                            <a:schemeClr val="dk1"/>
                          </a:solidFill>
                        </a:rPr>
                        <a:t> </a:t>
                      </a:r>
                      <a:r>
                        <a:rPr lang="en-US" altLang="ko-Kore-KR" sz="800" b="1" dirty="0">
                          <a:solidFill>
                            <a:srgbClr val="C00000"/>
                          </a:solidFill>
                        </a:rPr>
                        <a:t>111.7</a:t>
                      </a:r>
                      <a:endParaRPr lang="ko-Kore-KR" altLang="ko-Kore-KR" sz="6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altLang="ko-Kore-KR" sz="800" b="1" dirty="0">
                          <a:solidFill>
                            <a:srgbClr val="C00000"/>
                          </a:solidFill>
                        </a:rPr>
                        <a:t>04R IIUM</a:t>
                      </a:r>
                      <a:r>
                        <a:rPr lang="en-US" altLang="ko-Kore-KR" sz="600" b="0" dirty="0">
                          <a:solidFill>
                            <a:schemeClr val="dk1"/>
                          </a:solidFill>
                        </a:rPr>
                        <a:t> </a:t>
                      </a:r>
                      <a:r>
                        <a:rPr lang="en-US" altLang="ko-Kore-KR" sz="800" b="1" dirty="0">
                          <a:solidFill>
                            <a:srgbClr val="C00000"/>
                          </a:solidFill>
                        </a:rPr>
                        <a:t>110.5</a:t>
                      </a:r>
                      <a:endParaRPr lang="ko-Kore-KR" altLang="en-US" sz="600" dirty="0"/>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08R : HNL 079/1.3, 08L : HNL R045</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04L/R : HNL /2 then CRS 160</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8"/>
                  </a:ext>
                </a:extLst>
              </a:tr>
              <a:tr h="1447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Hold Proc JEPP</a:t>
                      </a:r>
                    </a:p>
                    <a:p>
                      <a:pPr marL="0" marR="0" lvl="0" indent="0" algn="ctr" rtl="0">
                        <a:lnSpc>
                          <a:spcPct val="100000"/>
                        </a:lnSpc>
                        <a:spcBef>
                          <a:spcPts val="0"/>
                        </a:spcBef>
                        <a:spcAft>
                          <a:spcPts val="0"/>
                        </a:spcAft>
                        <a:buClr>
                          <a:schemeClr val="dk1"/>
                        </a:buClr>
                        <a:buSzPts val="800"/>
                        <a:buFont typeface="Calibri"/>
                        <a:buNone/>
                      </a:pPr>
                      <a:r>
                        <a:rPr lang="en-US" sz="800" dirty="0" err="1"/>
                        <a:t>PushBack</a:t>
                      </a:r>
                      <a:r>
                        <a:rPr lang="en-US" sz="800" dirty="0"/>
                        <a:t> &amp; Start to GND, Gate Start to RAMP</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10"/>
                  </a:ext>
                </a:extLst>
              </a:tr>
            </a:tbl>
          </a:graphicData>
        </a:graphic>
      </p:graphicFrame>
      <p:pic>
        <p:nvPicPr>
          <p:cNvPr id="7" name="그림 6" descr="텍스트, 지도, 폰트이(가) 표시된 사진&#10;&#10;자동 생성된 설명">
            <a:extLst>
              <a:ext uri="{FF2B5EF4-FFF2-40B4-BE49-F238E27FC236}">
                <a16:creationId xmlns:a16="http://schemas.microsoft.com/office/drawing/2014/main" id="{3E47CE53-4BFE-4BE3-6288-6433649AAFC3}"/>
              </a:ext>
            </a:extLst>
          </p:cNvPr>
          <p:cNvPicPr>
            <a:picLocks noChangeAspect="1"/>
          </p:cNvPicPr>
          <p:nvPr/>
        </p:nvPicPr>
        <p:blipFill>
          <a:blip r:embed="rId6"/>
          <a:stretch>
            <a:fillRect/>
          </a:stretch>
        </p:blipFill>
        <p:spPr>
          <a:xfrm>
            <a:off x="-2501" y="2155966"/>
            <a:ext cx="841413" cy="597975"/>
          </a:xfrm>
          <a:prstGeom prst="rect">
            <a:avLst/>
          </a:prstGeom>
        </p:spPr>
      </p:pic>
      <p:sp>
        <p:nvSpPr>
          <p:cNvPr id="8" name="직사각형 7">
            <a:hlinkClick r:id="" action="ppaction://hlinkshowjump?jump=firstslide"/>
            <a:extLst>
              <a:ext uri="{FF2B5EF4-FFF2-40B4-BE49-F238E27FC236}">
                <a16:creationId xmlns:a16="http://schemas.microsoft.com/office/drawing/2014/main" id="{342AD161-1DF0-AF39-FEE3-82DA0F612263}"/>
              </a:ext>
            </a:extLst>
          </p:cNvPr>
          <p:cNvSpPr/>
          <p:nvPr/>
        </p:nvSpPr>
        <p:spPr>
          <a:xfrm>
            <a:off x="1413565" y="3234944"/>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3421023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2F1D7D5E-6221-E103-B7D5-91EF33BDE36F}"/>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D470155E-A2DD-E239-7334-ED0723C54C96}"/>
              </a:ext>
            </a:extLst>
          </p:cNvPr>
          <p:cNvGraphicFramePr/>
          <p:nvPr>
            <p:extLst>
              <p:ext uri="{D42A27DB-BD31-4B8C-83A1-F6EECF244321}">
                <p14:modId xmlns:p14="http://schemas.microsoft.com/office/powerpoint/2010/main" val="1998580047"/>
              </p:ext>
            </p:extLst>
          </p:nvPr>
        </p:nvGraphicFramePr>
        <p:xfrm>
          <a:off x="4410" y="3514148"/>
          <a:ext cx="2305886" cy="2057103"/>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SYD </a:t>
                      </a:r>
                      <a:r>
                        <a:rPr lang="en-US" sz="800" dirty="0">
                          <a:solidFill>
                            <a:srgbClr val="00B0F0"/>
                          </a:solidFill>
                        </a:rPr>
                        <a:t>[335/155]</a:t>
                      </a:r>
                      <a:r>
                        <a:rPr lang="en-US" sz="800" dirty="0"/>
                        <a:t> UTC+10/11 TL110 </a:t>
                      </a:r>
                      <a:r>
                        <a:rPr lang="en-US" sz="700" b="0" dirty="0"/>
                        <a:t>RW34L/16R on Req</a:t>
                      </a:r>
                      <a:endParaRPr lang="en-US" sz="800" b="0" dirty="0"/>
                    </a:p>
                    <a:p>
                      <a:pPr marL="0" marR="0" lvl="0" indent="0" algn="ctr" rtl="0">
                        <a:spcBef>
                          <a:spcPts val="0"/>
                        </a:spcBef>
                        <a:spcAft>
                          <a:spcPts val="0"/>
                        </a:spcAft>
                        <a:buNone/>
                      </a:pPr>
                      <a:r>
                        <a:rPr lang="en-US" sz="800" dirty="0">
                          <a:solidFill>
                            <a:srgbClr val="FFC000"/>
                          </a:solidFill>
                        </a:rPr>
                        <a:t>CHK SEMAP, Curfew 2300-0600LT, CPDLC PSN rep</a:t>
                      </a:r>
                    </a:p>
                    <a:p>
                      <a:pPr marL="0" marR="0" lvl="0" indent="0" algn="ctr" rtl="0">
                        <a:spcBef>
                          <a:spcPts val="0"/>
                        </a:spcBef>
                        <a:spcAft>
                          <a:spcPts val="0"/>
                        </a:spcAft>
                        <a:buNone/>
                      </a:pPr>
                      <a:r>
                        <a:rPr lang="en-US" sz="800" dirty="0">
                          <a:solidFill>
                            <a:srgbClr val="FFC000"/>
                          </a:solidFill>
                        </a:rPr>
                        <a:t>ILS PRM, Noise Abate Proc Review</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16L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BOREE x A</a:t>
                      </a:r>
                    </a:p>
                    <a:p>
                      <a:pPr marL="0" marR="0" lvl="0" indent="0" algn="ctr" rtl="0">
                        <a:spcBef>
                          <a:spcPts val="0"/>
                        </a:spcBef>
                        <a:spcAft>
                          <a:spcPts val="0"/>
                        </a:spcAft>
                        <a:buNone/>
                      </a:pPr>
                      <a:r>
                        <a:rPr lang="en-US" sz="800" b="1" dirty="0"/>
                        <a:t>(x P for 16R)</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0" dirty="0"/>
                        <a:t>URDEN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16L/R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34R/L</a:t>
                      </a:r>
                      <a:endParaRPr sz="800" b="1" dirty="0"/>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0" dirty="0"/>
                        <a:t>SOSIJ</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34L/R</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SY, </a:t>
                      </a:r>
                      <a:r>
                        <a:rPr lang="en-US" sz="800" b="1" dirty="0">
                          <a:solidFill>
                            <a:srgbClr val="C00000"/>
                          </a:solidFill>
                        </a:rPr>
                        <a:t>34L ISN, 34R IKN, 16L ISS, 16R IKS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RW /10(185-160kt), /5(160-150kts)</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34R : </a:t>
                      </a:r>
                      <a:r>
                        <a:rPr lang="en-US" altLang="ko-KR" sz="800" b="1" dirty="0">
                          <a:solidFill>
                            <a:srgbClr val="0070C0"/>
                          </a:solidFill>
                        </a:rPr>
                        <a:t>U1</a:t>
                      </a:r>
                      <a:r>
                        <a:rPr lang="en-US" sz="800" b="1" dirty="0">
                          <a:solidFill>
                            <a:srgbClr val="0070C0"/>
                          </a:solidFill>
                        </a:rPr>
                        <a:t>(5515’), </a:t>
                      </a:r>
                      <a:r>
                        <a:rPr lang="en-US" sz="800" b="1" dirty="0">
                          <a:solidFill>
                            <a:schemeClr val="dk1"/>
                          </a:solidFill>
                        </a:rPr>
                        <a:t>L(7378’),  34L : </a:t>
                      </a:r>
                      <a:r>
                        <a:rPr lang="en-US" sz="800" b="1" dirty="0">
                          <a:solidFill>
                            <a:srgbClr val="C00000"/>
                          </a:solidFill>
                        </a:rPr>
                        <a:t>A3(6207’)</a:t>
                      </a:r>
                      <a:r>
                        <a:rPr lang="en-US" sz="800" b="1" dirty="0">
                          <a:solidFill>
                            <a:schemeClr val="dk1"/>
                          </a:solidFill>
                        </a:rPr>
                        <a:t>, </a:t>
                      </a:r>
                      <a:r>
                        <a:rPr lang="en-US" sz="800" b="1" dirty="0">
                          <a:solidFill>
                            <a:srgbClr val="0070C0"/>
                          </a:solidFill>
                        </a:rPr>
                        <a:t>A2(6620’)</a:t>
                      </a: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16L</a:t>
                      </a:r>
                      <a:r>
                        <a:rPr lang="en-US" sz="700" b="1" dirty="0">
                          <a:solidFill>
                            <a:srgbClr val="C00000"/>
                          </a:solidFill>
                        </a:rPr>
                        <a:t>DIS</a:t>
                      </a:r>
                      <a:r>
                        <a:rPr lang="en-US" sz="800" b="1" dirty="0">
                          <a:solidFill>
                            <a:schemeClr val="bg1"/>
                          </a:solidFill>
                        </a:rPr>
                        <a:t>:</a:t>
                      </a:r>
                      <a:r>
                        <a:rPr lang="en-US" sz="800" b="1" dirty="0">
                          <a:solidFill>
                            <a:srgbClr val="0070C0"/>
                          </a:solidFill>
                        </a:rPr>
                        <a:t>T4(5718’),</a:t>
                      </a:r>
                      <a:r>
                        <a:rPr lang="en-US" sz="800" b="1" dirty="0">
                          <a:solidFill>
                            <a:schemeClr val="bg1"/>
                          </a:solidFill>
                        </a:rPr>
                        <a:t>T6(6971’), 16R : </a:t>
                      </a:r>
                      <a:r>
                        <a:rPr lang="en-US" sz="800" b="1" dirty="0">
                          <a:solidFill>
                            <a:srgbClr val="C00000"/>
                          </a:solidFill>
                        </a:rPr>
                        <a:t>A3(6210’)</a:t>
                      </a:r>
                      <a:r>
                        <a:rPr lang="en-US" sz="800" b="1" dirty="0">
                          <a:solidFill>
                            <a:schemeClr val="bg1"/>
                          </a:solidFill>
                        </a:rPr>
                        <a:t>,</a:t>
                      </a:r>
                      <a:r>
                        <a:rPr lang="en-US" sz="800" b="1" dirty="0">
                          <a:solidFill>
                            <a:srgbClr val="0070C0"/>
                          </a:solidFill>
                        </a:rPr>
                        <a:t>A4(6561’)</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a:t>
                      </a:r>
                      <a:r>
                        <a:rPr lang="en-US" sz="800" b="1" dirty="0" err="1">
                          <a:solidFill>
                            <a:srgbClr val="0070C0"/>
                          </a:solidFill>
                        </a:rPr>
                        <a:t>Unble</a:t>
                      </a:r>
                      <a:r>
                        <a:rPr lang="en-US" sz="800" b="1" dirty="0">
                          <a:solidFill>
                            <a:srgbClr val="0070C0"/>
                          </a:solidFill>
                        </a:rPr>
                        <a:t> ATC, </a:t>
                      </a:r>
                      <a:r>
                        <a:rPr lang="en-US" sz="800" b="1" dirty="0">
                          <a:solidFill>
                            <a:srgbClr val="00B050"/>
                          </a:solidFill>
                        </a:rPr>
                        <a:t>min REV TH, </a:t>
                      </a:r>
                      <a:r>
                        <a:rPr lang="en-US" sz="800" b="1" dirty="0">
                          <a:solidFill>
                            <a:srgbClr val="C00000"/>
                          </a:solidFill>
                        </a:rPr>
                        <a:t>NO LASHO</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SY 20NM Below 9000ft, Intl x, Dom x - TWY</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Same Spot no. International/Domestic</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D63D20E5-1294-C9A5-D4A5-769AF90E770C}"/>
              </a:ext>
            </a:extLst>
          </p:cNvPr>
          <p:cNvGraphicFramePr/>
          <p:nvPr>
            <p:extLst>
              <p:ext uri="{D42A27DB-BD31-4B8C-83A1-F6EECF244321}">
                <p14:modId xmlns:p14="http://schemas.microsoft.com/office/powerpoint/2010/main" val="388519101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SYD 129.6</a:t>
                      </a:r>
                    </a:p>
                    <a:p>
                      <a:pPr marL="0" marR="0" lvl="0" indent="0" algn="ctr" rtl="0">
                        <a:spcBef>
                          <a:spcPts val="0"/>
                        </a:spcBef>
                        <a:spcAft>
                          <a:spcPts val="0"/>
                        </a:spcAft>
                        <a:buNone/>
                      </a:pPr>
                      <a:r>
                        <a:rPr lang="en-US" sz="700" dirty="0">
                          <a:solidFill>
                            <a:srgbClr val="C00000"/>
                          </a:solidFill>
                        </a:rPr>
                        <a:t>No D-ATIS</a:t>
                      </a: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11DCF193-22BF-78D8-F963-AFCFFEFDE78C}"/>
              </a:ext>
            </a:extLst>
          </p:cNvPr>
          <p:cNvSpPr txBox="1"/>
          <p:nvPr/>
        </p:nvSpPr>
        <p:spPr>
          <a:xfrm>
            <a:off x="-69798" y="2806228"/>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E08AB1EE-7ED8-152A-7E53-D53903BE0011}"/>
              </a:ext>
            </a:extLst>
          </p:cNvPr>
          <p:cNvSpPr/>
          <p:nvPr/>
        </p:nvSpPr>
        <p:spPr>
          <a:xfrm>
            <a:off x="833912" y="23175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F5C01C5-10C1-0542-9498-09979F835AF4}"/>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FC15F0A1-3928-C9A8-2E89-68BDF8B43D3D}"/>
              </a:ext>
            </a:extLst>
          </p:cNvPr>
          <p:cNvSpPr/>
          <p:nvPr/>
        </p:nvSpPr>
        <p:spPr>
          <a:xfrm>
            <a:off x="1413565" y="3195191"/>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75853213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ACAB036-A860-7F06-9027-467DE1149EF0}"/>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E48452D-16D9-7FF8-10AC-818B0A46AC04}"/>
              </a:ext>
            </a:extLst>
          </p:cNvPr>
          <p:cNvGraphicFramePr/>
          <p:nvPr>
            <p:extLst>
              <p:ext uri="{D42A27DB-BD31-4B8C-83A1-F6EECF244321}">
                <p14:modId xmlns:p14="http://schemas.microsoft.com/office/powerpoint/2010/main" val="2365580174"/>
              </p:ext>
            </p:extLst>
          </p:nvPr>
        </p:nvGraphicFramePr>
        <p:xfrm>
          <a:off x="0" y="1"/>
          <a:ext cx="2328875" cy="4981506"/>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72778872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349AFE4-C898-4DE6-24BD-47FF9A103449}"/>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742C0323-9722-4605-ADA2-A0F7A74A8DF6}"/>
              </a:ext>
            </a:extLst>
          </p:cNvPr>
          <p:cNvGraphicFramePr/>
          <p:nvPr>
            <p:extLst>
              <p:ext uri="{D42A27DB-BD31-4B8C-83A1-F6EECF244321}">
                <p14:modId xmlns:p14="http://schemas.microsoft.com/office/powerpoint/2010/main" val="1910192394"/>
              </p:ext>
            </p:extLst>
          </p:nvPr>
        </p:nvGraphicFramePr>
        <p:xfrm>
          <a:off x="6596" y="725409"/>
          <a:ext cx="2328850" cy="159865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268953">
                  <a:extLst>
                    <a:ext uri="{9D8B030D-6E8A-4147-A177-3AD203B41FA5}">
                      <a16:colId xmlns:a16="http://schemas.microsoft.com/office/drawing/2014/main" val="4196093327"/>
                    </a:ext>
                  </a:extLst>
                </a:gridCol>
                <a:gridCol w="210695">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0">
                <a:tc gridSpan="7">
                  <a:txBody>
                    <a:bodyPr/>
                    <a:lstStyle/>
                    <a:p>
                      <a:pPr marL="0" marR="0" lvl="0" indent="0" algn="ctr" rtl="0">
                        <a:spcBef>
                          <a:spcPts val="0"/>
                        </a:spcBef>
                        <a:spcAft>
                          <a:spcPts val="0"/>
                        </a:spcAft>
                        <a:buNone/>
                      </a:pPr>
                      <a:r>
                        <a:rPr lang="en-US" sz="800" dirty="0"/>
                        <a:t>SYD : UTC+10/11, TA 100, </a:t>
                      </a:r>
                    </a:p>
                    <a:p>
                      <a:pPr marL="0" marR="0" lvl="0" indent="0" algn="ctr" rtl="0">
                        <a:spcBef>
                          <a:spcPts val="0"/>
                        </a:spcBef>
                        <a:spcAft>
                          <a:spcPts val="0"/>
                        </a:spcAft>
                        <a:buNone/>
                      </a:pPr>
                      <a:r>
                        <a:rPr lang="en-US" sz="800" dirty="0">
                          <a:solidFill>
                            <a:srgbClr val="FFC000"/>
                          </a:solidFill>
                        </a:rPr>
                        <a:t>CPDLC YMMM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16R</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GROOK x RIC </a:t>
                      </a:r>
                      <a:r>
                        <a:rPr lang="en-US" sz="800" b="1" dirty="0" err="1">
                          <a:solidFill>
                            <a:srgbClr val="0070C0"/>
                          </a:solidFill>
                        </a:rPr>
                        <a:t>tx</a:t>
                      </a:r>
                      <a:endParaRPr lang="en-US" sz="800" b="1" dirty="0">
                        <a:solidFill>
                          <a:srgbClr val="0070C0"/>
                        </a:solidFill>
                      </a:endParaRPr>
                    </a:p>
                    <a:p>
                      <a:pPr marL="0" marR="0" lvl="0" indent="0" algn="ctr" rtl="0">
                        <a:spcBef>
                          <a:spcPts val="0"/>
                        </a:spcBef>
                        <a:spcAft>
                          <a:spcPts val="0"/>
                        </a:spcAft>
                        <a:buNone/>
                      </a:pPr>
                      <a:r>
                        <a:rPr lang="en-US" sz="800" b="1" dirty="0">
                          <a:solidFill>
                            <a:srgbClr val="0070C0"/>
                          </a:solidFill>
                        </a:rPr>
                        <a:t>(SYD x RDR)</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155 </a:t>
                      </a:r>
                      <a:r>
                        <a:rPr lang="en-US" sz="800" b="1" dirty="0">
                          <a:solidFill>
                            <a:srgbClr val="0070C0"/>
                          </a:solidFill>
                        </a:rPr>
                        <a:t>ALT ATC </a:t>
                      </a:r>
                      <a:r>
                        <a:rPr lang="en-US" sz="800" b="1" dirty="0">
                          <a:solidFill>
                            <a:srgbClr val="AA47F5"/>
                          </a:solidFill>
                        </a:rPr>
                        <a:t>SPD 270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34L</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RIC x</a:t>
                      </a:r>
                    </a:p>
                    <a:p>
                      <a:pPr marL="0" marR="0" lvl="0" indent="0" algn="ctr" rtl="0">
                        <a:spcBef>
                          <a:spcPts val="0"/>
                        </a:spcBef>
                        <a:spcAft>
                          <a:spcPts val="0"/>
                        </a:spcAft>
                        <a:buNone/>
                      </a:pPr>
                      <a:r>
                        <a:rPr lang="en-US" sz="800" b="1" dirty="0">
                          <a:solidFill>
                            <a:srgbClr val="0070C0"/>
                          </a:solidFill>
                        </a:rPr>
                        <a:t>(SYD x RDR) </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335 </a:t>
                      </a:r>
                      <a:r>
                        <a:rPr lang="en-US" sz="800" b="1">
                          <a:solidFill>
                            <a:srgbClr val="0070C0"/>
                          </a:solidFill>
                        </a:rPr>
                        <a:t>ALT ATC</a:t>
                      </a:r>
                      <a:endParaRPr lang="en-US"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SY 112.1</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34L ISN 110.1</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16R IKS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34R IKN</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16L ISS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110.9</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CASA no approval KAL (for T/O min) </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CHK Special Requirement SID Chart</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FADBEB2-0A9C-E57E-7861-05AA62ECDF4D}"/>
              </a:ext>
            </a:extLst>
          </p:cNvPr>
          <p:cNvGraphicFramePr/>
          <p:nvPr>
            <p:extLst>
              <p:ext uri="{D42A27DB-BD31-4B8C-83A1-F6EECF244321}">
                <p14:modId xmlns:p14="http://schemas.microsoft.com/office/powerpoint/2010/main" val="1795334261"/>
              </p:ext>
            </p:extLst>
          </p:nvPr>
        </p:nvGraphicFramePr>
        <p:xfrm>
          <a:off x="-2501" y="16504"/>
          <a:ext cx="2328850" cy="7007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Menzies SYD 129.6</a:t>
                      </a:r>
                    </a:p>
                    <a:p>
                      <a:pPr marL="0" marR="0" lvl="0" indent="0" algn="ctr" rtl="0">
                        <a:spcBef>
                          <a:spcPts val="0"/>
                        </a:spcBef>
                        <a:spcAft>
                          <a:spcPts val="0"/>
                        </a:spcAft>
                        <a:buNone/>
                      </a:pPr>
                      <a:r>
                        <a:rPr lang="en-US" sz="700" dirty="0">
                          <a:solidFill>
                            <a:srgbClr val="FF0000"/>
                          </a:solidFill>
                        </a:rPr>
                        <a:t>No ATIS, Voice by CLR133.8/GND121.7</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4C973F17-0C26-6859-0BE4-E5784B7C0CAA}"/>
              </a:ext>
            </a:extLst>
          </p:cNvPr>
          <p:cNvSpPr txBox="1"/>
          <p:nvPr/>
        </p:nvSpPr>
        <p:spPr>
          <a:xfrm>
            <a:off x="6596" y="242043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123.0</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B200F4D-B1FF-4F0A-39BF-22BDA1A1CE6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F0D34831-C90A-69F5-F7E9-3AA4B678C024}"/>
              </a:ext>
            </a:extLst>
          </p:cNvPr>
          <p:cNvGraphicFramePr/>
          <p:nvPr>
            <p:extLst>
              <p:ext uri="{D42A27DB-BD31-4B8C-83A1-F6EECF244321}">
                <p14:modId xmlns:p14="http://schemas.microsoft.com/office/powerpoint/2010/main" val="18124716"/>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A3CF7F10-E7F8-EBF0-195C-E40F47CFF588}"/>
              </a:ext>
            </a:extLst>
          </p:cNvPr>
          <p:cNvSpPr/>
          <p:nvPr/>
        </p:nvSpPr>
        <p:spPr>
          <a:xfrm>
            <a:off x="1413565" y="3234944"/>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9185289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7DFC2490-6BDE-7BCC-9F74-980E2C791849}"/>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20050819-98C3-72D8-0141-1B62F5BE81D6}"/>
              </a:ext>
            </a:extLst>
          </p:cNvPr>
          <p:cNvGraphicFramePr/>
          <p:nvPr>
            <p:extLst>
              <p:ext uri="{D42A27DB-BD31-4B8C-83A1-F6EECF244321}">
                <p14:modId xmlns:p14="http://schemas.microsoft.com/office/powerpoint/2010/main" val="3795429840"/>
              </p:ext>
            </p:extLst>
          </p:nvPr>
        </p:nvGraphicFramePr>
        <p:xfrm>
          <a:off x="4410" y="3600286"/>
          <a:ext cx="2305886" cy="1946485"/>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733287">
                  <a:extLst>
                    <a:ext uri="{9D8B030D-6E8A-4147-A177-3AD203B41FA5}">
                      <a16:colId xmlns:a16="http://schemas.microsoft.com/office/drawing/2014/main" val="1384067485"/>
                    </a:ext>
                  </a:extLst>
                </a:gridCol>
                <a:gridCol w="534505">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BNE </a:t>
                      </a:r>
                      <a:r>
                        <a:rPr lang="en-US" sz="800" dirty="0">
                          <a:solidFill>
                            <a:srgbClr val="00B0F0"/>
                          </a:solidFill>
                        </a:rPr>
                        <a:t>[016/196]</a:t>
                      </a:r>
                      <a:r>
                        <a:rPr lang="en-US" sz="800" dirty="0"/>
                        <a:t> UTC+10 TL110 </a:t>
                      </a:r>
                      <a:r>
                        <a:rPr lang="en-US" sz="600" b="1" dirty="0">
                          <a:solidFill>
                            <a:srgbClr val="92D050"/>
                          </a:solidFill>
                        </a:rPr>
                        <a:t>Ref ALT A/P VBCG LD WT</a:t>
                      </a:r>
                      <a:endParaRPr lang="en-US" sz="800" b="1" dirty="0">
                        <a:solidFill>
                          <a:srgbClr val="92D050"/>
                        </a:solidFill>
                      </a:endParaRPr>
                    </a:p>
                    <a:p>
                      <a:pPr marL="0" marR="0" lvl="0" indent="0" algn="ctr" rtl="0">
                        <a:spcBef>
                          <a:spcPts val="0"/>
                        </a:spcBef>
                        <a:spcAft>
                          <a:spcPts val="0"/>
                        </a:spcAft>
                        <a:buNone/>
                      </a:pPr>
                      <a:r>
                        <a:rPr lang="en-US" sz="800" dirty="0">
                          <a:solidFill>
                            <a:srgbClr val="FFC000"/>
                          </a:solidFill>
                        </a:rPr>
                        <a:t>REF SPD REST in CHART, CHK PRM Procedure</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SMOKA x A</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1" dirty="0"/>
                        <a:t>TANIK</a:t>
                      </a:r>
                      <a:r>
                        <a:rPr lang="en-US" altLang="ko-Kore-KR" sz="800" b="0" dirty="0"/>
                        <a:t>/GLENN</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a:t>
                      </a:r>
                      <a:r>
                        <a:rPr lang="en-US" sz="800" b="1" dirty="0">
                          <a:solidFill>
                            <a:schemeClr val="dk1"/>
                          </a:solidFill>
                        </a:rPr>
                        <a:t>01L</a:t>
                      </a:r>
                      <a:r>
                        <a:rPr lang="en-US" sz="800" b="0" dirty="0">
                          <a:solidFill>
                            <a:schemeClr val="dk1"/>
                          </a:solidFill>
                        </a:rPr>
                        <a:t>/R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19R</a:t>
                      </a:r>
                      <a:r>
                        <a:rPr lang="en-US" sz="800" b="0" dirty="0"/>
                        <a:t>/L</a:t>
                      </a:r>
                      <a:endParaRPr sz="800" b="0" dirty="0"/>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1" dirty="0"/>
                        <a:t>OSOKO</a:t>
                      </a:r>
                      <a:r>
                        <a:rPr lang="en-US" altLang="ko-Kore-KR" sz="800" b="0" dirty="0"/>
                        <a:t>/BETSO</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19R</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BN, </a:t>
                      </a:r>
                      <a:r>
                        <a:rPr lang="en-US" sz="800" b="1" dirty="0">
                          <a:solidFill>
                            <a:srgbClr val="C00000"/>
                          </a:solidFill>
                        </a:rPr>
                        <a:t>01L IBN, 19R IBE, 01R IBA, 19L IBS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RW xx : /5(160-150kts)</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01L : </a:t>
                      </a:r>
                      <a:r>
                        <a:rPr lang="en-US" altLang="ko-Kore-KR" sz="800" b="1" dirty="0">
                          <a:solidFill>
                            <a:schemeClr val="dk1"/>
                          </a:solidFill>
                        </a:rPr>
                        <a:t>T6(6243’), </a:t>
                      </a:r>
                      <a:r>
                        <a:rPr lang="en-US" altLang="ko-KR" sz="800" b="1" dirty="0">
                          <a:solidFill>
                            <a:srgbClr val="0070C0"/>
                          </a:solidFill>
                        </a:rPr>
                        <a:t>T4</a:t>
                      </a:r>
                      <a:r>
                        <a:rPr lang="en-US" sz="800" b="1" dirty="0">
                          <a:solidFill>
                            <a:srgbClr val="0070C0"/>
                          </a:solidFill>
                        </a:rPr>
                        <a:t>(7598’)</a:t>
                      </a:r>
                      <a:r>
                        <a:rPr lang="en-US" sz="800" b="1" dirty="0">
                          <a:solidFill>
                            <a:schemeClr val="dk1"/>
                          </a:solidFill>
                        </a:rPr>
                        <a:t>, 19R : T9(6246’), </a:t>
                      </a:r>
                      <a:r>
                        <a:rPr lang="en-US" sz="800" b="1" dirty="0">
                          <a:solidFill>
                            <a:srgbClr val="0070C0"/>
                          </a:solidFill>
                        </a:rPr>
                        <a:t>T11(7595’)</a:t>
                      </a: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chemeClr val="dk1"/>
                          </a:solidFill>
                        </a:rPr>
                        <a:t>01R : </a:t>
                      </a:r>
                      <a:r>
                        <a:rPr lang="en-US" altLang="ko-KR" sz="800" b="1" dirty="0">
                          <a:solidFill>
                            <a:srgbClr val="0070C0"/>
                          </a:solidFill>
                        </a:rPr>
                        <a:t>A4(7043’), A3(8579’)</a:t>
                      </a:r>
                      <a:r>
                        <a:rPr lang="en-US" altLang="ko-KR" sz="800" b="1" dirty="0">
                          <a:solidFill>
                            <a:schemeClr val="dk1"/>
                          </a:solidFill>
                        </a:rPr>
                        <a:t>,</a:t>
                      </a:r>
                      <a:r>
                        <a:rPr lang="en-US" altLang="ko-Kore-KR" sz="800" b="1" dirty="0">
                          <a:solidFill>
                            <a:schemeClr val="dk1"/>
                          </a:solidFill>
                        </a:rPr>
                        <a:t> 19L : A6(5620’), </a:t>
                      </a:r>
                      <a:r>
                        <a:rPr lang="en-US" altLang="ko-Kore-KR" sz="800" b="1" dirty="0">
                          <a:solidFill>
                            <a:srgbClr val="0070C0"/>
                          </a:solidFill>
                        </a:rPr>
                        <a:t>A7(8477’) </a:t>
                      </a:r>
                      <a:endParaRPr lang="en-US" altLang="ko-Kore-KR" sz="800" b="1" dirty="0">
                        <a:solidFill>
                          <a:srgbClr val="7030A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a:t>
                      </a:r>
                      <a:r>
                        <a:rPr lang="en-US" sz="800" b="1" dirty="0" err="1">
                          <a:solidFill>
                            <a:srgbClr val="0070C0"/>
                          </a:solidFill>
                        </a:rPr>
                        <a:t>Unble</a:t>
                      </a:r>
                      <a:r>
                        <a:rPr lang="en-US" sz="800" b="1" dirty="0">
                          <a:solidFill>
                            <a:srgbClr val="0070C0"/>
                          </a:solidFill>
                        </a:rPr>
                        <a:t> ATC, </a:t>
                      </a:r>
                      <a:r>
                        <a:rPr lang="en-US" sz="800" b="1" dirty="0">
                          <a:solidFill>
                            <a:srgbClr val="00B050"/>
                          </a:solidFill>
                        </a:rPr>
                        <a:t>min REV TH, </a:t>
                      </a:r>
                      <a:r>
                        <a:rPr lang="en-US" sz="800" b="1" dirty="0">
                          <a:solidFill>
                            <a:srgbClr val="C00000"/>
                          </a:solidFill>
                        </a:rPr>
                        <a:t>T5, T10 No Exit</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0070C0"/>
                          </a:solidFill>
                        </a:rPr>
                        <a:t>TWY B for L/D, TAXI with IDLE(Min PWR)</a:t>
                      </a:r>
                      <a:endParaRPr lang="en-US" sz="800" b="1"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Short Ramp-In Lead Line, Slow Down before Turning</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9C385F34-1593-B545-C9F1-C685A06BFB89}"/>
              </a:ext>
            </a:extLst>
          </p:cNvPr>
          <p:cNvGraphicFramePr/>
          <p:nvPr>
            <p:extLst>
              <p:ext uri="{D42A27DB-BD31-4B8C-83A1-F6EECF244321}">
                <p14:modId xmlns:p14="http://schemas.microsoft.com/office/powerpoint/2010/main" val="259066319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YBBN(BNE) 15ft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BNE 132.55</a:t>
                      </a:r>
                    </a:p>
                    <a:p>
                      <a:pPr marL="0" marR="0" lvl="0" indent="0" algn="ctr" rtl="0">
                        <a:spcBef>
                          <a:spcPts val="0"/>
                        </a:spcBef>
                        <a:spcAft>
                          <a:spcPts val="0"/>
                        </a:spcAft>
                        <a:buNone/>
                      </a:pP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00CDA83-42B9-165E-A7D4-76C395587F79}"/>
              </a:ext>
            </a:extLst>
          </p:cNvPr>
          <p:cNvSpPr txBox="1"/>
          <p:nvPr/>
        </p:nvSpPr>
        <p:spPr>
          <a:xfrm>
            <a:off x="-49920" y="2753220"/>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EC4CB507-B522-8A02-EAE3-1089BCCA8648}"/>
              </a:ext>
            </a:extLst>
          </p:cNvPr>
          <p:cNvSpPr/>
          <p:nvPr/>
        </p:nvSpPr>
        <p:spPr>
          <a:xfrm>
            <a:off x="827286" y="26488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00E2F9D4-DB61-192A-25B1-F550F4993067}"/>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24D1668D-1C1F-967B-D560-E8E31A5E7DA8}"/>
              </a:ext>
            </a:extLst>
          </p:cNvPr>
          <p:cNvSpPr/>
          <p:nvPr/>
        </p:nvSpPr>
        <p:spPr>
          <a:xfrm>
            <a:off x="1413565" y="3195191"/>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30358816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B89C848-5E49-47F1-1E84-75A3E9238A4C}"/>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6EE1A28-C89F-1A78-E663-E19650C6F6AD}"/>
              </a:ext>
            </a:extLst>
          </p:cNvPr>
          <p:cNvGraphicFramePr/>
          <p:nvPr>
            <p:extLst>
              <p:ext uri="{D42A27DB-BD31-4B8C-83A1-F6EECF244321}">
                <p14:modId xmlns:p14="http://schemas.microsoft.com/office/powerpoint/2010/main" val="1514798156"/>
              </p:ext>
            </p:extLst>
          </p:nvPr>
        </p:nvGraphicFramePr>
        <p:xfrm>
          <a:off x="0" y="1"/>
          <a:ext cx="2328875" cy="540014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41863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1000" b="1" i="0" u="none" strike="noStrike" kern="1200" cap="none" spc="0" normalizeH="0" baseline="0" noProof="0" dirty="0">
                          <a:ln>
                            <a:noFill/>
                          </a:ln>
                          <a:solidFill>
                            <a:srgbClr val="0070C0"/>
                          </a:solidFill>
                          <a:effectLst/>
                          <a:uLnTx/>
                          <a:uFillTx/>
                          <a:latin typeface="Century Gothic" panose="020B0502020202020204"/>
                          <a:ea typeface="Helvetica Neue"/>
                          <a:cs typeface="Helvetica Neue"/>
                          <a:sym typeface="Helvetica Neue"/>
                        </a:rPr>
                        <a:t>COMM (CPDLC)</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Port Moresby to YBBB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Before 15-45min</a:t>
                      </a:r>
                    </a:p>
                  </a:txBody>
                  <a:tcPr marL="36000" marR="36000" marT="36000" marB="36000"/>
                </a:tc>
                <a:extLst>
                  <a:ext uri="{0D108BD9-81ED-4DB2-BD59-A6C34878D82A}">
                    <a16:rowId xmlns:a16="http://schemas.microsoft.com/office/drawing/2014/main" val="2301160211"/>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96322610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EC98CDB-1BE4-9FE9-3D37-8BAF4FDD6C5B}"/>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3EE6065A-6904-82D9-9A7F-D270EBD37530}"/>
              </a:ext>
            </a:extLst>
          </p:cNvPr>
          <p:cNvGraphicFramePr/>
          <p:nvPr>
            <p:extLst>
              <p:ext uri="{D42A27DB-BD31-4B8C-83A1-F6EECF244321}">
                <p14:modId xmlns:p14="http://schemas.microsoft.com/office/powerpoint/2010/main" val="1727780717"/>
              </p:ext>
            </p:extLst>
          </p:nvPr>
        </p:nvGraphicFramePr>
        <p:xfrm>
          <a:off x="6596" y="725409"/>
          <a:ext cx="2328850" cy="1682299"/>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154717">
                  <a:extLst>
                    <a:ext uri="{9D8B030D-6E8A-4147-A177-3AD203B41FA5}">
                      <a16:colId xmlns:a16="http://schemas.microsoft.com/office/drawing/2014/main" val="4196093327"/>
                    </a:ext>
                  </a:extLst>
                </a:gridCol>
                <a:gridCol w="324931">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300717">
                <a:tc gridSpan="7">
                  <a:txBody>
                    <a:bodyPr/>
                    <a:lstStyle/>
                    <a:p>
                      <a:pPr marL="0" marR="0" lvl="0" indent="0" algn="ctr" rtl="0">
                        <a:spcBef>
                          <a:spcPts val="0"/>
                        </a:spcBef>
                        <a:spcAft>
                          <a:spcPts val="0"/>
                        </a:spcAft>
                        <a:buNone/>
                      </a:pPr>
                      <a:r>
                        <a:rPr lang="en-US" sz="800" dirty="0"/>
                        <a:t>BNE : UTC+10, TA 100, </a:t>
                      </a:r>
                    </a:p>
                    <a:p>
                      <a:pPr marL="0" marR="0" lvl="0" indent="0" algn="ctr" rtl="0">
                        <a:spcBef>
                          <a:spcPts val="0"/>
                        </a:spcBef>
                        <a:spcAft>
                          <a:spcPts val="0"/>
                        </a:spcAft>
                        <a:buNone/>
                      </a:pPr>
                      <a:r>
                        <a:rPr lang="en-US" sz="800" dirty="0">
                          <a:solidFill>
                            <a:srgbClr val="FFC000"/>
                          </a:solidFill>
                        </a:rPr>
                        <a:t>CPDLC YBBB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73924">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36000" marR="36000" marT="36000" marB="36000" anchor="ctr"/>
                </a:tc>
                <a:tc rowSpan="2" gridSpan="3">
                  <a:txBody>
                    <a:bodyPr/>
                    <a:lstStyle/>
                    <a:p>
                      <a:pPr marL="0" marR="0" lvl="0" indent="0" algn="ctr" rtl="0">
                        <a:spcBef>
                          <a:spcPts val="0"/>
                        </a:spcBef>
                        <a:spcAft>
                          <a:spcPts val="0"/>
                        </a:spcAft>
                        <a:buNone/>
                      </a:pPr>
                      <a:r>
                        <a:rPr lang="en-US" sz="800" b="1" dirty="0">
                          <a:solidFill>
                            <a:srgbClr val="0070C0"/>
                          </a:solidFill>
                        </a:rPr>
                        <a:t>BIXAD x</a:t>
                      </a:r>
                    </a:p>
                    <a:p>
                      <a:pPr marL="0" marR="0" lvl="0" indent="0" algn="ctr" rtl="0">
                        <a:spcBef>
                          <a:spcPts val="0"/>
                        </a:spcBef>
                        <a:spcAft>
                          <a:spcPts val="0"/>
                        </a:spcAft>
                        <a:buNone/>
                      </a:pPr>
                      <a:r>
                        <a:rPr lang="en-US" sz="700" b="1" dirty="0">
                          <a:solidFill>
                            <a:schemeClr val="bg1"/>
                          </a:solidFill>
                        </a:rPr>
                        <a:t>(01R Diff Chart)</a:t>
                      </a:r>
                      <a:endParaRPr lang="en-US" sz="800" b="1" dirty="0">
                        <a:solidFill>
                          <a:schemeClr val="bg1"/>
                        </a:solidFill>
                      </a:endParaRPr>
                    </a:p>
                    <a:p>
                      <a:pPr marL="0" marR="0" lvl="0" indent="0" algn="ctr" rtl="0">
                        <a:spcBef>
                          <a:spcPts val="0"/>
                        </a:spcBef>
                        <a:spcAft>
                          <a:spcPts val="0"/>
                        </a:spcAft>
                        <a:buNone/>
                      </a:pPr>
                      <a:r>
                        <a:rPr lang="en-US" sz="800" b="1" dirty="0">
                          <a:solidFill>
                            <a:srgbClr val="0070C0"/>
                          </a:solidFill>
                        </a:rPr>
                        <a:t>BNE x </a:t>
                      </a:r>
                    </a:p>
                    <a:p>
                      <a:pPr marL="0" marR="0" lvl="0" indent="0" algn="ctr" rtl="0">
                        <a:spcBef>
                          <a:spcPts val="0"/>
                        </a:spcBef>
                        <a:spcAft>
                          <a:spcPts val="0"/>
                        </a:spcAft>
                        <a:buNone/>
                      </a:pPr>
                      <a:r>
                        <a:rPr lang="en-US" sz="700" b="1" dirty="0">
                          <a:solidFill>
                            <a:srgbClr val="AA47F5"/>
                          </a:solidFill>
                        </a:rPr>
                        <a:t>RDR SID with H/D</a:t>
                      </a:r>
                    </a:p>
                  </a:txBody>
                  <a:tcPr marL="36000" marR="36000" marT="36000" marB="36000" anchor="ctr"/>
                </a:tc>
                <a:tc rowSpan="2" hMerge="1">
                  <a:txBody>
                    <a:bodyPr/>
                    <a:lstStyle/>
                    <a:p>
                      <a:endParaRPr lang="ko-Kore-KR" altLang="en-US"/>
                    </a:p>
                  </a:txBody>
                  <a:tcPr/>
                </a:tc>
                <a:tc rowSpan="2"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016 </a:t>
                      </a:r>
                      <a:r>
                        <a:rPr lang="en-US" sz="800" b="1" dirty="0">
                          <a:solidFill>
                            <a:srgbClr val="0070C0"/>
                          </a:solidFill>
                        </a:rPr>
                        <a:t>ALT ATC </a:t>
                      </a:r>
                      <a:r>
                        <a:rPr lang="en-US" sz="800" b="1" dirty="0">
                          <a:solidFill>
                            <a:srgbClr val="AA47F5"/>
                          </a:solidFill>
                        </a:rPr>
                        <a:t>SPD x/240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300708">
                <a:tc>
                  <a:txBody>
                    <a:bodyPr/>
                    <a:lstStyle/>
                    <a:p>
                      <a:pPr marL="0" marR="0" lvl="0" indent="0" algn="ctr" rtl="0">
                        <a:spcBef>
                          <a:spcPts val="0"/>
                        </a:spcBef>
                        <a:spcAft>
                          <a:spcPts val="0"/>
                        </a:spcAft>
                        <a:buNone/>
                      </a:pPr>
                      <a:r>
                        <a:rPr lang="en-US" sz="800" b="1" dirty="0"/>
                        <a:t>19R</a:t>
                      </a:r>
                      <a:r>
                        <a:rPr lang="en-US" sz="800" b="0" dirty="0"/>
                        <a:t>/L</a:t>
                      </a:r>
                      <a:endParaRPr sz="800" b="0" dirty="0"/>
                    </a:p>
                  </a:txBody>
                  <a:tcPr marL="36000" marR="36000" marT="36000" marB="36000" anchor="ctr"/>
                </a:tc>
                <a:tc gridSpan="3" vMerge="1">
                  <a:txBody>
                    <a:bodyPr/>
                    <a:lstStyle/>
                    <a:p>
                      <a:endParaRPr dirty="0"/>
                    </a:p>
                  </a:txBody>
                  <a:tcPr marL="36000" marR="36000" marT="36000" marB="36000" anchor="ctr"/>
                </a:tc>
                <a:tc hMerge="1" vMerge="1">
                  <a:txBody>
                    <a:bodyPr/>
                    <a:lstStyle/>
                    <a:p>
                      <a:endParaRPr lang="ko-Kore-KR" altLang="en-US"/>
                    </a:p>
                  </a:txBody>
                  <a:tcPr/>
                </a:tc>
                <a:tc hMerge="1" v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196 </a:t>
                      </a:r>
                      <a:r>
                        <a:rPr lang="en-US" sz="800" b="1" dirty="0">
                          <a:solidFill>
                            <a:srgbClr val="0070C0"/>
                          </a:solidFill>
                        </a:rPr>
                        <a:t>ALT ATC </a:t>
                      </a:r>
                      <a:r>
                        <a:rPr lang="en-US" altLang="ko-Kore-KR" sz="800" b="1" dirty="0">
                          <a:solidFill>
                            <a:srgbClr val="AA47F5"/>
                          </a:solidFill>
                        </a:rPr>
                        <a:t>SPD 240</a:t>
                      </a:r>
                      <a:endParaRPr lang="en-US"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83273">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BN 113.2</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01L IBN 111.5</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19R IBE</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01R IBA</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19L IBS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110.1</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501969">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err="1">
                          <a:solidFill>
                            <a:schemeClr val="bg1"/>
                          </a:solidFill>
                        </a:rPr>
                        <a:t>PushBack</a:t>
                      </a:r>
                      <a:r>
                        <a:rPr lang="en-US" sz="800" dirty="0">
                          <a:solidFill>
                            <a:schemeClr val="bg1"/>
                          </a:solidFill>
                        </a:rPr>
                        <a:t> Point C,D,E , TWY A for T/O</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Do Not PASS B1 for 19L</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“CNL SID, TRK EXT CL, xx Degree” -&gt; Main RWY TRK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557BD40-BD88-EC90-E7FB-0158F165869C}"/>
              </a:ext>
            </a:extLst>
          </p:cNvPr>
          <p:cNvGraphicFramePr/>
          <p:nvPr>
            <p:extLst>
              <p:ext uri="{D42A27DB-BD31-4B8C-83A1-F6EECF244321}">
                <p14:modId xmlns:p14="http://schemas.microsoft.com/office/powerpoint/2010/main" val="1517613127"/>
              </p:ext>
            </p:extLst>
          </p:nvPr>
        </p:nvGraphicFramePr>
        <p:xfrm>
          <a:off x="-2501" y="16504"/>
          <a:ext cx="2328850" cy="68608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57">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YBBN(BNE)15ft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87223">
                <a:tc>
                  <a:txBody>
                    <a:bodyPr/>
                    <a:lstStyle/>
                    <a:p>
                      <a:pPr marL="0" marR="0" lvl="0" indent="0" algn="ctr" rtl="0">
                        <a:spcBef>
                          <a:spcPts val="0"/>
                        </a:spcBef>
                        <a:spcAft>
                          <a:spcPts val="0"/>
                        </a:spcAft>
                        <a:buNone/>
                      </a:pPr>
                      <a:r>
                        <a:rPr lang="en-US" altLang="ko-Kore-KR" sz="900" dirty="0"/>
                        <a:t>Menzies BNE 132.55</a:t>
                      </a:r>
                    </a:p>
                    <a:p>
                      <a:pPr marL="0" marR="0" lvl="0" indent="0" algn="ctr" rtl="0">
                        <a:spcBef>
                          <a:spcPts val="0"/>
                        </a:spcBef>
                        <a:spcAft>
                          <a:spcPts val="0"/>
                        </a:spcAft>
                        <a:buNone/>
                      </a:pPr>
                      <a:r>
                        <a:rPr lang="en-US" sz="700" dirty="0">
                          <a:solidFill>
                            <a:srgbClr val="FF0000"/>
                          </a:solidFill>
                        </a:rPr>
                        <a:t>Voice by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8ACFBFAD-654E-DC15-26FC-FFDA399A493C}"/>
              </a:ext>
            </a:extLst>
          </p:cNvPr>
          <p:cNvSpPr txBox="1"/>
          <p:nvPr/>
        </p:nvSpPr>
        <p:spPr>
          <a:xfrm>
            <a:off x="6596" y="242043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123.0</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B3EE5C2-ED39-3C88-BE49-90D10BEEBD4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4B7A1F6D-8522-2255-94B8-0D92336EB39C}"/>
              </a:ext>
            </a:extLst>
          </p:cNvPr>
          <p:cNvGraphicFramePr/>
          <p:nvPr>
            <p:extLst>
              <p:ext uri="{D42A27DB-BD31-4B8C-83A1-F6EECF244321}">
                <p14:modId xmlns:p14="http://schemas.microsoft.com/office/powerpoint/2010/main" val="236126599"/>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504B8697-6A39-F7A0-4014-238ECCA3CA55}"/>
              </a:ext>
            </a:extLst>
          </p:cNvPr>
          <p:cNvSpPr/>
          <p:nvPr/>
        </p:nvSpPr>
        <p:spPr>
          <a:xfrm>
            <a:off x="1413565" y="3234944"/>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71955187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Google Shape;371;p27">
            <a:extLst>
              <a:ext uri="{FF2B5EF4-FFF2-40B4-BE49-F238E27FC236}">
                <a16:creationId xmlns:a16="http://schemas.microsoft.com/office/drawing/2014/main" id="{4D02F53F-7837-826A-0E25-CAC7064CE638}"/>
              </a:ext>
            </a:extLst>
          </p:cNvPr>
          <p:cNvGraphicFramePr/>
          <p:nvPr>
            <p:extLst>
              <p:ext uri="{D42A27DB-BD31-4B8C-83A1-F6EECF244321}">
                <p14:modId xmlns:p14="http://schemas.microsoft.com/office/powerpoint/2010/main" val="2474597054"/>
              </p:ext>
            </p:extLst>
          </p:nvPr>
        </p:nvGraphicFramePr>
        <p:xfrm>
          <a:off x="3659" y="7511"/>
          <a:ext cx="2306998" cy="1951367"/>
        </p:xfrm>
        <a:graphic>
          <a:graphicData uri="http://schemas.openxmlformats.org/drawingml/2006/table">
            <a:tbl>
              <a:tblPr firstRow="1" bandRow="1">
                <a:tableStyleId>{A521BE36-7E6F-4EC9-8D66-1CF97A6895EC}</a:tableStyleId>
              </a:tblPr>
              <a:tblGrid>
                <a:gridCol w="566738">
                  <a:extLst>
                    <a:ext uri="{9D8B030D-6E8A-4147-A177-3AD203B41FA5}">
                      <a16:colId xmlns:a16="http://schemas.microsoft.com/office/drawing/2014/main" val="20000"/>
                    </a:ext>
                  </a:extLst>
                </a:gridCol>
                <a:gridCol w="298336">
                  <a:extLst>
                    <a:ext uri="{9D8B030D-6E8A-4147-A177-3AD203B41FA5}">
                      <a16:colId xmlns:a16="http://schemas.microsoft.com/office/drawing/2014/main" val="20001"/>
                    </a:ext>
                  </a:extLst>
                </a:gridCol>
                <a:gridCol w="738188">
                  <a:extLst>
                    <a:ext uri="{9D8B030D-6E8A-4147-A177-3AD203B41FA5}">
                      <a16:colId xmlns:a16="http://schemas.microsoft.com/office/drawing/2014/main" val="197832846"/>
                    </a:ext>
                  </a:extLst>
                </a:gridCol>
                <a:gridCol w="703736">
                  <a:extLst>
                    <a:ext uri="{9D8B030D-6E8A-4147-A177-3AD203B41FA5}">
                      <a16:colId xmlns:a16="http://schemas.microsoft.com/office/drawing/2014/main" val="2845834582"/>
                    </a:ext>
                  </a:extLst>
                </a:gridCol>
              </a:tblGrid>
              <a:tr h="238275">
                <a:tc gridSpan="4">
                  <a:txBody>
                    <a:bodyPr/>
                    <a:lstStyle/>
                    <a:p>
                      <a:pPr marL="0" marR="0" lvl="0" indent="0" algn="ctr" rtl="0">
                        <a:spcBef>
                          <a:spcPts val="0"/>
                        </a:spcBef>
                        <a:spcAft>
                          <a:spcPts val="0"/>
                        </a:spcAft>
                        <a:buNone/>
                      </a:pPr>
                      <a:r>
                        <a:rPr lang="en-US" sz="1400" b="1" dirty="0"/>
                        <a:t>Differences</a:t>
                      </a:r>
                      <a:r>
                        <a:rPr lang="ko-KR" altLang="en-US" sz="1400" b="1" dirty="0"/>
                        <a:t> </a:t>
                      </a:r>
                      <a:r>
                        <a:rPr lang="en-US" altLang="ko-KR" sz="1100" b="1" dirty="0">
                          <a:solidFill>
                            <a:srgbClr val="FFC000"/>
                          </a:solidFill>
                        </a:rPr>
                        <a:t>(ATS</a:t>
                      </a:r>
                      <a:r>
                        <a:rPr lang="ko-KR" altLang="en-US" sz="1100" b="1" dirty="0">
                          <a:solidFill>
                            <a:srgbClr val="FFC000"/>
                          </a:solidFill>
                        </a:rPr>
                        <a:t> </a:t>
                      </a:r>
                      <a:r>
                        <a:rPr lang="en-US" altLang="ko-KR" sz="1100" b="1" dirty="0">
                          <a:solidFill>
                            <a:srgbClr val="FFC000"/>
                          </a:solidFill>
                        </a:rPr>
                        <a:t>A333)</a:t>
                      </a:r>
                      <a:endParaRPr sz="1200" b="1" dirty="0">
                        <a:solidFill>
                          <a:srgbClr val="FFC000"/>
                        </a:solidFill>
                      </a:endParaRPr>
                    </a:p>
                  </a:txBody>
                  <a:tcPr marL="0" marR="0" marT="0" marB="0"/>
                </a:tc>
                <a:tc hMerge="1">
                  <a:txBody>
                    <a:bodyPr/>
                    <a:lstStyle/>
                    <a:p>
                      <a:pPr marL="0" marR="0" lvl="0" indent="0" algn="ctr" rtl="0">
                        <a:spcBef>
                          <a:spcPts val="0"/>
                        </a:spcBef>
                        <a:spcAft>
                          <a:spcPts val="0"/>
                        </a:spcAft>
                        <a:buNone/>
                      </a:pPr>
                      <a:endParaRPr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extLst>
                  <a:ext uri="{0D108BD9-81ED-4DB2-BD59-A6C34878D82A}">
                    <a16:rowId xmlns:a16="http://schemas.microsoft.com/office/drawing/2014/main" val="1412390786"/>
                  </a:ext>
                </a:extLst>
              </a:tr>
              <a:tr h="306353">
                <a:tc>
                  <a:txBody>
                    <a:bodyPr/>
                    <a:lstStyle/>
                    <a:p>
                      <a:pPr marL="0" marR="0" lvl="0" indent="0" algn="ctr" rtl="0">
                        <a:spcBef>
                          <a:spcPts val="0"/>
                        </a:spcBef>
                        <a:spcAft>
                          <a:spcPts val="0"/>
                        </a:spcAft>
                        <a:buNone/>
                      </a:pPr>
                      <a:r>
                        <a:rPr lang="en-US" sz="1000" b="1" dirty="0"/>
                        <a:t>A322(5)</a:t>
                      </a:r>
                      <a:endParaRPr lang="en-US" sz="800" b="0" dirty="0"/>
                    </a:p>
                    <a:p>
                      <a:pPr marL="0" marR="0" lvl="0" indent="0" algn="ctr" rtl="0">
                        <a:spcBef>
                          <a:spcPts val="0"/>
                        </a:spcBef>
                        <a:spcAft>
                          <a:spcPts val="0"/>
                        </a:spcAft>
                        <a:buNone/>
                      </a:pPr>
                      <a:r>
                        <a:rPr lang="en-US" sz="800" b="0" dirty="0"/>
                        <a:t>HL7524-7551</a:t>
                      </a:r>
                      <a:endParaRPr sz="800" b="0" dirty="0"/>
                    </a:p>
                  </a:txBody>
                  <a:tcPr marL="0" marR="0" marT="0" marB="0" anchor="ctr"/>
                </a:tc>
                <a:tc rowSpan="2">
                  <a:txBody>
                    <a:bodyPr/>
                    <a:lstStyle/>
                    <a:p>
                      <a:pPr marL="0" marR="0" lvl="0" indent="0" algn="ctr" rtl="0">
                        <a:spcBef>
                          <a:spcPts val="0"/>
                        </a:spcBef>
                        <a:spcAft>
                          <a:spcPts val="0"/>
                        </a:spcAft>
                        <a:buNone/>
                      </a:pPr>
                      <a:r>
                        <a:rPr lang="en-US" sz="800" b="1" dirty="0">
                          <a:solidFill>
                            <a:srgbClr val="0070C0"/>
                          </a:solidFill>
                        </a:rPr>
                        <a:t>APMS</a:t>
                      </a:r>
                      <a:endParaRPr sz="800" b="1" dirty="0">
                        <a:solidFill>
                          <a:srgbClr val="0070C0"/>
                        </a:solidFill>
                      </a:endParaRPr>
                    </a:p>
                  </a:txBody>
                  <a:tcPr marL="0" marR="0" marT="0" marB="0" anchor="ctr"/>
                </a:tc>
                <a:tc rowSpan="2">
                  <a:txBody>
                    <a:bodyPr/>
                    <a:lstStyle/>
                    <a:p>
                      <a:pPr marL="0" marR="0" lvl="0" indent="0" algn="ctr" rtl="0">
                        <a:spcBef>
                          <a:spcPts val="0"/>
                        </a:spcBef>
                        <a:spcAft>
                          <a:spcPts val="0"/>
                        </a:spcAft>
                        <a:buNone/>
                      </a:pPr>
                      <a:r>
                        <a:rPr lang="en-US" sz="900" b="1" dirty="0"/>
                        <a:t>EY 252 (</a:t>
                      </a:r>
                      <a:r>
                        <a:rPr lang="en-US" sz="900" b="1" dirty="0">
                          <a:solidFill>
                            <a:srgbClr val="00B050"/>
                          </a:solidFill>
                        </a:rPr>
                        <a:t>151</a:t>
                      </a:r>
                      <a:r>
                        <a:rPr lang="en-US" sz="900" b="1" dirty="0"/>
                        <a:t>)</a:t>
                      </a:r>
                    </a:p>
                    <a:p>
                      <a:pPr marL="0" marR="0" lvl="0" indent="0" algn="ctr" rtl="0">
                        <a:spcBef>
                          <a:spcPts val="0"/>
                        </a:spcBef>
                        <a:spcAft>
                          <a:spcPts val="0"/>
                        </a:spcAft>
                        <a:buNone/>
                      </a:pPr>
                      <a:r>
                        <a:rPr lang="en-US" sz="900" b="1" dirty="0"/>
                        <a:t>EY 260 (</a:t>
                      </a:r>
                      <a:r>
                        <a:rPr lang="en-US" sz="900" b="1" dirty="0">
                          <a:solidFill>
                            <a:srgbClr val="00B050"/>
                          </a:solidFill>
                        </a:rPr>
                        <a:t>156</a:t>
                      </a:r>
                      <a:r>
                        <a:rPr lang="en-US" sz="900" b="1" dirty="0"/>
                        <a:t>)</a:t>
                      </a:r>
                      <a:endParaRPr lang="en-US" sz="900" b="1" dirty="0">
                        <a:solidFill>
                          <a:srgbClr val="0070C0"/>
                        </a:solidFill>
                      </a:endParaRPr>
                    </a:p>
                  </a:txBody>
                  <a:tcPr marL="0" marR="0" marT="0" marB="0" anchor="ctr"/>
                </a:tc>
                <a:tc rowSpan="4">
                  <a:txBody>
                    <a:bodyPr/>
                    <a:lstStyle/>
                    <a:p>
                      <a:pPr marL="0" marR="0" lvl="0" indent="0" algn="ctr" rtl="0">
                        <a:spcBef>
                          <a:spcPts val="0"/>
                        </a:spcBef>
                        <a:spcAft>
                          <a:spcPts val="0"/>
                        </a:spcAft>
                        <a:buNone/>
                      </a:pPr>
                      <a:r>
                        <a:rPr lang="en-US" sz="800" b="1" dirty="0">
                          <a:solidFill>
                            <a:srgbClr val="0070C0"/>
                          </a:solidFill>
                        </a:rPr>
                        <a:t>Total </a:t>
                      </a:r>
                    </a:p>
                    <a:p>
                      <a:pPr marL="0" marR="0" lvl="0" indent="0" algn="ctr" rtl="0">
                        <a:spcBef>
                          <a:spcPts val="0"/>
                        </a:spcBef>
                        <a:spcAft>
                          <a:spcPts val="0"/>
                        </a:spcAft>
                        <a:buNone/>
                      </a:pPr>
                      <a:r>
                        <a:rPr lang="en-US" sz="800" b="1" dirty="0">
                          <a:solidFill>
                            <a:srgbClr val="0070C0"/>
                          </a:solidFill>
                        </a:rPr>
                        <a:t>PAX 200 NOR</a:t>
                      </a:r>
                    </a:p>
                    <a:p>
                      <a:pPr marL="0" marR="0" lvl="0" indent="0" algn="ctr" rtl="0">
                        <a:spcBef>
                          <a:spcPts val="0"/>
                        </a:spcBef>
                        <a:spcAft>
                          <a:spcPts val="0"/>
                        </a:spcAft>
                        <a:buNone/>
                      </a:pPr>
                      <a:endParaRPr lang="en-US" sz="800" b="1" dirty="0">
                        <a:solidFill>
                          <a:srgbClr val="0070C0"/>
                        </a:solidFill>
                      </a:endParaRPr>
                    </a:p>
                    <a:p>
                      <a:pPr marL="0" marR="0" lvl="0" indent="0" algn="ctr" rtl="0">
                        <a:spcBef>
                          <a:spcPts val="0"/>
                        </a:spcBef>
                        <a:spcAft>
                          <a:spcPts val="0"/>
                        </a:spcAft>
                        <a:buNone/>
                      </a:pPr>
                      <a:r>
                        <a:rPr lang="en-US" sz="700" b="1" dirty="0">
                          <a:solidFill>
                            <a:schemeClr val="bg1"/>
                          </a:solidFill>
                        </a:rPr>
                        <a:t>CHK OFP PAX No</a:t>
                      </a:r>
                    </a:p>
                    <a:p>
                      <a:pPr marL="0" marR="0" lvl="0" indent="0" algn="ctr" rtl="0">
                        <a:spcBef>
                          <a:spcPts val="0"/>
                        </a:spcBef>
                        <a:spcAft>
                          <a:spcPts val="0"/>
                        </a:spcAft>
                        <a:buNone/>
                      </a:pPr>
                      <a:endParaRPr lang="en-US" sz="700" b="1" dirty="0">
                        <a:solidFill>
                          <a:schemeClr val="bg1"/>
                        </a:solidFill>
                      </a:endParaRPr>
                    </a:p>
                    <a:p>
                      <a:pPr marL="0" marR="0" lvl="0" indent="0" algn="ctr" rtl="0">
                        <a:spcBef>
                          <a:spcPts val="0"/>
                        </a:spcBef>
                        <a:spcAft>
                          <a:spcPts val="0"/>
                        </a:spcAft>
                        <a:buNone/>
                      </a:pPr>
                      <a:r>
                        <a:rPr lang="en-US" sz="700" b="1" dirty="0">
                          <a:solidFill>
                            <a:srgbClr val="00B050"/>
                          </a:solidFill>
                        </a:rPr>
                        <a:t>HL 80xx </a:t>
                      </a:r>
                    </a:p>
                    <a:p>
                      <a:pPr marL="0" marR="0" lvl="0" indent="0" algn="ctr" rtl="0">
                        <a:spcBef>
                          <a:spcPts val="0"/>
                        </a:spcBef>
                        <a:spcAft>
                          <a:spcPts val="0"/>
                        </a:spcAft>
                        <a:buNone/>
                      </a:pPr>
                      <a:r>
                        <a:rPr lang="en-US" sz="700" b="1" dirty="0">
                          <a:solidFill>
                            <a:srgbClr val="00B050"/>
                          </a:solidFill>
                        </a:rPr>
                        <a:t>PAX AUTO</a:t>
                      </a:r>
                    </a:p>
                    <a:p>
                      <a:pPr marL="0" marR="0" lvl="0" indent="0" algn="ctr" rtl="0">
                        <a:spcBef>
                          <a:spcPts val="0"/>
                        </a:spcBef>
                        <a:spcAft>
                          <a:spcPts val="0"/>
                        </a:spcAft>
                        <a:buNone/>
                      </a:pPr>
                      <a:endParaRPr lang="en-US" sz="700" b="1" dirty="0">
                        <a:solidFill>
                          <a:srgbClr val="00B050"/>
                        </a:solidFill>
                      </a:endParaRPr>
                    </a:p>
                    <a:p>
                      <a:pPr marL="0" marR="0" lvl="0" indent="0" algn="ctr" rtl="0">
                        <a:spcBef>
                          <a:spcPts val="0"/>
                        </a:spcBef>
                        <a:spcAft>
                          <a:spcPts val="0"/>
                        </a:spcAft>
                        <a:buNone/>
                      </a:pPr>
                      <a:r>
                        <a:rPr lang="en-US" sz="700" b="1" dirty="0">
                          <a:solidFill>
                            <a:srgbClr val="AA47F5"/>
                          </a:solidFill>
                        </a:rPr>
                        <a:t>Enhanced</a:t>
                      </a:r>
                    </a:p>
                    <a:p>
                      <a:pPr marL="0" marR="0" lvl="0" indent="0" algn="ctr" rtl="0">
                        <a:spcBef>
                          <a:spcPts val="0"/>
                        </a:spcBef>
                        <a:spcAft>
                          <a:spcPts val="0"/>
                        </a:spcAft>
                        <a:buNone/>
                      </a:pPr>
                      <a:r>
                        <a:rPr lang="en-US" sz="700" b="1" dirty="0">
                          <a:solidFill>
                            <a:srgbClr val="AA47F5"/>
                          </a:solidFill>
                        </a:rPr>
                        <a:t>TRIM AUTO</a:t>
                      </a:r>
                      <a:endParaRPr sz="700" b="1" dirty="0">
                        <a:solidFill>
                          <a:srgbClr val="AA47F5"/>
                        </a:solidFill>
                      </a:endParaRPr>
                    </a:p>
                  </a:txBody>
                  <a:tcPr marL="0" marR="0" marT="0" marB="0" anchor="ctr"/>
                </a:tc>
                <a:extLst>
                  <a:ext uri="{0D108BD9-81ED-4DB2-BD59-A6C34878D82A}">
                    <a16:rowId xmlns:a16="http://schemas.microsoft.com/office/drawing/2014/main" val="10000"/>
                  </a:ext>
                </a:extLst>
              </a:tr>
              <a:tr h="306353">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000" b="1" i="0" u="none" strike="noStrike" kern="1200" cap="none" spc="0" normalizeH="0" baseline="0" noProof="0" dirty="0">
                          <a:ln>
                            <a:noFill/>
                          </a:ln>
                          <a:solidFill>
                            <a:prstClr val="black"/>
                          </a:solidFill>
                          <a:effectLst/>
                          <a:uLnTx/>
                          <a:uFillTx/>
                          <a:latin typeface="Calibri"/>
                          <a:cs typeface="Calibri"/>
                        </a:rPr>
                        <a:t>A323(11)</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HL7553-7720</a:t>
                      </a:r>
                    </a:p>
                  </a:txBody>
                  <a:tcPr marL="0" marR="0" marT="0" marB="0" anchor="ctr"/>
                </a:tc>
                <a:tc v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vMerge="1">
                  <a:txBody>
                    <a:bodyPr/>
                    <a:lstStyle/>
                    <a:p>
                      <a:pPr marL="0" marR="0" lvl="0" indent="0" algn="ctr" rtl="0">
                        <a:spcBef>
                          <a:spcPts val="0"/>
                        </a:spcBef>
                        <a:spcAft>
                          <a:spcPts val="0"/>
                        </a:spcAft>
                        <a:buNone/>
                      </a:pPr>
                      <a:endParaRPr lang="en-US" sz="800" b="0" dirty="0">
                        <a:solidFill>
                          <a:srgbClr val="0070C0"/>
                        </a:solidFill>
                      </a:endParaRPr>
                    </a:p>
                  </a:txBody>
                  <a:tcPr marL="0" marR="0" marT="0" marB="0" anchor="ctr"/>
                </a:tc>
                <a:tc vMerge="1">
                  <a:txBody>
                    <a:bodyPr/>
                    <a:lstStyle/>
                    <a:p>
                      <a:endParaRPr lang="ko-Kore-KR" altLang="en-US"/>
                    </a:p>
                  </a:txBody>
                  <a:tcPr/>
                </a:tc>
                <a:extLst>
                  <a:ext uri="{0D108BD9-81ED-4DB2-BD59-A6C34878D82A}">
                    <a16:rowId xmlns:a16="http://schemas.microsoft.com/office/drawing/2014/main" val="3285894375"/>
                  </a:ext>
                </a:extLst>
              </a:tr>
              <a:tr h="306353">
                <a:tc>
                  <a:txBody>
                    <a:bodyPr/>
                    <a:lstStyle/>
                    <a:p>
                      <a:pPr marL="0" marR="0" lvl="0" indent="0" algn="ctr" rtl="0">
                        <a:spcBef>
                          <a:spcPts val="0"/>
                        </a:spcBef>
                        <a:spcAft>
                          <a:spcPts val="0"/>
                        </a:spcAft>
                        <a:buNone/>
                      </a:pPr>
                      <a:r>
                        <a:rPr lang="en-US" sz="1000" b="1" dirty="0"/>
                        <a:t>A223E(3)</a:t>
                      </a:r>
                    </a:p>
                    <a:p>
                      <a:pPr marL="0" marR="0" lvl="0" indent="0" algn="ctr" rtl="0">
                        <a:spcBef>
                          <a:spcPts val="0"/>
                        </a:spcBef>
                        <a:spcAft>
                          <a:spcPts val="0"/>
                        </a:spcAft>
                        <a:buNone/>
                      </a:pPr>
                      <a:r>
                        <a:rPr lang="en-US" sz="800" dirty="0"/>
                        <a:t>HL82xx</a:t>
                      </a:r>
                      <a:endParaRPr sz="800" dirty="0"/>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-2.5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EY 188 (</a:t>
                      </a:r>
                      <a:r>
                        <a:rPr lang="en-US" sz="900" b="1" dirty="0">
                          <a:solidFill>
                            <a:srgbClr val="00B050"/>
                          </a:solidFill>
                        </a:rPr>
                        <a:t>112</a:t>
                      </a:r>
                      <a:r>
                        <a:rPr lang="en-US" sz="900" b="1" dirty="0"/>
                        <a:t>)</a:t>
                      </a:r>
                    </a:p>
                  </a:txBody>
                  <a:tcPr marL="0" marR="0" marT="0" marB="0" anchor="ctr"/>
                </a:tc>
                <a:tc vMerge="1">
                  <a:txBody>
                    <a:bodyPr/>
                    <a:lstStyle/>
                    <a:p>
                      <a:pPr marL="0" marR="0" lvl="0" indent="0" algn="ctr" rtl="0">
                        <a:spcBef>
                          <a:spcPts val="0"/>
                        </a:spcBef>
                        <a:spcAft>
                          <a:spcPts val="0"/>
                        </a:spcAft>
                        <a:buNone/>
                      </a:pPr>
                      <a:endParaRPr lang="en-US" sz="900" dirty="0"/>
                    </a:p>
                  </a:txBody>
                  <a:tcPr marL="0" marR="0" marT="0" marB="0" anchor="ctr"/>
                </a:tc>
                <a:extLst>
                  <a:ext uri="{0D108BD9-81ED-4DB2-BD59-A6C34878D82A}">
                    <a16:rowId xmlns:a16="http://schemas.microsoft.com/office/drawing/2014/main" val="10001"/>
                  </a:ext>
                </a:extLst>
              </a:tr>
              <a:tr h="306353">
                <a:tc>
                  <a:txBody>
                    <a:bodyPr/>
                    <a:lstStyle/>
                    <a:p>
                      <a:pPr marL="0" marR="0" lvl="0" indent="0" algn="ctr" rtl="0">
                        <a:spcBef>
                          <a:spcPts val="0"/>
                        </a:spcBef>
                        <a:spcAft>
                          <a:spcPts val="0"/>
                        </a:spcAft>
                        <a:buNone/>
                      </a:pPr>
                      <a:r>
                        <a:rPr lang="en-US" sz="1000" b="1" dirty="0"/>
                        <a:t>A323E(6)</a:t>
                      </a:r>
                    </a:p>
                    <a:p>
                      <a:pPr marL="0" marR="0" lvl="0" indent="0" algn="ctr" rtl="0">
                        <a:spcBef>
                          <a:spcPts val="0"/>
                        </a:spcBef>
                        <a:spcAft>
                          <a:spcPts val="0"/>
                        </a:spcAft>
                        <a:buNone/>
                      </a:pPr>
                      <a:r>
                        <a:rPr lang="en-US" sz="800" dirty="0"/>
                        <a:t>HL80xx</a:t>
                      </a:r>
                    </a:p>
                    <a:p>
                      <a:pPr marL="0" marR="0" lvl="0" indent="0" algn="ctr" rtl="0">
                        <a:spcBef>
                          <a:spcPts val="0"/>
                        </a:spcBef>
                        <a:spcAft>
                          <a:spcPts val="0"/>
                        </a:spcAft>
                        <a:buNone/>
                      </a:pPr>
                      <a:r>
                        <a:rPr lang="en-US" sz="700" dirty="0">
                          <a:solidFill>
                            <a:srgbClr val="AA47F5"/>
                          </a:solidFill>
                        </a:rPr>
                        <a:t>RNP AR, OANS</a:t>
                      </a:r>
                    </a:p>
                    <a:p>
                      <a:pPr marL="0" marR="0" lvl="0" indent="0" algn="ctr" rtl="0">
                        <a:spcBef>
                          <a:spcPts val="0"/>
                        </a:spcBef>
                        <a:spcAft>
                          <a:spcPts val="0"/>
                        </a:spcAft>
                        <a:buNone/>
                      </a:pPr>
                      <a:r>
                        <a:rPr lang="en-US" sz="700" dirty="0">
                          <a:solidFill>
                            <a:srgbClr val="AA47F5"/>
                          </a:solidFill>
                        </a:rPr>
                        <a:t>PAX AUTO</a:t>
                      </a:r>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-1.5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900" b="1" dirty="0">
                          <a:solidFill>
                            <a:schemeClr val="bg1"/>
                          </a:solidFill>
                        </a:rPr>
                        <a:t>EY 248 (</a:t>
                      </a:r>
                      <a:r>
                        <a:rPr lang="en-US" altLang="ko-Kore-KR" sz="900" b="1" dirty="0">
                          <a:solidFill>
                            <a:srgbClr val="00B050"/>
                          </a:solidFill>
                        </a:rPr>
                        <a:t>148</a:t>
                      </a:r>
                      <a:r>
                        <a:rPr lang="en-US" altLang="ko-Kore-KR" sz="900" b="1" dirty="0">
                          <a:solidFill>
                            <a:schemeClr val="bg1"/>
                          </a:solidFill>
                        </a:rPr>
                        <a:t>)</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HL8001 RNP AR</a:t>
                      </a:r>
                      <a:r>
                        <a:rPr kumimoji="0" lang="ko-KR" altLang="en-US" sz="800" b="0" i="0" u="none" strike="noStrike" kern="1200" cap="none" spc="0" normalizeH="0" baseline="0" noProof="0" dirty="0">
                          <a:ln>
                            <a:noFill/>
                          </a:ln>
                          <a:solidFill>
                            <a:srgbClr val="C00000"/>
                          </a:solidFill>
                          <a:effectLst/>
                          <a:uLnTx/>
                          <a:uFillTx/>
                          <a:latin typeface="Calibri"/>
                          <a:cs typeface="Calibri"/>
                        </a:rPr>
                        <a:t> </a:t>
                      </a:r>
                      <a:r>
                        <a:rPr kumimoji="0" lang="en-US" altLang="ko-KR" sz="800" b="0" i="0" u="none" strike="noStrike" kern="1200" cap="none" spc="0" normalizeH="0" baseline="0" noProof="0" dirty="0">
                          <a:ln>
                            <a:noFill/>
                          </a:ln>
                          <a:solidFill>
                            <a:srgbClr val="C00000"/>
                          </a:solidFill>
                          <a:effectLst/>
                          <a:uLnTx/>
                          <a:uFillTx/>
                          <a:latin typeface="Calibri"/>
                          <a:cs typeface="Calibri"/>
                        </a:rPr>
                        <a:t>X</a:t>
                      </a:r>
                      <a:endParaRPr kumimoji="0" lang="en-US" altLang="ko-Kore-KR" sz="800" b="0"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vMerge="1">
                  <a:txBody>
                    <a:bodyPr/>
                    <a:lstStyle/>
                    <a:p>
                      <a:pPr marL="0" marR="0" lvl="0" indent="0" algn="ctr" rtl="0">
                        <a:spcBef>
                          <a:spcPts val="0"/>
                        </a:spcBef>
                        <a:spcAft>
                          <a:spcPts val="0"/>
                        </a:spcAft>
                        <a:buNone/>
                      </a:pPr>
                      <a:endParaRPr lang="en-US" altLang="ko-Kore-KR" sz="800" dirty="0">
                        <a:solidFill>
                          <a:srgbClr val="0070C0"/>
                        </a:solidFill>
                      </a:endParaRPr>
                    </a:p>
                  </a:txBody>
                  <a:tcPr marL="0" marR="0" marT="0" marB="0" anchor="ctr"/>
                </a:tc>
                <a:extLst>
                  <a:ext uri="{0D108BD9-81ED-4DB2-BD59-A6C34878D82A}">
                    <a16:rowId xmlns:a16="http://schemas.microsoft.com/office/drawing/2014/main" val="1495032429"/>
                  </a:ext>
                </a:extLst>
              </a:tr>
              <a:tr h="306353">
                <a:tc gridSpan="2">
                  <a:txBody>
                    <a:bodyPr/>
                    <a:lstStyle/>
                    <a:p>
                      <a:pPr marL="0" marR="0" lvl="0" indent="0" algn="ctr" rtl="0">
                        <a:spcBef>
                          <a:spcPts val="0"/>
                        </a:spcBef>
                        <a:spcAft>
                          <a:spcPts val="0"/>
                        </a:spcAft>
                        <a:buNone/>
                      </a:pPr>
                      <a:r>
                        <a:rPr lang="en-US" sz="800" b="1" dirty="0">
                          <a:solidFill>
                            <a:schemeClr val="tx1"/>
                          </a:solidFill>
                        </a:rPr>
                        <a:t>ENG START</a:t>
                      </a:r>
                      <a:endParaRPr sz="800" b="1" dirty="0">
                        <a:solidFill>
                          <a:schemeClr val="tx1"/>
                        </a:solidFill>
                      </a:endParaRPr>
                    </a:p>
                  </a:txBody>
                  <a:tcPr marL="0" marR="0" marT="0" marB="0" anchor="ctr">
                    <a:solidFill>
                      <a:schemeClr val="accent1"/>
                    </a:solidFill>
                  </a:tcPr>
                </a:tc>
                <a:tc h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800" b="1" dirty="0">
                          <a:solidFill>
                            <a:schemeClr val="bg1"/>
                          </a:solidFill>
                        </a:rPr>
                        <a:t>HL7xxx 43-48%</a:t>
                      </a:r>
                    </a:p>
                  </a:txBody>
                  <a:tcPr marL="0" marR="0" marT="0" marB="0" anchor="ctr"/>
                </a:tc>
                <a:tc>
                  <a:txBody>
                    <a:bodyPr/>
                    <a:lstStyle/>
                    <a:p>
                      <a:pPr marL="0" marR="0" lvl="0" indent="0" algn="ctr" rtl="0">
                        <a:spcBef>
                          <a:spcPts val="0"/>
                        </a:spcBef>
                        <a:spcAft>
                          <a:spcPts val="0"/>
                        </a:spcAft>
                        <a:buNone/>
                      </a:pPr>
                      <a:r>
                        <a:rPr lang="en-US" sz="800" b="1" dirty="0">
                          <a:solidFill>
                            <a:schemeClr val="bg1"/>
                          </a:solidFill>
                        </a:rPr>
                        <a:t>HL8xxx 52-54%</a:t>
                      </a:r>
                      <a:endParaRPr sz="800" b="1" dirty="0">
                        <a:solidFill>
                          <a:schemeClr val="bg1"/>
                        </a:solidFill>
                      </a:endParaRPr>
                    </a:p>
                  </a:txBody>
                  <a:tcPr marL="0" marR="0" marT="0" marB="0" anchor="ctr"/>
                </a:tc>
                <a:extLst>
                  <a:ext uri="{0D108BD9-81ED-4DB2-BD59-A6C34878D82A}">
                    <a16:rowId xmlns:a16="http://schemas.microsoft.com/office/drawing/2014/main" val="1204448837"/>
                  </a:ext>
                </a:extLst>
              </a:tr>
            </a:tbl>
          </a:graphicData>
        </a:graphic>
      </p:graphicFrame>
      <p:sp>
        <p:nvSpPr>
          <p:cNvPr id="18" name="직사각형 17">
            <a:hlinkClick r:id="" action="ppaction://hlinkshowjump?jump=firstslide"/>
            <a:extLst>
              <a:ext uri="{FF2B5EF4-FFF2-40B4-BE49-F238E27FC236}">
                <a16:creationId xmlns:a16="http://schemas.microsoft.com/office/drawing/2014/main" id="{B3112A3B-610B-125E-A8F9-BF40AA4D19D0}"/>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pSp>
        <p:nvGrpSpPr>
          <p:cNvPr id="9" name="그룹 8">
            <a:extLst>
              <a:ext uri="{FF2B5EF4-FFF2-40B4-BE49-F238E27FC236}">
                <a16:creationId xmlns:a16="http://schemas.microsoft.com/office/drawing/2014/main" id="{8E2D29D6-2193-A648-AE53-8E22D516BC89}"/>
              </a:ext>
            </a:extLst>
          </p:cNvPr>
          <p:cNvGrpSpPr/>
          <p:nvPr/>
        </p:nvGrpSpPr>
        <p:grpSpPr>
          <a:xfrm>
            <a:off x="0" y="2014795"/>
            <a:ext cx="2328863" cy="1190611"/>
            <a:chOff x="0" y="1862173"/>
            <a:chExt cx="2328863" cy="1190611"/>
          </a:xfrm>
        </p:grpSpPr>
        <p:grpSp>
          <p:nvGrpSpPr>
            <p:cNvPr id="6" name="그룹 5">
              <a:extLst>
                <a:ext uri="{FF2B5EF4-FFF2-40B4-BE49-F238E27FC236}">
                  <a16:creationId xmlns:a16="http://schemas.microsoft.com/office/drawing/2014/main" id="{E6E774DD-7707-C18D-7D47-F7C6304A48E6}"/>
                </a:ext>
              </a:extLst>
            </p:cNvPr>
            <p:cNvGrpSpPr/>
            <p:nvPr/>
          </p:nvGrpSpPr>
          <p:grpSpPr>
            <a:xfrm>
              <a:off x="0" y="1862173"/>
              <a:ext cx="2328863" cy="1190611"/>
              <a:chOff x="0" y="1862173"/>
              <a:chExt cx="2328863" cy="1190611"/>
            </a:xfrm>
          </p:grpSpPr>
          <p:grpSp>
            <p:nvGrpSpPr>
              <p:cNvPr id="3" name="그룹 2">
                <a:extLst>
                  <a:ext uri="{FF2B5EF4-FFF2-40B4-BE49-F238E27FC236}">
                    <a16:creationId xmlns:a16="http://schemas.microsoft.com/office/drawing/2014/main" id="{3BE6A6AA-987E-10E1-F9A8-89FCBA32AFA9}"/>
                  </a:ext>
                </a:extLst>
              </p:cNvPr>
              <p:cNvGrpSpPr/>
              <p:nvPr/>
            </p:nvGrpSpPr>
            <p:grpSpPr>
              <a:xfrm>
                <a:off x="0" y="1862173"/>
                <a:ext cx="2328863" cy="1190611"/>
                <a:chOff x="0" y="1772965"/>
                <a:chExt cx="2328863" cy="1190611"/>
              </a:xfrm>
            </p:grpSpPr>
            <p:pic>
              <p:nvPicPr>
                <p:cNvPr id="1026" name="Picture 2" descr="AIRCRAFT DIFFERENCES &#10;PRINCIPAL DIMENSION &#10;A330-3001300E &#10;63.69 m &#10;208.92 ft &#10;60.30 m &#10;197.83 ft &#10;16.83 m &#10;55.25 ft &#10;25.37 m &#10;83.25 ft &#10;10.68 m &#10;35.08 ft &#10;A330-200 1 200E &#10;LENGTH &#10;WING SPAN &#10;HEIGHT &#10;WHEEL BASE &#10;WHEEL TREAD &#10;58.37 m &#10;60.30 m &#10;17.80 m / &#10;17.30 m &#10;22.18 m &#10;10.68 m &#10;191.25 ft &#10;197.83 ft &#10;58.42 ft/ &#10;56.67 ft &#10;72.75 ft &#10;35.08 ft &#10;Refer to FCOM DSC-20-20 Principal Dimensions ">
                  <a:extLst>
                    <a:ext uri="{FF2B5EF4-FFF2-40B4-BE49-F238E27FC236}">
                      <a16:creationId xmlns:a16="http://schemas.microsoft.com/office/drawing/2014/main" id="{F259DAB8-9767-8A55-9C6D-43D00F9887B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3113"/>
                <a:stretch/>
              </p:blipFill>
              <p:spPr bwMode="auto">
                <a:xfrm>
                  <a:off x="0" y="1793903"/>
                  <a:ext cx="2328863" cy="116967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878F22F8-477B-8EEA-D382-745299F020BE}"/>
                    </a:ext>
                  </a:extLst>
                </p:cNvPr>
                <p:cNvSpPr txBox="1"/>
                <p:nvPr/>
              </p:nvSpPr>
              <p:spPr>
                <a:xfrm>
                  <a:off x="1123799" y="1772965"/>
                  <a:ext cx="1043876" cy="246221"/>
                </a:xfrm>
                <a:prstGeom prst="rect">
                  <a:avLst/>
                </a:prstGeom>
                <a:noFill/>
              </p:spPr>
              <p:txBody>
                <a:bodyPr wrap="none" rtlCol="0">
                  <a:spAutoFit/>
                </a:bodyPr>
                <a:lstStyle/>
                <a:p>
                  <a:r>
                    <a:rPr kumimoji="1" lang="en-US" altLang="ko-Kore-KR" sz="500" b="1" dirty="0">
                      <a:solidFill>
                        <a:srgbClr val="0070C0"/>
                      </a:solidFill>
                      <a:latin typeface="Arial" panose="020B0604020202020204" pitchFamily="34" charset="0"/>
                      <a:cs typeface="Arial" panose="020B0604020202020204" pitchFamily="34" charset="0"/>
                    </a:rPr>
                    <a:t>WINGSPAN : ICAO E, FAA V</a:t>
                  </a:r>
                </a:p>
                <a:p>
                  <a:r>
                    <a:rPr kumimoji="1" lang="en-US" altLang="ko-Kore-KR" sz="500" b="1" dirty="0">
                      <a:solidFill>
                        <a:srgbClr val="0070C0"/>
                      </a:solidFill>
                      <a:latin typeface="Arial" panose="020B0604020202020204" pitchFamily="34" charset="0"/>
                      <a:cs typeface="Arial" panose="020B0604020202020204" pitchFamily="34" charset="0"/>
                    </a:rPr>
                    <a:t>Weight CAT : Heavy</a:t>
                  </a:r>
                  <a:endParaRPr kumimoji="1" lang="ko-Kore-KR" altLang="en-US" sz="500" b="1" dirty="0">
                    <a:solidFill>
                      <a:srgbClr val="0070C0"/>
                    </a:solidFill>
                    <a:latin typeface="Arial" panose="020B0604020202020204" pitchFamily="34" charset="0"/>
                    <a:cs typeface="Arial" panose="020B0604020202020204" pitchFamily="34" charset="0"/>
                  </a:endParaRPr>
                </a:p>
              </p:txBody>
            </p:sp>
          </p:grpSp>
          <p:sp>
            <p:nvSpPr>
              <p:cNvPr id="5" name="TextBox 4">
                <a:extLst>
                  <a:ext uri="{FF2B5EF4-FFF2-40B4-BE49-F238E27FC236}">
                    <a16:creationId xmlns:a16="http://schemas.microsoft.com/office/drawing/2014/main" id="{D511136D-3120-4FDA-C601-570D4D0BA4A0}"/>
                  </a:ext>
                </a:extLst>
              </p:cNvPr>
              <p:cNvSpPr txBox="1"/>
              <p:nvPr/>
            </p:nvSpPr>
            <p:spPr>
              <a:xfrm>
                <a:off x="1433334" y="2939345"/>
                <a:ext cx="853366" cy="76944"/>
              </a:xfrm>
              <a:prstGeom prst="rect">
                <a:avLst/>
              </a:prstGeom>
              <a:solidFill>
                <a:srgbClr val="FCFCFC"/>
              </a:solidFill>
            </p:spPr>
            <p:txBody>
              <a:bodyPr wrap="none" lIns="36000" tIns="0" rIns="36000" bIns="0" rtlCol="0">
                <a:spAutoFit/>
              </a:bodyPr>
              <a:lstStyle/>
              <a:p>
                <a:r>
                  <a:rPr kumimoji="1" lang="en-US" altLang="ko-Kore-KR" sz="500" b="1" dirty="0">
                    <a:solidFill>
                      <a:srgbClr val="C00000"/>
                    </a:solidFill>
                    <a:latin typeface="Arial" panose="020B0604020202020204" pitchFamily="34" charset="0"/>
                    <a:cs typeface="Arial" panose="020B0604020202020204" pitchFamily="34" charset="0"/>
                  </a:rPr>
                  <a:t>180 Back 72</a:t>
                </a:r>
                <a:r>
                  <a:rPr kumimoji="1" lang="ko-KR" altLang="en-US" sz="500" b="1" dirty="0">
                    <a:solidFill>
                      <a:srgbClr val="C00000"/>
                    </a:solidFill>
                    <a:latin typeface="Arial" panose="020B0604020202020204" pitchFamily="34" charset="0"/>
                    <a:cs typeface="Arial" panose="020B0604020202020204" pitchFamily="34" charset="0"/>
                  </a:rPr>
                  <a:t>도 </a:t>
                </a:r>
                <a:r>
                  <a:rPr kumimoji="1" lang="en-US" altLang="ko-KR" sz="500" b="1" dirty="0">
                    <a:solidFill>
                      <a:srgbClr val="C00000"/>
                    </a:solidFill>
                    <a:latin typeface="Arial" panose="020B0604020202020204" pitchFamily="34" charset="0"/>
                    <a:cs typeface="Arial" panose="020B0604020202020204" pitchFamily="34" charset="0"/>
                  </a:rPr>
                  <a:t>48m/(157ft)</a:t>
                </a:r>
                <a:endParaRPr kumimoji="1" lang="en-US" altLang="ko-Kore-KR" sz="500" b="1" dirty="0">
                  <a:solidFill>
                    <a:srgbClr val="C00000"/>
                  </a:solidFill>
                  <a:latin typeface="Arial" panose="020B0604020202020204" pitchFamily="34" charset="0"/>
                  <a:cs typeface="Arial" panose="020B0604020202020204" pitchFamily="34" charset="0"/>
                </a:endParaRPr>
              </a:p>
            </p:txBody>
          </p:sp>
        </p:grpSp>
        <p:sp>
          <p:nvSpPr>
            <p:cNvPr id="7" name="액자 6">
              <a:extLst>
                <a:ext uri="{FF2B5EF4-FFF2-40B4-BE49-F238E27FC236}">
                  <a16:creationId xmlns:a16="http://schemas.microsoft.com/office/drawing/2014/main" id="{32867CEA-17FF-A75A-0FF2-280EF11D0E9E}"/>
                </a:ext>
              </a:extLst>
            </p:cNvPr>
            <p:cNvSpPr/>
            <p:nvPr/>
          </p:nvSpPr>
          <p:spPr>
            <a:xfrm>
              <a:off x="621612" y="2324288"/>
              <a:ext cx="1665088" cy="144142"/>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grpSp>
        <p:nvGrpSpPr>
          <p:cNvPr id="11" name="그룹 10">
            <a:extLst>
              <a:ext uri="{FF2B5EF4-FFF2-40B4-BE49-F238E27FC236}">
                <a16:creationId xmlns:a16="http://schemas.microsoft.com/office/drawing/2014/main" id="{7E90835B-B12A-74ED-5643-D4A32D41B70D}"/>
              </a:ext>
            </a:extLst>
          </p:cNvPr>
          <p:cNvGrpSpPr/>
          <p:nvPr/>
        </p:nvGrpSpPr>
        <p:grpSpPr>
          <a:xfrm>
            <a:off x="5128" y="3293466"/>
            <a:ext cx="2317874" cy="782704"/>
            <a:chOff x="10990" y="3164515"/>
            <a:chExt cx="2317874" cy="782704"/>
          </a:xfrm>
        </p:grpSpPr>
        <p:graphicFrame>
          <p:nvGraphicFramePr>
            <p:cNvPr id="8" name="Google Shape;371;p27">
              <a:extLst>
                <a:ext uri="{FF2B5EF4-FFF2-40B4-BE49-F238E27FC236}">
                  <a16:creationId xmlns:a16="http://schemas.microsoft.com/office/drawing/2014/main" id="{968524BE-DACB-3A48-27BF-61446DA252B6}"/>
                </a:ext>
              </a:extLst>
            </p:cNvPr>
            <p:cNvGraphicFramePr/>
            <p:nvPr>
              <p:extLst>
                <p:ext uri="{D42A27DB-BD31-4B8C-83A1-F6EECF244321}">
                  <p14:modId xmlns:p14="http://schemas.microsoft.com/office/powerpoint/2010/main" val="2603797923"/>
                </p:ext>
              </p:extLst>
            </p:nvPr>
          </p:nvGraphicFramePr>
          <p:xfrm>
            <a:off x="10990" y="3164515"/>
            <a:ext cx="2317874" cy="782704"/>
          </p:xfrm>
          <a:graphic>
            <a:graphicData uri="http://schemas.openxmlformats.org/drawingml/2006/table">
              <a:tbl>
                <a:tblPr firstRow="1" bandRow="1">
                  <a:tableStyleId>{A521BE36-7E6F-4EC9-8D66-1CF97A6895EC}</a:tableStyleId>
                </a:tblPr>
                <a:tblGrid>
                  <a:gridCol w="478536">
                    <a:extLst>
                      <a:ext uri="{9D8B030D-6E8A-4147-A177-3AD203B41FA5}">
                        <a16:colId xmlns:a16="http://schemas.microsoft.com/office/drawing/2014/main" val="20000"/>
                      </a:ext>
                    </a:extLst>
                  </a:gridCol>
                  <a:gridCol w="682964">
                    <a:extLst>
                      <a:ext uri="{9D8B030D-6E8A-4147-A177-3AD203B41FA5}">
                        <a16:colId xmlns:a16="http://schemas.microsoft.com/office/drawing/2014/main" val="1710634008"/>
                      </a:ext>
                    </a:extLst>
                  </a:gridCol>
                  <a:gridCol w="430009">
                    <a:extLst>
                      <a:ext uri="{9D8B030D-6E8A-4147-A177-3AD203B41FA5}">
                        <a16:colId xmlns:a16="http://schemas.microsoft.com/office/drawing/2014/main" val="237343090"/>
                      </a:ext>
                    </a:extLst>
                  </a:gridCol>
                  <a:gridCol w="726365">
                    <a:extLst>
                      <a:ext uri="{9D8B030D-6E8A-4147-A177-3AD203B41FA5}">
                        <a16:colId xmlns:a16="http://schemas.microsoft.com/office/drawing/2014/main" val="3123104972"/>
                      </a:ext>
                    </a:extLst>
                  </a:gridCol>
                </a:tblGrid>
                <a:tr h="257703">
                  <a:tc gridSpan="4">
                    <a:txBody>
                      <a:bodyPr/>
                      <a:lstStyle/>
                      <a:p>
                        <a:pPr marL="0" marR="0" lvl="0" indent="0" algn="ctr" rtl="0">
                          <a:spcBef>
                            <a:spcPts val="0"/>
                          </a:spcBef>
                          <a:spcAft>
                            <a:spcPts val="0"/>
                          </a:spcAft>
                          <a:buNone/>
                        </a:pPr>
                        <a:r>
                          <a:rPr lang="en-US" altLang="ko-KR" sz="1100" b="1" dirty="0"/>
                          <a:t>MTOW </a:t>
                        </a:r>
                        <a:r>
                          <a:rPr lang="en-US" altLang="ko-KR" sz="700" b="1" dirty="0">
                            <a:solidFill>
                              <a:srgbClr val="00B0F0"/>
                            </a:solidFill>
                          </a:rPr>
                          <a:t>CAT ST-IN : C, Circling C/D(FAA)</a:t>
                        </a:r>
                        <a:endParaRPr sz="1100" b="1" dirty="0">
                          <a:solidFill>
                            <a:srgbClr val="00B0F0"/>
                          </a:solidFill>
                        </a:endParaRPr>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412390786"/>
                    </a:ext>
                  </a:extLst>
                </a:tr>
                <a:tr h="193667">
                  <a:tc>
                    <a:txBody>
                      <a:bodyPr/>
                      <a:lstStyle/>
                      <a:p>
                        <a:pPr marL="0" marR="0" lvl="0" indent="0" algn="ctr" rtl="0">
                          <a:spcBef>
                            <a:spcPts val="0"/>
                          </a:spcBef>
                          <a:spcAft>
                            <a:spcPts val="0"/>
                          </a:spcAft>
                          <a:buNone/>
                        </a:pPr>
                        <a:r>
                          <a:rPr lang="en-US" altLang="ko-KR" sz="900" b="1" dirty="0">
                            <a:solidFill>
                              <a:srgbClr val="0070C0"/>
                            </a:solidFill>
                          </a:rPr>
                          <a:t>238T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524,700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230T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507,063 </a:t>
                        </a:r>
                        <a:r>
                          <a:rPr lang="en-US" sz="900" b="1" dirty="0" err="1"/>
                          <a:t>lbs</a:t>
                        </a:r>
                        <a:endParaRPr sz="900" b="1" dirty="0"/>
                      </a:p>
                    </a:txBody>
                    <a:tcPr marL="0" marR="0" marT="0" marB="0" anchor="ctr"/>
                  </a:tc>
                  <a:extLst>
                    <a:ext uri="{0D108BD9-81ED-4DB2-BD59-A6C34878D82A}">
                      <a16:rowId xmlns:a16="http://schemas.microsoft.com/office/drawing/2014/main" val="707937932"/>
                    </a:ext>
                  </a:extLst>
                </a:tr>
                <a:tr h="165667">
                  <a:tc>
                    <a:txBody>
                      <a:bodyPr/>
                      <a:lstStyle/>
                      <a:p>
                        <a:pPr marL="0" marR="0" lvl="0" indent="0" algn="ctr" rtl="0">
                          <a:spcBef>
                            <a:spcPts val="0"/>
                          </a:spcBef>
                          <a:spcAft>
                            <a:spcPts val="0"/>
                          </a:spcAft>
                          <a:buNone/>
                        </a:pPr>
                        <a:r>
                          <a:rPr lang="en-US" sz="900" b="1" dirty="0">
                            <a:solidFill>
                              <a:srgbClr val="0070C0"/>
                            </a:solidFill>
                          </a:rPr>
                          <a:t>217T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478,402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198T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436,515 </a:t>
                        </a:r>
                        <a:r>
                          <a:rPr lang="en-US" sz="900" b="1" dirty="0" err="1"/>
                          <a:t>lbs</a:t>
                        </a:r>
                        <a:endParaRPr sz="900" b="1" dirty="0"/>
                      </a:p>
                    </a:txBody>
                    <a:tcPr marL="0" marR="0" marT="0" marB="0" anchor="ctr"/>
                  </a:tc>
                  <a:extLst>
                    <a:ext uri="{0D108BD9-81ED-4DB2-BD59-A6C34878D82A}">
                      <a16:rowId xmlns:a16="http://schemas.microsoft.com/office/drawing/2014/main" val="896249924"/>
                    </a:ext>
                  </a:extLst>
                </a:tr>
                <a:tr h="165667">
                  <a:tc>
                    <a:txBody>
                      <a:bodyPr/>
                      <a:lstStyle/>
                      <a:p>
                        <a:pPr marL="0" marR="0" lvl="0" indent="0" algn="ctr" rtl="0">
                          <a:spcBef>
                            <a:spcPts val="0"/>
                          </a:spcBef>
                          <a:spcAft>
                            <a:spcPts val="0"/>
                          </a:spcAft>
                          <a:buNone/>
                        </a:pPr>
                        <a:r>
                          <a:rPr lang="en-US" sz="900" b="1" dirty="0">
                            <a:solidFill>
                              <a:srgbClr val="0070C0"/>
                            </a:solidFill>
                          </a:rPr>
                          <a:t>192T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423,287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endParaRPr sz="900" b="1" dirty="0"/>
                      </a:p>
                    </a:txBody>
                    <a:tcPr marL="0" marR="0" marT="0" marB="0" anchor="ctr"/>
                  </a:tc>
                  <a:extLst>
                    <a:ext uri="{0D108BD9-81ED-4DB2-BD59-A6C34878D82A}">
                      <a16:rowId xmlns:a16="http://schemas.microsoft.com/office/drawing/2014/main" val="902440045"/>
                    </a:ext>
                  </a:extLst>
                </a:tr>
              </a:tbl>
            </a:graphicData>
          </a:graphic>
        </p:graphicFrame>
        <p:sp>
          <p:nvSpPr>
            <p:cNvPr id="10" name="액자 9">
              <a:extLst>
                <a:ext uri="{FF2B5EF4-FFF2-40B4-BE49-F238E27FC236}">
                  <a16:creationId xmlns:a16="http://schemas.microsoft.com/office/drawing/2014/main" id="{D2D2AA0C-6C9A-6E78-A020-8B4E6A215341}"/>
                </a:ext>
              </a:extLst>
            </p:cNvPr>
            <p:cNvSpPr/>
            <p:nvPr/>
          </p:nvSpPr>
          <p:spPr>
            <a:xfrm>
              <a:off x="14809" y="3581973"/>
              <a:ext cx="2314054" cy="220005"/>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spTree>
    <p:extLst>
      <p:ext uri="{BB962C8B-B14F-4D97-AF65-F5344CB8AC3E}">
        <p14:creationId xmlns:p14="http://schemas.microsoft.com/office/powerpoint/2010/main" val="398590726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887725241"/>
              </p:ext>
            </p:extLst>
          </p:nvPr>
        </p:nvGraphicFramePr>
        <p:xfrm>
          <a:off x="0" y="0"/>
          <a:ext cx="2328875" cy="86028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CRZ FUEL Penalty </a:t>
                      </a:r>
                      <a:r>
                        <a:rPr lang="en-US" sz="1000" dirty="0">
                          <a:latin typeface="+mn-lt"/>
                        </a:rPr>
                        <a:t>(Approximation)</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altLang="ko-Kore-KR" sz="1000" b="1" i="0" u="none" strike="noStrike" cap="none" dirty="0">
                          <a:solidFill>
                            <a:schemeClr val="bg1"/>
                          </a:solidFill>
                          <a:latin typeface="Calibri"/>
                          <a:ea typeface="Calibri"/>
                          <a:cs typeface="Calibri"/>
                          <a:sym typeface="Arial"/>
                        </a:rPr>
                        <a:t>A330</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400</a:t>
                      </a:r>
                      <a:r>
                        <a:rPr lang="en-US" altLang="ko-KR" sz="900" b="0" i="0" u="none" strike="noStrike" cap="none" dirty="0">
                          <a:solidFill>
                            <a:srgbClr val="0070C0"/>
                          </a:solidFill>
                          <a:latin typeface="Calibri"/>
                          <a:ea typeface="Calibri"/>
                          <a:cs typeface="Calibri"/>
                          <a:sym typeface="Arial"/>
                        </a:rPr>
                        <a:t>0ft below OPT ALT : 5% increase trip fuel</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8000</a:t>
                      </a:r>
                      <a:r>
                        <a:rPr lang="en-US" altLang="ko-KR" sz="900" b="0" i="0" u="none" strike="noStrike" cap="none" dirty="0">
                          <a:solidFill>
                            <a:srgbClr val="0070C0"/>
                          </a:solidFill>
                          <a:latin typeface="Calibri"/>
                          <a:ea typeface="Calibri"/>
                          <a:cs typeface="Calibri"/>
                          <a:sym typeface="Arial"/>
                        </a:rPr>
                        <a:t>ft below OPT ALT : 10% increase trip fuel</a:t>
                      </a:r>
                    </a:p>
                    <a:p>
                      <a:pPr marL="0" marR="0" lvl="0" indent="0" algn="l" rtl="0">
                        <a:spcBef>
                          <a:spcPts val="0"/>
                        </a:spcBef>
                        <a:spcAft>
                          <a:spcPts val="0"/>
                        </a:spcAft>
                        <a:buNone/>
                      </a:pPr>
                      <a:r>
                        <a:rPr lang="en-US" altLang="ko-KR" sz="900" b="0" i="0" u="none" strike="noStrike" cap="none" dirty="0">
                          <a:solidFill>
                            <a:srgbClr val="0070C0"/>
                          </a:solidFill>
                          <a:latin typeface="Calibri"/>
                          <a:ea typeface="Calibri"/>
                          <a:cs typeface="Calibri"/>
                          <a:sym typeface="Arial"/>
                        </a:rPr>
                        <a:t>Above OPT ALT : 3% increase trip fuel</a:t>
                      </a:r>
                    </a:p>
                  </a:txBody>
                  <a:tcPr marL="36000" marR="36000" marT="36000" marB="36000"/>
                </a:tc>
                <a:extLst>
                  <a:ext uri="{0D108BD9-81ED-4DB2-BD59-A6C34878D82A}">
                    <a16:rowId xmlns:a16="http://schemas.microsoft.com/office/drawing/2014/main" val="10001"/>
                  </a:ext>
                </a:extLst>
              </a:tr>
            </a:tbl>
          </a:graphicData>
        </a:graphic>
      </p:graphicFrame>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193196"/>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8C1A594E-6DAE-98B3-E918-E5F0370C4B3C}"/>
              </a:ext>
            </a:extLst>
          </p:cNvPr>
          <p:cNvGraphicFramePr/>
          <p:nvPr>
            <p:extLst>
              <p:ext uri="{D42A27DB-BD31-4B8C-83A1-F6EECF244321}">
                <p14:modId xmlns:p14="http://schemas.microsoft.com/office/powerpoint/2010/main" val="2758961135"/>
              </p:ext>
            </p:extLst>
          </p:nvPr>
        </p:nvGraphicFramePr>
        <p:xfrm>
          <a:off x="1933" y="923306"/>
          <a:ext cx="2328875" cy="21735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FUEL Consumption</a:t>
                      </a:r>
                      <a:endParaRPr sz="1000" dirty="0">
                        <a:solidFill>
                          <a:srgbClr val="FFC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sz="900" b="1" dirty="0">
                          <a:solidFill>
                            <a:schemeClr val="bg1"/>
                          </a:solidFill>
                          <a:latin typeface="Arial" panose="020B0604020202020204" pitchFamily="34" charset="0"/>
                          <a:cs typeface="Arial" panose="020B0604020202020204" pitchFamily="34" charset="0"/>
                        </a:rPr>
                        <a:t>APU</a:t>
                      </a: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GND : </a:t>
                      </a:r>
                      <a:r>
                        <a:rPr lang="en-US" sz="800" b="1" dirty="0">
                          <a:solidFill>
                            <a:srgbClr val="0070C0"/>
                          </a:solidFill>
                          <a:latin typeface="Arial" panose="020B0604020202020204" pitchFamily="34" charset="0"/>
                          <a:cs typeface="Arial" panose="020B0604020202020204" pitchFamily="34" charset="0"/>
                        </a:rPr>
                        <a:t>438 LBS/HR </a:t>
                      </a:r>
                      <a:r>
                        <a:rPr lang="en-US" sz="800" b="0" dirty="0">
                          <a:solidFill>
                            <a:srgbClr val="0070C0"/>
                          </a:solidFill>
                          <a:latin typeface="Arial" panose="020B0604020202020204" pitchFamily="34" charset="0"/>
                          <a:cs typeface="Arial" panose="020B0604020202020204" pitchFamily="34" charset="0"/>
                        </a:rPr>
                        <a:t>(BLOCK FUEL</a:t>
                      </a:r>
                      <a:r>
                        <a:rPr lang="ko-KR" altLang="en-US" sz="800" b="0" dirty="0">
                          <a:solidFill>
                            <a:srgbClr val="0070C0"/>
                          </a:solidFill>
                          <a:latin typeface="Arial" panose="020B0604020202020204" pitchFamily="34" charset="0"/>
                          <a:cs typeface="Arial" panose="020B0604020202020204" pitchFamily="34" charset="0"/>
                        </a:rPr>
                        <a:t>산정</a:t>
                      </a:r>
                      <a:r>
                        <a:rPr lang="en-US" altLang="ko-KR" sz="800" b="0" dirty="0">
                          <a:solidFill>
                            <a:srgbClr val="0070C0"/>
                          </a:solidFill>
                          <a:latin typeface="Arial" panose="020B0604020202020204" pitchFamily="34" charset="0"/>
                          <a:cs typeface="Arial" panose="020B0604020202020204" pitchFamily="34" charset="0"/>
                        </a:rPr>
                        <a:t>)</a:t>
                      </a:r>
                      <a:endParaRPr lang="en-US" sz="800" b="0"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IN FLT : </a:t>
                      </a:r>
                      <a:r>
                        <a:rPr lang="en-US" altLang="ko-KR" sz="800" b="1" dirty="0">
                          <a:solidFill>
                            <a:srgbClr val="0070C0"/>
                          </a:solidFill>
                          <a:latin typeface="Arial" panose="020B0604020202020204" pitchFamily="34" charset="0"/>
                          <a:cs typeface="Arial" panose="020B0604020202020204" pitchFamily="34" charset="0"/>
                        </a:rPr>
                        <a:t>286</a:t>
                      </a:r>
                      <a:r>
                        <a:rPr lang="ko-KR" altLang="en-US" sz="800" b="1" dirty="0">
                          <a:solidFill>
                            <a:srgbClr val="0070C0"/>
                          </a:solidFill>
                          <a:latin typeface="Arial" panose="020B0604020202020204" pitchFamily="34" charset="0"/>
                          <a:cs typeface="Arial" panose="020B0604020202020204" pitchFamily="34" charset="0"/>
                        </a:rPr>
                        <a:t> </a:t>
                      </a:r>
                      <a:r>
                        <a:rPr lang="en-US" sz="800" b="1" dirty="0">
                          <a:solidFill>
                            <a:srgbClr val="0070C0"/>
                          </a:solidFill>
                          <a:latin typeface="Arial" panose="020B0604020202020204" pitchFamily="34" charset="0"/>
                          <a:cs typeface="Arial" panose="020B0604020202020204" pitchFamily="34" charset="0"/>
                        </a:rPr>
                        <a:t>LBS/HR</a:t>
                      </a:r>
                    </a:p>
                  </a:txBody>
                  <a:tcPr marL="36000" marR="36000" marT="36000" marB="36000"/>
                </a:tc>
                <a:extLst>
                  <a:ext uri="{0D108BD9-81ED-4DB2-BD59-A6C34878D82A}">
                    <a16:rowId xmlns:a16="http://schemas.microsoft.com/office/drawing/2014/main" val="2985261219"/>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TAXI</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2 ENG, no APU :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3300</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LBS/HR </a:t>
                      </a:r>
                      <a:r>
                        <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rPr>
                        <a:t>(10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550 LBS)</a:t>
                      </a:r>
                    </a:p>
                  </a:txBody>
                  <a:tcPr marL="36000" marR="36000" marT="36000" marB="36000"/>
                </a:tc>
                <a:extLst>
                  <a:ext uri="{0D108BD9-81ED-4DB2-BD59-A6C34878D82A}">
                    <a16:rowId xmlns:a16="http://schemas.microsoft.com/office/drawing/2014/main" val="10001"/>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CRZ</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- 100FT </a:t>
                      </a:r>
                      <a:r>
                        <a:rPr lang="ko-Kore-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당</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8</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MIN </a:t>
                      </a:r>
                    </a:p>
                    <a:p>
                      <a:pPr marL="0" marR="0" lvl="0" indent="0" algn="l" rtl="0">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ex)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1000FT </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상승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80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MIN, 1HR 20MIN</a:t>
                      </a:r>
                      <a:endPar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4015474656"/>
                  </a:ext>
                </a:extLst>
              </a:tr>
              <a:tr h="214363">
                <a:tc>
                  <a:txBody>
                    <a:bodyPr/>
                    <a:lstStyle/>
                    <a:p>
                      <a:pPr marL="0" marR="0" lvl="0" indent="0" algn="l" rtl="0">
                        <a:lnSpc>
                          <a:spcPct val="100000"/>
                        </a:lnSpc>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Holding</a:t>
                      </a:r>
                    </a:p>
                    <a:p>
                      <a:pPr marL="0" marR="0" lvl="0" indent="0" algn="l" rtl="0">
                        <a:lnSpc>
                          <a:spcPct val="100000"/>
                        </a:lnSpc>
                        <a:spcBef>
                          <a:spcPts val="0"/>
                        </a:spcBef>
                        <a:spcAft>
                          <a:spcPts val="0"/>
                        </a:spcAft>
                        <a:buNone/>
                      </a:pP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200LBS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(Actual F/F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참조</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시간당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12000LBS</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t>
                      </a:r>
                    </a:p>
                    <a:p>
                      <a:pPr marL="0" marR="0" lvl="0" indent="0" algn="l" rtl="0">
                        <a:lnSpc>
                          <a:spcPct val="100000"/>
                        </a:lnSpc>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Missed App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&amp;</a:t>
                      </a:r>
                      <a:r>
                        <a:rPr kumimoji="0" lang="ko-KR" altLang="en-US"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Landing</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3000</a:t>
                      </a:r>
                      <a:r>
                        <a:rPr kumimoji="0" lang="ko-KR" altLang="en-US"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LBS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과거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EDTO</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자료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1</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Missed </a:t>
                      </a:r>
                      <a:r>
                        <a:rPr kumimoji="0" lang="en-US" altLang="ko-KR" sz="800" b="0" i="0" u="none" strike="noStrike" kern="0" cap="none" spc="0" normalizeH="0" baseline="0" noProof="0" dirty="0" err="1">
                          <a:ln>
                            <a:noFill/>
                          </a:ln>
                          <a:solidFill>
                            <a:srgbClr val="0070C0"/>
                          </a:solidFill>
                          <a:effectLst/>
                          <a:uLnTx/>
                          <a:uFillTx/>
                          <a:latin typeface="Arial" panose="020B0604020202020204" pitchFamily="34" charset="0"/>
                          <a:ea typeface="Calibri"/>
                          <a:cs typeface="Arial" panose="020B0604020202020204" pitchFamily="34" charset="0"/>
                          <a:sym typeface="Arial"/>
                        </a:rPr>
                        <a:t>App+L</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/D)</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endPar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3077422953"/>
                  </a:ext>
                </a:extLst>
              </a:tr>
            </a:tbl>
          </a:graphicData>
        </a:graphic>
      </p:graphicFrame>
      <p:graphicFrame>
        <p:nvGraphicFramePr>
          <p:cNvPr id="5" name="Google Shape;402;p31">
            <a:extLst>
              <a:ext uri="{FF2B5EF4-FFF2-40B4-BE49-F238E27FC236}">
                <a16:creationId xmlns:a16="http://schemas.microsoft.com/office/drawing/2014/main" id="{CC58B19C-6D0D-9F37-979E-48EB84619961}"/>
              </a:ext>
            </a:extLst>
          </p:cNvPr>
          <p:cNvGraphicFramePr/>
          <p:nvPr>
            <p:extLst>
              <p:ext uri="{D42A27DB-BD31-4B8C-83A1-F6EECF244321}">
                <p14:modId xmlns:p14="http://schemas.microsoft.com/office/powerpoint/2010/main" val="3903043588"/>
              </p:ext>
            </p:extLst>
          </p:nvPr>
        </p:nvGraphicFramePr>
        <p:xfrm>
          <a:off x="3864" y="3117984"/>
          <a:ext cx="2328875" cy="130268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ea typeface="+mn-ea"/>
                          <a:cs typeface="Calibri" panose="020F0502020204030204" pitchFamily="34" charset="0"/>
                        </a:rPr>
                        <a:t>FUEL Loading</a:t>
                      </a:r>
                      <a:endParaRPr sz="1000" dirty="0">
                        <a:solidFill>
                          <a:srgbClr val="FFC000"/>
                        </a:solidFill>
                        <a:latin typeface="+mn-lt"/>
                        <a:ea typeface="+mn-ea"/>
                        <a:cs typeface="Calibri" panose="020F0502020204030204" pitchFamily="34" charset="0"/>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Tail</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Tank</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a:t>
                      </a:r>
                      <a:r>
                        <a:rPr lang="ko-KR" altLang="en-US" sz="900" b="1" dirty="0">
                          <a:solidFill>
                            <a:schemeClr val="bg1"/>
                          </a:solidFill>
                          <a:latin typeface="Calibri" panose="020F0502020204030204" pitchFamily="34" charset="0"/>
                          <a:ea typeface="+mn-ea"/>
                          <a:cs typeface="Calibri" panose="020F0502020204030204" pitchFamily="34" charset="0"/>
                        </a:rPr>
                        <a:t> </a:t>
                      </a:r>
                      <a:endParaRPr lang="en-US" altLang="ko-KR" sz="900" b="1" dirty="0">
                        <a:solidFill>
                          <a:schemeClr val="bg1"/>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sz="900" b="0" dirty="0">
                          <a:solidFill>
                            <a:srgbClr val="0070C0"/>
                          </a:solidFill>
                          <a:latin typeface="Calibri" panose="020F0502020204030204" pitchFamily="34" charset="0"/>
                          <a:ea typeface="+mn-ea"/>
                          <a:cs typeface="Calibri" panose="020F0502020204030204" pitchFamily="34" charset="0"/>
                        </a:rPr>
                        <a:t>C</a:t>
                      </a:r>
                      <a:r>
                        <a:rPr lang="en-US" altLang="ko-KR" sz="900" b="0" dirty="0">
                          <a:solidFill>
                            <a:srgbClr val="0070C0"/>
                          </a:solidFill>
                          <a:latin typeface="Calibri" panose="020F0502020204030204" pitchFamily="34" charset="0"/>
                          <a:ea typeface="+mn-ea"/>
                          <a:cs typeface="Calibri" panose="020F0502020204030204" pitchFamily="34" charset="0"/>
                        </a:rPr>
                        <a:t>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sz="900" b="0" dirty="0">
                          <a:solidFill>
                            <a:srgbClr val="0070C0"/>
                          </a:solidFill>
                          <a:latin typeface="Calibri" panose="020F0502020204030204" pitchFamily="34" charset="0"/>
                          <a:ea typeface="+mn-ea"/>
                          <a:cs typeface="Calibri" panose="020F0502020204030204" pitchFamily="34" charset="0"/>
                        </a:rPr>
                        <a:t> 80000LBS </a:t>
                      </a:r>
                      <a:r>
                        <a:rPr lang="ko-KR" altLang="en-US" sz="900" b="0" dirty="0">
                          <a:solidFill>
                            <a:srgbClr val="0070C0"/>
                          </a:solidFill>
                          <a:latin typeface="Calibri" panose="020F0502020204030204" pitchFamily="34" charset="0"/>
                          <a:ea typeface="+mn-ea"/>
                          <a:cs typeface="Calibri" panose="020F0502020204030204" pitchFamily="34" charset="0"/>
                        </a:rPr>
                        <a:t>이상</a:t>
                      </a:r>
                      <a:r>
                        <a:rPr lang="en-US" altLang="ko-KR" sz="900" b="0" dirty="0">
                          <a:solidFill>
                            <a:srgbClr val="0070C0"/>
                          </a:solidFill>
                          <a:latin typeface="Calibri" panose="020F0502020204030204" pitchFamily="34" charset="0"/>
                          <a:ea typeface="+mn-ea"/>
                          <a:cs typeface="Calibri" panose="020F0502020204030204" pitchFamily="34" charset="0"/>
                        </a:rPr>
                        <a:t> 5000LBS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0" dirty="0">
                          <a:solidFill>
                            <a:srgbClr val="0070C0"/>
                          </a:solidFill>
                          <a:latin typeface="Calibri" panose="020F0502020204030204" pitchFamily="34" charset="0"/>
                          <a:ea typeface="+mn-ea"/>
                          <a:cs typeface="Calibri" panose="020F0502020204030204" pitchFamily="34" charset="0"/>
                        </a:rPr>
                        <a:t>CL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160000LBS </a:t>
                      </a:r>
                      <a:r>
                        <a:rPr lang="ko-KR" altLang="en-US" sz="900" b="0" dirty="0">
                          <a:solidFill>
                            <a:srgbClr val="0070C0"/>
                          </a:solidFill>
                          <a:latin typeface="Calibri" panose="020F0502020204030204" pitchFamily="34" charset="0"/>
                          <a:ea typeface="+mn-ea"/>
                          <a:cs typeface="Calibri" panose="020F0502020204030204" pitchFamily="34" charset="0"/>
                        </a:rPr>
                        <a:t>이상 </a:t>
                      </a:r>
                      <a:r>
                        <a:rPr lang="en-US" altLang="ko-KR" sz="900" b="0" dirty="0">
                          <a:solidFill>
                            <a:srgbClr val="0070C0"/>
                          </a:solidFill>
                          <a:latin typeface="Calibri" panose="020F0502020204030204" pitchFamily="34" charset="0"/>
                          <a:ea typeface="+mn-ea"/>
                          <a:cs typeface="Calibri" panose="020F0502020204030204" pitchFamily="34" charset="0"/>
                        </a:rPr>
                        <a:t>10000</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FUEL Overfill </a:t>
                      </a:r>
                      <a:r>
                        <a:rPr lang="en-US" altLang="ko-KR" sz="900" b="0" dirty="0">
                          <a:solidFill>
                            <a:srgbClr val="0070C0"/>
                          </a:solidFill>
                          <a:latin typeface="Calibri" panose="020F0502020204030204" pitchFamily="34" charset="0"/>
                          <a:ea typeface="+mn-ea"/>
                          <a:cs typeface="Calibri" panose="020F0502020204030204" pitchFamily="34" charset="0"/>
                        </a:rPr>
                        <a:t>: 1000LBS</a:t>
                      </a:r>
                      <a:r>
                        <a:rPr lang="ko-KR" altLang="en-US" sz="900" b="0" dirty="0">
                          <a:solidFill>
                            <a:srgbClr val="0070C0"/>
                          </a:solidFill>
                          <a:latin typeface="Calibri" panose="020F0502020204030204" pitchFamily="34" charset="0"/>
                          <a:ea typeface="+mn-ea"/>
                          <a:cs typeface="Calibri" panose="020F0502020204030204" pitchFamily="34" charset="0"/>
                        </a:rPr>
                        <a:t> 기준</a:t>
                      </a:r>
                      <a:endParaRPr lang="en-US" altLang="ko-KR" sz="900" b="0" dirty="0">
                        <a:solidFill>
                          <a:srgbClr val="0070C0"/>
                        </a:solidFill>
                        <a:latin typeface="Calibri" panose="020F0502020204030204" pitchFamily="34" charset="0"/>
                        <a:ea typeface="+mn-ea"/>
                        <a:cs typeface="Calibri" panose="020F0502020204030204" pitchFamily="34" charset="0"/>
                      </a:endParaRPr>
                    </a:p>
                  </a:txBody>
                  <a:tcPr marL="36000" marR="36000" marT="36000" marB="36000"/>
                </a:tc>
                <a:extLst>
                  <a:ext uri="{0D108BD9-81ED-4DB2-BD59-A6C34878D82A}">
                    <a16:rowId xmlns:a16="http://schemas.microsoft.com/office/drawing/2014/main" val="2985261219"/>
                  </a:ext>
                </a:extLst>
              </a:tr>
            </a:tbl>
          </a:graphicData>
        </a:graphic>
      </p:graphicFrame>
    </p:spTree>
    <p:extLst>
      <p:ext uri="{BB962C8B-B14F-4D97-AF65-F5344CB8AC3E}">
        <p14:creationId xmlns:p14="http://schemas.microsoft.com/office/powerpoint/2010/main" val="248076159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1270621955"/>
              </p:ext>
            </p:extLst>
          </p:nvPr>
        </p:nvGraphicFramePr>
        <p:xfrm>
          <a:off x="0" y="2272753"/>
          <a:ext cx="2328875" cy="2846642"/>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396707">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APU BLEED USE WITH HP AIR START UNIT</a:t>
                      </a:r>
                      <a:r>
                        <a:rPr lang="ko-KR" altLang="en-US" sz="1000" dirty="0">
                          <a:latin typeface="Arial" panose="020B0604020202020204" pitchFamily="34" charset="0"/>
                          <a:cs typeface="Arial" panose="020B0604020202020204" pitchFamily="34" charset="0"/>
                        </a:rPr>
                        <a:t> </a:t>
                      </a:r>
                      <a:r>
                        <a:rPr lang="en-US" altLang="ko-KR" sz="1000" dirty="0">
                          <a:solidFill>
                            <a:srgbClr val="FFC000"/>
                          </a:solidFill>
                          <a:latin typeface="Arial" panose="020B0604020202020204" pitchFamily="34" charset="0"/>
                          <a:cs typeface="Arial" panose="020B0604020202020204" pitchFamily="34" charset="0"/>
                        </a:rPr>
                        <a:t>(SD</a:t>
                      </a:r>
                      <a:r>
                        <a:rPr lang="ko-KR" altLang="en-US" sz="1000" dirty="0">
                          <a:solidFill>
                            <a:srgbClr val="FFC000"/>
                          </a:solidFill>
                          <a:latin typeface="Arial" panose="020B0604020202020204" pitchFamily="34" charset="0"/>
                          <a:cs typeface="Arial" panose="020B0604020202020204" pitchFamily="34" charset="0"/>
                        </a:rPr>
                        <a:t> 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412752">
                <a:tc>
                  <a:txBody>
                    <a:bodyPr/>
                    <a:lstStyle/>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APU </a:t>
                      </a:r>
                      <a:r>
                        <a:rPr lang="ko-KR" altLang="en-US" sz="700" dirty="0">
                          <a:latin typeface="Arial" panose="020B0604020202020204" pitchFamily="34" charset="0"/>
                          <a:cs typeface="Arial" panose="020B0604020202020204" pitchFamily="34" charset="0"/>
                        </a:rPr>
                        <a:t>부작동시 </a:t>
                      </a:r>
                      <a:r>
                        <a:rPr lang="en-US" altLang="ko-KR" sz="700" dirty="0">
                          <a:latin typeface="Arial" panose="020B0604020202020204" pitchFamily="34" charset="0"/>
                          <a:cs typeface="Arial" panose="020B0604020202020204" pitchFamily="34" charset="0"/>
                        </a:rPr>
                        <a:t>AIR START UNIT</a:t>
                      </a:r>
                      <a:r>
                        <a:rPr lang="ko-KR" altLang="en-US" sz="700" dirty="0" err="1">
                          <a:latin typeface="Arial" panose="020B0604020202020204" pitchFamily="34" charset="0"/>
                          <a:cs typeface="Arial" panose="020B0604020202020204" pitchFamily="34" charset="0"/>
                        </a:rPr>
                        <a:t>으로</a:t>
                      </a:r>
                      <a:r>
                        <a:rPr lang="ko-KR" altLang="en-US" sz="700" dirty="0">
                          <a:latin typeface="Arial" panose="020B0604020202020204" pitchFamily="34" charset="0"/>
                          <a:cs typeface="Arial" panose="020B0604020202020204" pitchFamily="34" charset="0"/>
                        </a:rPr>
                        <a:t> 시동을 위해 사용</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외부 </a:t>
                      </a:r>
                      <a:r>
                        <a:rPr lang="en-US" altLang="ko-KR" sz="700" dirty="0">
                          <a:latin typeface="Arial" panose="020B0604020202020204" pitchFamily="34" charset="0"/>
                          <a:cs typeface="Arial" panose="020B0604020202020204" pitchFamily="34" charset="0"/>
                        </a:rPr>
                        <a:t>BLEED</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AIR</a:t>
                      </a:r>
                      <a:r>
                        <a:rPr lang="ko-KR" altLang="en-US" sz="700" dirty="0">
                          <a:latin typeface="Arial" panose="020B0604020202020204" pitchFamily="34" charset="0"/>
                          <a:cs typeface="Arial" panose="020B0604020202020204" pitchFamily="34" charset="0"/>
                        </a:rPr>
                        <a:t>의 역할을 함</a:t>
                      </a:r>
                      <a:r>
                        <a:rPr lang="en-US" altLang="ko-KR" sz="700" dirty="0">
                          <a:latin typeface="Arial" panose="020B0604020202020204" pitchFamily="34" charset="0"/>
                          <a:cs typeface="Arial" panose="020B0604020202020204" pitchFamily="34" charset="0"/>
                        </a:rPr>
                        <a:t>.</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APU BLEED </a:t>
                      </a:r>
                      <a:r>
                        <a:rPr lang="ko-KR" altLang="en-US" sz="700" dirty="0">
                          <a:latin typeface="Arial" panose="020B0604020202020204" pitchFamily="34" charset="0"/>
                          <a:cs typeface="Arial" panose="020B0604020202020204" pitchFamily="34" charset="0"/>
                        </a:rPr>
                        <a:t>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822172">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bleed air from the APU BLEED and from the HP Air Start Unit at the same time, to prevent any adverse effect on the Bleed Air System.</a:t>
                      </a:r>
                      <a:endParaRPr kumimoji="0" lang="en-US" altLang="ko-Kore-KR" sz="700" b="0"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1215011">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PACK 1</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&amp;</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2</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as REQ</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F/O</a:t>
                      </a:r>
                      <a:endPar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HP AIR </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시동전</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 Condition</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으로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사용시</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OFF)</a:t>
                      </a:r>
                      <a:endPar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 F/O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OFF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OPEN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724847737"/>
                  </a:ext>
                </a:extLst>
              </a:tr>
            </a:tbl>
          </a:graphicData>
        </a:graphic>
      </p:graphicFrame>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2989630151"/>
              </p:ext>
            </p:extLst>
          </p:nvPr>
        </p:nvGraphicFramePr>
        <p:xfrm>
          <a:off x="-12" y="9492"/>
          <a:ext cx="2328875" cy="2222909"/>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759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000" dirty="0">
                          <a:latin typeface="Arial" panose="020B0604020202020204" pitchFamily="34" charset="0"/>
                          <a:cs typeface="Arial" panose="020B0604020202020204" pitchFamily="34" charset="0"/>
                        </a:rPr>
                        <a:t>PACKS USE WITH LP AIR</a:t>
                      </a:r>
                      <a:r>
                        <a:rPr lang="ko-KR" altLang="en-US" sz="1000" dirty="0">
                          <a:latin typeface="Arial" panose="020B0604020202020204" pitchFamily="34" charset="0"/>
                          <a:cs typeface="Arial" panose="020B0604020202020204" pitchFamily="34" charset="0"/>
                        </a:rPr>
                        <a:t> </a:t>
                      </a:r>
                      <a:r>
                        <a:rPr lang="en-US" sz="1000" dirty="0">
                          <a:latin typeface="Arial" panose="020B0604020202020204" pitchFamily="34" charset="0"/>
                          <a:cs typeface="Arial" panose="020B0604020202020204" pitchFamily="34" charset="0"/>
                        </a:rPr>
                        <a:t>CONDITION UNIT </a:t>
                      </a:r>
                      <a:r>
                        <a:rPr lang="en-US" sz="1000" dirty="0">
                          <a:solidFill>
                            <a:srgbClr val="FFC000"/>
                          </a:solidFill>
                          <a:latin typeface="Arial" panose="020B0604020202020204" pitchFamily="34" charset="0"/>
                          <a:cs typeface="Arial" panose="020B0604020202020204" pitchFamily="34" charset="0"/>
                        </a:rPr>
                        <a:t>(SD </a:t>
                      </a:r>
                      <a:r>
                        <a:rPr lang="ko-KR" altLang="en-US" sz="1000" dirty="0">
                          <a:solidFill>
                            <a:srgbClr val="FFC000"/>
                          </a:solidFill>
                          <a:latin typeface="Arial" panose="020B0604020202020204" pitchFamily="34" charset="0"/>
                          <a:cs typeface="Arial" panose="020B0604020202020204" pitchFamily="34" charset="0"/>
                        </a:rPr>
                        <a:t>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208962">
                <a:tc>
                  <a:txBody>
                    <a:bodyPr/>
                    <a:lstStyle/>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공항 요구로 </a:t>
                      </a:r>
                      <a:r>
                        <a:rPr lang="en-US" altLang="ko-KR" sz="700" dirty="0">
                          <a:latin typeface="Arial" panose="020B0604020202020204" pitchFamily="34" charset="0"/>
                          <a:cs typeface="Arial" panose="020B0604020202020204" pitchFamily="34" charset="0"/>
                        </a:rPr>
                        <a:t>APU OFF</a:t>
                      </a:r>
                      <a:r>
                        <a:rPr lang="ko-KR" altLang="en-US" sz="700" dirty="0">
                          <a:latin typeface="Arial" panose="020B0604020202020204" pitchFamily="34" charset="0"/>
                          <a:cs typeface="Arial" panose="020B0604020202020204" pitchFamily="34" charset="0"/>
                        </a:rPr>
                        <a:t>후 기내 온도 조절을 위한 방법</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Low Press Unit</a:t>
                      </a:r>
                      <a:r>
                        <a:rPr lang="ko-KR" altLang="en-US" sz="700" dirty="0">
                          <a:latin typeface="Arial" panose="020B0604020202020204" pitchFamily="34" charset="0"/>
                          <a:cs typeface="Arial" panose="020B0604020202020204" pitchFamily="34" charset="0"/>
                        </a:rPr>
                        <a:t>을 연결하며 </a:t>
                      </a:r>
                      <a:r>
                        <a:rPr lang="en-US" altLang="ko-KR" sz="700" dirty="0">
                          <a:latin typeface="Arial" panose="020B0604020202020204" pitchFamily="34" charset="0"/>
                          <a:cs typeface="Arial" panose="020B0604020202020204" pitchFamily="34" charset="0"/>
                        </a:rPr>
                        <a:t>APU</a:t>
                      </a:r>
                      <a:r>
                        <a:rPr lang="ko-KR" altLang="en-US" sz="700" dirty="0">
                          <a:latin typeface="Arial" panose="020B0604020202020204" pitchFamily="34" charset="0"/>
                          <a:cs typeface="Arial" panose="020B0604020202020204" pitchFamily="34" charset="0"/>
                        </a:rPr>
                        <a:t>와 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506328">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conditioned air from the packs and from the LP Air Conditioning Unit at the same time, to prevent any adverse effect on the Air Conditioning system.</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255724">
                <a:tc>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절차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POM, FCOM</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에</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없음</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OFF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후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LP AIR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연결</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LP </a:t>
                      </a:r>
                      <a:r>
                        <a:rPr lang="en-US" altLang="ko-Kore-KR"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Disconnet</a:t>
                      </a: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후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Start </a:t>
                      </a:r>
                      <a:endPar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004037912"/>
                  </a:ext>
                </a:extLst>
              </a:tr>
            </a:tbl>
          </a:graphicData>
        </a:graphic>
      </p:graphicFrame>
      <p:sp>
        <p:nvSpPr>
          <p:cNvPr id="4" name="TextBox 3">
            <a:extLst>
              <a:ext uri="{FF2B5EF4-FFF2-40B4-BE49-F238E27FC236}">
                <a16:creationId xmlns:a16="http://schemas.microsoft.com/office/drawing/2014/main" id="{28409F7C-9A34-07D3-B638-05B5A50E1A63}"/>
              </a:ext>
            </a:extLst>
          </p:cNvPr>
          <p:cNvSpPr txBox="1"/>
          <p:nvPr/>
        </p:nvSpPr>
        <p:spPr>
          <a:xfrm>
            <a:off x="1406773" y="5170979"/>
            <a:ext cx="994183" cy="430887"/>
          </a:xfrm>
          <a:prstGeom prst="rect">
            <a:avLst/>
          </a:prstGeom>
          <a:noFill/>
        </p:spPr>
        <p:txBody>
          <a:bodyPr wrap="none" rtlCol="0">
            <a:spAutoFit/>
          </a:bodyPr>
          <a:lstStyle/>
          <a:p>
            <a:r>
              <a:rPr kumimoji="1" lang="en-US" altLang="ko-Kore-KR" sz="1100" dirty="0">
                <a:solidFill>
                  <a:srgbClr val="C00000"/>
                </a:solidFill>
                <a:latin typeface="+mn-lt"/>
              </a:rPr>
              <a:t>ENG START</a:t>
            </a:r>
          </a:p>
          <a:p>
            <a:r>
              <a:rPr kumimoji="1" lang="en-US" altLang="ko-Kore-KR" sz="1100" dirty="0">
                <a:solidFill>
                  <a:srgbClr val="C00000"/>
                </a:solidFill>
                <a:latin typeface="+mn-lt"/>
              </a:rPr>
              <a:t>Next Page</a:t>
            </a:r>
            <a:endParaRPr kumimoji="1" lang="ko-Kore-KR" altLang="en-US" sz="1100" dirty="0">
              <a:solidFill>
                <a:srgbClr val="C00000"/>
              </a:solidFill>
              <a:latin typeface="+mn-lt"/>
            </a:endParaRPr>
          </a:p>
        </p:txBody>
      </p:sp>
      <p:sp>
        <p:nvSpPr>
          <p:cNvPr id="5" name="직사각형 4">
            <a:hlinkClick r:id="" action="ppaction://hlinkshowjump?jump=firstslide"/>
            <a:extLst>
              <a:ext uri="{FF2B5EF4-FFF2-40B4-BE49-F238E27FC236}">
                <a16:creationId xmlns:a16="http://schemas.microsoft.com/office/drawing/2014/main" id="{DC530451-8D9A-9F43-6651-727AC3D815C1}"/>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27057112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4243989717"/>
              </p:ext>
            </p:extLst>
          </p:nvPr>
        </p:nvGraphicFramePr>
        <p:xfrm>
          <a:off x="0" y="3194"/>
          <a:ext cx="2328875" cy="553698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19483">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STARTING with AIR START UNIT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08919">
                <a:tc>
                  <a:txBody>
                    <a:bodyPr/>
                    <a:lstStyle/>
                    <a:p>
                      <a:pPr marL="0" marR="0" lvl="0" indent="0" algn="l" rtl="0">
                        <a:spcBef>
                          <a:spcPts val="0"/>
                        </a:spcBef>
                        <a:spcAft>
                          <a:spcPts val="0"/>
                        </a:spcAft>
                        <a:buNone/>
                      </a:pPr>
                      <a:r>
                        <a:rPr lang="ko-KR" altLang="en-US" sz="800" dirty="0">
                          <a:latin typeface="Arial" panose="020B0604020202020204" pitchFamily="34" charset="0"/>
                          <a:ea typeface="+mn-ea"/>
                          <a:cs typeface="Arial" panose="020B0604020202020204" pitchFamily="34" charset="0"/>
                        </a:rPr>
                        <a:t>통상 </a:t>
                      </a:r>
                      <a:r>
                        <a:rPr lang="en-US" altLang="ko-KR" sz="800" dirty="0">
                          <a:latin typeface="Arial" panose="020B0604020202020204" pitchFamily="34" charset="0"/>
                          <a:ea typeface="+mn-ea"/>
                          <a:cs typeface="Arial" panose="020B0604020202020204" pitchFamily="34" charset="0"/>
                        </a:rPr>
                        <a:t>ENG 1</a:t>
                      </a:r>
                      <a:r>
                        <a:rPr lang="ko-KR" altLang="en-US" sz="800" dirty="0">
                          <a:latin typeface="Arial" panose="020B0604020202020204" pitchFamily="34" charset="0"/>
                          <a:ea typeface="+mn-ea"/>
                          <a:cs typeface="Arial" panose="020B0604020202020204" pitchFamily="34" charset="0"/>
                        </a:rPr>
                        <a:t> 먼저 </a:t>
                      </a:r>
                      <a:r>
                        <a:rPr lang="en-US" altLang="ko-KR" sz="800" b="1" dirty="0">
                          <a:solidFill>
                            <a:srgbClr val="0070C0"/>
                          </a:solidFill>
                          <a:latin typeface="Arial" panose="020B0604020202020204" pitchFamily="34" charset="0"/>
                          <a:ea typeface="+mn-ea"/>
                          <a:cs typeface="Arial" panose="020B0604020202020204" pitchFamily="34" charset="0"/>
                        </a:rPr>
                        <a:t>(EXT PWR Start 2 ENG)</a:t>
                      </a:r>
                    </a:p>
                    <a:p>
                      <a:pPr marL="0" marR="0" lvl="0" indent="0" algn="l" rtl="0">
                        <a:spcBef>
                          <a:spcPts val="0"/>
                        </a:spcBef>
                        <a:spcAft>
                          <a:spcPts val="0"/>
                        </a:spcAft>
                        <a:buNone/>
                      </a:pPr>
                      <a:r>
                        <a:rPr lang="en-US" altLang="ko-KR" sz="800" b="1" dirty="0">
                          <a:solidFill>
                            <a:srgbClr val="00B050"/>
                          </a:solidFill>
                          <a:latin typeface="Arial" panose="020B0604020202020204" pitchFamily="34" charset="0"/>
                          <a:cs typeface="Arial" panose="020B0604020202020204" pitchFamily="34" charset="0"/>
                        </a:rPr>
                        <a:t>“Req Engine Start up Present </a:t>
                      </a:r>
                      <a:r>
                        <a:rPr lang="en-US" altLang="ko-KR" sz="800" b="1" dirty="0" err="1">
                          <a:solidFill>
                            <a:srgbClr val="00B050"/>
                          </a:solidFill>
                          <a:latin typeface="Arial" panose="020B0604020202020204" pitchFamily="34" charset="0"/>
                          <a:cs typeface="Arial" panose="020B0604020202020204" pitchFamily="34" charset="0"/>
                        </a:rPr>
                        <a:t>Positon</a:t>
                      </a:r>
                      <a:r>
                        <a:rPr lang="en-US" altLang="ko-KR" sz="800" b="1" dirty="0">
                          <a:solidFill>
                            <a:srgbClr val="00B050"/>
                          </a:solidFill>
                          <a:latin typeface="Arial" panose="020B0604020202020204" pitchFamily="34" charset="0"/>
                          <a:cs typeface="Arial" panose="020B0604020202020204" pitchFamily="34" charset="0"/>
                        </a:rPr>
                        <a:t>~~~”</a:t>
                      </a:r>
                    </a:p>
                  </a:txBody>
                  <a:tcPr marL="36000" marR="36000" marT="36000" marB="36000"/>
                </a:tc>
                <a:extLst>
                  <a:ext uri="{0D108BD9-81ED-4DB2-BD59-A6C34878D82A}">
                    <a16:rowId xmlns:a16="http://schemas.microsoft.com/office/drawing/2014/main" val="10001"/>
                  </a:ext>
                </a:extLst>
              </a:tr>
              <a:tr h="1218188">
                <a:tc>
                  <a:txBody>
                    <a:bodyPr/>
                    <a:lstStyle/>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PACK 1</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&amp;</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2</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OFF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F/O</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prevent any possible contamination of the packs by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 </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 OPEN F/O</a:t>
                      </a:r>
                    </a:p>
                    <a:p>
                      <a:pPr marL="0" marR="0" lvl="0" indent="0" algn="l" rtl="0">
                        <a:lnSpc>
                          <a:spcPct val="100000"/>
                        </a:lnSpc>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0003"/>
                  </a:ext>
                </a:extLst>
              </a:tr>
              <a:tr h="949879">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cleared to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The </a:t>
                      </a:r>
                      <a:r>
                        <a:rPr kumimoji="0" lang="en-US" altLang="ko-Kore-KR" sz="600" b="1" i="0" u="none" strike="noStrike" kern="120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ABNORM BLEED CONFIG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alert is triggered after the first engine start. It can be disregarded.</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 START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As necessary, engine 2 can be started first.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In this case, check the brake ACCU pressure prior to engine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The minimum recommended starter air supply pressure is 25 PSI when the start valve is open.</a:t>
                      </a:r>
                    </a:p>
                  </a:txBody>
                  <a:tcPr marL="36000" marR="36000" marT="36000" marB="36000"/>
                </a:tc>
                <a:extLst>
                  <a:ext uri="{0D108BD9-81ED-4DB2-BD59-A6C34878D82A}">
                    <a16:rowId xmlns:a16="http://schemas.microsoft.com/office/drawing/2014/main" val="2955124980"/>
                  </a:ext>
                </a:extLst>
              </a:tr>
              <a:tr h="106912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After engine 1 is started:</a:t>
                      </a:r>
                    </a:p>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air start unit is used to start engine 2:</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2 .............................. START CAP</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engine 2 is started:</a:t>
                      </a:r>
                      <a:endPar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DISC . . . . REQ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AUTO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endParaRPr kumimoji="0" lang="en-US" altLang="ko-Kore-KR" sz="5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396707165"/>
                  </a:ext>
                </a:extLst>
              </a:tr>
              <a:tr h="815725">
                <a:tc>
                  <a:txBody>
                    <a:bodyPr/>
                    <a:lstStyle/>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t>
                      </a:r>
                      <a:r>
                        <a:rPr kumimoji="0" lang="en-US" altLang="ko-Kore-KR" sz="700" b="1" i="0" u="none" strike="noStrike" kern="1200" cap="none" spc="0" normalizeH="0" baseline="0" noProof="0" dirty="0" err="1">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crossbleed</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engine start procedure is used to start engine 2: </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a:t>
                      </a:r>
                      <a:r>
                        <a:rPr kumimoji="0" lang="en-US" altLang="ko-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DISC.RQ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ENG 1 BLEED </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CRSBLD ENG START PROC.APPLY</a:t>
                      </a:r>
                    </a:p>
                  </a:txBody>
                  <a:tcPr marL="36000" marR="0" marT="36000" marB="36000"/>
                </a:tc>
                <a:extLst>
                  <a:ext uri="{0D108BD9-81ED-4DB2-BD59-A6C34878D82A}">
                    <a16:rowId xmlns:a16="http://schemas.microsoft.com/office/drawing/2014/main" val="1371695389"/>
                  </a:ext>
                </a:extLst>
              </a:tr>
              <a:tr h="85302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 CHK AVAIL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DISCONNECT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 removed after 1 ENG start.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but FCOM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In order to ensure that the entire network remains electrically supplied, it is recommended to start both engines before the disconnection of the external electrical power.</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NOR PROC - AFTER START .......RESUME </a:t>
                      </a:r>
                    </a:p>
                  </a:txBody>
                  <a:tcPr marL="36000" marR="36000" marT="36000" marB="36000"/>
                </a:tc>
                <a:extLst>
                  <a:ext uri="{0D108BD9-81ED-4DB2-BD59-A6C34878D82A}">
                    <a16:rowId xmlns:a16="http://schemas.microsoft.com/office/drawing/2014/main" val="2133151072"/>
                  </a:ext>
                </a:extLst>
              </a:tr>
            </a:tbl>
          </a:graphicData>
        </a:graphic>
      </p:graphicFrame>
      <p:sp>
        <p:nvSpPr>
          <p:cNvPr id="4" name="직사각형 3">
            <a:hlinkClick r:id="" action="ppaction://hlinkshowjump?jump=firstslide"/>
            <a:extLst>
              <a:ext uri="{FF2B5EF4-FFF2-40B4-BE49-F238E27FC236}">
                <a16:creationId xmlns:a16="http://schemas.microsoft.com/office/drawing/2014/main" id="{BB76D5AE-CD28-3420-C695-F55BDCA4C923}"/>
              </a:ext>
            </a:extLst>
          </p:cNvPr>
          <p:cNvSpPr/>
          <p:nvPr/>
        </p:nvSpPr>
        <p:spPr>
          <a:xfrm>
            <a:off x="1596587" y="2596430"/>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오른쪽 화살표[R] 4">
            <a:extLst>
              <a:ext uri="{FF2B5EF4-FFF2-40B4-BE49-F238E27FC236}">
                <a16:creationId xmlns:a16="http://schemas.microsoft.com/office/drawing/2014/main" id="{AF57E50A-60B4-FA69-DE5E-89621E992E28}"/>
              </a:ext>
            </a:extLst>
          </p:cNvPr>
          <p:cNvSpPr/>
          <p:nvPr/>
        </p:nvSpPr>
        <p:spPr>
          <a:xfrm rot="7022060">
            <a:off x="50376" y="4554223"/>
            <a:ext cx="254847" cy="11332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4D0F56F8-ED4B-E9D9-1193-B74DD5FCDFF9}"/>
              </a:ext>
            </a:extLst>
          </p:cNvPr>
          <p:cNvSpPr/>
          <p:nvPr/>
        </p:nvSpPr>
        <p:spPr>
          <a:xfrm rot="16200000">
            <a:off x="627928" y="4716731"/>
            <a:ext cx="214819" cy="1068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Tree>
    <p:extLst>
      <p:ext uri="{BB962C8B-B14F-4D97-AF65-F5344CB8AC3E}">
        <p14:creationId xmlns:p14="http://schemas.microsoft.com/office/powerpoint/2010/main" val="371616780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F59BC2A-DE73-E830-B7D9-1BA53BB021E9}"/>
              </a:ext>
            </a:extLst>
          </p:cNvPr>
          <p:cNvSpPr>
            <a:spLocks noGrp="1"/>
          </p:cNvSpPr>
          <p:nvPr>
            <p:ph type="title"/>
          </p:nvPr>
        </p:nvSpPr>
        <p:spPr/>
        <p:txBody>
          <a:bodyPr/>
          <a:lstStyle/>
          <a:p>
            <a:endParaRPr kumimoji="1" lang="ko-Kore-KR" altLang="en-US"/>
          </a:p>
        </p:txBody>
      </p:sp>
      <p:sp>
        <p:nvSpPr>
          <p:cNvPr id="3" name="내용 개체 틀 2">
            <a:extLst>
              <a:ext uri="{FF2B5EF4-FFF2-40B4-BE49-F238E27FC236}">
                <a16:creationId xmlns:a16="http://schemas.microsoft.com/office/drawing/2014/main" id="{889FC6FC-B6E2-F3AD-7113-77656A296E92}"/>
              </a:ext>
            </a:extLst>
          </p:cNvPr>
          <p:cNvSpPr>
            <a:spLocks noGrp="1"/>
          </p:cNvSpPr>
          <p:nvPr>
            <p:ph idx="1"/>
          </p:nvPr>
        </p:nvSpPr>
        <p:spPr/>
        <p:txBody>
          <a:bodyPr/>
          <a:lstStyle/>
          <a:p>
            <a:endParaRPr kumimoji="1" lang="ko-Kore-KR" altLang="en-US"/>
          </a:p>
        </p:txBody>
      </p:sp>
      <p:graphicFrame>
        <p:nvGraphicFramePr>
          <p:cNvPr id="4" name="Google Shape;402;p31">
            <a:extLst>
              <a:ext uri="{FF2B5EF4-FFF2-40B4-BE49-F238E27FC236}">
                <a16:creationId xmlns:a16="http://schemas.microsoft.com/office/drawing/2014/main" id="{EB24B94C-B974-2D89-F60E-0B9B51FD523E}"/>
              </a:ext>
            </a:extLst>
          </p:cNvPr>
          <p:cNvGraphicFramePr/>
          <p:nvPr>
            <p:extLst>
              <p:ext uri="{D42A27DB-BD31-4B8C-83A1-F6EECF244321}">
                <p14:modId xmlns:p14="http://schemas.microsoft.com/office/powerpoint/2010/main" val="2271391481"/>
              </p:ext>
            </p:extLst>
          </p:nvPr>
        </p:nvGraphicFramePr>
        <p:xfrm>
          <a:off x="0" y="4"/>
          <a:ext cx="2328875" cy="480137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4043">
                <a:tc>
                  <a:txBody>
                    <a:bodyPr/>
                    <a:lstStyle/>
                    <a:p>
                      <a:pPr marL="0" marR="0" lvl="0" indent="0" algn="l" rtl="0">
                        <a:lnSpc>
                          <a:spcPct val="100000"/>
                        </a:lnSpc>
                        <a:spcBef>
                          <a:spcPts val="0"/>
                        </a:spcBef>
                        <a:spcAft>
                          <a:spcPts val="0"/>
                        </a:spcAft>
                        <a:buNone/>
                      </a:pPr>
                      <a:r>
                        <a:rPr lang="en-US" sz="1000" dirty="0">
                          <a:latin typeface="Arial" panose="020B0604020202020204" pitchFamily="34" charset="0"/>
                          <a:cs typeface="Arial" panose="020B0604020202020204" pitchFamily="34" charset="0"/>
                        </a:rPr>
                        <a:t>ENG CROSSBLEED START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173880">
                <a:tc>
                  <a:txBody>
                    <a:bodyPr/>
                    <a:lstStyle/>
                    <a:p>
                      <a:pPr marL="0" marR="0" lvl="0" indent="0" algn="l" rtl="0">
                        <a:lnSpc>
                          <a:spcPct val="100000"/>
                        </a:lnSpc>
                        <a:spcBef>
                          <a:spcPts val="0"/>
                        </a:spcBef>
                        <a:spcAft>
                          <a:spcPts val="0"/>
                        </a:spcAft>
                        <a:buNone/>
                      </a:pPr>
                      <a:r>
                        <a:rPr lang="en-US" sz="800" dirty="0">
                          <a:latin typeface="Arial" panose="020B0604020202020204" pitchFamily="34" charset="0"/>
                          <a:cs typeface="Arial" panose="020B0604020202020204" pitchFamily="34" charset="0"/>
                        </a:rPr>
                        <a:t>#1 ENG BLEED </a:t>
                      </a:r>
                      <a:r>
                        <a:rPr lang="ko-KR" altLang="en-US" sz="800" dirty="0">
                          <a:latin typeface="Arial" panose="020B0604020202020204" pitchFamily="34" charset="0"/>
                          <a:cs typeface="Arial" panose="020B0604020202020204" pitchFamily="34" charset="0"/>
                        </a:rPr>
                        <a:t>로 </a:t>
                      </a:r>
                      <a:r>
                        <a:rPr lang="en-US" altLang="ko-KR" sz="800" dirty="0">
                          <a:latin typeface="Arial" panose="020B0604020202020204" pitchFamily="34" charset="0"/>
                          <a:cs typeface="Arial" panose="020B0604020202020204" pitchFamily="34" charset="0"/>
                        </a:rPr>
                        <a:t>#2</a:t>
                      </a:r>
                      <a:r>
                        <a:rPr lang="ko-KR" altLang="en-US" sz="800" dirty="0">
                          <a:latin typeface="Arial" panose="020B0604020202020204" pitchFamily="34" charset="0"/>
                          <a:cs typeface="Arial" panose="020B0604020202020204" pitchFamily="34" charset="0"/>
                        </a:rPr>
                        <a:t> </a:t>
                      </a:r>
                      <a:r>
                        <a:rPr lang="en-US" altLang="ko-KR" sz="800" dirty="0">
                          <a:latin typeface="Arial" panose="020B0604020202020204" pitchFamily="34" charset="0"/>
                          <a:cs typeface="Arial" panose="020B0604020202020204" pitchFamily="34" charset="0"/>
                        </a:rPr>
                        <a:t>ENG START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Req </a:t>
                      </a:r>
                      <a:r>
                        <a:rPr lang="en-US" altLang="ko-Kore-KR" sz="800" b="1" dirty="0" err="1">
                          <a:solidFill>
                            <a:srgbClr val="00B050"/>
                          </a:solidFill>
                          <a:latin typeface="Arial" panose="020B0604020202020204" pitchFamily="34" charset="0"/>
                          <a:ea typeface="Helvetica Neue"/>
                          <a:cs typeface="Arial" panose="020B0604020202020204" pitchFamily="34" charset="0"/>
                          <a:sym typeface="Helvetica Neue"/>
                        </a:rPr>
                        <a:t>PushBack</a:t>
                      </a:r>
                      <a:endPar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1"/>
                  </a:ext>
                </a:extLst>
              </a:tr>
              <a:tr h="1679059">
                <a:tc>
                  <a:txBody>
                    <a:bodyPr/>
                    <a:lstStyle/>
                    <a:p>
                      <a:pPr marL="0" marR="0" lvl="0" indent="0" algn="l" rtl="0">
                        <a:lnSpc>
                          <a:spcPct val="100000"/>
                        </a:lnSpc>
                        <a:spcBef>
                          <a:spcPts val="0"/>
                        </a:spcBef>
                        <a:spcAft>
                          <a:spcPts val="0"/>
                        </a:spcAft>
                        <a:buNone/>
                      </a:pPr>
                      <a:r>
                        <a:rPr lang="en-US" sz="800" b="1" dirty="0" err="1">
                          <a:solidFill>
                            <a:srgbClr val="C00000"/>
                          </a:solidFill>
                          <a:latin typeface="Arial" panose="020B0604020202020204" pitchFamily="34" charset="0"/>
                          <a:ea typeface="Helvetica Neue"/>
                          <a:cs typeface="Arial" panose="020B0604020202020204" pitchFamily="34" charset="0"/>
                          <a:sym typeface="Helvetica Neue"/>
                        </a:rPr>
                        <a:t>PushBack</a:t>
                      </a:r>
                      <a:r>
                        <a:rPr 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완료</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(Parking Brake set)</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One engine must be running in order to supply air for other engine start.</a:t>
                      </a:r>
                    </a:p>
                    <a:p>
                      <a:pPr marL="0" marR="0" lvl="0" indent="0" algn="l" rtl="0">
                        <a:lnSpc>
                          <a:spcPct val="100000"/>
                        </a:lnSpc>
                        <a:spcBef>
                          <a:spcPts val="0"/>
                        </a:spcBef>
                        <a:spcAft>
                          <a:spcPts val="0"/>
                        </a:spcAft>
                        <a:buNone/>
                      </a:pP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second engine start :</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 of the supplying engine reopens and the cross bleed</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valve closes.</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ENG BLEED (supply engine) .</a:t>
                      </a:r>
                      <a:r>
                        <a:rPr lang="en-US" altLang="ko-Kore-KR" sz="900" b="1" i="0" kern="1200" dirty="0">
                          <a:solidFill>
                            <a:srgbClr val="00B050"/>
                          </a:solidFill>
                          <a:latin typeface="Arial" panose="020B0604020202020204" pitchFamily="34" charset="0"/>
                          <a:ea typeface="Helvetica Neue"/>
                          <a:cs typeface="Arial" panose="020B0604020202020204" pitchFamily="34" charset="0"/>
                          <a:sym typeface="Helvetica Neue"/>
                        </a:rPr>
                        <a:t>..</a:t>
                      </a:r>
                      <a:r>
                        <a:rPr lang="en-US" sz="900" b="1" dirty="0">
                          <a:solidFill>
                            <a:srgbClr val="00B050"/>
                          </a:solidFill>
                          <a:latin typeface="Arial" panose="020B0604020202020204" pitchFamily="34" charset="0"/>
                          <a:ea typeface="Helvetica Neue"/>
                          <a:cs typeface="Arial" panose="020B0604020202020204" pitchFamily="34" charset="0"/>
                          <a:sym typeface="Helvetica Neue"/>
                        </a:rPr>
                        <a:t>....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BLEED (receive engine)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valves of receiving engines are closed to avoid reverse flow leakage.</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OPEN F/O</a:t>
                      </a:r>
                    </a:p>
                  </a:txBody>
                  <a:tcPr marL="36000" marR="36000" marT="36000" marB="36000"/>
                </a:tc>
                <a:extLst>
                  <a:ext uri="{0D108BD9-81ED-4DB2-BD59-A6C34878D82A}">
                    <a16:rowId xmlns:a16="http://schemas.microsoft.com/office/drawing/2014/main" val="10003"/>
                  </a:ext>
                </a:extLst>
              </a:tr>
              <a:tr h="171759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When cleared to start :</a:t>
                      </a:r>
                      <a:endParaRPr lang="en-US" sz="1050" b="1" dirty="0">
                        <a:solidFill>
                          <a:srgbClr val="00B05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C00000"/>
                          </a:solidFill>
                          <a:latin typeface="Arial" panose="020B0604020202020204" pitchFamily="34" charset="0"/>
                          <a:cs typeface="Arial" panose="020B0604020202020204" pitchFamily="34" charset="0"/>
                        </a:rPr>
                        <a:t>AREA CLEAR OF OBS ........... CONF CAP</a:t>
                      </a:r>
                      <a:endParaRPr lang="en-US" sz="1000" b="1" dirty="0">
                        <a:solidFill>
                          <a:srgbClr val="C0000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Ensure increased power jet wake does not constitute any hazard to people or installations behind the aircraft.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solidFill>
                            <a:srgbClr val="0070C0"/>
                          </a:solidFill>
                          <a:latin typeface="Arial" panose="020B0604020202020204" pitchFamily="34" charset="0"/>
                          <a:cs typeface="Arial" panose="020B0604020202020204" pitchFamily="34" charset="0"/>
                        </a:rPr>
                        <a:t>THR LVR (sup </a:t>
                      </a:r>
                      <a:r>
                        <a:rPr lang="en-US" sz="900" b="1" dirty="0" err="1">
                          <a:solidFill>
                            <a:srgbClr val="0070C0"/>
                          </a:solidFill>
                          <a:latin typeface="Arial" panose="020B0604020202020204" pitchFamily="34" charset="0"/>
                          <a:cs typeface="Arial" panose="020B0604020202020204" pitchFamily="34" charset="0"/>
                        </a:rPr>
                        <a:t>eng</a:t>
                      </a:r>
                      <a:r>
                        <a:rPr lang="en-US" sz="900" b="1" dirty="0">
                          <a:solidFill>
                            <a:srgbClr val="0070C0"/>
                          </a:solidFill>
                          <a:latin typeface="Arial" panose="020B0604020202020204" pitchFamily="34" charset="0"/>
                          <a:cs typeface="Arial" panose="020B0604020202020204" pitchFamily="34" charset="0"/>
                        </a:rPr>
                        <a:t>) .</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cs typeface="Arial" panose="020B0604020202020204" pitchFamily="34" charset="0"/>
                        </a:rPr>
                        <a:t> </a:t>
                      </a:r>
                      <a:r>
                        <a:rPr lang="en-US" sz="900" b="1" dirty="0">
                          <a:solidFill>
                            <a:srgbClr val="0070C0"/>
                          </a:solidFill>
                          <a:latin typeface="Arial" panose="020B0604020202020204" pitchFamily="34" charset="0"/>
                          <a:cs typeface="Arial" panose="020B0604020202020204" pitchFamily="34" charset="0"/>
                        </a:rPr>
                        <a:t>ADJ BLD PRES CAP</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Adjust thrust of supplying engine to obtain an engine bleed pressure of </a:t>
                      </a:r>
                      <a:r>
                        <a:rPr lang="en-US" sz="700" b="1" dirty="0">
                          <a:solidFill>
                            <a:srgbClr val="00B050"/>
                          </a:solidFill>
                          <a:latin typeface="Arial" panose="020B0604020202020204" pitchFamily="34" charset="0"/>
                          <a:cs typeface="Arial" panose="020B0604020202020204" pitchFamily="34" charset="0"/>
                        </a:rPr>
                        <a:t>30 PSI. </a:t>
                      </a:r>
                      <a:r>
                        <a:rPr lang="en-US" sz="700" b="1" dirty="0">
                          <a:solidFill>
                            <a:schemeClr val="bg1"/>
                          </a:solidFill>
                          <a:latin typeface="Arial" panose="020B0604020202020204" pitchFamily="34" charset="0"/>
                          <a:cs typeface="Arial" panose="020B0604020202020204" pitchFamily="34" charset="0"/>
                        </a:rPr>
                        <a:t>If the thrust required to obtain the appropriate engine bleed pressure exceeds </a:t>
                      </a:r>
                      <a:r>
                        <a:rPr lang="en-US" sz="700" b="1" dirty="0">
                          <a:solidFill>
                            <a:srgbClr val="C00000"/>
                          </a:solidFill>
                          <a:latin typeface="Arial" panose="020B0604020202020204" pitchFamily="34" charset="0"/>
                          <a:cs typeface="Arial" panose="020B0604020202020204" pitchFamily="34" charset="0"/>
                        </a:rPr>
                        <a:t>40 % N1</a:t>
                      </a:r>
                      <a:r>
                        <a:rPr lang="en-US" sz="700" b="1" dirty="0">
                          <a:solidFill>
                            <a:schemeClr val="bg1"/>
                          </a:solidFill>
                          <a:latin typeface="Arial" panose="020B0604020202020204" pitchFamily="34" charset="0"/>
                          <a:cs typeface="Arial" panose="020B0604020202020204" pitchFamily="34" charset="0"/>
                        </a:rPr>
                        <a:t>, pay particular attention to the surrounding area.</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RECEIVING ENGINE .............. START ALL</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Apply the normal engine start procedure.</a:t>
                      </a:r>
                      <a:endParaRPr sz="7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141454693"/>
                  </a:ext>
                </a:extLst>
              </a:tr>
              <a:tr h="78845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After start :</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THR LVR (supply engine) ......... IDLE CAP</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X BLEED.................................... AUTO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ENG BLEED (receive engine) ......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PACK 1 &amp;2 .................................... ON F/O</a:t>
                      </a:r>
                    </a:p>
                  </a:txBody>
                  <a:tcPr marL="36000" marR="36000" marT="36000" marB="36000"/>
                </a:tc>
                <a:extLst>
                  <a:ext uri="{0D108BD9-81ED-4DB2-BD59-A6C34878D82A}">
                    <a16:rowId xmlns:a16="http://schemas.microsoft.com/office/drawing/2014/main" val="87037673"/>
                  </a:ext>
                </a:extLst>
              </a:tr>
            </a:tbl>
          </a:graphicData>
        </a:graphic>
      </p:graphicFrame>
      <p:sp>
        <p:nvSpPr>
          <p:cNvPr id="5" name="직사각형 4">
            <a:hlinkClick r:id="" action="ppaction://hlinkshowjump?jump=firstslide"/>
            <a:extLst>
              <a:ext uri="{FF2B5EF4-FFF2-40B4-BE49-F238E27FC236}">
                <a16:creationId xmlns:a16="http://schemas.microsoft.com/office/drawing/2014/main" id="{B6B09F70-0B7B-1517-1722-DAFC7774627F}"/>
              </a:ext>
            </a:extLst>
          </p:cNvPr>
          <p:cNvSpPr/>
          <p:nvPr/>
        </p:nvSpPr>
        <p:spPr>
          <a:xfrm>
            <a:off x="842165" y="518606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58269834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2732521415"/>
              </p:ext>
            </p:extLst>
          </p:nvPr>
        </p:nvGraphicFramePr>
        <p:xfrm>
          <a:off x="7" y="1099855"/>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173">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200-800ft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600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700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800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80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50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90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graphicFrame>
        <p:nvGraphicFramePr>
          <p:cNvPr id="381" name="Google Shape;381;p28"/>
          <p:cNvGraphicFramePr/>
          <p:nvPr>
            <p:extLst>
              <p:ext uri="{D42A27DB-BD31-4B8C-83A1-F6EECF244321}">
                <p14:modId xmlns:p14="http://schemas.microsoft.com/office/powerpoint/2010/main" val="3609790984"/>
              </p:ext>
            </p:extLst>
          </p:nvPr>
        </p:nvGraphicFramePr>
        <p:xfrm>
          <a:off x="7" y="0"/>
          <a:ext cx="2328850" cy="106683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solidFill>
                            <a:srgbClr val="FFC000"/>
                          </a:solidFill>
                        </a:rPr>
                        <a:t>COLD TEMP CORRECTION General</a:t>
                      </a:r>
                    </a:p>
                    <a:p>
                      <a:pPr marL="0" marR="0" lvl="0" indent="0" algn="l" rtl="0">
                        <a:spcBef>
                          <a:spcPts val="0"/>
                        </a:spcBef>
                        <a:spcAft>
                          <a:spcPts val="0"/>
                        </a:spcAft>
                        <a:buNone/>
                      </a:pPr>
                      <a:r>
                        <a:rPr lang="en-US" altLang="ko-KR" sz="700" b="0" dirty="0">
                          <a:solidFill>
                            <a:schemeClr val="tx1"/>
                          </a:solidFill>
                        </a:rPr>
                        <a:t>5</a:t>
                      </a:r>
                      <a:r>
                        <a:rPr lang="ko-KR" altLang="en-US" sz="700" b="0" dirty="0">
                          <a:solidFill>
                            <a:schemeClr val="tx1"/>
                          </a:solidFill>
                        </a:rPr>
                        <a:t>도 간격은 보수적으로 </a:t>
                      </a:r>
                      <a:r>
                        <a:rPr lang="ko-KR" altLang="en-US" sz="700" b="0" dirty="0" err="1">
                          <a:solidFill>
                            <a:schemeClr val="tx1"/>
                          </a:solidFill>
                        </a:rPr>
                        <a:t>보간법</a:t>
                      </a:r>
                      <a:r>
                        <a:rPr lang="ko-KR" altLang="en-US" sz="700" b="0" dirty="0">
                          <a:solidFill>
                            <a:schemeClr val="tx1"/>
                          </a:solidFill>
                        </a:rPr>
                        <a:t> 적용됨</a:t>
                      </a:r>
                      <a:endParaRPr sz="700" b="0" dirty="0">
                        <a:solidFill>
                          <a:schemeClr val="tx1"/>
                        </a:solidFill>
                      </a:endParaRPr>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b="1" dirty="0">
                          <a:solidFill>
                            <a:srgbClr val="00B050"/>
                          </a:solidFill>
                        </a:rPr>
                        <a:t>Min</a:t>
                      </a:r>
                      <a:r>
                        <a:rPr lang="en-US" sz="700" dirty="0"/>
                        <a:t> </a:t>
                      </a:r>
                      <a:r>
                        <a:rPr lang="ko-KR" altLang="en-US" sz="700" dirty="0"/>
                        <a:t>제외한 모든 고도 수정은 </a:t>
                      </a:r>
                      <a:r>
                        <a:rPr lang="en-US" altLang="ko-KR" sz="700" dirty="0"/>
                        <a:t>ATC </a:t>
                      </a:r>
                      <a:r>
                        <a:rPr lang="ko-KR" altLang="en-US" sz="700" dirty="0"/>
                        <a:t>인가 필요</a:t>
                      </a:r>
                      <a:endParaRPr dirty="0"/>
                    </a:p>
                    <a:p>
                      <a:pPr marL="0" marR="0" lvl="0" indent="0" algn="l" rtl="0">
                        <a:spcBef>
                          <a:spcPts val="0"/>
                        </a:spcBef>
                        <a:spcAft>
                          <a:spcPts val="0"/>
                        </a:spcAft>
                        <a:buNone/>
                      </a:pPr>
                      <a:r>
                        <a:rPr lang="en-US" sz="700" b="1" dirty="0">
                          <a:solidFill>
                            <a:srgbClr val="C00000"/>
                          </a:solidFill>
                        </a:rPr>
                        <a:t>Mandatory</a:t>
                      </a:r>
                      <a:r>
                        <a:rPr lang="en-US" altLang="ko-KR" sz="700" b="1" dirty="0">
                          <a:solidFill>
                            <a:srgbClr val="C00000"/>
                          </a:solidFill>
                        </a:rPr>
                        <a:t>,</a:t>
                      </a:r>
                      <a:r>
                        <a:rPr lang="ko-KR" altLang="en-US" sz="700" b="1" dirty="0">
                          <a:solidFill>
                            <a:srgbClr val="C00000"/>
                          </a:solidFill>
                        </a:rPr>
                        <a:t> </a:t>
                      </a:r>
                      <a:r>
                        <a:rPr lang="en-US" sz="700" b="1" dirty="0">
                          <a:solidFill>
                            <a:srgbClr val="C00000"/>
                          </a:solidFill>
                        </a:rPr>
                        <a:t>Missed App </a:t>
                      </a:r>
                      <a:r>
                        <a:rPr lang="en-US" sz="700" b="1" dirty="0" err="1">
                          <a:solidFill>
                            <a:srgbClr val="C00000"/>
                          </a:solidFill>
                        </a:rPr>
                        <a:t>고도</a:t>
                      </a:r>
                      <a:r>
                        <a:rPr lang="ko-KR" altLang="en-US" sz="700" b="1" dirty="0">
                          <a:solidFill>
                            <a:srgbClr val="C00000"/>
                          </a:solidFill>
                        </a:rPr>
                        <a:t> </a:t>
                      </a:r>
                      <a:r>
                        <a:rPr lang="en-US" altLang="ko-KR" sz="700" dirty="0"/>
                        <a:t>ATC </a:t>
                      </a:r>
                      <a:r>
                        <a:rPr lang="ko-KR" altLang="en-US" sz="700" dirty="0"/>
                        <a:t>사전 인가 없이 금지</a:t>
                      </a:r>
                      <a:endParaRPr sz="700" dirty="0"/>
                    </a:p>
                  </a:txBody>
                  <a:tcPr marL="91450" marR="91450" marT="45725" marB="45725"/>
                </a:tc>
                <a:extLst>
                  <a:ext uri="{0D108BD9-81ED-4DB2-BD59-A6C34878D82A}">
                    <a16:rowId xmlns:a16="http://schemas.microsoft.com/office/drawing/2014/main" val="10001"/>
                  </a:ext>
                </a:extLst>
              </a:tr>
              <a:tr h="248975">
                <a:tc>
                  <a:txBody>
                    <a:bodyPr/>
                    <a:lstStyle/>
                    <a:p>
                      <a:pPr marL="0" marR="0" lvl="0" indent="0" algn="l" rtl="0">
                        <a:spcBef>
                          <a:spcPts val="0"/>
                        </a:spcBef>
                        <a:spcAft>
                          <a:spcPts val="0"/>
                        </a:spcAft>
                        <a:buNone/>
                      </a:pPr>
                      <a:r>
                        <a:rPr lang="ko-KR" altLang="en-US" sz="700" b="1" dirty="0">
                          <a:solidFill>
                            <a:srgbClr val="0070C0"/>
                          </a:solidFill>
                        </a:rPr>
                        <a:t>반드시 고도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FE </a:t>
                      </a:r>
                      <a:r>
                        <a:rPr lang="ko-KR" altLang="en-US" sz="700" b="1" dirty="0">
                          <a:solidFill>
                            <a:srgbClr val="0070C0"/>
                          </a:solidFill>
                        </a:rPr>
                        <a:t>후의 고도를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lang="en-US" altLang="ko-KR" sz="700" b="1" dirty="0">
                        <a:solidFill>
                          <a:srgbClr val="0070C0"/>
                        </a:solidFill>
                      </a:endParaRPr>
                    </a:p>
                    <a:p>
                      <a:pPr marL="0" marR="0" lvl="0" indent="0" algn="l" rtl="0">
                        <a:spcBef>
                          <a:spcPts val="0"/>
                        </a:spcBef>
                        <a:spcAft>
                          <a:spcPts val="0"/>
                        </a:spcAft>
                        <a:buNone/>
                      </a:pPr>
                      <a:endParaRPr lang="en-US" altLang="ko-KR" sz="700" b="1" dirty="0">
                        <a:solidFill>
                          <a:srgbClr val="0070C0"/>
                        </a:solidFill>
                      </a:endParaRPr>
                    </a:p>
                    <a:p>
                      <a:pPr marL="0" marR="0" lvl="0" indent="0" algn="l" rtl="0">
                        <a:spcBef>
                          <a:spcPts val="0"/>
                        </a:spcBef>
                        <a:spcAft>
                          <a:spcPts val="0"/>
                        </a:spcAft>
                        <a:buNone/>
                      </a:pPr>
                      <a:r>
                        <a:rPr lang="en-US" sz="700" b="1" dirty="0">
                          <a:solidFill>
                            <a:srgbClr val="0070C0"/>
                          </a:solidFill>
                        </a:rPr>
                        <a:t>Ex) FE 200</a:t>
                      </a:r>
                      <a:r>
                        <a:rPr lang="en-US" altLang="ko-KR" sz="700" b="1" dirty="0">
                          <a:solidFill>
                            <a:srgbClr val="0070C0"/>
                          </a:solidFill>
                        </a:rPr>
                        <a:t>ft </a:t>
                      </a:r>
                      <a:r>
                        <a:rPr lang="ko-KR" altLang="en-US" sz="700" b="1" dirty="0">
                          <a:solidFill>
                            <a:srgbClr val="0070C0"/>
                          </a:solidFill>
                        </a:rPr>
                        <a:t>공항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5000ft</a:t>
                      </a:r>
                      <a:r>
                        <a:rPr lang="ko-KR" altLang="en-US" sz="700" b="1" dirty="0">
                          <a:solidFill>
                            <a:srgbClr val="0070C0"/>
                          </a:solidFill>
                        </a:rPr>
                        <a:t>는 </a:t>
                      </a:r>
                      <a:r>
                        <a:rPr lang="en-US" altLang="ko-KR" sz="700" b="1" dirty="0">
                          <a:solidFill>
                            <a:srgbClr val="0070C0"/>
                          </a:solidFill>
                        </a:rPr>
                        <a:t>4800ft</a:t>
                      </a:r>
                      <a:r>
                        <a:rPr lang="ko-KR" altLang="en-US" sz="700" b="1" dirty="0">
                          <a:solidFill>
                            <a:srgbClr val="0070C0"/>
                          </a:solidFill>
                        </a:rPr>
                        <a:t>만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sz="700" b="1" dirty="0">
                        <a:solidFill>
                          <a:srgbClr val="0070C0"/>
                        </a:solidFill>
                      </a:endParaRPr>
                    </a:p>
                  </a:txBody>
                  <a:tcPr marL="91450" marR="91450" marT="45725" marB="45725"/>
                </a:tc>
                <a:extLst>
                  <a:ext uri="{0D108BD9-81ED-4DB2-BD59-A6C34878D82A}">
                    <a16:rowId xmlns:a16="http://schemas.microsoft.com/office/drawing/2014/main" val="1226436469"/>
                  </a:ext>
                </a:extLst>
              </a:tr>
            </a:tbl>
          </a:graphicData>
        </a:graphic>
      </p:graphicFrame>
      <p:sp>
        <p:nvSpPr>
          <p:cNvPr id="382" name="Google Shape;382;p28"/>
          <p:cNvSpPr txBox="1"/>
          <p:nvPr/>
        </p:nvSpPr>
        <p:spPr>
          <a:xfrm>
            <a:off x="0" y="5241265"/>
            <a:ext cx="1584088" cy="2538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dirty="0">
                <a:solidFill>
                  <a:srgbClr val="00B050"/>
                </a:solidFill>
                <a:latin typeface="Calibri"/>
                <a:ea typeface="Calibri"/>
                <a:cs typeface="Calibri"/>
                <a:sym typeface="Calibri"/>
              </a:rPr>
              <a:t>GMP, CJU, PUS next page</a:t>
            </a:r>
            <a:endParaRPr sz="1050" dirty="0">
              <a:solidFill>
                <a:srgbClr val="00B050"/>
              </a:solidFill>
              <a:latin typeface="Calibri"/>
              <a:ea typeface="Calibri"/>
              <a:cs typeface="Calibri"/>
              <a:sym typeface="Calibri"/>
            </a:endParaRPr>
          </a:p>
        </p:txBody>
      </p:sp>
      <p:sp>
        <p:nvSpPr>
          <p:cNvPr id="2" name="직사각형 1">
            <a:hlinkClick r:id="" action="ppaction://hlinkshowjump?jump=firstslide"/>
            <a:extLst>
              <a:ext uri="{FF2B5EF4-FFF2-40B4-BE49-F238E27FC236}">
                <a16:creationId xmlns:a16="http://schemas.microsoft.com/office/drawing/2014/main" id="{06196B91-167A-7407-2A65-8B29A3124F68}"/>
              </a:ext>
            </a:extLst>
          </p:cNvPr>
          <p:cNvSpPr/>
          <p:nvPr/>
        </p:nvSpPr>
        <p:spPr>
          <a:xfrm>
            <a:off x="1545366"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377;p28">
            <a:extLst>
              <a:ext uri="{FF2B5EF4-FFF2-40B4-BE49-F238E27FC236}">
                <a16:creationId xmlns:a16="http://schemas.microsoft.com/office/drawing/2014/main" id="{87F6FFF9-91B5-765E-7C49-0198867FA84B}"/>
              </a:ext>
            </a:extLst>
          </p:cNvPr>
          <p:cNvGraphicFramePr/>
          <p:nvPr>
            <p:extLst>
              <p:ext uri="{D42A27DB-BD31-4B8C-83A1-F6EECF244321}">
                <p14:modId xmlns:p14="http://schemas.microsoft.com/office/powerpoint/2010/main" val="3325032359"/>
              </p:ext>
            </p:extLst>
          </p:nvPr>
        </p:nvGraphicFramePr>
        <p:xfrm>
          <a:off x="2356" y="2496279"/>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574">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900-5000ft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900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80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390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110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120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240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210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710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sp>
        <p:nvSpPr>
          <p:cNvPr id="4" name="직사각형 3">
            <a:hlinkClick r:id="" action="ppaction://hlinkshowjump?jump=firstslide"/>
            <a:extLst>
              <a:ext uri="{FF2B5EF4-FFF2-40B4-BE49-F238E27FC236}">
                <a16:creationId xmlns:a16="http://schemas.microsoft.com/office/drawing/2014/main" id="{D66801E4-3ED8-B281-2C8A-63070C97C57C}"/>
              </a:ext>
            </a:extLst>
          </p:cNvPr>
          <p:cNvSpPr/>
          <p:nvPr/>
        </p:nvSpPr>
        <p:spPr>
          <a:xfrm>
            <a:off x="66127" y="4535602"/>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DE8B52D6-2250-6FEA-FA01-2747CB81C281}"/>
              </a:ext>
            </a:extLst>
          </p:cNvPr>
          <p:cNvSpPr/>
          <p:nvPr/>
        </p:nvSpPr>
        <p:spPr>
          <a:xfrm>
            <a:off x="73208" y="419527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TextBox 5">
            <a:extLst>
              <a:ext uri="{FF2B5EF4-FFF2-40B4-BE49-F238E27FC236}">
                <a16:creationId xmlns:a16="http://schemas.microsoft.com/office/drawing/2014/main" id="{92527F55-1A9F-C247-A6B1-9D9CFFC42267}"/>
              </a:ext>
            </a:extLst>
          </p:cNvPr>
          <p:cNvSpPr txBox="1"/>
          <p:nvPr/>
        </p:nvSpPr>
        <p:spPr>
          <a:xfrm>
            <a:off x="-158860" y="3881406"/>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30007039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1810471796"/>
              </p:ext>
            </p:extLst>
          </p:nvPr>
        </p:nvGraphicFramePr>
        <p:xfrm>
          <a:off x="7" y="55018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GMP 32L (261’) / 32R (262’) / 14R (254’)</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solidFill>
                            <a:schemeClr val="dk1"/>
                          </a:solidFill>
                        </a:rPr>
                        <a:t>32L/R</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8000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5500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2800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2300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2000</a:t>
                      </a: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5810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5600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2440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2120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5930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5710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2490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2160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6040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5820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2530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2200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76800">
                <a:tc>
                  <a:txBody>
                    <a:bodyPr/>
                    <a:lstStyle/>
                    <a:p>
                      <a:pPr marL="0" marR="0" lvl="0" indent="0" algn="ctr" rtl="0">
                        <a:spcBef>
                          <a:spcPts val="0"/>
                        </a:spcBef>
                        <a:spcAft>
                          <a:spcPts val="0"/>
                        </a:spcAft>
                        <a:buNone/>
                      </a:pPr>
                      <a:r>
                        <a:rPr lang="en-US" sz="800" b="1"/>
                        <a:t>R14</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2800</a:t>
                      </a:r>
                      <a:endParaRPr/>
                    </a:p>
                  </a:txBody>
                  <a:tcPr marL="36000" marR="36000" marT="36000" marB="36000" anchor="ctr"/>
                </a:tc>
                <a:tc>
                  <a:txBody>
                    <a:bodyPr/>
                    <a:lstStyle/>
                    <a:p>
                      <a:pPr marL="0" marR="0" lvl="0" indent="0" algn="ctr" rtl="0">
                        <a:spcBef>
                          <a:spcPts val="0"/>
                        </a:spcBef>
                        <a:spcAft>
                          <a:spcPts val="0"/>
                        </a:spcAft>
                        <a:buNone/>
                      </a:pPr>
                      <a:r>
                        <a:rPr lang="en-US" sz="800" b="1"/>
                        <a:t>1400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4000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extLst>
                  <a:ext uri="{0D108BD9-81ED-4DB2-BD59-A6C34878D82A}">
                    <a16:rowId xmlns:a16="http://schemas.microsoft.com/office/drawing/2014/main" val="10005"/>
                  </a:ext>
                </a:extLst>
              </a:tr>
              <a:tr h="17680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7680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1520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7680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1540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graphicFrame>
        <p:nvGraphicFramePr>
          <p:cNvPr id="378" name="Google Shape;378;p28"/>
          <p:cNvGraphicFramePr/>
          <p:nvPr>
            <p:extLst>
              <p:ext uri="{D42A27DB-BD31-4B8C-83A1-F6EECF244321}">
                <p14:modId xmlns:p14="http://schemas.microsoft.com/office/powerpoint/2010/main" val="3338715404"/>
              </p:ext>
            </p:extLst>
          </p:nvPr>
        </p:nvGraphicFramePr>
        <p:xfrm>
          <a:off x="7" y="2357843"/>
          <a:ext cx="2328800" cy="969600"/>
        </p:xfrm>
        <a:graphic>
          <a:graphicData uri="http://schemas.openxmlformats.org/drawingml/2006/table">
            <a:tbl>
              <a:tblPr firstRow="1" bandRow="1">
                <a:noFill/>
                <a:tableStyleId>{A521BE36-7E6F-4EC9-8D66-1CF97A6895EC}</a:tableStyleId>
              </a:tblPr>
              <a:tblGrid>
                <a:gridCol w="291100">
                  <a:extLst>
                    <a:ext uri="{9D8B030D-6E8A-4147-A177-3AD203B41FA5}">
                      <a16:colId xmlns:a16="http://schemas.microsoft.com/office/drawing/2014/main" val="20000"/>
                    </a:ext>
                  </a:extLst>
                </a:gridCol>
                <a:gridCol w="291100">
                  <a:extLst>
                    <a:ext uri="{9D8B030D-6E8A-4147-A177-3AD203B41FA5}">
                      <a16:colId xmlns:a16="http://schemas.microsoft.com/office/drawing/2014/main" val="20001"/>
                    </a:ext>
                  </a:extLst>
                </a:gridCol>
                <a:gridCol w="291100">
                  <a:extLst>
                    <a:ext uri="{9D8B030D-6E8A-4147-A177-3AD203B41FA5}">
                      <a16:colId xmlns:a16="http://schemas.microsoft.com/office/drawing/2014/main" val="20002"/>
                    </a:ext>
                  </a:extLst>
                </a:gridCol>
                <a:gridCol w="291100">
                  <a:extLst>
                    <a:ext uri="{9D8B030D-6E8A-4147-A177-3AD203B41FA5}">
                      <a16:colId xmlns:a16="http://schemas.microsoft.com/office/drawing/2014/main" val="20003"/>
                    </a:ext>
                  </a:extLst>
                </a:gridCol>
                <a:gridCol w="291100">
                  <a:extLst>
                    <a:ext uri="{9D8B030D-6E8A-4147-A177-3AD203B41FA5}">
                      <a16:colId xmlns:a16="http://schemas.microsoft.com/office/drawing/2014/main" val="20004"/>
                    </a:ext>
                  </a:extLst>
                </a:gridCol>
                <a:gridCol w="291100">
                  <a:extLst>
                    <a:ext uri="{9D8B030D-6E8A-4147-A177-3AD203B41FA5}">
                      <a16:colId xmlns:a16="http://schemas.microsoft.com/office/drawing/2014/main" val="20005"/>
                    </a:ext>
                  </a:extLst>
                </a:gridCol>
                <a:gridCol w="291100">
                  <a:extLst>
                    <a:ext uri="{9D8B030D-6E8A-4147-A177-3AD203B41FA5}">
                      <a16:colId xmlns:a16="http://schemas.microsoft.com/office/drawing/2014/main" val="20006"/>
                    </a:ext>
                  </a:extLst>
                </a:gridCol>
                <a:gridCol w="291100">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CJU 07 (307’) / 25 (296’)</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2900</a:t>
                      </a:r>
                      <a:endParaRPr/>
                    </a:p>
                  </a:txBody>
                  <a:tcPr marL="36000" marR="36000" marT="36000" marB="36000" anchor="ctr"/>
                </a:tc>
                <a:tc>
                  <a:txBody>
                    <a:bodyPr/>
                    <a:lstStyle/>
                    <a:p>
                      <a:pPr marL="0" marR="0" lvl="0" indent="0" algn="ctr" rtl="0">
                        <a:spcBef>
                          <a:spcPts val="0"/>
                        </a:spcBef>
                        <a:spcAft>
                          <a:spcPts val="0"/>
                        </a:spcAft>
                        <a:buNone/>
                      </a:pPr>
                      <a:r>
                        <a:rPr lang="en-US" sz="800" b="1"/>
                        <a:t>1800</a:t>
                      </a:r>
                      <a:endParaRPr/>
                    </a:p>
                  </a:txBody>
                  <a:tcPr marL="36000" marR="36000" marT="36000" marB="36000" anchor="ctr"/>
                </a:tc>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8000</a:t>
                      </a:r>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25</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4300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3130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1940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3180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bl>
          </a:graphicData>
        </a:graphic>
      </p:graphicFrame>
      <p:graphicFrame>
        <p:nvGraphicFramePr>
          <p:cNvPr id="381" name="Google Shape;381;p28"/>
          <p:cNvGraphicFramePr/>
          <p:nvPr>
            <p:extLst>
              <p:ext uri="{D42A27DB-BD31-4B8C-83A1-F6EECF244321}">
                <p14:modId xmlns:p14="http://schemas.microsoft.com/office/powerpoint/2010/main" val="2447582750"/>
              </p:ext>
            </p:extLst>
          </p:nvPr>
        </p:nvGraphicFramePr>
        <p:xfrm>
          <a:off x="7" y="0"/>
          <a:ext cx="2328850" cy="5486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t>COLD TEMP CORRECTION (Domestic)</a:t>
                      </a:r>
                      <a:endParaRPr sz="1000" dirty="0"/>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dirty="0"/>
                        <a:t>Min </a:t>
                      </a:r>
                      <a:r>
                        <a:rPr lang="en-US" sz="700" dirty="0" err="1"/>
                        <a:t>은</a:t>
                      </a:r>
                      <a:r>
                        <a:rPr lang="en-US" sz="700" dirty="0"/>
                        <a:t> </a:t>
                      </a:r>
                      <a:r>
                        <a:rPr lang="en-US" sz="700" dirty="0" err="1"/>
                        <a:t>반드시</a:t>
                      </a:r>
                      <a:r>
                        <a:rPr lang="en-US" sz="700" dirty="0"/>
                        <a:t> </a:t>
                      </a:r>
                      <a:r>
                        <a:rPr lang="en-US" sz="700" dirty="0" err="1"/>
                        <a:t>수정</a:t>
                      </a:r>
                      <a:r>
                        <a:rPr lang="en-US" sz="700" dirty="0"/>
                        <a:t> (</a:t>
                      </a:r>
                      <a:r>
                        <a:rPr lang="en-US" sz="700" dirty="0" err="1"/>
                        <a:t>중간</a:t>
                      </a:r>
                      <a:r>
                        <a:rPr lang="en-US" sz="700" dirty="0"/>
                        <a:t> </a:t>
                      </a:r>
                      <a:r>
                        <a:rPr lang="en-US" sz="700" dirty="0" err="1"/>
                        <a:t>고도</a:t>
                      </a:r>
                      <a:r>
                        <a:rPr lang="en-US" sz="700" dirty="0"/>
                        <a:t> </a:t>
                      </a:r>
                      <a:r>
                        <a:rPr lang="en-US" sz="700" dirty="0" err="1"/>
                        <a:t>CORRECTION은</a:t>
                      </a:r>
                      <a:r>
                        <a:rPr lang="en-US" sz="700" dirty="0"/>
                        <a:t> PIC </a:t>
                      </a:r>
                      <a:r>
                        <a:rPr lang="en-US" sz="700" dirty="0" err="1"/>
                        <a:t>결정</a:t>
                      </a:r>
                      <a:r>
                        <a:rPr lang="en-US" sz="700" dirty="0"/>
                        <a:t>)</a:t>
                      </a:r>
                      <a:endParaRPr dirty="0"/>
                    </a:p>
                    <a:p>
                      <a:pPr marL="0" marR="0" lvl="0" indent="0" algn="l" rtl="0">
                        <a:spcBef>
                          <a:spcPts val="0"/>
                        </a:spcBef>
                        <a:spcAft>
                          <a:spcPts val="0"/>
                        </a:spcAft>
                        <a:buNone/>
                      </a:pPr>
                      <a:r>
                        <a:rPr lang="en-US" sz="700" dirty="0"/>
                        <a:t>Missed App </a:t>
                      </a:r>
                      <a:r>
                        <a:rPr lang="en-US" sz="700" dirty="0" err="1"/>
                        <a:t>고도는</a:t>
                      </a:r>
                      <a:r>
                        <a:rPr lang="en-US" sz="700" dirty="0"/>
                        <a:t> ATC </a:t>
                      </a:r>
                      <a:r>
                        <a:rPr lang="en-US" sz="700" dirty="0" err="1"/>
                        <a:t>협조</a:t>
                      </a:r>
                      <a:r>
                        <a:rPr lang="en-US" sz="700" dirty="0"/>
                        <a:t> </a:t>
                      </a:r>
                      <a:r>
                        <a:rPr lang="en-US" sz="700" dirty="0" err="1"/>
                        <a:t>필요</a:t>
                      </a:r>
                      <a:endParaRPr sz="700" dirty="0"/>
                    </a:p>
                  </a:txBody>
                  <a:tcPr marL="91450" marR="91450" marT="45725" marB="45725"/>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06196B91-167A-7407-2A65-8B29A3124F68}"/>
              </a:ext>
            </a:extLst>
          </p:cNvPr>
          <p:cNvSpPr/>
          <p:nvPr/>
        </p:nvSpPr>
        <p:spPr>
          <a:xfrm>
            <a:off x="842121" y="518977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389;p29">
            <a:extLst>
              <a:ext uri="{FF2B5EF4-FFF2-40B4-BE49-F238E27FC236}">
                <a16:creationId xmlns:a16="http://schemas.microsoft.com/office/drawing/2014/main" id="{BC46C6F3-A4C3-1AF2-23EC-BBACBA6ACAAA}"/>
              </a:ext>
            </a:extLst>
          </p:cNvPr>
          <p:cNvGraphicFramePr/>
          <p:nvPr>
            <p:extLst>
              <p:ext uri="{D42A27DB-BD31-4B8C-83A1-F6EECF244321}">
                <p14:modId xmlns:p14="http://schemas.microsoft.com/office/powerpoint/2010/main" val="884900013"/>
              </p:ext>
            </p:extLst>
          </p:nvPr>
        </p:nvGraphicFramePr>
        <p:xfrm>
          <a:off x="0" y="338946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64650">
                <a:tc gridSpan="8">
                  <a:txBody>
                    <a:bodyPr/>
                    <a:lstStyle/>
                    <a:p>
                      <a:pPr marL="0" marR="0" lvl="0" indent="0" algn="ctr" rtl="0">
                        <a:spcBef>
                          <a:spcPts val="0"/>
                        </a:spcBef>
                        <a:spcAft>
                          <a:spcPts val="0"/>
                        </a:spcAft>
                        <a:buNone/>
                      </a:pPr>
                      <a:r>
                        <a:rPr lang="en-US" sz="800"/>
                        <a:t>PUS 36L(233’),36R(228’) / 18L/R (see below)</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4650">
                <a:tc>
                  <a:txBody>
                    <a:bodyPr/>
                    <a:lstStyle/>
                    <a:p>
                      <a:pPr marL="0" marR="0" lvl="0" indent="0" algn="ctr" rtl="0">
                        <a:spcBef>
                          <a:spcPts val="0"/>
                        </a:spcBef>
                        <a:spcAft>
                          <a:spcPts val="0"/>
                        </a:spcAft>
                        <a:buNone/>
                      </a:pPr>
                      <a:r>
                        <a:rPr lang="en-US" sz="800" b="1" dirty="0">
                          <a:solidFill>
                            <a:schemeClr val="dk1"/>
                          </a:solidFill>
                        </a:rPr>
                        <a:t>36L/R</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3300</a:t>
                      </a:r>
                      <a:endParaRPr/>
                    </a:p>
                  </a:txBody>
                  <a:tcPr marL="36000" marR="36000" marT="36000" marB="36000" anchor="ctr"/>
                </a:tc>
                <a:tc>
                  <a:txBody>
                    <a:bodyPr/>
                    <a:lstStyle/>
                    <a:p>
                      <a:pPr marL="0" marR="0" lvl="0" indent="0" algn="ctr" rtl="0">
                        <a:spcBef>
                          <a:spcPts val="0"/>
                        </a:spcBef>
                        <a:spcAft>
                          <a:spcPts val="0"/>
                        </a:spcAft>
                        <a:buNone/>
                      </a:pPr>
                      <a:r>
                        <a:rPr lang="en-US" sz="800" b="1"/>
                        <a:t>2100</a:t>
                      </a: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6465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6465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3560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2250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6465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3620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4"/>
                  </a:ext>
                </a:extLst>
              </a:tr>
              <a:tr h="164650">
                <a:tc>
                  <a:txBody>
                    <a:bodyPr/>
                    <a:lstStyle/>
                    <a:p>
                      <a:pPr marL="0" marR="0" lvl="0" indent="0" algn="ctr" rtl="0">
                        <a:spcBef>
                          <a:spcPts val="0"/>
                        </a:spcBef>
                        <a:spcAft>
                          <a:spcPts val="0"/>
                        </a:spcAft>
                        <a:buNone/>
                      </a:pPr>
                      <a:r>
                        <a:rPr lang="en-US" sz="800" b="1"/>
                        <a:t>18L/R</a:t>
                      </a:r>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a:p>
                  </a:txBody>
                  <a:tcPr marL="36000" marR="36000" marT="36000" marB="36000" anchor="ctr"/>
                </a:tc>
                <a:tc>
                  <a:txBody>
                    <a:bodyPr/>
                    <a:lstStyle/>
                    <a:p>
                      <a:pPr marL="0" marR="0" lvl="0" indent="0" algn="ctr" rtl="0">
                        <a:spcBef>
                          <a:spcPts val="0"/>
                        </a:spcBef>
                        <a:spcAft>
                          <a:spcPts val="0"/>
                        </a:spcAft>
                        <a:buNone/>
                      </a:pPr>
                      <a:r>
                        <a:rPr lang="en-US" sz="800" b="1"/>
                        <a:t>2600</a:t>
                      </a:r>
                      <a:endParaRPr sz="800" b="1"/>
                    </a:p>
                  </a:txBody>
                  <a:tcPr marL="36000" marR="36000" marT="36000" marB="36000" anchor="ctr"/>
                </a:tc>
                <a:tc>
                  <a:txBody>
                    <a:bodyPr/>
                    <a:lstStyle/>
                    <a:p>
                      <a:pPr marL="0" marR="0" lvl="0" indent="0" algn="ctr" rtl="0">
                        <a:spcBef>
                          <a:spcPts val="0"/>
                        </a:spcBef>
                        <a:spcAft>
                          <a:spcPts val="0"/>
                        </a:spcAft>
                        <a:buNone/>
                      </a:pPr>
                      <a:r>
                        <a:rPr lang="en-US" sz="800" b="1"/>
                        <a:t>1700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5"/>
                  </a:ext>
                </a:extLst>
              </a:tr>
              <a:tr h="16465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2760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6465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2810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1830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6465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2860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6580</a:t>
                      </a: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543467362"/>
              </p:ext>
            </p:extLst>
          </p:nvPr>
        </p:nvGraphicFramePr>
        <p:xfrm>
          <a:off x="12706" y="8862"/>
          <a:ext cx="2328875" cy="55941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1/2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PRELIMINARY (OAT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PROBE/WIN HEAT – ON (ENG START</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후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AUTO)</a:t>
                      </a:r>
                      <a:endParaRPr lang="en-US" sz="8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LOGBOOK </a:t>
                      </a:r>
                      <a:r>
                        <a:rPr lang="en-US" altLang="ko-KR" sz="800" b="1" dirty="0">
                          <a:solidFill>
                            <a:schemeClr val="bg1"/>
                          </a:solidFill>
                          <a:latin typeface="Arial" panose="020B0604020202020204" pitchFamily="34" charset="0"/>
                          <a:ea typeface="Helvetica Neue"/>
                          <a:cs typeface="Arial" panose="020B0604020202020204" pitchFamily="34" charset="0"/>
                          <a:sym typeface="Helvetica Neue"/>
                        </a:rPr>
                        <a:t>--------------------------------------</a:t>
                      </a:r>
                      <a:r>
                        <a:rPr lang="en-US" sz="800" b="1" dirty="0">
                          <a:solidFill>
                            <a:schemeClr val="bg1"/>
                          </a:solidFill>
                          <a:latin typeface="Arial" panose="020B0604020202020204" pitchFamily="34" charset="0"/>
                          <a:ea typeface="Helvetica Neue"/>
                          <a:cs typeface="Arial" panose="020B0604020202020204" pitchFamily="34" charset="0"/>
                          <a:sym typeface="Helvetica Neue"/>
                        </a:rPr>
                        <a:t>  CHECK</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MAX TIME TO NEXT ENG ACC ---- DETERMINE</a:t>
                      </a:r>
                    </a:p>
                    <a:p>
                      <a:pPr marL="0" marR="0" lvl="0" indent="0" algn="l" rtl="0">
                        <a:spcBef>
                          <a:spcPts val="0"/>
                        </a:spcBef>
                        <a:spcAft>
                          <a:spcPts val="0"/>
                        </a:spcAft>
                        <a:buNone/>
                      </a:pPr>
                      <a:r>
                        <a:rPr lang="en-US" sz="600" b="1" dirty="0">
                          <a:solidFill>
                            <a:schemeClr val="bg1"/>
                          </a:solidFill>
                          <a:latin typeface="Arial" panose="020B0604020202020204" pitchFamily="34" charset="0"/>
                          <a:cs typeface="Arial" panose="020B0604020202020204" pitchFamily="34" charset="0"/>
                        </a:rPr>
                        <a:t>TAXI IN TIME – NEXT ENG ACC TIME 15</a:t>
                      </a:r>
                      <a:r>
                        <a:rPr lang="ko-KR" altLang="en-US" sz="600" b="1" dirty="0">
                          <a:solidFill>
                            <a:schemeClr val="bg1"/>
                          </a:solidFill>
                          <a:latin typeface="Arial" panose="020B0604020202020204" pitchFamily="34" charset="0"/>
                          <a:cs typeface="Arial" panose="020B0604020202020204" pitchFamily="34" charset="0"/>
                        </a:rPr>
                        <a:t>분 이내인지 확인</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r h="153934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TAXI-OUT</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TAXI TIME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MONITOR</a:t>
                      </a: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700" b="0" dirty="0">
                          <a:latin typeface="Arial" panose="020B0604020202020204" pitchFamily="34" charset="0"/>
                          <a:ea typeface="Helvetica Neue"/>
                          <a:cs typeface="Arial" panose="020B0604020202020204" pitchFamily="34" charset="0"/>
                          <a:sym typeface="Helvetica Neue"/>
                        </a:rPr>
                        <a:t>15</a:t>
                      </a:r>
                      <a:r>
                        <a:rPr lang="ko-KR" altLang="en-US" sz="700" b="0" dirty="0">
                          <a:latin typeface="Arial" panose="020B0604020202020204" pitchFamily="34" charset="0"/>
                          <a:ea typeface="Helvetica Neue"/>
                          <a:cs typeface="Arial" panose="020B0604020202020204" pitchFamily="34" charset="0"/>
                          <a:sym typeface="Helvetica Neue"/>
                        </a:rPr>
                        <a:t>분 초과 또는 </a:t>
                      </a:r>
                      <a:r>
                        <a:rPr lang="en-US" altLang="ko-KR" sz="700" b="0" dirty="0">
                          <a:latin typeface="Arial" panose="020B0604020202020204" pitchFamily="34" charset="0"/>
                          <a:ea typeface="Helvetica Neue"/>
                          <a:cs typeface="Arial" panose="020B0604020202020204" pitchFamily="34" charset="0"/>
                          <a:sym typeface="Helvetica Neue"/>
                        </a:rPr>
                        <a:t>Eng Vibrations</a:t>
                      </a:r>
                      <a:r>
                        <a:rPr lang="ko-KR" altLang="en-US" sz="700" b="0" dirty="0">
                          <a:latin typeface="Arial" panose="020B0604020202020204" pitchFamily="34" charset="0"/>
                          <a:ea typeface="Helvetica Neue"/>
                          <a:cs typeface="Arial" panose="020B0604020202020204" pitchFamily="34" charset="0"/>
                          <a:sym typeface="Helvetica Neue"/>
                        </a:rPr>
                        <a:t>시 절차 수행</a:t>
                      </a:r>
                      <a:endParaRPr lang="en-US" altLang="ko-KR" sz="700" b="0"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SURFACE COND &amp; AREA ---------- CHECK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ATC ------------------------------------------------ NOTIFY</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PARKING BRAKE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the aircraft starts to move, immediately retard the thrust levers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Repeat this procedure at intervals not longer than 15 min, or if the engine vibrations increase.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SOP TAXI -------------------------------------- RESUME</a:t>
                      </a:r>
                    </a:p>
                  </a:txBody>
                  <a:tcPr marL="36000" marR="36000" marT="36000" marB="36000"/>
                </a:tc>
                <a:extLst>
                  <a:ext uri="{0D108BD9-81ED-4DB2-BD59-A6C34878D82A}">
                    <a16:rowId xmlns:a16="http://schemas.microsoft.com/office/drawing/2014/main" val="10003"/>
                  </a:ext>
                </a:extLst>
              </a:tr>
              <a:tr h="9072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BEFORE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FLAPS lever ------------------ SET FOR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FLAPS ------------------------------------- CHECK PSN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CONFIG pb ---------------------------------- TEST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MEMO ------------------------ CHECK NO BLUE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AFTER START checklist ------------- COMPLETE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BEFORE TAKEOFF checklist --- ACCOMPLISH</a:t>
                      </a:r>
                      <a:endParaRPr lang="en-US" sz="900" b="1" dirty="0">
                        <a:solidFill>
                          <a:srgbClr val="AA47F5"/>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4"/>
                  </a:ext>
                </a:extLst>
              </a:tr>
              <a:tr h="99548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TAKEOFF</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A final engine acceleration must be performed before takeoff to entirely clean the engine from ice accretion.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ATC ------------------------------------------------ NOTIFY</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PARKING BRK(OR BRK PEDALS) ------ APPLY</a:t>
                      </a:r>
                      <a:endParaRPr sz="500" dirty="0">
                        <a:solidFill>
                          <a:srgbClr val="0070C0"/>
                        </a:solidFill>
                        <a:latin typeface="Arial" panose="020B0604020202020204" pitchFamily="34" charset="0"/>
                        <a:cs typeface="Arial" panose="020B0604020202020204" pitchFamily="34" charset="0"/>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TAKEOFF ------------------------------- RESUME</a:t>
                      </a:r>
                    </a:p>
                  </a:txBody>
                  <a:tcPr marL="36000" marR="36000" marT="36000" marB="36000"/>
                </a:tc>
                <a:extLst>
                  <a:ext uri="{0D108BD9-81ED-4DB2-BD59-A6C34878D82A}">
                    <a16:rowId xmlns:a16="http://schemas.microsoft.com/office/drawing/2014/main" val="10005"/>
                  </a:ext>
                </a:extLst>
              </a:tr>
              <a:tr h="44987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9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AFTER L/D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DO NOT RETRACT FLAPS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Ice Shedding </a:t>
                      </a:r>
                      <a:r>
                        <a:rPr kumimoji="0" lang="ko-KR" altLang="en-US"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절차 반복</a:t>
                      </a:r>
                      <a:endPar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2064318730"/>
                  </a:ext>
                </a:extLst>
              </a:tr>
            </a:tbl>
          </a:graphicData>
        </a:graphic>
      </p:graphicFrame>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1461607" y="5166290"/>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812717D6-C8CE-1A9C-6E0A-C645D6E90C4E}"/>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BA2D45B4-EED9-6111-35FA-0DC73C1E29A0}"/>
              </a:ext>
            </a:extLst>
          </p:cNvPr>
          <p:cNvGraphicFramePr/>
          <p:nvPr>
            <p:extLst>
              <p:ext uri="{D42A27DB-BD31-4B8C-83A1-F6EECF244321}">
                <p14:modId xmlns:p14="http://schemas.microsoft.com/office/powerpoint/2010/main" val="2760037043"/>
              </p:ext>
            </p:extLst>
          </p:nvPr>
        </p:nvGraphicFramePr>
        <p:xfrm>
          <a:off x="12706" y="8862"/>
          <a:ext cx="2328875" cy="3568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2/2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PARKING</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After engine shutdown and before shutting down electrical supply: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FLAPS / SLATS ....... CONF FREE OF CONTAM</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Perform a visual inspection to determine if the flaps/slats mechanism is free of 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If necessary, perform decontamination.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Y ELEC PUMP pb .............................. AUTO F/O</a:t>
                      </a: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G ELEC PUMP pb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ON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ON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SLATS / FLAPS .......................... RETRACT F/O</a:t>
                      </a: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Monitor slats/flaps retraction on ECAM upper display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When slats and flaps are retracted:</a:t>
                      </a:r>
                    </a:p>
                    <a:p>
                      <a:pPr marL="0" marR="0" lvl="0" indent="0" algn="l" rtl="0">
                        <a:spcBef>
                          <a:spcPts val="0"/>
                        </a:spcBef>
                        <a:spcAft>
                          <a:spcPts val="0"/>
                        </a:spcAft>
                        <a:buNone/>
                      </a:pP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AUTO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NORMAL PROCEDURE .............. RESUME ALL</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B357AA3F-7CF2-5F85-E730-26CBACEDF92E}"/>
              </a:ext>
            </a:extLst>
          </p:cNvPr>
          <p:cNvSpPr/>
          <p:nvPr/>
        </p:nvSpPr>
        <p:spPr>
          <a:xfrm>
            <a:off x="854877" y="512121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38281712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413"/>
        <p:cNvGrpSpPr/>
        <p:nvPr/>
      </p:nvGrpSpPr>
      <p:grpSpPr>
        <a:xfrm>
          <a:off x="0" y="0"/>
          <a:ext cx="0" cy="0"/>
          <a:chOff x="0" y="0"/>
          <a:chExt cx="0" cy="0"/>
        </a:xfrm>
      </p:grpSpPr>
      <p:graphicFrame>
        <p:nvGraphicFramePr>
          <p:cNvPr id="414" name="Google Shape;414;p33"/>
          <p:cNvGraphicFramePr/>
          <p:nvPr>
            <p:extLst>
              <p:ext uri="{D42A27DB-BD31-4B8C-83A1-F6EECF244321}">
                <p14:modId xmlns:p14="http://schemas.microsoft.com/office/powerpoint/2010/main" val="3335867734"/>
              </p:ext>
            </p:extLst>
          </p:nvPr>
        </p:nvGraphicFramePr>
        <p:xfrm>
          <a:off x="0" y="7749"/>
          <a:ext cx="2326511" cy="5472240"/>
        </p:xfrm>
        <a:graphic>
          <a:graphicData uri="http://schemas.openxmlformats.org/drawingml/2006/table">
            <a:tbl>
              <a:tblPr firstRow="1" bandRow="1">
                <a:noFill/>
                <a:tableStyleId>{A521BE36-7E6F-4EC9-8D66-1CF97A6895EC}</a:tableStyleId>
              </a:tblPr>
              <a:tblGrid>
                <a:gridCol w="2326511">
                  <a:extLst>
                    <a:ext uri="{9D8B030D-6E8A-4147-A177-3AD203B41FA5}">
                      <a16:colId xmlns:a16="http://schemas.microsoft.com/office/drawing/2014/main" val="20000"/>
                    </a:ext>
                  </a:extLst>
                </a:gridCol>
              </a:tblGrid>
              <a:tr h="315307">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ON Deicing in </a:t>
                      </a:r>
                      <a:r>
                        <a:rPr lang="en-US" sz="1100" dirty="0">
                          <a:solidFill>
                            <a:srgbClr val="00B050"/>
                          </a:solidFill>
                          <a:latin typeface="Arial" panose="020B0604020202020204" pitchFamily="34" charset="0"/>
                          <a:cs typeface="Arial" panose="020B0604020202020204" pitchFamily="34" charset="0"/>
                        </a:rPr>
                        <a:t>ICN</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TOBT- 40min CTC KE ICN (</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사전신청</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 결과확인</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4920">
                <a:tc>
                  <a:txBody>
                    <a:bodyPr/>
                    <a:lstStyle/>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Deicing </a:t>
                      </a:r>
                      <a:r>
                        <a:rPr lang="en-US" sz="700" dirty="0">
                          <a:latin typeface="Arial" panose="020B0604020202020204" pitchFamily="34" charset="0"/>
                          <a:ea typeface="Helvetica Neue"/>
                          <a:cs typeface="Arial" panose="020B0604020202020204" pitchFamily="34" charset="0"/>
                          <a:sym typeface="Helvetica Neue"/>
                        </a:rPr>
                        <a:t>”Deicing Required ENG On Deicing”</a:t>
                      </a:r>
                      <a:endParaRP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Apron </a:t>
                      </a:r>
                      <a:r>
                        <a:rPr lang="en-US" sz="700" dirty="0">
                          <a:latin typeface="Arial" panose="020B0604020202020204" pitchFamily="34" charset="0"/>
                          <a:ea typeface="Helvetica Neue"/>
                          <a:cs typeface="Arial" panose="020B0604020202020204" pitchFamily="34" charset="0"/>
                          <a:sym typeface="Helvetica Neue"/>
                        </a:rPr>
                        <a:t>“Req Pushback Deicing Zone xx”</a:t>
                      </a:r>
                      <a:r>
                        <a:rPr lang="ko-KR" altLang="en-US" sz="700" dirty="0">
                          <a:latin typeface="Arial" panose="020B0604020202020204" pitchFamily="34" charset="0"/>
                          <a:ea typeface="Helvetica Neue"/>
                          <a:cs typeface="Arial" panose="020B0604020202020204" pitchFamily="34" charset="0"/>
                          <a:sym typeface="Helvetica Neue"/>
                        </a:rPr>
                        <a:t> </a:t>
                      </a:r>
                      <a:r>
                        <a:rPr lang="en-US" sz="700" b="1" dirty="0">
                          <a:solidFill>
                            <a:srgbClr val="00B050"/>
                          </a:solidFill>
                          <a:latin typeface="Arial" panose="020B0604020202020204" pitchFamily="34" charset="0"/>
                          <a:ea typeface="Helvetica Neue"/>
                          <a:cs typeface="Arial" panose="020B0604020202020204" pitchFamily="34" charset="0"/>
                          <a:sym typeface="Helvetica Neue"/>
                        </a:rPr>
                        <a:t>SQ2000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700" dirty="0">
                          <a:solidFill>
                            <a:srgbClr val="0070C0"/>
                          </a:solidFill>
                          <a:latin typeface="Arial" panose="020B0604020202020204" pitchFamily="34" charset="0"/>
                          <a:ea typeface="Helvetica Neue"/>
                          <a:cs typeface="Arial" panose="020B0604020202020204" pitchFamily="34" charset="0"/>
                          <a:sym typeface="Helvetica Neue"/>
                        </a:rPr>
                        <a:t>Pad Control </a:t>
                      </a:r>
                      <a:r>
                        <a:rPr kumimoji="0" lang="en-US"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Arrange</a:t>
                      </a:r>
                      <a:r>
                        <a:rPr kumimoji="0" lang="en-US" altLang="ko-Kore-KR"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Deicing Pad No. </a:t>
                      </a:r>
                      <a:r>
                        <a:rPr kumimoji="0" lang="en-US" altLang="ko-Kore-KR" sz="700" b="1" i="0" u="none" strike="noStrike" kern="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REQ FULL BODY</a:t>
                      </a:r>
                      <a:endParaRPr lang="en-US" sz="700" b="1" dirty="0">
                        <a:solidFill>
                          <a:srgbClr val="AA47F5"/>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Ice Man</a:t>
                      </a:r>
                      <a:r>
                        <a:rPr lang="en-US" sz="700" dirty="0">
                          <a:latin typeface="Arial" panose="020B0604020202020204" pitchFamily="34" charset="0"/>
                          <a:ea typeface="Helvetica Neue"/>
                          <a:cs typeface="Arial" panose="020B0604020202020204" pitchFamily="34" charset="0"/>
                          <a:sym typeface="Helvetica Neue"/>
                        </a:rPr>
                        <a:t> Manage Deicing Process</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6734">
                <a:tc>
                  <a:txBody>
                    <a:bodyPr/>
                    <a:lstStyle/>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Gate </a:t>
                      </a:r>
                      <a:r>
                        <a:rPr lang="ko-KR" altLang="en-US" sz="800" b="1" dirty="0" err="1">
                          <a:solidFill>
                            <a:srgbClr val="C00000"/>
                          </a:solidFill>
                          <a:latin typeface="Arial" panose="020B0604020202020204" pitchFamily="34" charset="0"/>
                          <a:ea typeface="Helvetica Neue"/>
                          <a:cs typeface="Arial" panose="020B0604020202020204" pitchFamily="34" charset="0"/>
                          <a:sym typeface="Helvetica Neue"/>
                        </a:rPr>
                        <a:t>시동후</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(FLAP UP, FLT CTL CHK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없이</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t>
                      </a:r>
                      <a:endParaRPr lang="en-US" sz="9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SET </a:t>
                      </a:r>
                      <a:endParaRPr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Report Parking Brake SET - &gt; Ice Man</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ore-KR" sz="900" b="1" i="0" kern="1200"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OFF </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COMMUNICATION with GND </a:t>
                      </a:r>
                      <a:r>
                        <a:rPr lang="en-US" sz="900" b="1" i="0" kern="1200" dirty="0">
                          <a:solidFill>
                            <a:schemeClr val="bg1"/>
                          </a:solidFill>
                          <a:latin typeface="Arial" panose="020B0604020202020204" pitchFamily="34" charset="0"/>
                          <a:ea typeface="Helvetica Neue"/>
                          <a:cs typeface="Arial" panose="020B0604020202020204" pitchFamily="34" charset="0"/>
                          <a:sym typeface="Helvetica Neue"/>
                        </a:rPr>
                        <a:t>------ </a:t>
                      </a:r>
                      <a:r>
                        <a:rPr lang="en-US" sz="900" b="1" dirty="0">
                          <a:solidFill>
                            <a:schemeClr val="bg1"/>
                          </a:solidFill>
                          <a:latin typeface="Arial" panose="020B0604020202020204" pitchFamily="34" charset="0"/>
                          <a:ea typeface="Helvetica Neue"/>
                          <a:cs typeface="Arial" panose="020B0604020202020204" pitchFamily="34" charset="0"/>
                          <a:sym typeface="Helvetica Neue"/>
                        </a:rPr>
                        <a:t>ESTAB</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rtl="0">
                        <a:spcBef>
                          <a:spcPts val="0"/>
                        </a:spcBef>
                        <a:spcAft>
                          <a:spcPts val="0"/>
                        </a:spcAft>
                        <a:buNone/>
                      </a:pPr>
                      <a:r>
                        <a:rPr lang="en-US" sz="700" b="1" dirty="0">
                          <a:solidFill>
                            <a:srgbClr val="0070C0"/>
                          </a:solidFill>
                          <a:latin typeface="Arial" panose="020B0604020202020204" pitchFamily="34" charset="0"/>
                          <a:ea typeface="Helvetica Neue"/>
                          <a:cs typeface="Arial" panose="020B0604020202020204" pitchFamily="34" charset="0"/>
                          <a:sym typeface="Helvetica Neue"/>
                        </a:rPr>
                        <a:t>Note</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 : </a:t>
                      </a:r>
                      <a:r>
                        <a:rPr lang="en-US" sz="700" b="1" dirty="0">
                          <a:solidFill>
                            <a:schemeClr val="accent5"/>
                          </a:solidFill>
                          <a:latin typeface="Arial" panose="020B0604020202020204" pitchFamily="34" charset="0"/>
                          <a:ea typeface="Helvetica Neue"/>
                          <a:cs typeface="Arial" panose="020B0604020202020204" pitchFamily="34" charset="0"/>
                          <a:sym typeface="Helvetica Neue"/>
                        </a:rPr>
                        <a:t>AIR ENG 1+2 BLEED FAULT </a:t>
                      </a:r>
                      <a:r>
                        <a:rPr lang="en-US" sz="700" b="0" dirty="0">
                          <a:solidFill>
                            <a:schemeClr val="bg1"/>
                          </a:solidFill>
                          <a:latin typeface="Arial" panose="020B0604020202020204" pitchFamily="34" charset="0"/>
                          <a:ea typeface="Helvetica Neue"/>
                          <a:cs typeface="Arial" panose="020B0604020202020204" pitchFamily="34" charset="0"/>
                          <a:sym typeface="Helvetica Neue"/>
                        </a:rPr>
                        <a:t>– Disregard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7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sz="7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THRUST LEVERS ----------------- CHK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sz="700" b="0"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Report Ready for Deicing - &gt; Ice Man</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2"/>
                  </a:ext>
                </a:extLst>
              </a:tr>
              <a:tr h="182403">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START</a:t>
                      </a:r>
                      <a:r>
                        <a:rPr lang="ko-KR" altLang="en-US" sz="900" b="1" dirty="0">
                          <a:latin typeface="Arial" panose="020B0604020202020204" pitchFamily="34" charset="0"/>
                          <a:ea typeface="Helvetica Neue"/>
                          <a:cs typeface="Arial" panose="020B0604020202020204" pitchFamily="34" charset="0"/>
                          <a:sym typeface="Helvetica Neue"/>
                        </a:rPr>
                        <a:t> </a:t>
                      </a:r>
                      <a:r>
                        <a:rPr lang="en-US" altLang="ko-KR" sz="900" b="1" dirty="0">
                          <a:latin typeface="Arial" panose="020B0604020202020204" pitchFamily="34" charset="0"/>
                          <a:ea typeface="Helvetica Neue"/>
                          <a:cs typeface="Arial" panose="020B0604020202020204" pitchFamily="34" charset="0"/>
                          <a:sym typeface="Helvetica Neue"/>
                        </a:rPr>
                        <a:t>SPRAY</a:t>
                      </a:r>
                      <a:r>
                        <a:rPr lang="en-US" sz="900" b="1" dirty="0">
                          <a:latin typeface="Arial" panose="020B0604020202020204" pitchFamily="34" charset="0"/>
                          <a:ea typeface="Helvetica Neue"/>
                          <a:cs typeface="Arial" panose="020B0604020202020204" pitchFamily="34" charset="0"/>
                          <a:sym typeface="Helvetica Neue"/>
                        </a:rPr>
                        <a:t>  </a:t>
                      </a:r>
                      <a:r>
                        <a:rPr lang="en-US" sz="800" b="1" dirty="0">
                          <a:solidFill>
                            <a:srgbClr val="7030A0"/>
                          </a:solidFill>
                          <a:latin typeface="Arial" panose="020B0604020202020204" pitchFamily="34" charset="0"/>
                          <a:ea typeface="Helvetica Neue"/>
                          <a:cs typeface="Arial" panose="020B0604020202020204" pitchFamily="34" charset="0"/>
                          <a:sym typeface="Helvetica Neue"/>
                        </a:rPr>
                        <a:t>REQ DCL(CTC DEL)</a:t>
                      </a:r>
                      <a:endParaRPr sz="900" b="1"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846922">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UPON COMPLETE SPRAY</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(TIME CHK 1분)</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err="1">
                          <a:latin typeface="Arial" panose="020B0604020202020204" pitchFamily="34" charset="0"/>
                          <a:ea typeface="Helvetica Neue"/>
                          <a:cs typeface="Arial" panose="020B0604020202020204" pitchFamily="34" charset="0"/>
                          <a:sym typeface="Helvetica Neue"/>
                        </a:rPr>
                        <a:t>용액과</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마지막</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용액</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뿌린</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시간</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받고</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적는다</a:t>
                      </a:r>
                      <a:r>
                        <a:rPr lang="en-US" sz="700" b="0" dirty="0">
                          <a:latin typeface="Arial" panose="020B0604020202020204" pitchFamily="34" charset="0"/>
                          <a:ea typeface="Helvetica Neue"/>
                          <a:cs typeface="Arial" panose="020B0604020202020204" pitchFamily="34" charset="0"/>
                          <a:sym typeface="Helvetica Neue"/>
                        </a:rPr>
                        <a:t>. </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Holdover Time </a:t>
                      </a:r>
                      <a:r>
                        <a:rPr lang="en-US" sz="700" b="0" dirty="0" err="1">
                          <a:latin typeface="Arial" panose="020B0604020202020204" pitchFamily="34" charset="0"/>
                          <a:ea typeface="Helvetica Neue"/>
                          <a:cs typeface="Arial" panose="020B0604020202020204" pitchFamily="34" charset="0"/>
                          <a:sym typeface="Helvetica Neue"/>
                        </a:rPr>
                        <a:t>결정</a:t>
                      </a:r>
                      <a:r>
                        <a:rPr lang="en-US" sz="700" b="0" dirty="0">
                          <a:latin typeface="Arial" panose="020B0604020202020204" pitchFamily="34" charset="0"/>
                          <a:ea typeface="Helvetica Neue"/>
                          <a:cs typeface="Arial" panose="020B0604020202020204" pitchFamily="34" charset="0"/>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4"/>
                  </a:ext>
                </a:extLst>
              </a:tr>
              <a:tr h="901306">
                <a:tc>
                  <a:txBody>
                    <a:bodyPr/>
                    <a:lstStyle/>
                    <a:p>
                      <a:pPr marL="0" marR="0" lvl="0" indent="0" algn="l" rtl="0">
                        <a:lnSpc>
                          <a:spcPct val="100000"/>
                        </a:lnSpc>
                        <a:spcBef>
                          <a:spcPts val="0"/>
                        </a:spcBef>
                        <a:spcAft>
                          <a:spcPts val="0"/>
                        </a:spcAft>
                        <a:buClr>
                          <a:srgbClr val="00B050"/>
                        </a:buClr>
                        <a:buSzPts val="800"/>
                        <a:buFont typeface="Helvetica Neue"/>
                        <a:buNone/>
                      </a:pPr>
                      <a:r>
                        <a:rPr lang="en-US"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rPr>
                        <a:t>TIME CHECK 1분후 </a:t>
                      </a:r>
                      <a:endParaRPr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5</a:t>
                      </a:r>
                      <a:r>
                        <a:rPr lang="ko-KR" altLang="en-US" sz="900" b="1" dirty="0" err="1">
                          <a:solidFill>
                            <a:srgbClr val="00B050"/>
                          </a:solidFill>
                          <a:latin typeface="Arial" panose="020B0604020202020204" pitchFamily="34" charset="0"/>
                          <a:ea typeface="Helvetica Neue"/>
                          <a:cs typeface="Arial" panose="020B0604020202020204" pitchFamily="34" charset="0"/>
                          <a:sym typeface="Helvetica Neue"/>
                        </a:rPr>
                        <a:t>분후</a:t>
                      </a:r>
                      <a:r>
                        <a:rPr lang="ko-KR" altLang="en-US" sz="900" b="1" dirty="0">
                          <a:solidFill>
                            <a:srgbClr val="00B050"/>
                          </a:solidFill>
                          <a:latin typeface="Arial" panose="020B0604020202020204" pitchFamily="34" charset="0"/>
                          <a:ea typeface="Helvetica Neue"/>
                          <a:cs typeface="Arial" panose="020B0604020202020204" pitchFamily="34" charset="0"/>
                          <a:sym typeface="Helvetica Neue"/>
                        </a:rPr>
                        <a:t> </a:t>
                      </a:r>
                      <a:endParaRPr lang="en-US" altLang="ko-KR" sz="900" b="1"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AS RQRD </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NORMAL PROCEDURE ----------- RESUME</a:t>
                      </a:r>
                    </a:p>
                    <a:p>
                      <a:pPr marL="0" marR="0" lvl="0" indent="0" algn="l" rtl="0">
                        <a:lnSpc>
                          <a:spcPct val="100000"/>
                        </a:lnSpc>
                        <a:spcBef>
                          <a:spcPts val="0"/>
                        </a:spcBef>
                        <a:spcAft>
                          <a:spcPts val="0"/>
                        </a:spcAft>
                        <a:buClr>
                          <a:schemeClr val="dk1"/>
                        </a:buClr>
                        <a:buSzPts val="900"/>
                        <a:buFont typeface="Helvetica Neue"/>
                        <a:buNone/>
                      </a:pPr>
                      <a:r>
                        <a:rPr lang="en-US" sz="800" b="1" dirty="0">
                          <a:solidFill>
                            <a:srgbClr val="7030A0"/>
                          </a:solidFill>
                          <a:latin typeface="Arial" panose="020B0604020202020204" pitchFamily="34" charset="0"/>
                          <a:cs typeface="Arial" panose="020B0604020202020204" pitchFamily="34" charset="0"/>
                        </a:rPr>
                        <a:t>FLT CONTROL CHK, FLAPS UP </a:t>
                      </a:r>
                      <a:endParaRPr sz="800" b="1" dirty="0">
                        <a:solidFill>
                          <a:srgbClr val="7030A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5"/>
                  </a:ext>
                </a:extLst>
              </a:tr>
              <a:tr h="18240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0000"/>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871598603"/>
                  </a:ext>
                </a:extLst>
              </a:tr>
            </a:tbl>
          </a:graphicData>
        </a:graphic>
      </p:graphicFrame>
      <p:sp>
        <p:nvSpPr>
          <p:cNvPr id="2" name="직사각형 1">
            <a:hlinkClick r:id="" action="ppaction://hlinkshowjump?jump=firstslide"/>
            <a:extLst>
              <a:ext uri="{FF2B5EF4-FFF2-40B4-BE49-F238E27FC236}">
                <a16:creationId xmlns:a16="http://schemas.microsoft.com/office/drawing/2014/main" id="{654F4649-BD0D-E760-E72F-6EB5CB4F04CE}"/>
              </a:ext>
            </a:extLst>
          </p:cNvPr>
          <p:cNvSpPr/>
          <p:nvPr/>
        </p:nvSpPr>
        <p:spPr>
          <a:xfrm>
            <a:off x="1577175" y="5184465"/>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FE7F3A02-AA51-DBC3-F6F5-0AAFB47EC18F}"/>
              </a:ext>
            </a:extLst>
          </p:cNvPr>
          <p:cNvSpPr/>
          <p:nvPr/>
        </p:nvSpPr>
        <p:spPr>
          <a:xfrm>
            <a:off x="1078668" y="4176885"/>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419"/>
        <p:cNvGrpSpPr/>
        <p:nvPr/>
      </p:nvGrpSpPr>
      <p:grpSpPr>
        <a:xfrm>
          <a:off x="0" y="0"/>
          <a:ext cx="0" cy="0"/>
          <a:chOff x="0" y="0"/>
          <a:chExt cx="0" cy="0"/>
        </a:xfrm>
      </p:grpSpPr>
      <p:sp>
        <p:nvSpPr>
          <p:cNvPr id="424" name="Google Shape;424;p34"/>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C997E6E1-18FF-431A-35CB-6F548E671CD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A7687D0D-8717-8A42-EC79-38E080108ABA}"/>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834F9B4-A3F9-8E74-8FCA-4558DBC4CA92}"/>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61A8D325-7FFC-E9C0-0360-CA6286DAF7B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429"/>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48428">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2186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REQ DCL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Deicing </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“Deicing Required </a:t>
                          </a:r>
                          <a:r>
                            <a:rPr kumimoji="0" lang="en-US" altLang="ko-Kore-KR" sz="800" b="0" i="0" u="none" strike="noStrike" kern="0" cap="none" spc="0" normalizeH="0" baseline="0" noProof="0" dirty="0" err="1">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PADxxx</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a:t>
                          </a:r>
                          <a14:m>
                            <m:oMath xmlns:m="http://schemas.openxmlformats.org/officeDocument/2006/math">
                              <m:r>
                                <a:rPr kumimoji="0" lang="en-US" altLang="ko-Kore-KR" sz="800" b="0" i="1" u="none" strike="noStrike" kern="0" cap="none" spc="0" normalizeH="0" baseline="0" noProof="0" smtClean="0">
                                  <a:ln>
                                    <a:noFill/>
                                  </a:ln>
                                  <a:solidFill>
                                    <a:srgbClr val="C00000"/>
                                  </a:solidFill>
                                  <a:effectLst/>
                                  <a:uLnTx/>
                                  <a:uFillTx/>
                                  <a:latin typeface="Cambria Math" panose="02040503050406030204" pitchFamily="18" charset="0"/>
                                  <a:ea typeface="Cambria Math" panose="02040503050406030204" pitchFamily="18" charset="0"/>
                                  <a:cs typeface="Helvetica Neue"/>
                                  <a:sym typeface="Helvetica Neue"/>
                                </a:rPr>
                                <m:t>±</m:t>
                              </m:r>
                            </m:oMath>
                          </a14:m>
                          <a:r>
                            <a:rPr kumimoji="0" lang="en-US" altLang="ko-Kore-KR" sz="700" b="0"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5min TOBT</a:t>
                          </a:r>
                          <a:endParaRPr lang="en-US" sz="800"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dirty="0">
                              <a:solidFill>
                                <a:srgbClr val="0070C0"/>
                              </a:solidFill>
                              <a:latin typeface="Arial" panose="020B0604020202020204" pitchFamily="34" charset="0"/>
                              <a:ea typeface="Helvetica Neue"/>
                              <a:cs typeface="Arial" panose="020B0604020202020204" pitchFamily="34" charset="0"/>
                              <a:sym typeface="Helvetica Neue"/>
                            </a:rPr>
                            <a:t>Apron</a:t>
                          </a:r>
                          <a:r>
                            <a:rPr lang="en-US" sz="800" dirty="0">
                              <a:latin typeface="Arial" panose="020B0604020202020204" pitchFamily="34" charset="0"/>
                              <a:ea typeface="Helvetica Neue"/>
                              <a:cs typeface="Arial" panose="020B0604020202020204" pitchFamily="34" charset="0"/>
                              <a:sym typeface="Helvetica Neue"/>
                            </a:rPr>
                            <a:t> ”Req Pushback Deicing </a:t>
                          </a:r>
                          <a:r>
                            <a:rPr lang="en-US" sz="800" dirty="0" err="1">
                              <a:latin typeface="Arial" panose="020B0604020202020204" pitchFamily="34" charset="0"/>
                              <a:ea typeface="Helvetica Neue"/>
                              <a:cs typeface="Arial" panose="020B0604020202020204" pitchFamily="34" charset="0"/>
                              <a:sym typeface="Helvetica Neue"/>
                            </a:rPr>
                            <a:t>PADxxx</a:t>
                          </a:r>
                          <a:r>
                            <a:rPr lang="en-US" sz="800" dirty="0">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86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955056">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969311">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Choice>
        <mc:Fallback xmlns="">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61560">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7760">
                    <a:tc>
                      <a:txBody>
                        <a:bodyPr/>
                        <a:lstStyle/>
                        <a:p>
                          <a:endParaRPr lang="ko-Kore-KR"/>
                        </a:p>
                      </a:txBody>
                      <a:tcPr marL="36000" marR="36000" marT="36000" marB="36000">
                        <a:blipFill>
                          <a:blip r:embed="rId3"/>
                          <a:stretch>
                            <a:fillRect t="-85294" r="-1081" b="-1061765"/>
                          </a:stretch>
                        </a:blipFill>
                      </a:tcPr>
                    </a:tc>
                    <a:extLst>
                      <a:ext uri="{0D108BD9-81ED-4DB2-BD59-A6C34878D82A}">
                        <a16:rowId xmlns:a16="http://schemas.microsoft.com/office/drawing/2014/main" val="10001"/>
                      </a:ext>
                    </a:extLst>
                  </a:tr>
                  <a:tr h="207264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1021080">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1036320">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Fallback>
      </mc:AlternateContent>
      <p:sp>
        <p:nvSpPr>
          <p:cNvPr id="2" name="직사각형 1">
            <a:hlinkClick r:id="" action="ppaction://hlinkshowjump?jump=firstslide"/>
            <a:extLst>
              <a:ext uri="{FF2B5EF4-FFF2-40B4-BE49-F238E27FC236}">
                <a16:creationId xmlns:a16="http://schemas.microsoft.com/office/drawing/2014/main" id="{B03DDE63-4142-5292-5212-CBAA9E926A97}"/>
              </a:ext>
            </a:extLst>
          </p:cNvPr>
          <p:cNvSpPr/>
          <p:nvPr/>
        </p:nvSpPr>
        <p:spPr>
          <a:xfrm>
            <a:off x="311673" y="527972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FBAAC3CB-C309-1E4C-1777-F739C1CDA2CB}"/>
              </a:ext>
            </a:extLst>
          </p:cNvPr>
          <p:cNvSpPr/>
          <p:nvPr/>
        </p:nvSpPr>
        <p:spPr>
          <a:xfrm>
            <a:off x="1266727" y="5274374"/>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419">
          <a:extLst>
            <a:ext uri="{FF2B5EF4-FFF2-40B4-BE49-F238E27FC236}">
              <a16:creationId xmlns:a16="http://schemas.microsoft.com/office/drawing/2014/main" id="{FC9246D4-B972-04E3-AE79-33BCB48D6A9F}"/>
            </a:ext>
          </a:extLst>
        </p:cNvPr>
        <p:cNvGrpSpPr/>
        <p:nvPr/>
      </p:nvGrpSpPr>
      <p:grpSpPr>
        <a:xfrm>
          <a:off x="0" y="0"/>
          <a:ext cx="0" cy="0"/>
          <a:chOff x="0" y="0"/>
          <a:chExt cx="0" cy="0"/>
        </a:xfrm>
      </p:grpSpPr>
      <p:sp>
        <p:nvSpPr>
          <p:cNvPr id="424" name="Google Shape;424;p34">
            <a:extLst>
              <a:ext uri="{FF2B5EF4-FFF2-40B4-BE49-F238E27FC236}">
                <a16:creationId xmlns:a16="http://schemas.microsoft.com/office/drawing/2014/main" id="{9CD364A1-1923-FCA2-DF50-03CD66D3AB74}"/>
              </a:ext>
            </a:extLst>
          </p:cNvPr>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a:extLst>
              <a:ext uri="{FF2B5EF4-FFF2-40B4-BE49-F238E27FC236}">
                <a16:creationId xmlns:a16="http://schemas.microsoft.com/office/drawing/2014/main" id="{43B46998-1C73-5B27-ED54-E51E6F8BC458}"/>
              </a:ext>
            </a:extLst>
          </p:cNvPr>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7D2828E4-8C91-E9E0-8C77-4D726F2B466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93D88787-488F-7509-F6B4-97C0E60F836D}"/>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92BB7D8-0156-671C-13CE-CA7A119EA787}"/>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0FD562C0-A7DF-85F6-E24B-3FCFEA41881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extLst>
      <p:ext uri="{BB962C8B-B14F-4D97-AF65-F5344CB8AC3E}">
        <p14:creationId xmlns:p14="http://schemas.microsoft.com/office/powerpoint/2010/main" val="55276175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763859038"/>
              </p:ext>
            </p:extLst>
          </p:nvPr>
        </p:nvGraphicFramePr>
        <p:xfrm>
          <a:off x="-4122" y="4139510"/>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284 </a:t>
                      </a:r>
                      <a:r>
                        <a:rPr lang="en-US" altLang="ko-KR" sz="900" dirty="0"/>
                        <a:t>OUTBD </a:t>
                      </a:r>
                    </a:p>
                    <a:p>
                      <a:pPr marL="0" marR="0" lvl="0" indent="0" algn="l" rtl="0">
                        <a:spcBef>
                          <a:spcPts val="0"/>
                        </a:spcBef>
                        <a:spcAft>
                          <a:spcPts val="0"/>
                        </a:spcAft>
                        <a:buNone/>
                      </a:pPr>
                      <a:r>
                        <a:rPr lang="en-US" altLang="ko-KR" sz="900" dirty="0"/>
                        <a:t>(PULL TRK) </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284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2" name="그룹 151">
            <a:extLst>
              <a:ext uri="{FF2B5EF4-FFF2-40B4-BE49-F238E27FC236}">
                <a16:creationId xmlns:a16="http://schemas.microsoft.com/office/drawing/2014/main" id="{4BE8B393-F758-B69E-C71F-41B24ABD3B39}"/>
              </a:ext>
            </a:extLst>
          </p:cNvPr>
          <p:cNvGrpSpPr/>
          <p:nvPr/>
        </p:nvGrpSpPr>
        <p:grpSpPr>
          <a:xfrm>
            <a:off x="-55490" y="1019432"/>
            <a:ext cx="2394309" cy="3138086"/>
            <a:chOff x="-48346" y="990763"/>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21136"/>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548692"/>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V="1">
              <a:off x="331437" y="2745299"/>
              <a:ext cx="354533" cy="488137"/>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639281"/>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14257"/>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1967600"/>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14708"/>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19339"/>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996764"/>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991120"/>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578344"/>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551319"/>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374350"/>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990763"/>
              <a:ext cx="527709" cy="338554"/>
            </a:xfrm>
            <a:prstGeom prst="rect">
              <a:avLst/>
            </a:prstGeom>
            <a:noFill/>
          </p:spPr>
          <p:txBody>
            <a:bodyPr wrap="none" rtlCol="0">
              <a:spAutoFit/>
            </a:bodyPr>
            <a:lstStyle/>
            <a:p>
              <a:pPr algn="ctr"/>
              <a:r>
                <a:rPr kumimoji="1" lang="en-US" altLang="ko-Kore-KR" sz="800" b="1" dirty="0">
                  <a:solidFill>
                    <a:srgbClr val="92D050"/>
                  </a:solidFill>
                </a:rPr>
                <a:t>KMH35</a:t>
              </a:r>
            </a:p>
            <a:p>
              <a:pPr algn="ctr"/>
              <a:r>
                <a:rPr kumimoji="1" lang="en-US" altLang="ko-Kore-KR" sz="800" b="1" dirty="0">
                  <a:solidFill>
                    <a:srgbClr val="92D050"/>
                  </a:solidFill>
                </a:rPr>
                <a:t>(18L)</a:t>
              </a:r>
              <a:endParaRPr kumimoji="1" lang="ko-Kore-KR" altLang="en-US" sz="800" b="1" dirty="0">
                <a:solidFill>
                  <a:srgbClr val="92D050"/>
                </a:solidFill>
              </a:endParaRPr>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13484"/>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1956094"/>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76709" y="2599564"/>
              <a:ext cx="599844" cy="338554"/>
            </a:xfrm>
            <a:prstGeom prst="rect">
              <a:avLst/>
            </a:prstGeom>
            <a:noFill/>
          </p:spPr>
          <p:txBody>
            <a:bodyPr wrap="none" rtlCol="0">
              <a:spAutoFit/>
            </a:bodyPr>
            <a:lstStyle/>
            <a:p>
              <a:pPr algn="ctr"/>
              <a:r>
                <a:rPr kumimoji="1" lang="en-US" altLang="ko-Kore-KR" sz="800" dirty="0"/>
                <a:t>KMH22</a:t>
              </a:r>
            </a:p>
            <a:p>
              <a:pPr algn="ctr"/>
              <a:r>
                <a:rPr kumimoji="1" lang="en-US" altLang="ko-Kore-KR" sz="800" dirty="0"/>
                <a:t>(MA046)</a:t>
              </a: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p:nvPr/>
          </p:nvCxnSpPr>
          <p:spPr>
            <a:xfrm>
              <a:off x="191911" y="3164206"/>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2" name="구부러진 연결선[U] 131">
              <a:extLst>
                <a:ext uri="{FF2B5EF4-FFF2-40B4-BE49-F238E27FC236}">
                  <a16:creationId xmlns:a16="http://schemas.microsoft.com/office/drawing/2014/main" id="{414C5854-DCF3-751F-4CA3-DD8A308A66C6}"/>
                </a:ext>
              </a:extLst>
            </p:cNvPr>
            <p:cNvCxnSpPr/>
            <p:nvPr/>
          </p:nvCxnSpPr>
          <p:spPr>
            <a:xfrm>
              <a:off x="152401" y="3226298"/>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V="1">
              <a:off x="0" y="3298447"/>
              <a:ext cx="302153" cy="381645"/>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54533" y="3395637"/>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21224"/>
              <a:ext cx="836148" cy="465790"/>
            </a:xfrm>
            <a:prstGeom prst="wedgeRectCallout">
              <a:avLst>
                <a:gd name="adj1" fmla="val -118823"/>
                <a:gd name="adj2" fmla="val -3300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L/D CHK Complete</a:t>
              </a:r>
            </a:p>
            <a:p>
              <a:r>
                <a:rPr kumimoji="1" lang="en-US" altLang="ko-Kore-KR" sz="800" dirty="0"/>
                <a:t>NEXT 1700ft</a:t>
              </a:r>
            </a:p>
            <a:p>
              <a:r>
                <a:rPr kumimoji="1" lang="en-US" altLang="ko-Kore-KR" sz="800" dirty="0">
                  <a:solidFill>
                    <a:srgbClr val="FFC000"/>
                  </a:solidFill>
                </a:rPr>
                <a:t>DES FPA -4</a:t>
              </a:r>
              <a:endParaRPr kumimoji="1" lang="ko-Kore-KR" altLang="en-US" sz="800" dirty="0">
                <a:solidFill>
                  <a:srgbClr val="FFC000"/>
                </a:solidFill>
              </a:endParaRPr>
            </a:p>
          </p:txBody>
        </p:sp>
        <p:sp>
          <p:nvSpPr>
            <p:cNvPr id="143" name="TextBox 142">
              <a:extLst>
                <a:ext uri="{FF2B5EF4-FFF2-40B4-BE49-F238E27FC236}">
                  <a16:creationId xmlns:a16="http://schemas.microsoft.com/office/drawing/2014/main" id="{E7A4A2FD-4EC4-596A-9970-F3E9CA163536}"/>
                </a:ext>
              </a:extLst>
            </p:cNvPr>
            <p:cNvSpPr txBox="1"/>
            <p:nvPr/>
          </p:nvSpPr>
          <p:spPr>
            <a:xfrm>
              <a:off x="28182" y="3553474"/>
              <a:ext cx="550151" cy="338554"/>
            </a:xfrm>
            <a:prstGeom prst="rect">
              <a:avLst/>
            </a:prstGeom>
            <a:noFill/>
          </p:spPr>
          <p:txBody>
            <a:bodyPr wrap="none" rtlCol="0">
              <a:spAutoFit/>
            </a:bodyPr>
            <a:lstStyle/>
            <a:p>
              <a:pPr algn="ctr"/>
              <a:r>
                <a:rPr kumimoji="1" lang="en-US" altLang="ko-Kore-KR" sz="800" dirty="0"/>
                <a:t>FAF</a:t>
              </a:r>
            </a:p>
            <a:p>
              <a:pPr algn="ctr"/>
              <a:r>
                <a:rPr kumimoji="1" lang="en-US" altLang="ko-Kore-KR" sz="800" dirty="0"/>
                <a:t>(FF046)</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907946" y="2889323"/>
              <a:ext cx="1243293" cy="637768"/>
            </a:xfrm>
            <a:prstGeom prst="wedgeRectCallout">
              <a:avLst>
                <a:gd name="adj1" fmla="val -76304"/>
                <a:gd name="adj2" fmla="val -4084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1700ft L/O 6000ft SET</a:t>
              </a:r>
            </a:p>
            <a:p>
              <a:r>
                <a:rPr kumimoji="1" lang="en-US" altLang="ko-Kore-KR" sz="800" dirty="0"/>
                <a:t>TRK to KMH22</a:t>
              </a:r>
            </a:p>
            <a:p>
              <a:r>
                <a:rPr kumimoji="1" lang="en-US" altLang="ko-Kore-KR" sz="800" dirty="0"/>
                <a:t>Act SEC F-PLN</a:t>
              </a:r>
            </a:p>
            <a:p>
              <a:r>
                <a:rPr kumimoji="1" lang="en-US" altLang="ko-Kore-KR" sz="800" dirty="0"/>
                <a:t>DCT KMH22 - NAV </a:t>
              </a:r>
            </a:p>
            <a:p>
              <a:r>
                <a:rPr kumimoji="1" lang="en-US" altLang="ko-Kore-KR" sz="800" b="1" dirty="0">
                  <a:solidFill>
                    <a:srgbClr val="FFC000"/>
                  </a:solidFill>
                </a:rPr>
                <a:t>ECAM memo no blue</a:t>
              </a:r>
              <a:endParaRPr kumimoji="1" lang="ko-Kore-KR" altLang="en-US" sz="800" b="1" dirty="0">
                <a:solidFill>
                  <a:srgbClr val="FFC000"/>
                </a:solidFill>
              </a:endParaRP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258171"/>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TRK110</a:t>
              </a:r>
            </a:p>
            <a:p>
              <a:r>
                <a:rPr kumimoji="1" lang="en-US" altLang="ko-Kore-KR" sz="800" b="1" dirty="0">
                  <a:solidFill>
                    <a:srgbClr val="FFC000"/>
                  </a:solidFill>
                </a:rPr>
                <a:t> KMH30</a:t>
              </a:r>
            </a:p>
            <a:p>
              <a:r>
                <a:rPr kumimoji="1" lang="en-US" altLang="ko-Kore-KR" sz="800" dirty="0"/>
                <a:t> -3 FPA Des</a:t>
              </a:r>
            </a:p>
            <a:p>
              <a:r>
                <a:rPr kumimoji="1" lang="en-US" altLang="ko-Kore-KR" sz="800" dirty="0"/>
                <a:t> </a:t>
              </a:r>
              <a:r>
                <a:rPr kumimoji="1" lang="en-US" altLang="ko-Kore-KR" sz="800" dirty="0">
                  <a:solidFill>
                    <a:srgbClr val="FFC000"/>
                  </a:solidFill>
                </a:rPr>
                <a:t>REF DONUT</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07131"/>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488263"/>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49995"/>
              <a:ext cx="487836" cy="549229"/>
            </a:xfrm>
            <a:prstGeom prst="wedgeRectCallout">
              <a:avLst>
                <a:gd name="adj1" fmla="val -262382"/>
                <a:gd name="adj2" fmla="val -11029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a:t>
              </a:r>
            </a:p>
            <a:p>
              <a:r>
                <a:rPr kumimoji="1" lang="en-US" altLang="ko-KR" sz="800" dirty="0"/>
                <a:t> Set RWY  </a:t>
              </a:r>
            </a:p>
            <a:p>
              <a:r>
                <a:rPr kumimoji="1" lang="en-US" altLang="ko-KR" sz="800" dirty="0"/>
                <a:t> TRK</a:t>
              </a: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165881"/>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grpSp>
      <p:sp>
        <p:nvSpPr>
          <p:cNvPr id="153" name="TextBox 152">
            <a:extLst>
              <a:ext uri="{FF2B5EF4-FFF2-40B4-BE49-F238E27FC236}">
                <a16:creationId xmlns:a16="http://schemas.microsoft.com/office/drawing/2014/main" id="{97F6DB83-E6BE-C7AD-44FF-AB2D0BD878C7}"/>
              </a:ext>
            </a:extLst>
          </p:cNvPr>
          <p:cNvSpPr txBox="1"/>
          <p:nvPr/>
        </p:nvSpPr>
        <p:spPr>
          <a:xfrm>
            <a:off x="1427395" y="5172015"/>
            <a:ext cx="973343" cy="400110"/>
          </a:xfrm>
          <a:prstGeom prst="rect">
            <a:avLst/>
          </a:prstGeom>
          <a:noFill/>
        </p:spPr>
        <p:txBody>
          <a:bodyPr wrap="none" rtlCol="0">
            <a:spAutoFit/>
          </a:bodyPr>
          <a:lstStyle/>
          <a:p>
            <a:r>
              <a:rPr lang="en-US" altLang="ko-KR" sz="1000" b="1" dirty="0">
                <a:solidFill>
                  <a:srgbClr val="C00000"/>
                </a:solidFill>
                <a:latin typeface="Calibri" panose="020F0502020204030204" pitchFamily="34" charset="0"/>
                <a:cs typeface="Calibri" panose="020F0502020204030204" pitchFamily="34" charset="0"/>
              </a:rPr>
              <a:t>LOC 36 Circling</a:t>
            </a:r>
          </a:p>
          <a:p>
            <a:r>
              <a:rPr kumimoji="1" lang="en-US" altLang="ko-Kore-KR" sz="1000" b="1" dirty="0">
                <a:solidFill>
                  <a:srgbClr val="C00000"/>
                </a:solidFill>
                <a:latin typeface="Calibri" panose="020F0502020204030204" pitchFamily="34" charset="0"/>
                <a:cs typeface="Calibri" panose="020F0502020204030204" pitchFamily="34" charset="0"/>
              </a:rPr>
              <a:t>Next Page</a:t>
            </a:r>
            <a:endParaRPr kumimoji="1" lang="ko-Kore-KR" altLang="en-US" sz="1000" b="1" dirty="0">
              <a:solidFill>
                <a:srgbClr val="C00000"/>
              </a:solidFill>
              <a:latin typeface="Calibri" panose="020F0502020204030204" pitchFamily="34" charset="0"/>
              <a:cs typeface="Calibri" panose="020F0502020204030204" pitchFamily="34" charset="0"/>
            </a:endParaRPr>
          </a:p>
        </p:txBody>
      </p:sp>
      <p:sp>
        <p:nvSpPr>
          <p:cNvPr id="2" name="TextBox 1">
            <a:extLst>
              <a:ext uri="{FF2B5EF4-FFF2-40B4-BE49-F238E27FC236}">
                <a16:creationId xmlns:a16="http://schemas.microsoft.com/office/drawing/2014/main" id="{D49E31F1-F9F0-C78C-4D15-80D409335936}"/>
              </a:ext>
            </a:extLst>
          </p:cNvPr>
          <p:cNvSpPr txBox="1"/>
          <p:nvPr/>
        </p:nvSpPr>
        <p:spPr>
          <a:xfrm>
            <a:off x="515207" y="5165987"/>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138" name="Google Shape;138;p4"/>
          <p:cNvGraphicFramePr/>
          <p:nvPr>
            <p:extLst>
              <p:ext uri="{D42A27DB-BD31-4B8C-83A1-F6EECF244321}">
                <p14:modId xmlns:p14="http://schemas.microsoft.com/office/powerpoint/2010/main" val="1889425311"/>
              </p:ext>
            </p:extLst>
          </p:nvPr>
        </p:nvGraphicFramePr>
        <p:xfrm>
          <a:off x="0" y="0"/>
          <a:ext cx="2328850" cy="1001640"/>
        </p:xfrm>
        <a:graphic>
          <a:graphicData uri="http://schemas.openxmlformats.org/drawingml/2006/table">
            <a:tbl>
              <a:tblPr firstRow="1" bandRow="1">
                <a:noFill/>
                <a:tableStyleId>{A521BE36-7E6F-4EC9-8D66-1CF97A6895EC}</a:tableStyleId>
              </a:tblPr>
              <a:tblGrid>
                <a:gridCol w="1242927">
                  <a:extLst>
                    <a:ext uri="{9D8B030D-6E8A-4147-A177-3AD203B41FA5}">
                      <a16:colId xmlns:a16="http://schemas.microsoft.com/office/drawing/2014/main" val="20000"/>
                    </a:ext>
                  </a:extLst>
                </a:gridCol>
                <a:gridCol w="1085923">
                  <a:extLst>
                    <a:ext uri="{9D8B030D-6E8A-4147-A177-3AD203B41FA5}">
                      <a16:colId xmlns:a16="http://schemas.microsoft.com/office/drawing/2014/main" val="906161869"/>
                    </a:ext>
                  </a:extLst>
                </a:gridCol>
              </a:tblGrid>
              <a:tr h="202565">
                <a:tc gridSpan="2">
                  <a:txBody>
                    <a:bodyPr/>
                    <a:lstStyle/>
                    <a:p>
                      <a:pPr marL="0" marR="0" lvl="0" indent="0" algn="ctr" rtl="0">
                        <a:spcBef>
                          <a:spcPts val="0"/>
                        </a:spcBef>
                        <a:spcAft>
                          <a:spcPts val="0"/>
                        </a:spcAft>
                        <a:buNone/>
                      </a:pPr>
                      <a:r>
                        <a:rPr lang="en-US" sz="1100" dirty="0"/>
                        <a:t>A330 PUS VOR 18L/R </a:t>
                      </a:r>
                      <a:endParaRPr lang="en-US" sz="1100" dirty="0">
                        <a:solidFill>
                          <a:srgbClr val="FFC000"/>
                        </a:solidFill>
                      </a:endParaRP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B050"/>
                          </a:solidFill>
                          <a:effectLst/>
                          <a:uLnTx/>
                          <a:uFillTx/>
                          <a:latin typeface="Calibri"/>
                          <a:cs typeface="Calibri"/>
                        </a:rPr>
                        <a:t>Input PERF -&gt; SEC COPY</a:t>
                      </a:r>
                      <a:r>
                        <a:rPr kumimoji="0" lang="en-US" altLang="ko-Kore-KR" sz="900" b="1" i="0" u="none" strike="noStrike" kern="1200" cap="none" spc="0" normalizeH="0" baseline="0" noProof="0" dirty="0">
                          <a:ln>
                            <a:noFill/>
                          </a:ln>
                          <a:solidFill>
                            <a:srgbClr val="00B050"/>
                          </a:solidFill>
                          <a:effectLst/>
                          <a:uLnTx/>
                          <a:uFillTx/>
                          <a:latin typeface="Calibri"/>
                          <a:cs typeface="Calibri"/>
                        </a:rPr>
                        <a:t>           </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CLR CP18L/R, DISCONT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 [ ], L/D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284(Missed App)</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2408181646"/>
                  </a:ext>
                </a:extLst>
              </a:tr>
            </a:tbl>
          </a:graphicData>
        </a:graphic>
      </p:graphicFrame>
      <p:pic>
        <p:nvPicPr>
          <p:cNvPr id="4" name="그림 3" descr="텍스트, 폰트, 스크린샷, 번호이(가) 표시된 사진&#10;&#10;자동 생성된 설명">
            <a:extLst>
              <a:ext uri="{FF2B5EF4-FFF2-40B4-BE49-F238E27FC236}">
                <a16:creationId xmlns:a16="http://schemas.microsoft.com/office/drawing/2014/main" id="{70B21514-0429-B3E2-E2F4-6228CC2F2F75}"/>
              </a:ext>
            </a:extLst>
          </p:cNvPr>
          <p:cNvPicPr>
            <a:picLocks noChangeAspect="1"/>
          </p:cNvPicPr>
          <p:nvPr/>
        </p:nvPicPr>
        <p:blipFill>
          <a:blip r:embed="rId5"/>
          <a:stretch>
            <a:fillRect/>
          </a:stretch>
        </p:blipFill>
        <p:spPr>
          <a:xfrm>
            <a:off x="1238743" y="274162"/>
            <a:ext cx="1073713" cy="342113"/>
          </a:xfrm>
          <a:prstGeom prst="rect">
            <a:avLst/>
          </a:prstGeom>
          <a:ln w="12700">
            <a:solidFill>
              <a:schemeClr val="accent1"/>
            </a:solidFill>
          </a:ln>
        </p:spPr>
      </p:pic>
      <p:pic>
        <p:nvPicPr>
          <p:cNvPr id="6" name="그림 5" descr="텍스트, 폰트, 스크린샷, 번호이(가) 표시된 사진&#10;&#10;자동 생성된 설명">
            <a:extLst>
              <a:ext uri="{FF2B5EF4-FFF2-40B4-BE49-F238E27FC236}">
                <a16:creationId xmlns:a16="http://schemas.microsoft.com/office/drawing/2014/main" id="{B5182E03-FBF9-667B-03A0-431F3A7ED68A}"/>
              </a:ext>
            </a:extLst>
          </p:cNvPr>
          <p:cNvPicPr>
            <a:picLocks noChangeAspect="1"/>
          </p:cNvPicPr>
          <p:nvPr/>
        </p:nvPicPr>
        <p:blipFill>
          <a:blip r:embed="rId6"/>
          <a:stretch>
            <a:fillRect/>
          </a:stretch>
        </p:blipFill>
        <p:spPr>
          <a:xfrm>
            <a:off x="-4041" y="273766"/>
            <a:ext cx="1226390" cy="421572"/>
          </a:xfrm>
          <a:prstGeom prst="rect">
            <a:avLst/>
          </a:prstGeom>
          <a:ln w="12700">
            <a:solidFill>
              <a:schemeClr val="accent1"/>
            </a:solidFill>
          </a:ln>
        </p:spPr>
      </p:pic>
    </p:spTree>
    <p:extLst>
      <p:ext uri="{BB962C8B-B14F-4D97-AF65-F5344CB8AC3E}">
        <p14:creationId xmlns:p14="http://schemas.microsoft.com/office/powerpoint/2010/main" val="174513959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2135400964"/>
              </p:ext>
            </p:extLst>
          </p:nvPr>
        </p:nvGraphicFramePr>
        <p:xfrm>
          <a:off x="-4122" y="4335832"/>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310 </a:t>
                      </a:r>
                      <a:r>
                        <a:rPr lang="en-US" altLang="ko-KR" sz="900" dirty="0"/>
                        <a:t>OUTBD </a:t>
                      </a:r>
                    </a:p>
                    <a:p>
                      <a:pPr marL="0" marR="0" lvl="0" indent="0" algn="l" rtl="0">
                        <a:spcBef>
                          <a:spcPts val="0"/>
                        </a:spcBef>
                        <a:spcAft>
                          <a:spcPts val="0"/>
                        </a:spcAft>
                        <a:buNone/>
                      </a:pPr>
                      <a:r>
                        <a:rPr lang="en-US" altLang="ko-KR" sz="900" dirty="0"/>
                        <a:t>(PULL TRK)</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310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 name="그룹 14">
            <a:extLst>
              <a:ext uri="{FF2B5EF4-FFF2-40B4-BE49-F238E27FC236}">
                <a16:creationId xmlns:a16="http://schemas.microsoft.com/office/drawing/2014/main" id="{EA4E3C12-23F7-925D-4989-9A1D08C75E1F}"/>
              </a:ext>
            </a:extLst>
          </p:cNvPr>
          <p:cNvGrpSpPr/>
          <p:nvPr/>
        </p:nvGrpSpPr>
        <p:grpSpPr>
          <a:xfrm>
            <a:off x="-48346" y="1189404"/>
            <a:ext cx="2394309" cy="3138086"/>
            <a:chOff x="-48346" y="1067956"/>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98329"/>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625885"/>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H="1" flipV="1">
              <a:off x="685970" y="2822492"/>
              <a:ext cx="1038585" cy="862373"/>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716474"/>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91450"/>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2044793"/>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91901"/>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9653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1073957"/>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1068313"/>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655537"/>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628512"/>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451543"/>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1067956"/>
              <a:ext cx="527709" cy="338554"/>
            </a:xfrm>
            <a:prstGeom prst="rect">
              <a:avLst/>
            </a:prstGeom>
            <a:noFill/>
          </p:spPr>
          <p:txBody>
            <a:bodyPr wrap="none" rtlCol="0">
              <a:spAutoFit/>
            </a:bodyPr>
            <a:lstStyle/>
            <a:p>
              <a:pPr algn="ctr"/>
              <a:r>
                <a:rPr kumimoji="1" lang="en-US" altLang="ko-Kore-KR" sz="800" dirty="0">
                  <a:solidFill>
                    <a:srgbClr val="92D050"/>
                  </a:solidFill>
                </a:rPr>
                <a:t>KMH35</a:t>
              </a:r>
            </a:p>
            <a:p>
              <a:pPr algn="ctr"/>
              <a:r>
                <a:rPr kumimoji="1" lang="en-US" altLang="ko-Kore-KR" sz="800" dirty="0">
                  <a:solidFill>
                    <a:srgbClr val="92D050"/>
                  </a:solidFill>
                </a:rPr>
                <a:t>(18L)</a:t>
              </a:r>
              <a:endParaRPr kumimoji="1" lang="ko-Kore-KR" altLang="en-US" sz="800" dirty="0">
                <a:solidFill>
                  <a:srgbClr val="92D050"/>
                </a:solidFill>
              </a:endParaRP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243074"/>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90677"/>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2033287"/>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115180" y="2676757"/>
              <a:ext cx="522900" cy="338554"/>
            </a:xfrm>
            <a:prstGeom prst="rect">
              <a:avLst/>
            </a:prstGeom>
            <a:noFill/>
          </p:spPr>
          <p:txBody>
            <a:bodyPr wrap="none" rtlCol="0">
              <a:spAutoFit/>
            </a:bodyPr>
            <a:lstStyle/>
            <a:p>
              <a:pPr algn="ctr"/>
              <a:r>
                <a:rPr kumimoji="1" lang="en-US" altLang="ko-Kore-KR" sz="800" dirty="0"/>
                <a:t>KMH22</a:t>
              </a:r>
            </a:p>
            <a:p>
              <a:pPr algn="ct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a:cxnSpLocks/>
            </p:cNvCxnSpPr>
            <p:nvPr/>
          </p:nvCxnSpPr>
          <p:spPr>
            <a:xfrm>
              <a:off x="1610387" y="3841126"/>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H="1" flipV="1">
              <a:off x="1768383" y="3786668"/>
              <a:ext cx="4117" cy="397222"/>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1679774" y="360759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53893"/>
              <a:ext cx="836148" cy="510314"/>
            </a:xfrm>
            <a:prstGeom prst="wedgeRectCallout">
              <a:avLst>
                <a:gd name="adj1" fmla="val 84272"/>
                <a:gd name="adj2" fmla="val 1671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FAF L/G DN CONF 3</a:t>
              </a:r>
            </a:p>
            <a:p>
              <a:r>
                <a:rPr kumimoji="1" lang="en-US" altLang="ko-Kore-KR" sz="800" dirty="0"/>
                <a:t>1700ft L/O</a:t>
              </a:r>
            </a:p>
            <a:p>
              <a:r>
                <a:rPr kumimoji="1" lang="en-US" altLang="ko-Kore-KR" sz="800" dirty="0"/>
                <a:t>6000ft SET</a:t>
              </a:r>
            </a:p>
          </p:txBody>
        </p:sp>
        <p:sp>
          <p:nvSpPr>
            <p:cNvPr id="143" name="TextBox 142">
              <a:extLst>
                <a:ext uri="{FF2B5EF4-FFF2-40B4-BE49-F238E27FC236}">
                  <a16:creationId xmlns:a16="http://schemas.microsoft.com/office/drawing/2014/main" id="{E7A4A2FD-4EC4-596A-9970-F3E9CA163536}"/>
                </a:ext>
              </a:extLst>
            </p:cNvPr>
            <p:cNvSpPr txBox="1"/>
            <p:nvPr/>
          </p:nvSpPr>
          <p:spPr>
            <a:xfrm>
              <a:off x="1711414" y="3383086"/>
              <a:ext cx="527709" cy="215444"/>
            </a:xfrm>
            <a:prstGeom prst="rect">
              <a:avLst/>
            </a:prstGeom>
            <a:noFill/>
          </p:spPr>
          <p:txBody>
            <a:bodyPr wrap="none" rtlCol="0">
              <a:spAutoFit/>
            </a:bodyPr>
            <a:lstStyle/>
            <a:p>
              <a:pPr algn="ctr"/>
              <a:r>
                <a:rPr kumimoji="1" lang="en-US" altLang="ko-Kore-KR" sz="800" dirty="0"/>
                <a:t>KMH18</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25793" y="2982213"/>
              <a:ext cx="1171053" cy="629402"/>
            </a:xfrm>
            <a:prstGeom prst="wedgeRectCallout">
              <a:avLst>
                <a:gd name="adj1" fmla="val 68256"/>
                <a:gd name="adj2" fmla="val 2738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TRK to KMH22</a:t>
              </a:r>
            </a:p>
            <a:p>
              <a:r>
                <a:rPr kumimoji="1" lang="en-US" altLang="ko-Kore-KR" sz="800" dirty="0"/>
                <a:t>Act SEC F-PLN</a:t>
              </a:r>
            </a:p>
            <a:p>
              <a:r>
                <a:rPr kumimoji="1" lang="en-US" altLang="ko-Kore-KR" sz="800" dirty="0"/>
                <a:t>DCT KMH22 - NAV</a:t>
              </a:r>
            </a:p>
            <a:p>
              <a:r>
                <a:rPr kumimoji="1" lang="en-US" altLang="ko-Kore-KR" sz="800" dirty="0"/>
                <a:t>FLAP FULL(LD no blue)</a:t>
              </a:r>
            </a:p>
            <a:p>
              <a:r>
                <a:rPr kumimoji="1" lang="en-US" altLang="ko-Kore-KR" sz="800" dirty="0"/>
                <a:t>Before L/D CHK</a:t>
              </a: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335364"/>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 110</a:t>
              </a:r>
            </a:p>
            <a:p>
              <a:r>
                <a:rPr kumimoji="1" lang="en-US" altLang="ko-Kore-KR" sz="800" b="1">
                  <a:solidFill>
                    <a:srgbClr val="FFC000"/>
                  </a:solidFill>
                </a:rPr>
                <a:t> KMH30</a:t>
              </a:r>
              <a:endParaRPr kumimoji="1" lang="en-US" altLang="ko-Kore-KR" sz="800" b="1" dirty="0">
                <a:solidFill>
                  <a:srgbClr val="FFC000"/>
                </a:solidFill>
              </a:endParaRPr>
            </a:p>
            <a:p>
              <a:r>
                <a:rPr kumimoji="1" lang="en-US" altLang="ko-Kore-KR" sz="800" dirty="0"/>
                <a:t> -3 FPA Des</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84324"/>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565456"/>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54533"/>
              <a:ext cx="418277" cy="441368"/>
            </a:xfrm>
            <a:prstGeom prst="wedgeRectCallout">
              <a:avLst>
                <a:gd name="adj1" fmla="val -90896"/>
                <a:gd name="adj2" fmla="val -29838"/>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 - </a:t>
              </a:r>
              <a:r>
                <a:rPr kumimoji="1" lang="ko-KR" altLang="en-US" sz="800" dirty="0"/>
                <a:t> </a:t>
              </a:r>
              <a:endParaRPr kumimoji="1" lang="en-US" altLang="ko-KR" sz="800" dirty="0"/>
            </a:p>
            <a:p>
              <a:r>
                <a:rPr kumimoji="1" lang="ko-KR" altLang="en-US" sz="800" dirty="0"/>
                <a:t> </a:t>
              </a:r>
              <a:r>
                <a:rPr kumimoji="1" lang="en-US" altLang="ko-Kore-KR" sz="800" dirty="0"/>
                <a:t>On</a:t>
              </a:r>
            </a:p>
          </p:txBody>
        </p:sp>
        <p:cxnSp>
          <p:nvCxnSpPr>
            <p:cNvPr id="13" name="구부러진 연결선[U] 12">
              <a:extLst>
                <a:ext uri="{FF2B5EF4-FFF2-40B4-BE49-F238E27FC236}">
                  <a16:creationId xmlns:a16="http://schemas.microsoft.com/office/drawing/2014/main" id="{3FA0277A-46F3-9B10-43A1-F9FC3A7CADA4}"/>
                </a:ext>
              </a:extLst>
            </p:cNvPr>
            <p:cNvCxnSpPr>
              <a:cxnSpLocks/>
            </p:cNvCxnSpPr>
            <p:nvPr/>
          </p:nvCxnSpPr>
          <p:spPr>
            <a:xfrm>
              <a:off x="1603294" y="3938785"/>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grpSp>
      <p:graphicFrame>
        <p:nvGraphicFramePr>
          <p:cNvPr id="138" name="Google Shape;138;p4"/>
          <p:cNvGraphicFramePr/>
          <p:nvPr>
            <p:extLst>
              <p:ext uri="{D42A27DB-BD31-4B8C-83A1-F6EECF244321}">
                <p14:modId xmlns:p14="http://schemas.microsoft.com/office/powerpoint/2010/main" val="1150180904"/>
              </p:ext>
            </p:extLst>
          </p:nvPr>
        </p:nvGraphicFramePr>
        <p:xfrm>
          <a:off x="0" y="0"/>
          <a:ext cx="2328850" cy="1210800"/>
        </p:xfrm>
        <a:graphic>
          <a:graphicData uri="http://schemas.openxmlformats.org/drawingml/2006/table">
            <a:tbl>
              <a:tblPr firstRow="1" bandRow="1">
                <a:noFill/>
                <a:tableStyleId>{A521BE36-7E6F-4EC9-8D66-1CF97A6895EC}</a:tableStyleId>
              </a:tblPr>
              <a:tblGrid>
                <a:gridCol w="1485900">
                  <a:extLst>
                    <a:ext uri="{9D8B030D-6E8A-4147-A177-3AD203B41FA5}">
                      <a16:colId xmlns:a16="http://schemas.microsoft.com/office/drawing/2014/main" val="20000"/>
                    </a:ext>
                  </a:extLst>
                </a:gridCol>
                <a:gridCol w="842950">
                  <a:extLst>
                    <a:ext uri="{9D8B030D-6E8A-4147-A177-3AD203B41FA5}">
                      <a16:colId xmlns:a16="http://schemas.microsoft.com/office/drawing/2014/main" val="3596387649"/>
                    </a:ext>
                  </a:extLst>
                </a:gridCol>
              </a:tblGrid>
              <a:tr h="202565">
                <a:tc gridSpan="2">
                  <a:txBody>
                    <a:bodyPr/>
                    <a:lstStyle/>
                    <a:p>
                      <a:pPr marL="0" marR="0" lvl="0" indent="0" algn="ctr" rtl="0">
                        <a:spcBef>
                          <a:spcPts val="0"/>
                        </a:spcBef>
                        <a:spcAft>
                          <a:spcPts val="0"/>
                        </a:spcAft>
                        <a:buNone/>
                      </a:pPr>
                      <a:r>
                        <a:rPr lang="en-US" sz="1100" dirty="0"/>
                        <a:t>A330 PUS LOC 36L/R Circling 18L/R</a:t>
                      </a: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STAR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LOC36L     KEVOX     KEVOX x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                                           TRANS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                                     MASTA</a:t>
                      </a:r>
                      <a:endParaRPr kumimoji="0" lang="en-US" altLang="ko-Kore-KR" sz="900" b="1" i="0" u="none" strike="noStrike" kern="1200" cap="none" spc="0" normalizeH="0" baseline="0" noProof="0" dirty="0">
                        <a:ln>
                          <a:noFill/>
                        </a:ln>
                        <a:solidFill>
                          <a:srgbClr val="00B050"/>
                        </a:solidFill>
                        <a:effectLst/>
                        <a:uLnTx/>
                        <a:uFillTx/>
                        <a:latin typeface="Calibri"/>
                        <a:cs typeface="Calibri"/>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SEC 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a:ln>
                            <a:noFill/>
                          </a:ln>
                          <a:solidFill>
                            <a:prstClr val="black"/>
                          </a:solidFill>
                          <a:effectLst/>
                          <a:uLnTx/>
                          <a:uFillTx/>
                          <a:latin typeface="Calibri"/>
                          <a:cs typeface="Calibri"/>
                        </a:rPr>
                        <a:t>APPR        STAR   </a:t>
                      </a:r>
                      <a:r>
                        <a:rPr kumimoji="0" lang="en-US" altLang="ko-Kore-KR" sz="900" b="1" i="0" u="none" strike="noStrike" kern="1200" cap="none" spc="0" normalizeH="0" baseline="0" noProof="0" dirty="0">
                          <a:ln>
                            <a:noFill/>
                          </a:ln>
                          <a:solidFill>
                            <a:srgbClr val="6F6F6F"/>
                          </a:solidFill>
                          <a:effectLst/>
                          <a:uLnTx/>
                          <a:uFillTx/>
                          <a:latin typeface="Calibri"/>
                          <a:cs typeface="Calibri"/>
                        </a:rPr>
                        <a:t>R18L/R  V18L/R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Blank)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(LDG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r>
                        <a:rPr kumimoji="0" lang="en-US" altLang="ko-Kore-KR" sz="800" b="1" i="0" u="none" strike="noStrike" kern="1200" cap="none" spc="0" normalizeH="0" baseline="0" noProof="0" dirty="0">
                          <a:ln>
                            <a:noFill/>
                          </a:ln>
                          <a:solidFill>
                            <a:srgbClr val="C00000"/>
                          </a:solidFill>
                          <a:effectLst/>
                          <a:uLnTx/>
                          <a:uFillTx/>
                          <a:latin typeface="Calibri"/>
                          <a:cs typeface="Calibri"/>
                        </a:rPr>
                        <a:t>)</a:t>
                      </a:r>
                    </a:p>
                  </a:txBody>
                  <a:tcPr marL="36000" marR="36000" marT="36000" marB="3600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FF0000"/>
                          </a:solidFill>
                        </a:rPr>
                        <a:t>CI36L(CF36R) 3500 FI36L(FF36R) 2100</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3929884486"/>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310(Missed App)</a:t>
                      </a:r>
                    </a:p>
                  </a:txBody>
                  <a:tcPr marL="90000" marR="91450" marT="0" marB="0" anchor="ctr"/>
                </a:tc>
                <a:tc hMerge="1">
                  <a:txBody>
                    <a:bodyPr/>
                    <a:lstStyle/>
                    <a:p>
                      <a:pPr marL="0" marR="0" lvl="0" indent="0" algn="l" rtl="0">
                        <a:spcBef>
                          <a:spcPts val="0"/>
                        </a:spcBef>
                        <a:spcAft>
                          <a:spcPts val="0"/>
                        </a:spcAft>
                        <a:buNone/>
                      </a:pPr>
                      <a:endParaRPr lang="en-US" altLang="ko-Kore-KR" sz="900" b="1" dirty="0">
                        <a:solidFill>
                          <a:schemeClr val="accent1"/>
                        </a:solidFill>
                      </a:endParaRPr>
                    </a:p>
                  </a:txBody>
                  <a:tcPr marL="91450" marR="91450" marT="0" marB="0" anchor="ctr"/>
                </a:tc>
                <a:extLst>
                  <a:ext uri="{0D108BD9-81ED-4DB2-BD59-A6C34878D82A}">
                    <a16:rowId xmlns:a16="http://schemas.microsoft.com/office/drawing/2014/main" val="2408181646"/>
                  </a:ext>
                </a:extLst>
              </a:tr>
            </a:tbl>
          </a:graphicData>
        </a:graphic>
      </p:graphicFrame>
      <p:sp>
        <p:nvSpPr>
          <p:cNvPr id="4" name="TextBox 3">
            <a:extLst>
              <a:ext uri="{FF2B5EF4-FFF2-40B4-BE49-F238E27FC236}">
                <a16:creationId xmlns:a16="http://schemas.microsoft.com/office/drawing/2014/main" id="{4BD0B5CA-87B6-4833-6589-576CFFE0A29B}"/>
              </a:ext>
            </a:extLst>
          </p:cNvPr>
          <p:cNvSpPr txBox="1"/>
          <p:nvPr/>
        </p:nvSpPr>
        <p:spPr>
          <a:xfrm>
            <a:off x="515207" y="5213755"/>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113898710"/>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E57C59D0-ADFE-3784-273F-69302E5EF6D1}"/>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C0C4381-D94B-A67E-A531-503C6195428B}"/>
              </a:ext>
            </a:extLst>
          </p:cNvPr>
          <p:cNvGraphicFramePr/>
          <p:nvPr>
            <p:extLst>
              <p:ext uri="{D42A27DB-BD31-4B8C-83A1-F6EECF244321}">
                <p14:modId xmlns:p14="http://schemas.microsoft.com/office/powerpoint/2010/main" val="2104068191"/>
              </p:ext>
            </p:extLst>
          </p:nvPr>
        </p:nvGraphicFramePr>
        <p:xfrm>
          <a:off x="8056" y="-4101"/>
          <a:ext cx="2320807" cy="5576224"/>
        </p:xfrm>
        <a:graphic>
          <a:graphicData uri="http://schemas.openxmlformats.org/drawingml/2006/table">
            <a:tbl>
              <a:tblPr firstRow="1" bandRow="1">
                <a:noFill/>
                <a:tableStyleId>{A521BE36-7E6F-4EC9-8D66-1CF97A6895EC}</a:tableStyleId>
              </a:tblPr>
              <a:tblGrid>
                <a:gridCol w="382559">
                  <a:extLst>
                    <a:ext uri="{9D8B030D-6E8A-4147-A177-3AD203B41FA5}">
                      <a16:colId xmlns:a16="http://schemas.microsoft.com/office/drawing/2014/main" val="20000"/>
                    </a:ext>
                  </a:extLst>
                </a:gridCol>
                <a:gridCol w="1938248">
                  <a:extLst>
                    <a:ext uri="{9D8B030D-6E8A-4147-A177-3AD203B41FA5}">
                      <a16:colId xmlns:a16="http://schemas.microsoft.com/office/drawing/2014/main" val="2184272195"/>
                    </a:ext>
                  </a:extLst>
                </a:gridCol>
              </a:tblGrid>
              <a:tr h="173195">
                <a:tc gridSpan="2">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QRH LIST</a:t>
                      </a:r>
                      <a:r>
                        <a:rPr kumimoji="0" lang="en-US" sz="1100" b="1" i="0" u="none" strike="noStrike" kern="1200" cap="none" spc="0" normalizeH="0" baseline="0" dirty="0">
                          <a:ln>
                            <a:noFill/>
                          </a:ln>
                          <a:solidFill>
                            <a:srgbClr val="00B050"/>
                          </a:solidFill>
                          <a:effectLst/>
                          <a:uLnTx/>
                          <a:uFillTx/>
                          <a:latin typeface="Arial" panose="020B0604020202020204" pitchFamily="34" charset="0"/>
                          <a:cs typeface="Arial" panose="020B0604020202020204" pitchFamily="34" charset="0"/>
                        </a:rPr>
                        <a:t>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Reference Only    </a:t>
                      </a:r>
                    </a:p>
                  </a:txBody>
                  <a:tcPr marL="36000" marR="36000" marT="0" marB="0" anchor="ctr"/>
                </a:tc>
                <a:tc hMerge="1">
                  <a:txBody>
                    <a:bodyPr/>
                    <a:lstStyle/>
                    <a:p>
                      <a:endParaRPr lang="ko-Kore-KR" altLang="en-US"/>
                    </a:p>
                  </a:txBody>
                  <a:tcPr/>
                </a:tc>
                <a:extLst>
                  <a:ext uri="{0D108BD9-81ED-4DB2-BD59-A6C34878D82A}">
                    <a16:rowId xmlns:a16="http://schemas.microsoft.com/office/drawing/2014/main" val="10000"/>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NOT AVAIL)</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1"/>
                  </a:ext>
                </a:extLst>
              </a:tr>
              <a:tr h="11021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DOOR</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DOOR FAULT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8834370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EIS</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DISPLAY UNIT FAILURE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EIS DISPLAY DISCREPANCY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2"/>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ELEC</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C/B TRIPPED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ELEC EMER CONFIG SYS-REMAINING</a:t>
                      </a:r>
                    </a:p>
                  </a:txBody>
                  <a:tcPr marL="36000" marR="36000" marT="0" marB="0" anchor="ctr"/>
                </a:tc>
                <a:extLst>
                  <a:ext uri="{0D108BD9-81ED-4DB2-BD59-A6C34878D82A}">
                    <a16:rowId xmlns:a16="http://schemas.microsoft.com/office/drawing/2014/main" val="10005"/>
                  </a:ext>
                </a:extLst>
              </a:tr>
              <a:tr h="98987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ENG FAIL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FUEL SYS CONTAMINATION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RELIGHT IN FLIGHT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STALL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TAILPIPE FIRE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HIGH ENGINE VIBRATION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 GND - NON ENG SHUTDN AFT ENG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ONE ENGINE INOPER - CIRCLING APP ENG1(2) EGT OVERLIMIT</a:t>
                      </a:r>
                    </a:p>
                  </a:txBody>
                  <a:tcPr marL="36000" marR="36000" marT="0" marB="0" anchor="ctr"/>
                </a:tc>
                <a:extLst>
                  <a:ext uri="{0D108BD9-81ED-4DB2-BD59-A6C34878D82A}">
                    <a16:rowId xmlns:a16="http://schemas.microsoft.com/office/drawing/2014/main" val="10006"/>
                  </a:ext>
                </a:extLst>
              </a:tr>
              <a:tr h="44086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F/CTL</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SLATS OR FLAPS JAMMED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NO FLAPS NO SLATS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RUDDER JAM / RUDDER PEDAL JAM RUDDER TRIM RUNAWAY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7"/>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FUEL</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IMBALANCE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LEAK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LOSS REDUCTION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OVERREAD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GRAVITY FUEL FEEDING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TRIM TANK FUEL UNUSABLE</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85182603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L/G</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ABNORMAL L/G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L/G GRAVITY EXTENSION</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356059798"/>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NAV</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ABNORMAL V ALPHA PROT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ADR 1+2+3 FAULT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UNREL SPD INDICATION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IR ALIGNMENT IN ATT MODE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NAV FM / GPS POS DISAGREE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ADR OFF</a:t>
                      </a:r>
                    </a:p>
                  </a:txBody>
                  <a:tcPr marL="36000" marR="36000" marT="0" marB="0" anchor="ctr"/>
                </a:tc>
                <a:extLst>
                  <a:ext uri="{0D108BD9-81ED-4DB2-BD59-A6C34878D82A}">
                    <a16:rowId xmlns:a16="http://schemas.microsoft.com/office/drawing/2014/main" val="3315945249"/>
                  </a:ext>
                </a:extLst>
              </a:tr>
              <a:tr h="33064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SMOKE / FUMES / AVNCS SMOKE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REMOVAL OF SMOKE / FUMES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SMOKE / FIRE FROM LITHIUM BATTERY</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092487800"/>
                  </a:ext>
                </a:extLst>
              </a:tr>
              <a:tr h="11476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WHEEL</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WHEEL TIRE DAMAGE SUSPECTED</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610167154"/>
                  </a:ext>
                </a:extLst>
              </a:tr>
              <a:tr h="1212368">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MISC</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BOMB ON BOARD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WINDSHIELD/WINDOW ARCING COCKPIT WINDSHIELD/WINDOW CRACKED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DITCHING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EVAC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FORCED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OVERWEIGHT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SEVERE TURBULENCE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TAILSTRIKE VOLCANIC ASH ENCOUNTER</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336333149"/>
                  </a:ext>
                </a:extLst>
              </a:tr>
            </a:tbl>
          </a:graphicData>
        </a:graphic>
      </p:graphicFrame>
      <p:sp>
        <p:nvSpPr>
          <p:cNvPr id="2" name="직사각형 1">
            <a:hlinkClick r:id="" action="ppaction://hlinkshowjump?jump=firstslide"/>
            <a:extLst>
              <a:ext uri="{FF2B5EF4-FFF2-40B4-BE49-F238E27FC236}">
                <a16:creationId xmlns:a16="http://schemas.microsoft.com/office/drawing/2014/main" id="{C8883D71-1A5F-8D32-2834-E815B765CC3C}"/>
              </a:ext>
            </a:extLst>
          </p:cNvPr>
          <p:cNvSpPr/>
          <p:nvPr/>
        </p:nvSpPr>
        <p:spPr>
          <a:xfrm>
            <a:off x="1606444" y="474063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19713173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FEC13521-DA99-81BD-0C2C-05CBFAD0D74B}"/>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1365605-2D9A-3A2F-BAAB-0B465471A22F}"/>
              </a:ext>
            </a:extLst>
          </p:cNvPr>
          <p:cNvGraphicFramePr/>
          <p:nvPr>
            <p:extLst>
              <p:ext uri="{D42A27DB-BD31-4B8C-83A1-F6EECF244321}">
                <p14:modId xmlns:p14="http://schemas.microsoft.com/office/powerpoint/2010/main" val="1846455455"/>
              </p:ext>
            </p:extLst>
          </p:nvPr>
        </p:nvGraphicFramePr>
        <p:xfrm>
          <a:off x="-12144" y="2724"/>
          <a:ext cx="2355480" cy="5422514"/>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1/2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A-ICE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WHC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A.ICE L(R) WSHLD(WINDOW) HEAT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0001"/>
                  </a:ext>
                </a:extLst>
              </a:tr>
              <a:tr h="328104">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 BLEED pb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NOT CLSD</a:t>
                      </a:r>
                    </a:p>
                  </a:txBody>
                  <a:tcPr marL="0" marR="0" marT="0" marB="0" anchor="ctr"/>
                </a:tc>
                <a:extLst>
                  <a:ext uri="{0D108BD9-81ED-4DB2-BD59-A6C34878D82A}">
                    <a16:rowId xmlns:a16="http://schemas.microsoft.com/office/drawing/2014/main" val="188343708"/>
                  </a:ext>
                </a:extLst>
              </a:tr>
              <a:tr h="164052">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PACK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PACK CONT RESET</a:t>
                      </a:r>
                    </a:p>
                  </a:txBody>
                  <a:tcPr marL="0" marR="0" marT="0" marB="0" anchor="ctr"/>
                </a:tc>
                <a:extLst>
                  <a:ext uri="{0D108BD9-81ED-4DB2-BD59-A6C34878D82A}">
                    <a16:rowId xmlns:a16="http://schemas.microsoft.com/office/drawing/2014/main" val="335605979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APU</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APU MASTER</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Only APU SPD below 7%</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AUTO FLT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GND/Before TAXI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A/THR OFF</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PART FCU, FCU</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610167154"/>
                  </a:ext>
                </a:extLst>
              </a:tr>
              <a:tr h="18518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FMGEC 2 FM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FM 1(2)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MAP NOT AVAIL</a:t>
                      </a:r>
                    </a:p>
                  </a:txBody>
                  <a:tcPr marL="0" marR="0" marT="0" marB="0" anchor="ctr"/>
                </a:tc>
                <a:extLst>
                  <a:ext uri="{0D108BD9-81ED-4DB2-BD59-A6C34878D82A}">
                    <a16:rowId xmlns:a16="http://schemas.microsoft.com/office/drawing/2014/main" val="1336333149"/>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MCDU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MCDU RESET</a:t>
                      </a:r>
                    </a:p>
                  </a:txBody>
                  <a:tcPr marL="0" marR="0" marT="0" marB="0" anchor="ctr"/>
                </a:tc>
                <a:extLst>
                  <a:ext uri="{0D108BD9-81ED-4DB2-BD59-A6C34878D82A}">
                    <a16:rowId xmlns:a16="http://schemas.microsoft.com/office/drawing/2014/main" val="3023611863"/>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BRKS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BRAKES RESIDUAL BRAKING</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WHEEL N/W STRG FAULT</a:t>
                      </a:r>
                    </a:p>
                  </a:txBody>
                  <a:tcPr marL="0" marR="0" marT="0" marB="0" anchor="ctr"/>
                </a:tc>
                <a:extLst>
                  <a:ext uri="{0D108BD9-81ED-4DB2-BD59-A6C34878D82A}">
                    <a16:rowId xmlns:a16="http://schemas.microsoft.com/office/drawing/2014/main" val="3000343152"/>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 PR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CPC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FAULTY CPC RESET</a:t>
                      </a:r>
                    </a:p>
                  </a:txBody>
                  <a:tcPr marL="0" marR="0" marT="0" marB="0" anchor="ctr"/>
                </a:tc>
                <a:extLst>
                  <a:ext uri="{0D108BD9-81ED-4DB2-BD59-A6C34878D82A}">
                    <a16:rowId xmlns:a16="http://schemas.microsoft.com/office/drawing/2014/main" val="3513500969"/>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COM</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CIDS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Cabin Intercom Data Sys RESET</a:t>
                      </a:r>
                    </a:p>
                  </a:txBody>
                  <a:tcPr marL="0" marR="0" marT="0" marB="0" anchor="ctr"/>
                </a:tc>
                <a:extLst>
                  <a:ext uri="{0D108BD9-81ED-4DB2-BD59-A6C34878D82A}">
                    <a16:rowId xmlns:a16="http://schemas.microsoft.com/office/drawing/2014/main" val="956045681"/>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ACP/AMU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ACP RESET</a:t>
                      </a:r>
                    </a:p>
                  </a:txBody>
                  <a:tcPr marL="0" marR="0" marT="0" marB="0" anchor="ctr"/>
                </a:tc>
                <a:extLst>
                  <a:ext uri="{0D108BD9-81ED-4DB2-BD59-A6C34878D82A}">
                    <a16:rowId xmlns:a16="http://schemas.microsoft.com/office/drawing/2014/main" val="3349435932"/>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RMP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RMP RESET</a:t>
                      </a:r>
                    </a:p>
                  </a:txBody>
                  <a:tcPr marL="0" marR="0" marT="0" marB="0" anchor="ctr"/>
                </a:tc>
                <a:extLst>
                  <a:ext uri="{0D108BD9-81ED-4DB2-BD59-A6C34878D82A}">
                    <a16:rowId xmlns:a16="http://schemas.microsoft.com/office/drawing/2014/main" val="32173074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extLst>
                  <a:ext uri="{0D108BD9-81ED-4DB2-BD59-A6C34878D82A}">
                    <a16:rowId xmlns:a16="http://schemas.microsoft.com/office/drawing/2014/main" val="3799232479"/>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DATA LINK</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ATSU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INVALID DATA </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or ATSU RESET</a:t>
                      </a:r>
                    </a:p>
                  </a:txBody>
                  <a:tcPr marL="0" marR="0" marT="0" marB="0" anchor="ctr"/>
                </a:tc>
                <a:extLst>
                  <a:ext uri="{0D108BD9-81ED-4DB2-BD59-A6C34878D82A}">
                    <a16:rowId xmlns:a16="http://schemas.microsoft.com/office/drawing/2014/main" val="3725378194"/>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AINS,1 CINS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AINS, CINS RESET</a:t>
                      </a:r>
                    </a:p>
                  </a:txBody>
                  <a:tcPr marL="0" marR="0" marT="0" marB="0" anchor="ctr"/>
                </a:tc>
                <a:extLst>
                  <a:ext uri="{0D108BD9-81ED-4DB2-BD59-A6C34878D82A}">
                    <a16:rowId xmlns:a16="http://schemas.microsoft.com/office/drawing/2014/main" val="18373662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DOOR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PSCU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Proxi</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Switch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Unit RESET</a:t>
                      </a:r>
                    </a:p>
                  </a:txBody>
                  <a:tcPr marL="0" marR="0" marT="0" marB="0" anchor="ctr"/>
                </a:tc>
                <a:extLst>
                  <a:ext uri="{0D108BD9-81ED-4DB2-BD59-A6C34878D82A}">
                    <a16:rowId xmlns:a16="http://schemas.microsoft.com/office/drawing/2014/main" val="1829993755"/>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EIS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ECAM, PFD, ND RESET</a:t>
                      </a:r>
                    </a:p>
                  </a:txBody>
                  <a:tcPr marL="0" marR="0" marT="0" marB="0" anchor="ctr"/>
                </a:tc>
                <a:extLst>
                  <a:ext uri="{0D108BD9-81ED-4DB2-BD59-A6C34878D82A}">
                    <a16:rowId xmlns:a16="http://schemas.microsoft.com/office/drawing/2014/main" val="92257283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3 DMC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DMC RESET</a:t>
                      </a:r>
                    </a:p>
                  </a:txBody>
                  <a:tcPr marL="0" marR="0" marT="0" marB="0" anchor="ctr"/>
                </a:tc>
                <a:extLst>
                  <a:ext uri="{0D108BD9-81ED-4DB2-BD59-A6C34878D82A}">
                    <a16:rowId xmlns:a16="http://schemas.microsoft.com/office/drawing/2014/main" val="4206145211"/>
                  </a:ext>
                </a:extLst>
              </a:tr>
              <a:tr h="166013">
                <a:tc rowSpan="3">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ELEC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EXT A,B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RESET EXT A,B </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416656791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3 BAT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BATT RESET</a:t>
                      </a:r>
                    </a:p>
                  </a:txBody>
                  <a:tcPr marL="0" marR="0" marT="0" marB="0" anchor="ctr"/>
                </a:tc>
                <a:extLst>
                  <a:ext uri="{0D108BD9-81ED-4DB2-BD59-A6C34878D82A}">
                    <a16:rowId xmlns:a16="http://schemas.microsoft.com/office/drawing/2014/main" val="2263828735"/>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COMM, GALL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COMMER, GALL RESET</a:t>
                      </a:r>
                    </a:p>
                  </a:txBody>
                  <a:tcPr marL="0" marR="0" marT="0" marB="0" anchor="ctr"/>
                </a:tc>
                <a:extLst>
                  <a:ext uri="{0D108BD9-81ED-4DB2-BD59-A6C34878D82A}">
                    <a16:rowId xmlns:a16="http://schemas.microsoft.com/office/drawing/2014/main" val="33233504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EIVMU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 Interface Vibration Monitor Unit RESET</a:t>
                      </a:r>
                    </a:p>
                  </a:txBody>
                  <a:tcPr marL="0" marR="0" marT="0" marB="0" anchor="ctr"/>
                </a:tc>
                <a:extLst>
                  <a:ext uri="{0D108BD9-81ED-4DB2-BD59-A6C34878D82A}">
                    <a16:rowId xmlns:a16="http://schemas.microsoft.com/office/drawing/2014/main" val="3190868247"/>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F/CTL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PRIM,SEC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PRIM, SEC RESET</a:t>
                      </a:r>
                    </a:p>
                  </a:txBody>
                  <a:tcPr marL="0" marR="0" marT="0" marB="0" anchor="ctr"/>
                </a:tc>
                <a:extLst>
                  <a:ext uri="{0D108BD9-81ED-4DB2-BD59-A6C34878D82A}">
                    <a16:rowId xmlns:a16="http://schemas.microsoft.com/office/drawing/2014/main" val="31863321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FCDC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FCDC RESET</a:t>
                      </a:r>
                    </a:p>
                  </a:txBody>
                  <a:tcPr marL="0" marR="0" marT="0" marB="0" anchor="ctr"/>
                </a:tc>
                <a:extLst>
                  <a:ext uri="{0D108BD9-81ED-4DB2-BD59-A6C34878D82A}">
                    <a16:rowId xmlns:a16="http://schemas.microsoft.com/office/drawing/2014/main" val="868684791"/>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FLAP</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F/CTL FLAP SYS FAULT</a:t>
                      </a:r>
                    </a:p>
                  </a:txBody>
                  <a:tcPr marL="0" marR="0" marT="0" marB="0" anchor="ctr"/>
                </a:tc>
                <a:extLst>
                  <a:ext uri="{0D108BD9-81ED-4DB2-BD59-A6C34878D82A}">
                    <a16:rowId xmlns:a16="http://schemas.microsoft.com/office/drawing/2014/main" val="1311408116"/>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SLAT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 F/CTL SLAT SYS FAULT</a:t>
                      </a:r>
                    </a:p>
                  </a:txBody>
                  <a:tcPr marL="0" marR="0" marT="0" marB="0" anchor="ctr"/>
                </a:tc>
                <a:extLst>
                  <a:ext uri="{0D108BD9-81ED-4DB2-BD59-A6C34878D82A}">
                    <a16:rowId xmlns:a16="http://schemas.microsoft.com/office/drawing/2014/main" val="2993609880"/>
                  </a:ext>
                </a:extLst>
              </a:tr>
            </a:tbl>
          </a:graphicData>
        </a:graphic>
      </p:graphicFrame>
      <p:sp>
        <p:nvSpPr>
          <p:cNvPr id="2" name="직사각형 1">
            <a:hlinkClick r:id="" action="ppaction://hlinkshowjump?jump=firstslide"/>
            <a:extLst>
              <a:ext uri="{FF2B5EF4-FFF2-40B4-BE49-F238E27FC236}">
                <a16:creationId xmlns:a16="http://schemas.microsoft.com/office/drawing/2014/main" id="{14B0B56C-2E9B-7F74-9A9B-919192739A35}"/>
              </a:ext>
            </a:extLst>
          </p:cNvPr>
          <p:cNvSpPr/>
          <p:nvPr/>
        </p:nvSpPr>
        <p:spPr>
          <a:xfrm>
            <a:off x="1642478" y="2786062"/>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120877260"/>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B3997381-EA3C-C83D-CB8F-03F9865CAF8D}"/>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B4250F03-5FDA-11B2-E02B-DDC3E956B3B9}"/>
              </a:ext>
            </a:extLst>
          </p:cNvPr>
          <p:cNvGraphicFramePr/>
          <p:nvPr>
            <p:extLst>
              <p:ext uri="{D42A27DB-BD31-4B8C-83A1-F6EECF244321}">
                <p14:modId xmlns:p14="http://schemas.microsoft.com/office/powerpoint/2010/main" val="4167121561"/>
              </p:ext>
            </p:extLst>
          </p:nvPr>
        </p:nvGraphicFramePr>
        <p:xfrm>
          <a:off x="-12144" y="2724"/>
          <a:ext cx="2355480" cy="1707570"/>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2/2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FUEL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ZFW ZFCG DISAGREE</a:t>
                      </a:r>
                    </a:p>
                  </a:txBody>
                  <a:tcPr marL="0" marR="0" marT="0" marB="0" anchor="ctr"/>
                </a:tc>
                <a:extLst>
                  <a:ext uri="{0D108BD9-81ED-4DB2-BD59-A6C34878D82A}">
                    <a16:rowId xmlns:a16="http://schemas.microsoft.com/office/drawing/2014/main" val="2372724496"/>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FWS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FWC, 2 SDAC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Waring Sys RESET</a:t>
                      </a:r>
                    </a:p>
                  </a:txBody>
                  <a:tcPr marL="0" marR="0" marT="0" marB="0" anchor="ctr"/>
                </a:tc>
                <a:extLst>
                  <a:ext uri="{0D108BD9-81ED-4DB2-BD59-A6C34878D82A}">
                    <a16:rowId xmlns:a16="http://schemas.microsoft.com/office/drawing/2014/main" val="1452960843"/>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LGCIU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LGCIU RESET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77976791"/>
                  </a:ext>
                </a:extLst>
              </a:tr>
              <a:tr h="32810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MISC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VSC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(Cabin aft C/B)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VACUUM TOILET SYS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(Blue pb)</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18834370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SDCU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Dectect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RESET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VENT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VENT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CONT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AEVC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COMPUTER</a:t>
                      </a:r>
                    </a:p>
                  </a:txBody>
                  <a:tcPr marL="0" marR="0" marT="0" marB="0" anchor="ctr"/>
                </a:tc>
                <a:extLst>
                  <a:ext uri="{0D108BD9-81ED-4DB2-BD59-A6C34878D82A}">
                    <a16:rowId xmlns:a16="http://schemas.microsoft.com/office/drawing/2014/main" val="610167154"/>
                  </a:ext>
                </a:extLst>
              </a:tr>
            </a:tbl>
          </a:graphicData>
        </a:graphic>
      </p:graphicFrame>
      <p:sp>
        <p:nvSpPr>
          <p:cNvPr id="2" name="직사각형 1">
            <a:hlinkClick r:id="" action="ppaction://hlinkshowjump?jump=firstslide"/>
            <a:extLst>
              <a:ext uri="{FF2B5EF4-FFF2-40B4-BE49-F238E27FC236}">
                <a16:creationId xmlns:a16="http://schemas.microsoft.com/office/drawing/2014/main" id="{B6BC9B08-AEC9-832B-E7FF-06C424A7A182}"/>
              </a:ext>
            </a:extLst>
          </p:cNvPr>
          <p:cNvSpPr/>
          <p:nvPr/>
        </p:nvSpPr>
        <p:spPr>
          <a:xfrm>
            <a:off x="1678513" y="2515466"/>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3495955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graphicFrame>
        <p:nvGraphicFramePr>
          <p:cNvPr id="365" name="Google Shape;365;p26"/>
          <p:cNvGraphicFramePr/>
          <p:nvPr/>
        </p:nvGraphicFramePr>
        <p:xfrm>
          <a:off x="388143" y="11369"/>
          <a:ext cx="1552575" cy="5193220"/>
        </p:xfrm>
        <a:graphic>
          <a:graphicData uri="http://schemas.openxmlformats.org/drawingml/2006/table">
            <a:tbl>
              <a:tblPr firstRow="1" bandRow="1">
                <a:noFill/>
                <a:tableStyleId>{A521BE36-7E6F-4EC9-8D66-1CF97A6895EC}</a:tableStyleId>
              </a:tblPr>
              <a:tblGrid>
                <a:gridCol w="517525">
                  <a:extLst>
                    <a:ext uri="{9D8B030D-6E8A-4147-A177-3AD203B41FA5}">
                      <a16:colId xmlns:a16="http://schemas.microsoft.com/office/drawing/2014/main" val="20000"/>
                    </a:ext>
                  </a:extLst>
                </a:gridCol>
                <a:gridCol w="517525">
                  <a:extLst>
                    <a:ext uri="{9D8B030D-6E8A-4147-A177-3AD203B41FA5}">
                      <a16:colId xmlns:a16="http://schemas.microsoft.com/office/drawing/2014/main" val="20001"/>
                    </a:ext>
                  </a:extLst>
                </a:gridCol>
                <a:gridCol w="517525">
                  <a:extLst>
                    <a:ext uri="{9D8B030D-6E8A-4147-A177-3AD203B41FA5}">
                      <a16:colId xmlns:a16="http://schemas.microsoft.com/office/drawing/2014/main" val="20002"/>
                    </a:ext>
                  </a:extLst>
                </a:gridCol>
              </a:tblGrid>
              <a:tr h="194500">
                <a:tc>
                  <a:txBody>
                    <a:bodyPr/>
                    <a:lstStyle/>
                    <a:p>
                      <a:pPr marL="0" marR="0" lvl="0" indent="0" algn="ctr" rtl="0">
                        <a:spcBef>
                          <a:spcPts val="0"/>
                        </a:spcBef>
                        <a:spcAft>
                          <a:spcPts val="0"/>
                        </a:spcAft>
                        <a:buNone/>
                      </a:pPr>
                      <a:r>
                        <a:rPr lang="en-US" sz="800"/>
                        <a:t>GS KTS</a:t>
                      </a:r>
                      <a:endParaRPr sz="800"/>
                    </a:p>
                  </a:txBody>
                  <a:tcPr marL="72000" marR="72000" marT="0" marB="0" anchor="ctr"/>
                </a:tc>
                <a:tc>
                  <a:txBody>
                    <a:bodyPr/>
                    <a:lstStyle/>
                    <a:p>
                      <a:pPr marL="0" marR="0" lvl="0" indent="0" algn="ctr" rtl="0">
                        <a:spcBef>
                          <a:spcPts val="0"/>
                        </a:spcBef>
                        <a:spcAft>
                          <a:spcPts val="0"/>
                        </a:spcAft>
                        <a:buNone/>
                      </a:pPr>
                      <a:r>
                        <a:rPr lang="en-US" sz="800"/>
                        <a:t>KM</a:t>
                      </a:r>
                      <a:endParaRPr sz="800"/>
                    </a:p>
                  </a:txBody>
                  <a:tcPr marL="72000" marR="72000" marT="0" marB="0" anchor="ctr"/>
                </a:tc>
                <a:tc>
                  <a:txBody>
                    <a:bodyPr/>
                    <a:lstStyle/>
                    <a:p>
                      <a:pPr marL="0" marR="0" lvl="0" indent="0" algn="ctr" rtl="0">
                        <a:spcBef>
                          <a:spcPts val="0"/>
                        </a:spcBef>
                        <a:spcAft>
                          <a:spcPts val="0"/>
                        </a:spcAft>
                        <a:buNone/>
                      </a:pPr>
                      <a:r>
                        <a:rPr lang="en-US" sz="800"/>
                        <a:t>MILES</a:t>
                      </a:r>
                      <a:endParaRPr sz="800"/>
                    </a:p>
                  </a:txBody>
                  <a:tcPr marL="72000" marR="72000" marT="0" marB="0" anchor="ctr"/>
                </a:tc>
                <a:extLst>
                  <a:ext uri="{0D108BD9-81ED-4DB2-BD59-A6C34878D82A}">
                    <a16:rowId xmlns:a16="http://schemas.microsoft.com/office/drawing/2014/main" val="10000"/>
                  </a:ext>
                </a:extLst>
              </a:tr>
              <a:tr h="560275">
                <a:tc>
                  <a:txBody>
                    <a:bodyPr/>
                    <a:lstStyle/>
                    <a:p>
                      <a:pPr marL="0" marR="0" lvl="0" indent="0" algn="ctr" rtl="0">
                        <a:spcBef>
                          <a:spcPts val="0"/>
                        </a:spcBef>
                        <a:spcAft>
                          <a:spcPts val="0"/>
                        </a:spcAft>
                        <a:buNone/>
                      </a:pPr>
                      <a:r>
                        <a:rPr lang="en-US" sz="800" b="1">
                          <a:solidFill>
                            <a:schemeClr val="dk1"/>
                          </a:solidFill>
                        </a:rPr>
                        <a:t>300</a:t>
                      </a:r>
                      <a:endParaRPr/>
                    </a:p>
                    <a:p>
                      <a:pPr marL="0" marR="0" lvl="0" indent="0" algn="ctr" rtl="0">
                        <a:spcBef>
                          <a:spcPts val="0"/>
                        </a:spcBef>
                        <a:spcAft>
                          <a:spcPts val="0"/>
                        </a:spcAft>
                        <a:buNone/>
                      </a:pPr>
                      <a:r>
                        <a:rPr lang="en-US" sz="800" b="1">
                          <a:solidFill>
                            <a:schemeClr val="dk1"/>
                          </a:solidFill>
                        </a:rPr>
                        <a:t>310</a:t>
                      </a:r>
                      <a:endParaRPr/>
                    </a:p>
                    <a:p>
                      <a:pPr marL="0" marR="0" lvl="0" indent="0" algn="ctr" rtl="0">
                        <a:spcBef>
                          <a:spcPts val="0"/>
                        </a:spcBef>
                        <a:spcAft>
                          <a:spcPts val="0"/>
                        </a:spcAft>
                        <a:buNone/>
                      </a:pPr>
                      <a:r>
                        <a:rPr lang="en-US" sz="800" b="1">
                          <a:solidFill>
                            <a:schemeClr val="dk1"/>
                          </a:solidFill>
                        </a:rPr>
                        <a:t>320</a:t>
                      </a:r>
                      <a:endParaRPr/>
                    </a:p>
                    <a:p>
                      <a:pPr marL="0" marR="0" lvl="0" indent="0" algn="ctr" rtl="0">
                        <a:spcBef>
                          <a:spcPts val="0"/>
                        </a:spcBef>
                        <a:spcAft>
                          <a:spcPts val="0"/>
                        </a:spcAft>
                        <a:buNone/>
                      </a:pPr>
                      <a:r>
                        <a:rPr lang="en-US" sz="800" b="1">
                          <a:solidFill>
                            <a:schemeClr val="dk1"/>
                          </a:solidFill>
                        </a:rPr>
                        <a:t>330</a:t>
                      </a:r>
                      <a:endParaRPr/>
                    </a:p>
                    <a:p>
                      <a:pPr marL="0" marR="0" lvl="0" indent="0" algn="ctr" rtl="0">
                        <a:spcBef>
                          <a:spcPts val="0"/>
                        </a:spcBef>
                        <a:spcAft>
                          <a:spcPts val="0"/>
                        </a:spcAft>
                        <a:buNone/>
                      </a:pPr>
                      <a:r>
                        <a:rPr lang="en-US" sz="800" b="1">
                          <a:solidFill>
                            <a:schemeClr val="dk1"/>
                          </a:solidFill>
                        </a:rPr>
                        <a:t>340</a:t>
                      </a:r>
                      <a:endParaRPr/>
                    </a:p>
                    <a:p>
                      <a:pPr marL="0" marR="0" lvl="0" indent="0" algn="ctr" rtl="0">
                        <a:spcBef>
                          <a:spcPts val="0"/>
                        </a:spcBef>
                        <a:spcAft>
                          <a:spcPts val="0"/>
                        </a:spcAft>
                        <a:buNone/>
                      </a:pPr>
                      <a:r>
                        <a:rPr lang="en-US" sz="800" b="1">
                          <a:solidFill>
                            <a:schemeClr val="dk1"/>
                          </a:solidFill>
                        </a:rPr>
                        <a:t>350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560</a:t>
                      </a:r>
                      <a:endParaRPr/>
                    </a:p>
                    <a:p>
                      <a:pPr marL="0" marR="0" lvl="0" indent="0" algn="ctr" rtl="0">
                        <a:spcBef>
                          <a:spcPts val="0"/>
                        </a:spcBef>
                        <a:spcAft>
                          <a:spcPts val="0"/>
                        </a:spcAft>
                        <a:buNone/>
                      </a:pPr>
                      <a:r>
                        <a:rPr lang="en-US" sz="800" b="1">
                          <a:solidFill>
                            <a:srgbClr val="0070C0"/>
                          </a:solidFill>
                        </a:rPr>
                        <a:t>570</a:t>
                      </a:r>
                      <a:endParaRPr/>
                    </a:p>
                    <a:p>
                      <a:pPr marL="0" marR="0" lvl="0" indent="0" algn="ctr" rtl="0">
                        <a:spcBef>
                          <a:spcPts val="0"/>
                        </a:spcBef>
                        <a:spcAft>
                          <a:spcPts val="0"/>
                        </a:spcAft>
                        <a:buNone/>
                      </a:pPr>
                      <a:r>
                        <a:rPr lang="en-US" sz="800" b="1">
                          <a:solidFill>
                            <a:srgbClr val="0070C0"/>
                          </a:solidFill>
                        </a:rPr>
                        <a:t>590</a:t>
                      </a:r>
                      <a:endParaRPr/>
                    </a:p>
                    <a:p>
                      <a:pPr marL="0" marR="0" lvl="0" indent="0" algn="ctr" rtl="0">
                        <a:spcBef>
                          <a:spcPts val="0"/>
                        </a:spcBef>
                        <a:spcAft>
                          <a:spcPts val="0"/>
                        </a:spcAft>
                        <a:buNone/>
                      </a:pPr>
                      <a:r>
                        <a:rPr lang="en-US" sz="800" b="1">
                          <a:solidFill>
                            <a:srgbClr val="0070C0"/>
                          </a:solidFill>
                        </a:rPr>
                        <a:t>610</a:t>
                      </a:r>
                      <a:endParaRPr/>
                    </a:p>
                    <a:p>
                      <a:pPr marL="0" marR="0" lvl="0" indent="0" algn="ctr" rtl="0">
                        <a:spcBef>
                          <a:spcPts val="0"/>
                        </a:spcBef>
                        <a:spcAft>
                          <a:spcPts val="0"/>
                        </a:spcAft>
                        <a:buNone/>
                      </a:pPr>
                      <a:r>
                        <a:rPr lang="en-US" sz="800" b="1">
                          <a:solidFill>
                            <a:srgbClr val="0070C0"/>
                          </a:solidFill>
                        </a:rPr>
                        <a:t>630</a:t>
                      </a:r>
                      <a:endParaRPr/>
                    </a:p>
                    <a:p>
                      <a:pPr marL="0" marR="0" lvl="0" indent="0" algn="ctr" rtl="0">
                        <a:spcBef>
                          <a:spcPts val="0"/>
                        </a:spcBef>
                        <a:spcAft>
                          <a:spcPts val="0"/>
                        </a:spcAft>
                        <a:buNone/>
                      </a:pPr>
                      <a:r>
                        <a:rPr lang="en-US" sz="800" b="1">
                          <a:solidFill>
                            <a:srgbClr val="0070C0"/>
                          </a:solidFill>
                        </a:rPr>
                        <a:t>650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350</a:t>
                      </a:r>
                      <a:endParaRPr/>
                    </a:p>
                    <a:p>
                      <a:pPr marL="0" marR="0" lvl="0" indent="0" algn="ctr" rtl="0">
                        <a:spcBef>
                          <a:spcPts val="0"/>
                        </a:spcBef>
                        <a:spcAft>
                          <a:spcPts val="0"/>
                        </a:spcAft>
                        <a:buNone/>
                      </a:pPr>
                      <a:r>
                        <a:rPr lang="en-US" sz="800" b="1">
                          <a:solidFill>
                            <a:srgbClr val="00B050"/>
                          </a:solidFill>
                        </a:rPr>
                        <a:t>360</a:t>
                      </a:r>
                      <a:endParaRPr/>
                    </a:p>
                    <a:p>
                      <a:pPr marL="0" marR="0" lvl="0" indent="0" algn="ctr" rtl="0">
                        <a:spcBef>
                          <a:spcPts val="0"/>
                        </a:spcBef>
                        <a:spcAft>
                          <a:spcPts val="0"/>
                        </a:spcAft>
                        <a:buNone/>
                      </a:pPr>
                      <a:r>
                        <a:rPr lang="en-US" sz="800" b="1">
                          <a:solidFill>
                            <a:srgbClr val="00B050"/>
                          </a:solidFill>
                        </a:rPr>
                        <a:t>370</a:t>
                      </a:r>
                      <a:endParaRPr/>
                    </a:p>
                    <a:p>
                      <a:pPr marL="0" marR="0" lvl="0" indent="0" algn="ctr" rtl="0">
                        <a:spcBef>
                          <a:spcPts val="0"/>
                        </a:spcBef>
                        <a:spcAft>
                          <a:spcPts val="0"/>
                        </a:spcAft>
                        <a:buNone/>
                      </a:pPr>
                      <a:r>
                        <a:rPr lang="en-US" sz="800" b="1">
                          <a:solidFill>
                            <a:srgbClr val="00B050"/>
                          </a:solidFill>
                        </a:rPr>
                        <a:t>380</a:t>
                      </a:r>
                      <a:endParaRPr/>
                    </a:p>
                    <a:p>
                      <a:pPr marL="0" marR="0" lvl="0" indent="0" algn="ctr" rtl="0">
                        <a:spcBef>
                          <a:spcPts val="0"/>
                        </a:spcBef>
                        <a:spcAft>
                          <a:spcPts val="0"/>
                        </a:spcAft>
                        <a:buNone/>
                      </a:pPr>
                      <a:r>
                        <a:rPr lang="en-US" sz="800" b="1">
                          <a:solidFill>
                            <a:srgbClr val="00B050"/>
                          </a:solidFill>
                        </a:rPr>
                        <a:t>390</a:t>
                      </a:r>
                      <a:endParaRPr/>
                    </a:p>
                    <a:p>
                      <a:pPr marL="0" marR="0" lvl="0" indent="0" algn="ctr" rtl="0">
                        <a:spcBef>
                          <a:spcPts val="0"/>
                        </a:spcBef>
                        <a:spcAft>
                          <a:spcPts val="0"/>
                        </a:spcAft>
                        <a:buNone/>
                      </a:pPr>
                      <a:r>
                        <a:rPr lang="en-US" sz="800" b="1">
                          <a:solidFill>
                            <a:srgbClr val="00B050"/>
                          </a:solidFill>
                        </a:rPr>
                        <a:t>400</a:t>
                      </a:r>
                      <a:endParaRPr sz="800" b="1">
                        <a:solidFill>
                          <a:srgbClr val="00B050"/>
                        </a:solidFill>
                      </a:endParaRPr>
                    </a:p>
                  </a:txBody>
                  <a:tcPr marL="72000" marR="72000" marT="0" marB="0" anchor="ctr"/>
                </a:tc>
                <a:extLst>
                  <a:ext uri="{0D108BD9-81ED-4DB2-BD59-A6C34878D82A}">
                    <a16:rowId xmlns:a16="http://schemas.microsoft.com/office/drawing/2014/main" val="10001"/>
                  </a:ext>
                </a:extLst>
              </a:tr>
              <a:tr h="477275">
                <a:tc>
                  <a:txBody>
                    <a:bodyPr/>
                    <a:lstStyle/>
                    <a:p>
                      <a:pPr marL="0" marR="0" lvl="0" indent="0" algn="ctr" rtl="0">
                        <a:spcBef>
                          <a:spcPts val="0"/>
                        </a:spcBef>
                        <a:spcAft>
                          <a:spcPts val="0"/>
                        </a:spcAft>
                        <a:buNone/>
                      </a:pPr>
                      <a:r>
                        <a:rPr lang="en-US" sz="800" b="1">
                          <a:solidFill>
                            <a:schemeClr val="dk1"/>
                          </a:solidFill>
                        </a:rPr>
                        <a:t>360</a:t>
                      </a:r>
                      <a:endParaRPr/>
                    </a:p>
                    <a:p>
                      <a:pPr marL="0" marR="0" lvl="0" indent="0" algn="ctr" rtl="0">
                        <a:spcBef>
                          <a:spcPts val="0"/>
                        </a:spcBef>
                        <a:spcAft>
                          <a:spcPts val="0"/>
                        </a:spcAft>
                        <a:buNone/>
                      </a:pPr>
                      <a:r>
                        <a:rPr lang="en-US" sz="800" b="1">
                          <a:solidFill>
                            <a:schemeClr val="dk1"/>
                          </a:solidFill>
                        </a:rPr>
                        <a:t>370</a:t>
                      </a:r>
                      <a:endParaRPr/>
                    </a:p>
                    <a:p>
                      <a:pPr marL="0" marR="0" lvl="0" indent="0" algn="ctr" rtl="0">
                        <a:spcBef>
                          <a:spcPts val="0"/>
                        </a:spcBef>
                        <a:spcAft>
                          <a:spcPts val="0"/>
                        </a:spcAft>
                        <a:buNone/>
                      </a:pPr>
                      <a:r>
                        <a:rPr lang="en-US" sz="800" b="1">
                          <a:solidFill>
                            <a:schemeClr val="dk1"/>
                          </a:solidFill>
                        </a:rPr>
                        <a:t>380</a:t>
                      </a:r>
                      <a:endParaRPr/>
                    </a:p>
                    <a:p>
                      <a:pPr marL="0" marR="0" lvl="0" indent="0" algn="ctr" rtl="0">
                        <a:spcBef>
                          <a:spcPts val="0"/>
                        </a:spcBef>
                        <a:spcAft>
                          <a:spcPts val="0"/>
                        </a:spcAft>
                        <a:buNone/>
                      </a:pPr>
                      <a:r>
                        <a:rPr lang="en-US" sz="800" b="1">
                          <a:solidFill>
                            <a:schemeClr val="dk1"/>
                          </a:solidFill>
                        </a:rPr>
                        <a:t>390</a:t>
                      </a:r>
                      <a:endParaRPr/>
                    </a:p>
                    <a:p>
                      <a:pPr marL="0" marR="0" lvl="0" indent="0" algn="ctr" rtl="0">
                        <a:spcBef>
                          <a:spcPts val="0"/>
                        </a:spcBef>
                        <a:spcAft>
                          <a:spcPts val="0"/>
                        </a:spcAft>
                        <a:buNone/>
                      </a:pPr>
                      <a:r>
                        <a:rPr lang="en-US" sz="800" b="1">
                          <a:solidFill>
                            <a:schemeClr val="dk1"/>
                          </a:solidFill>
                        </a:rPr>
                        <a:t>400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670</a:t>
                      </a:r>
                      <a:endParaRPr/>
                    </a:p>
                    <a:p>
                      <a:pPr marL="0" marR="0" lvl="0" indent="0" algn="ctr" rtl="0">
                        <a:spcBef>
                          <a:spcPts val="0"/>
                        </a:spcBef>
                        <a:spcAft>
                          <a:spcPts val="0"/>
                        </a:spcAft>
                        <a:buNone/>
                      </a:pPr>
                      <a:r>
                        <a:rPr lang="en-US" sz="800" b="1">
                          <a:solidFill>
                            <a:srgbClr val="0070C0"/>
                          </a:solidFill>
                        </a:rPr>
                        <a:t>690</a:t>
                      </a:r>
                      <a:endParaRPr/>
                    </a:p>
                    <a:p>
                      <a:pPr marL="0" marR="0" lvl="0" indent="0" algn="ctr" rtl="0">
                        <a:spcBef>
                          <a:spcPts val="0"/>
                        </a:spcBef>
                        <a:spcAft>
                          <a:spcPts val="0"/>
                        </a:spcAft>
                        <a:buNone/>
                      </a:pPr>
                      <a:r>
                        <a:rPr lang="en-US" sz="800" b="1">
                          <a:solidFill>
                            <a:srgbClr val="0070C0"/>
                          </a:solidFill>
                        </a:rPr>
                        <a:t>710</a:t>
                      </a:r>
                      <a:endParaRPr/>
                    </a:p>
                    <a:p>
                      <a:pPr marL="0" marR="0" lvl="0" indent="0" algn="ctr" rtl="0">
                        <a:spcBef>
                          <a:spcPts val="0"/>
                        </a:spcBef>
                        <a:spcAft>
                          <a:spcPts val="0"/>
                        </a:spcAft>
                        <a:buNone/>
                      </a:pPr>
                      <a:r>
                        <a:rPr lang="en-US" sz="800" b="1">
                          <a:solidFill>
                            <a:srgbClr val="0070C0"/>
                          </a:solidFill>
                        </a:rPr>
                        <a:t>720</a:t>
                      </a:r>
                      <a:endParaRPr/>
                    </a:p>
                    <a:p>
                      <a:pPr marL="0" marR="0" lvl="0" indent="0" algn="ctr" rtl="0">
                        <a:spcBef>
                          <a:spcPts val="0"/>
                        </a:spcBef>
                        <a:spcAft>
                          <a:spcPts val="0"/>
                        </a:spcAft>
                        <a:buNone/>
                      </a:pPr>
                      <a:r>
                        <a:rPr lang="en-US" sz="800" b="1">
                          <a:solidFill>
                            <a:srgbClr val="0070C0"/>
                          </a:solidFill>
                        </a:rPr>
                        <a:t>740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410</a:t>
                      </a:r>
                      <a:endParaRPr/>
                    </a:p>
                    <a:p>
                      <a:pPr marL="0" marR="0" lvl="0" indent="0" algn="ctr" rtl="0">
                        <a:spcBef>
                          <a:spcPts val="0"/>
                        </a:spcBef>
                        <a:spcAft>
                          <a:spcPts val="0"/>
                        </a:spcAft>
                        <a:buNone/>
                      </a:pPr>
                      <a:r>
                        <a:rPr lang="en-US" sz="800" b="1">
                          <a:solidFill>
                            <a:srgbClr val="00B050"/>
                          </a:solidFill>
                        </a:rPr>
                        <a:t>430</a:t>
                      </a:r>
                      <a:endParaRPr/>
                    </a:p>
                    <a:p>
                      <a:pPr marL="0" marR="0" lvl="0" indent="0" algn="ctr" rtl="0">
                        <a:spcBef>
                          <a:spcPts val="0"/>
                        </a:spcBef>
                        <a:spcAft>
                          <a:spcPts val="0"/>
                        </a:spcAft>
                        <a:buNone/>
                      </a:pPr>
                      <a:r>
                        <a:rPr lang="en-US" sz="800" b="1">
                          <a:solidFill>
                            <a:srgbClr val="00B050"/>
                          </a:solidFill>
                        </a:rPr>
                        <a:t>440</a:t>
                      </a:r>
                      <a:endParaRPr/>
                    </a:p>
                    <a:p>
                      <a:pPr marL="0" marR="0" lvl="0" indent="0" algn="ctr" rtl="0">
                        <a:spcBef>
                          <a:spcPts val="0"/>
                        </a:spcBef>
                        <a:spcAft>
                          <a:spcPts val="0"/>
                        </a:spcAft>
                        <a:buNone/>
                      </a:pPr>
                      <a:r>
                        <a:rPr lang="en-US" sz="800" b="1">
                          <a:solidFill>
                            <a:srgbClr val="00B050"/>
                          </a:solidFill>
                        </a:rPr>
                        <a:t>450</a:t>
                      </a:r>
                      <a:endParaRPr/>
                    </a:p>
                    <a:p>
                      <a:pPr marL="0" marR="0" lvl="0" indent="0" algn="ctr" rtl="0">
                        <a:spcBef>
                          <a:spcPts val="0"/>
                        </a:spcBef>
                        <a:spcAft>
                          <a:spcPts val="0"/>
                        </a:spcAft>
                        <a:buNone/>
                      </a:pPr>
                      <a:r>
                        <a:rPr lang="en-US" sz="800" b="1">
                          <a:solidFill>
                            <a:srgbClr val="00B050"/>
                          </a:solidFill>
                        </a:rPr>
                        <a:t>460</a:t>
                      </a:r>
                      <a:endParaRPr sz="800" b="1">
                        <a:solidFill>
                          <a:srgbClr val="00B050"/>
                        </a:solidFill>
                      </a:endParaRPr>
                    </a:p>
                  </a:txBody>
                  <a:tcPr marL="72000" marR="72000" marT="0" marB="0" anchor="ctr"/>
                </a:tc>
                <a:extLst>
                  <a:ext uri="{0D108BD9-81ED-4DB2-BD59-A6C34878D82A}">
                    <a16:rowId xmlns:a16="http://schemas.microsoft.com/office/drawing/2014/main" val="10002"/>
                  </a:ext>
                </a:extLst>
              </a:tr>
              <a:tr h="477275">
                <a:tc>
                  <a:txBody>
                    <a:bodyPr/>
                    <a:lstStyle/>
                    <a:p>
                      <a:pPr marL="0" marR="0" lvl="0" indent="0" algn="ctr" rtl="0">
                        <a:spcBef>
                          <a:spcPts val="0"/>
                        </a:spcBef>
                        <a:spcAft>
                          <a:spcPts val="0"/>
                        </a:spcAft>
                        <a:buNone/>
                      </a:pPr>
                      <a:r>
                        <a:rPr lang="en-US" sz="800" b="1">
                          <a:solidFill>
                            <a:schemeClr val="dk1"/>
                          </a:solidFill>
                        </a:rPr>
                        <a:t>410</a:t>
                      </a:r>
                      <a:endParaRPr/>
                    </a:p>
                    <a:p>
                      <a:pPr marL="0" marR="0" lvl="0" indent="0" algn="ctr" rtl="0">
                        <a:spcBef>
                          <a:spcPts val="0"/>
                        </a:spcBef>
                        <a:spcAft>
                          <a:spcPts val="0"/>
                        </a:spcAft>
                        <a:buNone/>
                      </a:pPr>
                      <a:r>
                        <a:rPr lang="en-US" sz="800" b="1">
                          <a:solidFill>
                            <a:schemeClr val="dk1"/>
                          </a:solidFill>
                        </a:rPr>
                        <a:t>420</a:t>
                      </a:r>
                      <a:endParaRPr/>
                    </a:p>
                    <a:p>
                      <a:pPr marL="0" marR="0" lvl="0" indent="0" algn="ctr" rtl="0">
                        <a:spcBef>
                          <a:spcPts val="0"/>
                        </a:spcBef>
                        <a:spcAft>
                          <a:spcPts val="0"/>
                        </a:spcAft>
                        <a:buNone/>
                      </a:pPr>
                      <a:r>
                        <a:rPr lang="en-US" sz="800" b="1">
                          <a:solidFill>
                            <a:schemeClr val="dk1"/>
                          </a:solidFill>
                        </a:rPr>
                        <a:t>430</a:t>
                      </a:r>
                      <a:endParaRPr/>
                    </a:p>
                    <a:p>
                      <a:pPr marL="0" marR="0" lvl="0" indent="0" algn="ctr" rtl="0">
                        <a:spcBef>
                          <a:spcPts val="0"/>
                        </a:spcBef>
                        <a:spcAft>
                          <a:spcPts val="0"/>
                        </a:spcAft>
                        <a:buNone/>
                      </a:pPr>
                      <a:r>
                        <a:rPr lang="en-US" sz="800" b="1">
                          <a:solidFill>
                            <a:schemeClr val="dk1"/>
                          </a:solidFill>
                        </a:rPr>
                        <a:t>440</a:t>
                      </a:r>
                      <a:endParaRPr/>
                    </a:p>
                    <a:p>
                      <a:pPr marL="0" marR="0" lvl="0" indent="0" algn="ctr" rtl="0">
                        <a:spcBef>
                          <a:spcPts val="0"/>
                        </a:spcBef>
                        <a:spcAft>
                          <a:spcPts val="0"/>
                        </a:spcAft>
                        <a:buNone/>
                      </a:pPr>
                      <a:r>
                        <a:rPr lang="en-US" sz="800" b="1">
                          <a:solidFill>
                            <a:schemeClr val="dk1"/>
                          </a:solidFill>
                        </a:rPr>
                        <a:t>450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760</a:t>
                      </a:r>
                      <a:endParaRPr/>
                    </a:p>
                    <a:p>
                      <a:pPr marL="0" marR="0" lvl="0" indent="0" algn="ctr" rtl="0">
                        <a:spcBef>
                          <a:spcPts val="0"/>
                        </a:spcBef>
                        <a:spcAft>
                          <a:spcPts val="0"/>
                        </a:spcAft>
                        <a:buNone/>
                      </a:pPr>
                      <a:r>
                        <a:rPr lang="en-US" sz="800" b="1">
                          <a:solidFill>
                            <a:srgbClr val="0070C0"/>
                          </a:solidFill>
                        </a:rPr>
                        <a:t>780</a:t>
                      </a:r>
                      <a:endParaRPr/>
                    </a:p>
                    <a:p>
                      <a:pPr marL="0" marR="0" lvl="0" indent="0" algn="ctr" rtl="0">
                        <a:spcBef>
                          <a:spcPts val="0"/>
                        </a:spcBef>
                        <a:spcAft>
                          <a:spcPts val="0"/>
                        </a:spcAft>
                        <a:buNone/>
                      </a:pPr>
                      <a:r>
                        <a:rPr lang="en-US" sz="800" b="1">
                          <a:solidFill>
                            <a:srgbClr val="0070C0"/>
                          </a:solidFill>
                        </a:rPr>
                        <a:t>800</a:t>
                      </a:r>
                      <a:endParaRPr/>
                    </a:p>
                    <a:p>
                      <a:pPr marL="0" marR="0" lvl="0" indent="0" algn="ctr" rtl="0">
                        <a:spcBef>
                          <a:spcPts val="0"/>
                        </a:spcBef>
                        <a:spcAft>
                          <a:spcPts val="0"/>
                        </a:spcAft>
                        <a:buNone/>
                      </a:pPr>
                      <a:r>
                        <a:rPr lang="en-US" sz="800" b="1">
                          <a:solidFill>
                            <a:srgbClr val="0070C0"/>
                          </a:solidFill>
                        </a:rPr>
                        <a:t>820</a:t>
                      </a:r>
                      <a:endParaRPr/>
                    </a:p>
                    <a:p>
                      <a:pPr marL="0" marR="0" lvl="0" indent="0" algn="ctr" rtl="0">
                        <a:spcBef>
                          <a:spcPts val="0"/>
                        </a:spcBef>
                        <a:spcAft>
                          <a:spcPts val="0"/>
                        </a:spcAft>
                        <a:buNone/>
                      </a:pPr>
                      <a:r>
                        <a:rPr lang="en-US" sz="800" b="1">
                          <a:solidFill>
                            <a:srgbClr val="0070C0"/>
                          </a:solidFill>
                        </a:rPr>
                        <a:t>830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470</a:t>
                      </a:r>
                      <a:endParaRPr/>
                    </a:p>
                    <a:p>
                      <a:pPr marL="0" marR="0" lvl="0" indent="0" algn="ctr" rtl="0">
                        <a:spcBef>
                          <a:spcPts val="0"/>
                        </a:spcBef>
                        <a:spcAft>
                          <a:spcPts val="0"/>
                        </a:spcAft>
                        <a:buNone/>
                      </a:pPr>
                      <a:r>
                        <a:rPr lang="en-US" sz="800" b="1">
                          <a:solidFill>
                            <a:srgbClr val="00B050"/>
                          </a:solidFill>
                        </a:rPr>
                        <a:t>480</a:t>
                      </a:r>
                      <a:endParaRPr/>
                    </a:p>
                    <a:p>
                      <a:pPr marL="0" marR="0" lvl="0" indent="0" algn="ctr" rtl="0">
                        <a:spcBef>
                          <a:spcPts val="0"/>
                        </a:spcBef>
                        <a:spcAft>
                          <a:spcPts val="0"/>
                        </a:spcAft>
                        <a:buNone/>
                      </a:pPr>
                      <a:r>
                        <a:rPr lang="en-US" sz="800" b="1">
                          <a:solidFill>
                            <a:srgbClr val="00B050"/>
                          </a:solidFill>
                        </a:rPr>
                        <a:t>500</a:t>
                      </a:r>
                      <a:endParaRPr/>
                    </a:p>
                    <a:p>
                      <a:pPr marL="0" marR="0" lvl="0" indent="0" algn="ctr" rtl="0">
                        <a:spcBef>
                          <a:spcPts val="0"/>
                        </a:spcBef>
                        <a:spcAft>
                          <a:spcPts val="0"/>
                        </a:spcAft>
                        <a:buNone/>
                      </a:pPr>
                      <a:r>
                        <a:rPr lang="en-US" sz="800" b="1">
                          <a:solidFill>
                            <a:srgbClr val="00B050"/>
                          </a:solidFill>
                        </a:rPr>
                        <a:t>510</a:t>
                      </a:r>
                      <a:endParaRPr/>
                    </a:p>
                    <a:p>
                      <a:pPr marL="0" marR="0" lvl="0" indent="0" algn="ctr" rtl="0">
                        <a:spcBef>
                          <a:spcPts val="0"/>
                        </a:spcBef>
                        <a:spcAft>
                          <a:spcPts val="0"/>
                        </a:spcAft>
                        <a:buNone/>
                      </a:pPr>
                      <a:r>
                        <a:rPr lang="en-US" sz="800" b="1">
                          <a:solidFill>
                            <a:srgbClr val="00B050"/>
                          </a:solidFill>
                        </a:rPr>
                        <a:t>520</a:t>
                      </a:r>
                      <a:endParaRPr sz="800" b="1">
                        <a:solidFill>
                          <a:srgbClr val="00B050"/>
                        </a:solidFill>
                      </a:endParaRPr>
                    </a:p>
                  </a:txBody>
                  <a:tcPr marL="72000" marR="72000" marT="0" marB="0" anchor="ctr"/>
                </a:tc>
                <a:extLst>
                  <a:ext uri="{0D108BD9-81ED-4DB2-BD59-A6C34878D82A}">
                    <a16:rowId xmlns:a16="http://schemas.microsoft.com/office/drawing/2014/main" val="10003"/>
                  </a:ext>
                </a:extLst>
              </a:tr>
              <a:tr h="477275">
                <a:tc>
                  <a:txBody>
                    <a:bodyPr/>
                    <a:lstStyle/>
                    <a:p>
                      <a:pPr marL="0" marR="0" lvl="0" indent="0" algn="ctr" rtl="0">
                        <a:spcBef>
                          <a:spcPts val="0"/>
                        </a:spcBef>
                        <a:spcAft>
                          <a:spcPts val="0"/>
                        </a:spcAft>
                        <a:buNone/>
                      </a:pPr>
                      <a:r>
                        <a:rPr lang="en-US" sz="800" b="1">
                          <a:solidFill>
                            <a:schemeClr val="dk1"/>
                          </a:solidFill>
                        </a:rPr>
                        <a:t>460</a:t>
                      </a:r>
                      <a:endParaRPr/>
                    </a:p>
                    <a:p>
                      <a:pPr marL="0" marR="0" lvl="0" indent="0" algn="ctr" rtl="0">
                        <a:spcBef>
                          <a:spcPts val="0"/>
                        </a:spcBef>
                        <a:spcAft>
                          <a:spcPts val="0"/>
                        </a:spcAft>
                        <a:buNone/>
                      </a:pPr>
                      <a:r>
                        <a:rPr lang="en-US" sz="800" b="1">
                          <a:solidFill>
                            <a:schemeClr val="dk1"/>
                          </a:solidFill>
                        </a:rPr>
                        <a:t>470</a:t>
                      </a:r>
                      <a:endParaRPr/>
                    </a:p>
                    <a:p>
                      <a:pPr marL="0" marR="0" lvl="0" indent="0" algn="ctr" rtl="0">
                        <a:spcBef>
                          <a:spcPts val="0"/>
                        </a:spcBef>
                        <a:spcAft>
                          <a:spcPts val="0"/>
                        </a:spcAft>
                        <a:buNone/>
                      </a:pPr>
                      <a:r>
                        <a:rPr lang="en-US" sz="800" b="1">
                          <a:solidFill>
                            <a:schemeClr val="dk1"/>
                          </a:solidFill>
                        </a:rPr>
                        <a:t>480</a:t>
                      </a:r>
                      <a:endParaRPr/>
                    </a:p>
                    <a:p>
                      <a:pPr marL="0" marR="0" lvl="0" indent="0" algn="ctr" rtl="0">
                        <a:spcBef>
                          <a:spcPts val="0"/>
                        </a:spcBef>
                        <a:spcAft>
                          <a:spcPts val="0"/>
                        </a:spcAft>
                        <a:buNone/>
                      </a:pPr>
                      <a:r>
                        <a:rPr lang="en-US" sz="800" b="1">
                          <a:solidFill>
                            <a:schemeClr val="dk1"/>
                          </a:solidFill>
                        </a:rPr>
                        <a:t>490</a:t>
                      </a:r>
                      <a:endParaRPr/>
                    </a:p>
                    <a:p>
                      <a:pPr marL="0" marR="0" lvl="0" indent="0" algn="ctr" rtl="0">
                        <a:spcBef>
                          <a:spcPts val="0"/>
                        </a:spcBef>
                        <a:spcAft>
                          <a:spcPts val="0"/>
                        </a:spcAft>
                        <a:buNone/>
                      </a:pPr>
                      <a:r>
                        <a:rPr lang="en-US" sz="800" b="1">
                          <a:solidFill>
                            <a:schemeClr val="dk1"/>
                          </a:solidFill>
                        </a:rPr>
                        <a:t>500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850</a:t>
                      </a:r>
                      <a:endParaRPr/>
                    </a:p>
                    <a:p>
                      <a:pPr marL="0" marR="0" lvl="0" indent="0" algn="ctr" rtl="0">
                        <a:spcBef>
                          <a:spcPts val="0"/>
                        </a:spcBef>
                        <a:spcAft>
                          <a:spcPts val="0"/>
                        </a:spcAft>
                        <a:buNone/>
                      </a:pPr>
                      <a:r>
                        <a:rPr lang="en-US" sz="800" b="1">
                          <a:solidFill>
                            <a:srgbClr val="0070C0"/>
                          </a:solidFill>
                        </a:rPr>
                        <a:t>870</a:t>
                      </a:r>
                      <a:endParaRPr/>
                    </a:p>
                    <a:p>
                      <a:pPr marL="0" marR="0" lvl="0" indent="0" algn="ctr" rtl="0">
                        <a:spcBef>
                          <a:spcPts val="0"/>
                        </a:spcBef>
                        <a:spcAft>
                          <a:spcPts val="0"/>
                        </a:spcAft>
                        <a:buNone/>
                      </a:pPr>
                      <a:r>
                        <a:rPr lang="en-US" sz="800" b="1">
                          <a:solidFill>
                            <a:srgbClr val="0070C0"/>
                          </a:solidFill>
                        </a:rPr>
                        <a:t>890</a:t>
                      </a:r>
                      <a:endParaRPr/>
                    </a:p>
                    <a:p>
                      <a:pPr marL="0" marR="0" lvl="0" indent="0" algn="ctr" rtl="0">
                        <a:spcBef>
                          <a:spcPts val="0"/>
                        </a:spcBef>
                        <a:spcAft>
                          <a:spcPts val="0"/>
                        </a:spcAft>
                        <a:buNone/>
                      </a:pPr>
                      <a:r>
                        <a:rPr lang="en-US" sz="800" b="1">
                          <a:solidFill>
                            <a:srgbClr val="0070C0"/>
                          </a:solidFill>
                        </a:rPr>
                        <a:t>910</a:t>
                      </a:r>
                      <a:endParaRPr/>
                    </a:p>
                    <a:p>
                      <a:pPr marL="0" marR="0" lvl="0" indent="0" algn="ctr" rtl="0">
                        <a:spcBef>
                          <a:spcPts val="0"/>
                        </a:spcBef>
                        <a:spcAft>
                          <a:spcPts val="0"/>
                        </a:spcAft>
                        <a:buNone/>
                      </a:pPr>
                      <a:r>
                        <a:rPr lang="en-US" sz="800" b="1">
                          <a:solidFill>
                            <a:srgbClr val="0070C0"/>
                          </a:solidFill>
                        </a:rPr>
                        <a:t>930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530</a:t>
                      </a:r>
                      <a:endParaRPr/>
                    </a:p>
                    <a:p>
                      <a:pPr marL="0" marR="0" lvl="0" indent="0" algn="ctr" rtl="0">
                        <a:spcBef>
                          <a:spcPts val="0"/>
                        </a:spcBef>
                        <a:spcAft>
                          <a:spcPts val="0"/>
                        </a:spcAft>
                        <a:buNone/>
                      </a:pPr>
                      <a:r>
                        <a:rPr lang="en-US" sz="800" b="1">
                          <a:solidFill>
                            <a:srgbClr val="00B050"/>
                          </a:solidFill>
                        </a:rPr>
                        <a:t>540</a:t>
                      </a:r>
                      <a:endParaRPr/>
                    </a:p>
                    <a:p>
                      <a:pPr marL="0" marR="0" lvl="0" indent="0" algn="ctr" rtl="0">
                        <a:spcBef>
                          <a:spcPts val="0"/>
                        </a:spcBef>
                        <a:spcAft>
                          <a:spcPts val="0"/>
                        </a:spcAft>
                        <a:buNone/>
                      </a:pPr>
                      <a:r>
                        <a:rPr lang="en-US" sz="800" b="1">
                          <a:solidFill>
                            <a:srgbClr val="00B050"/>
                          </a:solidFill>
                        </a:rPr>
                        <a:t>550</a:t>
                      </a:r>
                      <a:endParaRPr/>
                    </a:p>
                    <a:p>
                      <a:pPr marL="0" marR="0" lvl="0" indent="0" algn="ctr" rtl="0">
                        <a:spcBef>
                          <a:spcPts val="0"/>
                        </a:spcBef>
                        <a:spcAft>
                          <a:spcPts val="0"/>
                        </a:spcAft>
                        <a:buNone/>
                      </a:pPr>
                      <a:r>
                        <a:rPr lang="en-US" sz="800" b="1">
                          <a:solidFill>
                            <a:srgbClr val="00B050"/>
                          </a:solidFill>
                        </a:rPr>
                        <a:t>560</a:t>
                      </a:r>
                      <a:endParaRPr/>
                    </a:p>
                    <a:p>
                      <a:pPr marL="0" marR="0" lvl="0" indent="0" algn="ctr" rtl="0">
                        <a:spcBef>
                          <a:spcPts val="0"/>
                        </a:spcBef>
                        <a:spcAft>
                          <a:spcPts val="0"/>
                        </a:spcAft>
                        <a:buNone/>
                      </a:pPr>
                      <a:r>
                        <a:rPr lang="en-US" sz="800" b="1">
                          <a:solidFill>
                            <a:srgbClr val="00B050"/>
                          </a:solidFill>
                        </a:rPr>
                        <a:t>580</a:t>
                      </a:r>
                      <a:endParaRPr sz="800" b="1">
                        <a:solidFill>
                          <a:srgbClr val="00B050"/>
                        </a:solidFill>
                      </a:endParaRPr>
                    </a:p>
                  </a:txBody>
                  <a:tcPr marL="72000" marR="72000" marT="0" marB="0" anchor="ctr"/>
                </a:tc>
                <a:extLst>
                  <a:ext uri="{0D108BD9-81ED-4DB2-BD59-A6C34878D82A}">
                    <a16:rowId xmlns:a16="http://schemas.microsoft.com/office/drawing/2014/main" val="10004"/>
                  </a:ext>
                </a:extLst>
              </a:tr>
              <a:tr h="477275">
                <a:tc>
                  <a:txBody>
                    <a:bodyPr/>
                    <a:lstStyle/>
                    <a:p>
                      <a:pPr marL="0" marR="0" lvl="0" indent="0" algn="ctr" rtl="0">
                        <a:spcBef>
                          <a:spcPts val="0"/>
                        </a:spcBef>
                        <a:spcAft>
                          <a:spcPts val="0"/>
                        </a:spcAft>
                        <a:buNone/>
                      </a:pPr>
                      <a:r>
                        <a:rPr lang="en-US" sz="800" b="1">
                          <a:solidFill>
                            <a:schemeClr val="dk1"/>
                          </a:solidFill>
                        </a:rPr>
                        <a:t>510</a:t>
                      </a:r>
                      <a:endParaRPr/>
                    </a:p>
                    <a:p>
                      <a:pPr marL="0" marR="0" lvl="0" indent="0" algn="ctr" rtl="0">
                        <a:spcBef>
                          <a:spcPts val="0"/>
                        </a:spcBef>
                        <a:spcAft>
                          <a:spcPts val="0"/>
                        </a:spcAft>
                        <a:buNone/>
                      </a:pPr>
                      <a:r>
                        <a:rPr lang="en-US" sz="800" b="1">
                          <a:solidFill>
                            <a:schemeClr val="dk1"/>
                          </a:solidFill>
                        </a:rPr>
                        <a:t>520</a:t>
                      </a:r>
                      <a:endParaRPr/>
                    </a:p>
                    <a:p>
                      <a:pPr marL="0" marR="0" lvl="0" indent="0" algn="ctr" rtl="0">
                        <a:spcBef>
                          <a:spcPts val="0"/>
                        </a:spcBef>
                        <a:spcAft>
                          <a:spcPts val="0"/>
                        </a:spcAft>
                        <a:buNone/>
                      </a:pPr>
                      <a:r>
                        <a:rPr lang="en-US" sz="800" b="1">
                          <a:solidFill>
                            <a:schemeClr val="dk1"/>
                          </a:solidFill>
                        </a:rPr>
                        <a:t>530</a:t>
                      </a:r>
                      <a:endParaRPr/>
                    </a:p>
                    <a:p>
                      <a:pPr marL="0" marR="0" lvl="0" indent="0" algn="ctr" rtl="0">
                        <a:spcBef>
                          <a:spcPts val="0"/>
                        </a:spcBef>
                        <a:spcAft>
                          <a:spcPts val="0"/>
                        </a:spcAft>
                        <a:buNone/>
                      </a:pPr>
                      <a:r>
                        <a:rPr lang="en-US" sz="800" b="1">
                          <a:solidFill>
                            <a:schemeClr val="dk1"/>
                          </a:solidFill>
                        </a:rPr>
                        <a:t>540</a:t>
                      </a:r>
                      <a:endParaRPr/>
                    </a:p>
                    <a:p>
                      <a:pPr marL="0" marR="0" lvl="0" indent="0" algn="ctr" rtl="0">
                        <a:spcBef>
                          <a:spcPts val="0"/>
                        </a:spcBef>
                        <a:spcAft>
                          <a:spcPts val="0"/>
                        </a:spcAft>
                        <a:buNone/>
                      </a:pPr>
                      <a:r>
                        <a:rPr lang="en-US" sz="800" b="1">
                          <a:solidFill>
                            <a:schemeClr val="dk1"/>
                          </a:solidFill>
                        </a:rPr>
                        <a:t>550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950</a:t>
                      </a:r>
                      <a:endParaRPr/>
                    </a:p>
                    <a:p>
                      <a:pPr marL="0" marR="0" lvl="0" indent="0" algn="ctr" rtl="0">
                        <a:spcBef>
                          <a:spcPts val="0"/>
                        </a:spcBef>
                        <a:spcAft>
                          <a:spcPts val="0"/>
                        </a:spcAft>
                        <a:buNone/>
                      </a:pPr>
                      <a:r>
                        <a:rPr lang="en-US" sz="800" b="1">
                          <a:solidFill>
                            <a:srgbClr val="0070C0"/>
                          </a:solidFill>
                        </a:rPr>
                        <a:t>960</a:t>
                      </a:r>
                      <a:endParaRPr/>
                    </a:p>
                    <a:p>
                      <a:pPr marL="0" marR="0" lvl="0" indent="0" algn="ctr" rtl="0">
                        <a:spcBef>
                          <a:spcPts val="0"/>
                        </a:spcBef>
                        <a:spcAft>
                          <a:spcPts val="0"/>
                        </a:spcAft>
                        <a:buNone/>
                      </a:pPr>
                      <a:r>
                        <a:rPr lang="en-US" sz="800" b="1">
                          <a:solidFill>
                            <a:srgbClr val="0070C0"/>
                          </a:solidFill>
                        </a:rPr>
                        <a:t>980</a:t>
                      </a:r>
                      <a:endParaRPr/>
                    </a:p>
                    <a:p>
                      <a:pPr marL="0" marR="0" lvl="0" indent="0" algn="ctr" rtl="0">
                        <a:spcBef>
                          <a:spcPts val="0"/>
                        </a:spcBef>
                        <a:spcAft>
                          <a:spcPts val="0"/>
                        </a:spcAft>
                        <a:buNone/>
                      </a:pPr>
                      <a:r>
                        <a:rPr lang="en-US" sz="800" b="1">
                          <a:solidFill>
                            <a:srgbClr val="0070C0"/>
                          </a:solidFill>
                        </a:rPr>
                        <a:t>1000</a:t>
                      </a:r>
                      <a:endParaRPr/>
                    </a:p>
                    <a:p>
                      <a:pPr marL="0" marR="0" lvl="0" indent="0" algn="ctr" rtl="0">
                        <a:spcBef>
                          <a:spcPts val="0"/>
                        </a:spcBef>
                        <a:spcAft>
                          <a:spcPts val="0"/>
                        </a:spcAft>
                        <a:buNone/>
                      </a:pPr>
                      <a:r>
                        <a:rPr lang="en-US" sz="800" b="1">
                          <a:solidFill>
                            <a:srgbClr val="0070C0"/>
                          </a:solidFill>
                        </a:rPr>
                        <a:t>1020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590</a:t>
                      </a:r>
                      <a:endParaRPr/>
                    </a:p>
                    <a:p>
                      <a:pPr marL="0" marR="0" lvl="0" indent="0" algn="ctr" rtl="0">
                        <a:spcBef>
                          <a:spcPts val="0"/>
                        </a:spcBef>
                        <a:spcAft>
                          <a:spcPts val="0"/>
                        </a:spcAft>
                        <a:buNone/>
                      </a:pPr>
                      <a:r>
                        <a:rPr lang="en-US" sz="800" b="1">
                          <a:solidFill>
                            <a:srgbClr val="00B050"/>
                          </a:solidFill>
                        </a:rPr>
                        <a:t>600</a:t>
                      </a:r>
                      <a:endParaRPr/>
                    </a:p>
                    <a:p>
                      <a:pPr marL="0" marR="0" lvl="0" indent="0" algn="ctr" rtl="0">
                        <a:spcBef>
                          <a:spcPts val="0"/>
                        </a:spcBef>
                        <a:spcAft>
                          <a:spcPts val="0"/>
                        </a:spcAft>
                        <a:buNone/>
                      </a:pPr>
                      <a:r>
                        <a:rPr lang="en-US" sz="800" b="1">
                          <a:solidFill>
                            <a:srgbClr val="00B050"/>
                          </a:solidFill>
                        </a:rPr>
                        <a:t>610</a:t>
                      </a:r>
                      <a:endParaRPr/>
                    </a:p>
                    <a:p>
                      <a:pPr marL="0" marR="0" lvl="0" indent="0" algn="ctr" rtl="0">
                        <a:spcBef>
                          <a:spcPts val="0"/>
                        </a:spcBef>
                        <a:spcAft>
                          <a:spcPts val="0"/>
                        </a:spcAft>
                        <a:buNone/>
                      </a:pPr>
                      <a:r>
                        <a:rPr lang="en-US" sz="800" b="1">
                          <a:solidFill>
                            <a:srgbClr val="00B050"/>
                          </a:solidFill>
                        </a:rPr>
                        <a:t>620</a:t>
                      </a:r>
                      <a:endParaRPr/>
                    </a:p>
                    <a:p>
                      <a:pPr marL="0" marR="0" lvl="0" indent="0" algn="ctr" rtl="0">
                        <a:spcBef>
                          <a:spcPts val="0"/>
                        </a:spcBef>
                        <a:spcAft>
                          <a:spcPts val="0"/>
                        </a:spcAft>
                        <a:buNone/>
                      </a:pPr>
                      <a:r>
                        <a:rPr lang="en-US" sz="800" b="1">
                          <a:solidFill>
                            <a:srgbClr val="00B050"/>
                          </a:solidFill>
                        </a:rPr>
                        <a:t>630</a:t>
                      </a:r>
                      <a:endParaRPr sz="800" b="1">
                        <a:solidFill>
                          <a:srgbClr val="00B050"/>
                        </a:solidFill>
                      </a:endParaRPr>
                    </a:p>
                  </a:txBody>
                  <a:tcPr marL="72000" marR="72000" marT="0" marB="0" anchor="ctr"/>
                </a:tc>
                <a:extLst>
                  <a:ext uri="{0D108BD9-81ED-4DB2-BD59-A6C34878D82A}">
                    <a16:rowId xmlns:a16="http://schemas.microsoft.com/office/drawing/2014/main" val="10005"/>
                  </a:ext>
                </a:extLst>
              </a:tr>
              <a:tr h="477275">
                <a:tc>
                  <a:txBody>
                    <a:bodyPr/>
                    <a:lstStyle/>
                    <a:p>
                      <a:pPr marL="0" marR="0" lvl="0" indent="0" algn="ctr" rtl="0">
                        <a:spcBef>
                          <a:spcPts val="0"/>
                        </a:spcBef>
                        <a:spcAft>
                          <a:spcPts val="0"/>
                        </a:spcAft>
                        <a:buNone/>
                      </a:pPr>
                      <a:r>
                        <a:rPr lang="en-US" sz="800" b="1">
                          <a:solidFill>
                            <a:schemeClr val="dk1"/>
                          </a:solidFill>
                        </a:rPr>
                        <a:t>560</a:t>
                      </a:r>
                      <a:endParaRPr/>
                    </a:p>
                    <a:p>
                      <a:pPr marL="0" marR="0" lvl="0" indent="0" algn="ctr" rtl="0">
                        <a:spcBef>
                          <a:spcPts val="0"/>
                        </a:spcBef>
                        <a:spcAft>
                          <a:spcPts val="0"/>
                        </a:spcAft>
                        <a:buNone/>
                      </a:pPr>
                      <a:r>
                        <a:rPr lang="en-US" sz="800" b="1">
                          <a:solidFill>
                            <a:schemeClr val="dk1"/>
                          </a:solidFill>
                        </a:rPr>
                        <a:t>570</a:t>
                      </a:r>
                      <a:endParaRPr/>
                    </a:p>
                    <a:p>
                      <a:pPr marL="0" marR="0" lvl="0" indent="0" algn="ctr" rtl="0">
                        <a:spcBef>
                          <a:spcPts val="0"/>
                        </a:spcBef>
                        <a:spcAft>
                          <a:spcPts val="0"/>
                        </a:spcAft>
                        <a:buNone/>
                      </a:pPr>
                      <a:r>
                        <a:rPr lang="en-US" sz="800" b="1">
                          <a:solidFill>
                            <a:schemeClr val="dk1"/>
                          </a:solidFill>
                        </a:rPr>
                        <a:t>580</a:t>
                      </a:r>
                      <a:endParaRPr/>
                    </a:p>
                    <a:p>
                      <a:pPr marL="0" marR="0" lvl="0" indent="0" algn="ctr" rtl="0">
                        <a:spcBef>
                          <a:spcPts val="0"/>
                        </a:spcBef>
                        <a:spcAft>
                          <a:spcPts val="0"/>
                        </a:spcAft>
                        <a:buNone/>
                      </a:pPr>
                      <a:r>
                        <a:rPr lang="en-US" sz="800" b="1">
                          <a:solidFill>
                            <a:schemeClr val="dk1"/>
                          </a:solidFill>
                        </a:rPr>
                        <a:t>590</a:t>
                      </a:r>
                      <a:endParaRPr/>
                    </a:p>
                    <a:p>
                      <a:pPr marL="0" marR="0" lvl="0" indent="0" algn="ctr" rtl="0">
                        <a:spcBef>
                          <a:spcPts val="0"/>
                        </a:spcBef>
                        <a:spcAft>
                          <a:spcPts val="0"/>
                        </a:spcAft>
                        <a:buNone/>
                      </a:pPr>
                      <a:r>
                        <a:rPr lang="en-US" sz="800" b="1">
                          <a:solidFill>
                            <a:schemeClr val="dk1"/>
                          </a:solidFill>
                        </a:rPr>
                        <a:t>600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1040</a:t>
                      </a:r>
                      <a:endParaRPr/>
                    </a:p>
                    <a:p>
                      <a:pPr marL="0" marR="0" lvl="0" indent="0" algn="ctr" rtl="0">
                        <a:spcBef>
                          <a:spcPts val="0"/>
                        </a:spcBef>
                        <a:spcAft>
                          <a:spcPts val="0"/>
                        </a:spcAft>
                        <a:buNone/>
                      </a:pPr>
                      <a:r>
                        <a:rPr lang="en-US" sz="800" b="1">
                          <a:solidFill>
                            <a:srgbClr val="0070C0"/>
                          </a:solidFill>
                        </a:rPr>
                        <a:t>1060</a:t>
                      </a:r>
                      <a:endParaRPr/>
                    </a:p>
                    <a:p>
                      <a:pPr marL="0" marR="0" lvl="0" indent="0" algn="ctr" rtl="0">
                        <a:spcBef>
                          <a:spcPts val="0"/>
                        </a:spcBef>
                        <a:spcAft>
                          <a:spcPts val="0"/>
                        </a:spcAft>
                        <a:buNone/>
                      </a:pPr>
                      <a:r>
                        <a:rPr lang="en-US" sz="800" b="1">
                          <a:solidFill>
                            <a:srgbClr val="0070C0"/>
                          </a:solidFill>
                        </a:rPr>
                        <a:t>1070</a:t>
                      </a:r>
                      <a:endParaRPr/>
                    </a:p>
                    <a:p>
                      <a:pPr marL="0" marR="0" lvl="0" indent="0" algn="ctr" rtl="0">
                        <a:spcBef>
                          <a:spcPts val="0"/>
                        </a:spcBef>
                        <a:spcAft>
                          <a:spcPts val="0"/>
                        </a:spcAft>
                        <a:buNone/>
                      </a:pPr>
                      <a:r>
                        <a:rPr lang="en-US" sz="800" b="1">
                          <a:solidFill>
                            <a:srgbClr val="0070C0"/>
                          </a:solidFill>
                        </a:rPr>
                        <a:t>1090</a:t>
                      </a:r>
                      <a:endParaRPr/>
                    </a:p>
                    <a:p>
                      <a:pPr marL="0" marR="0" lvl="0" indent="0" algn="ctr" rtl="0">
                        <a:spcBef>
                          <a:spcPts val="0"/>
                        </a:spcBef>
                        <a:spcAft>
                          <a:spcPts val="0"/>
                        </a:spcAft>
                        <a:buNone/>
                      </a:pPr>
                      <a:r>
                        <a:rPr lang="en-US" sz="800" b="1">
                          <a:solidFill>
                            <a:srgbClr val="0070C0"/>
                          </a:solidFill>
                        </a:rPr>
                        <a:t>1110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650</a:t>
                      </a:r>
                      <a:endParaRPr/>
                    </a:p>
                    <a:p>
                      <a:pPr marL="0" marR="0" lvl="0" indent="0" algn="ctr" rtl="0">
                        <a:spcBef>
                          <a:spcPts val="0"/>
                        </a:spcBef>
                        <a:spcAft>
                          <a:spcPts val="0"/>
                        </a:spcAft>
                        <a:buNone/>
                      </a:pPr>
                      <a:r>
                        <a:rPr lang="en-US" sz="800" b="1">
                          <a:solidFill>
                            <a:srgbClr val="00B050"/>
                          </a:solidFill>
                        </a:rPr>
                        <a:t>660</a:t>
                      </a:r>
                      <a:endParaRPr/>
                    </a:p>
                    <a:p>
                      <a:pPr marL="0" marR="0" lvl="0" indent="0" algn="ctr" rtl="0">
                        <a:spcBef>
                          <a:spcPts val="0"/>
                        </a:spcBef>
                        <a:spcAft>
                          <a:spcPts val="0"/>
                        </a:spcAft>
                        <a:buNone/>
                      </a:pPr>
                      <a:r>
                        <a:rPr lang="en-US" sz="800" b="1">
                          <a:solidFill>
                            <a:srgbClr val="00B050"/>
                          </a:solidFill>
                        </a:rPr>
                        <a:t>670</a:t>
                      </a:r>
                      <a:endParaRPr/>
                    </a:p>
                    <a:p>
                      <a:pPr marL="0" marR="0" lvl="0" indent="0" algn="ctr" rtl="0">
                        <a:spcBef>
                          <a:spcPts val="0"/>
                        </a:spcBef>
                        <a:spcAft>
                          <a:spcPts val="0"/>
                        </a:spcAft>
                        <a:buNone/>
                      </a:pPr>
                      <a:r>
                        <a:rPr lang="en-US" sz="800" b="1">
                          <a:solidFill>
                            <a:srgbClr val="00B050"/>
                          </a:solidFill>
                        </a:rPr>
                        <a:t>680</a:t>
                      </a:r>
                      <a:endParaRPr/>
                    </a:p>
                    <a:p>
                      <a:pPr marL="0" marR="0" lvl="0" indent="0" algn="ctr" rtl="0">
                        <a:spcBef>
                          <a:spcPts val="0"/>
                        </a:spcBef>
                        <a:spcAft>
                          <a:spcPts val="0"/>
                        </a:spcAft>
                        <a:buNone/>
                      </a:pPr>
                      <a:r>
                        <a:rPr lang="en-US" sz="800" b="1">
                          <a:solidFill>
                            <a:srgbClr val="00B050"/>
                          </a:solidFill>
                        </a:rPr>
                        <a:t>690</a:t>
                      </a:r>
                      <a:endParaRPr sz="800" b="1">
                        <a:solidFill>
                          <a:srgbClr val="00B050"/>
                        </a:solidFill>
                      </a:endParaRPr>
                    </a:p>
                  </a:txBody>
                  <a:tcPr marL="72000" marR="72000" marT="0" marB="0" anchor="ctr"/>
                </a:tc>
                <a:extLst>
                  <a:ext uri="{0D108BD9-81ED-4DB2-BD59-A6C34878D82A}">
                    <a16:rowId xmlns:a16="http://schemas.microsoft.com/office/drawing/2014/main" val="10006"/>
                  </a:ext>
                </a:extLst>
              </a:tr>
              <a:tr h="477275">
                <a:tc>
                  <a:txBody>
                    <a:bodyPr/>
                    <a:lstStyle/>
                    <a:p>
                      <a:pPr marL="0" marR="0" lvl="0" indent="0" algn="ctr" rtl="0">
                        <a:spcBef>
                          <a:spcPts val="0"/>
                        </a:spcBef>
                        <a:spcAft>
                          <a:spcPts val="0"/>
                        </a:spcAft>
                        <a:buNone/>
                      </a:pPr>
                      <a:r>
                        <a:rPr lang="en-US" sz="800" b="1">
                          <a:solidFill>
                            <a:schemeClr val="dk1"/>
                          </a:solidFill>
                        </a:rPr>
                        <a:t>610</a:t>
                      </a:r>
                      <a:endParaRPr/>
                    </a:p>
                    <a:p>
                      <a:pPr marL="0" marR="0" lvl="0" indent="0" algn="ctr" rtl="0">
                        <a:spcBef>
                          <a:spcPts val="0"/>
                        </a:spcBef>
                        <a:spcAft>
                          <a:spcPts val="0"/>
                        </a:spcAft>
                        <a:buNone/>
                      </a:pPr>
                      <a:r>
                        <a:rPr lang="en-US" sz="800" b="1">
                          <a:solidFill>
                            <a:schemeClr val="dk1"/>
                          </a:solidFill>
                        </a:rPr>
                        <a:t>620</a:t>
                      </a:r>
                      <a:endParaRPr/>
                    </a:p>
                    <a:p>
                      <a:pPr marL="0" marR="0" lvl="0" indent="0" algn="ctr" rtl="0">
                        <a:spcBef>
                          <a:spcPts val="0"/>
                        </a:spcBef>
                        <a:spcAft>
                          <a:spcPts val="0"/>
                        </a:spcAft>
                        <a:buNone/>
                      </a:pPr>
                      <a:r>
                        <a:rPr lang="en-US" sz="800" b="1">
                          <a:solidFill>
                            <a:schemeClr val="dk1"/>
                          </a:solidFill>
                        </a:rPr>
                        <a:t>630</a:t>
                      </a:r>
                      <a:endParaRPr/>
                    </a:p>
                    <a:p>
                      <a:pPr marL="0" marR="0" lvl="0" indent="0" algn="ctr" rtl="0">
                        <a:spcBef>
                          <a:spcPts val="0"/>
                        </a:spcBef>
                        <a:spcAft>
                          <a:spcPts val="0"/>
                        </a:spcAft>
                        <a:buNone/>
                      </a:pPr>
                      <a:r>
                        <a:rPr lang="en-US" sz="800" b="1">
                          <a:solidFill>
                            <a:schemeClr val="dk1"/>
                          </a:solidFill>
                        </a:rPr>
                        <a:t>640</a:t>
                      </a:r>
                      <a:endParaRPr/>
                    </a:p>
                    <a:p>
                      <a:pPr marL="0" marR="0" lvl="0" indent="0" algn="ctr" rtl="0">
                        <a:spcBef>
                          <a:spcPts val="0"/>
                        </a:spcBef>
                        <a:spcAft>
                          <a:spcPts val="0"/>
                        </a:spcAft>
                        <a:buNone/>
                      </a:pPr>
                      <a:r>
                        <a:rPr lang="en-US" sz="800" b="1">
                          <a:solidFill>
                            <a:schemeClr val="dk1"/>
                          </a:solidFill>
                        </a:rPr>
                        <a:t>650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1130</a:t>
                      </a:r>
                      <a:endParaRPr/>
                    </a:p>
                    <a:p>
                      <a:pPr marL="0" marR="0" lvl="0" indent="0" algn="ctr" rtl="0">
                        <a:spcBef>
                          <a:spcPts val="0"/>
                        </a:spcBef>
                        <a:spcAft>
                          <a:spcPts val="0"/>
                        </a:spcAft>
                        <a:buNone/>
                      </a:pPr>
                      <a:r>
                        <a:rPr lang="en-US" sz="800" b="1">
                          <a:solidFill>
                            <a:srgbClr val="0070C0"/>
                          </a:solidFill>
                        </a:rPr>
                        <a:t>1150</a:t>
                      </a:r>
                      <a:endParaRPr/>
                    </a:p>
                    <a:p>
                      <a:pPr marL="0" marR="0" lvl="0" indent="0" algn="ctr" rtl="0">
                        <a:spcBef>
                          <a:spcPts val="0"/>
                        </a:spcBef>
                        <a:spcAft>
                          <a:spcPts val="0"/>
                        </a:spcAft>
                        <a:buNone/>
                      </a:pPr>
                      <a:r>
                        <a:rPr lang="en-US" sz="800" b="1">
                          <a:solidFill>
                            <a:srgbClr val="0070C0"/>
                          </a:solidFill>
                        </a:rPr>
                        <a:t>1170</a:t>
                      </a:r>
                      <a:endParaRPr/>
                    </a:p>
                    <a:p>
                      <a:pPr marL="0" marR="0" lvl="0" indent="0" algn="ctr" rtl="0">
                        <a:spcBef>
                          <a:spcPts val="0"/>
                        </a:spcBef>
                        <a:spcAft>
                          <a:spcPts val="0"/>
                        </a:spcAft>
                        <a:buNone/>
                      </a:pPr>
                      <a:r>
                        <a:rPr lang="en-US" sz="800" b="1">
                          <a:solidFill>
                            <a:srgbClr val="0070C0"/>
                          </a:solidFill>
                        </a:rPr>
                        <a:t>1190</a:t>
                      </a:r>
                      <a:endParaRPr/>
                    </a:p>
                    <a:p>
                      <a:pPr marL="0" marR="0" lvl="0" indent="0" algn="ctr" rtl="0">
                        <a:spcBef>
                          <a:spcPts val="0"/>
                        </a:spcBef>
                        <a:spcAft>
                          <a:spcPts val="0"/>
                        </a:spcAft>
                        <a:buNone/>
                      </a:pPr>
                      <a:r>
                        <a:rPr lang="en-US" sz="800" b="1">
                          <a:solidFill>
                            <a:srgbClr val="0070C0"/>
                          </a:solidFill>
                        </a:rPr>
                        <a:t>1200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700</a:t>
                      </a:r>
                      <a:endParaRPr/>
                    </a:p>
                    <a:p>
                      <a:pPr marL="0" marR="0" lvl="0" indent="0" algn="ctr" rtl="0">
                        <a:spcBef>
                          <a:spcPts val="0"/>
                        </a:spcBef>
                        <a:spcAft>
                          <a:spcPts val="0"/>
                        </a:spcAft>
                        <a:buNone/>
                      </a:pPr>
                      <a:r>
                        <a:rPr lang="en-US" sz="800" b="1">
                          <a:solidFill>
                            <a:srgbClr val="00B050"/>
                          </a:solidFill>
                        </a:rPr>
                        <a:t>710</a:t>
                      </a:r>
                      <a:endParaRPr/>
                    </a:p>
                    <a:p>
                      <a:pPr marL="0" marR="0" lvl="0" indent="0" algn="ctr" rtl="0">
                        <a:spcBef>
                          <a:spcPts val="0"/>
                        </a:spcBef>
                        <a:spcAft>
                          <a:spcPts val="0"/>
                        </a:spcAft>
                        <a:buNone/>
                      </a:pPr>
                      <a:r>
                        <a:rPr lang="en-US" sz="800" b="1">
                          <a:solidFill>
                            <a:srgbClr val="00B050"/>
                          </a:solidFill>
                        </a:rPr>
                        <a:t>730</a:t>
                      </a:r>
                      <a:endParaRPr/>
                    </a:p>
                    <a:p>
                      <a:pPr marL="0" marR="0" lvl="0" indent="0" algn="ctr" rtl="0">
                        <a:spcBef>
                          <a:spcPts val="0"/>
                        </a:spcBef>
                        <a:spcAft>
                          <a:spcPts val="0"/>
                        </a:spcAft>
                        <a:buNone/>
                      </a:pPr>
                      <a:r>
                        <a:rPr lang="en-US" sz="800" b="1">
                          <a:solidFill>
                            <a:srgbClr val="00B050"/>
                          </a:solidFill>
                        </a:rPr>
                        <a:t>740</a:t>
                      </a:r>
                      <a:endParaRPr/>
                    </a:p>
                    <a:p>
                      <a:pPr marL="0" marR="0" lvl="0" indent="0" algn="ctr" rtl="0">
                        <a:spcBef>
                          <a:spcPts val="0"/>
                        </a:spcBef>
                        <a:spcAft>
                          <a:spcPts val="0"/>
                        </a:spcAft>
                        <a:buNone/>
                      </a:pPr>
                      <a:r>
                        <a:rPr lang="en-US" sz="800" b="1">
                          <a:solidFill>
                            <a:srgbClr val="00B050"/>
                          </a:solidFill>
                        </a:rPr>
                        <a:t>750</a:t>
                      </a:r>
                      <a:endParaRPr sz="800" b="1">
                        <a:solidFill>
                          <a:srgbClr val="00B050"/>
                        </a:solidFill>
                      </a:endParaRPr>
                    </a:p>
                  </a:txBody>
                  <a:tcPr marL="72000" marR="72000" marT="0" marB="0" anchor="ctr"/>
                </a:tc>
                <a:extLst>
                  <a:ext uri="{0D108BD9-81ED-4DB2-BD59-A6C34878D82A}">
                    <a16:rowId xmlns:a16="http://schemas.microsoft.com/office/drawing/2014/main" val="10007"/>
                  </a:ext>
                </a:extLst>
              </a:tr>
              <a:tr h="477275">
                <a:tc>
                  <a:txBody>
                    <a:bodyPr/>
                    <a:lstStyle/>
                    <a:p>
                      <a:pPr marL="0" marR="0" lvl="0" indent="0" algn="ctr" rtl="0">
                        <a:spcBef>
                          <a:spcPts val="0"/>
                        </a:spcBef>
                        <a:spcAft>
                          <a:spcPts val="0"/>
                        </a:spcAft>
                        <a:buNone/>
                      </a:pPr>
                      <a:r>
                        <a:rPr lang="en-US" sz="800" b="1">
                          <a:solidFill>
                            <a:schemeClr val="dk1"/>
                          </a:solidFill>
                        </a:rPr>
                        <a:t>660</a:t>
                      </a:r>
                      <a:endParaRPr/>
                    </a:p>
                    <a:p>
                      <a:pPr marL="0" marR="0" lvl="0" indent="0" algn="ctr" rtl="0">
                        <a:spcBef>
                          <a:spcPts val="0"/>
                        </a:spcBef>
                        <a:spcAft>
                          <a:spcPts val="0"/>
                        </a:spcAft>
                        <a:buNone/>
                      </a:pPr>
                      <a:r>
                        <a:rPr lang="en-US" sz="800" b="1">
                          <a:solidFill>
                            <a:schemeClr val="dk1"/>
                          </a:solidFill>
                        </a:rPr>
                        <a:t>670</a:t>
                      </a:r>
                      <a:endParaRPr/>
                    </a:p>
                    <a:p>
                      <a:pPr marL="0" marR="0" lvl="0" indent="0" algn="ctr" rtl="0">
                        <a:spcBef>
                          <a:spcPts val="0"/>
                        </a:spcBef>
                        <a:spcAft>
                          <a:spcPts val="0"/>
                        </a:spcAft>
                        <a:buNone/>
                      </a:pPr>
                      <a:r>
                        <a:rPr lang="en-US" sz="800" b="1">
                          <a:solidFill>
                            <a:schemeClr val="dk1"/>
                          </a:solidFill>
                        </a:rPr>
                        <a:t>680</a:t>
                      </a:r>
                      <a:endParaRPr/>
                    </a:p>
                    <a:p>
                      <a:pPr marL="0" marR="0" lvl="0" indent="0" algn="ctr" rtl="0">
                        <a:spcBef>
                          <a:spcPts val="0"/>
                        </a:spcBef>
                        <a:spcAft>
                          <a:spcPts val="0"/>
                        </a:spcAft>
                        <a:buNone/>
                      </a:pPr>
                      <a:r>
                        <a:rPr lang="en-US" sz="800" b="1">
                          <a:solidFill>
                            <a:schemeClr val="dk1"/>
                          </a:solidFill>
                        </a:rPr>
                        <a:t>690</a:t>
                      </a:r>
                      <a:endParaRPr/>
                    </a:p>
                    <a:p>
                      <a:pPr marL="0" marR="0" lvl="0" indent="0" algn="ctr" rtl="0">
                        <a:spcBef>
                          <a:spcPts val="0"/>
                        </a:spcBef>
                        <a:spcAft>
                          <a:spcPts val="0"/>
                        </a:spcAft>
                        <a:buNone/>
                      </a:pPr>
                      <a:r>
                        <a:rPr lang="en-US" sz="800" b="1">
                          <a:solidFill>
                            <a:schemeClr val="dk1"/>
                          </a:solidFill>
                        </a:rPr>
                        <a:t>700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1220</a:t>
                      </a:r>
                      <a:endParaRPr/>
                    </a:p>
                    <a:p>
                      <a:pPr marL="0" marR="0" lvl="0" indent="0" algn="ctr" rtl="0">
                        <a:spcBef>
                          <a:spcPts val="0"/>
                        </a:spcBef>
                        <a:spcAft>
                          <a:spcPts val="0"/>
                        </a:spcAft>
                        <a:buNone/>
                      </a:pPr>
                      <a:r>
                        <a:rPr lang="en-US" sz="800" b="1">
                          <a:solidFill>
                            <a:srgbClr val="0070C0"/>
                          </a:solidFill>
                        </a:rPr>
                        <a:t>1240</a:t>
                      </a:r>
                      <a:endParaRPr/>
                    </a:p>
                    <a:p>
                      <a:pPr marL="0" marR="0" lvl="0" indent="0" algn="ctr" rtl="0">
                        <a:spcBef>
                          <a:spcPts val="0"/>
                        </a:spcBef>
                        <a:spcAft>
                          <a:spcPts val="0"/>
                        </a:spcAft>
                        <a:buNone/>
                      </a:pPr>
                      <a:r>
                        <a:rPr lang="en-US" sz="800" b="1">
                          <a:solidFill>
                            <a:srgbClr val="0070C0"/>
                          </a:solidFill>
                        </a:rPr>
                        <a:t>1260</a:t>
                      </a:r>
                      <a:endParaRPr/>
                    </a:p>
                    <a:p>
                      <a:pPr marL="0" marR="0" lvl="0" indent="0" algn="ctr" rtl="0">
                        <a:spcBef>
                          <a:spcPts val="0"/>
                        </a:spcBef>
                        <a:spcAft>
                          <a:spcPts val="0"/>
                        </a:spcAft>
                        <a:buNone/>
                      </a:pPr>
                      <a:r>
                        <a:rPr lang="en-US" sz="800" b="1">
                          <a:solidFill>
                            <a:srgbClr val="0070C0"/>
                          </a:solidFill>
                        </a:rPr>
                        <a:t>1280</a:t>
                      </a:r>
                      <a:endParaRPr/>
                    </a:p>
                    <a:p>
                      <a:pPr marL="0" marR="0" lvl="0" indent="0" algn="ctr" rtl="0">
                        <a:spcBef>
                          <a:spcPts val="0"/>
                        </a:spcBef>
                        <a:spcAft>
                          <a:spcPts val="0"/>
                        </a:spcAft>
                        <a:buNone/>
                      </a:pPr>
                      <a:r>
                        <a:rPr lang="en-US" sz="800" b="1">
                          <a:solidFill>
                            <a:srgbClr val="0070C0"/>
                          </a:solidFill>
                        </a:rPr>
                        <a:t>1300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760</a:t>
                      </a:r>
                      <a:endParaRPr/>
                    </a:p>
                    <a:p>
                      <a:pPr marL="0" marR="0" lvl="0" indent="0" algn="ctr" rtl="0">
                        <a:spcBef>
                          <a:spcPts val="0"/>
                        </a:spcBef>
                        <a:spcAft>
                          <a:spcPts val="0"/>
                        </a:spcAft>
                        <a:buNone/>
                      </a:pPr>
                      <a:r>
                        <a:rPr lang="en-US" sz="800" b="1">
                          <a:solidFill>
                            <a:srgbClr val="00B050"/>
                          </a:solidFill>
                        </a:rPr>
                        <a:t>770</a:t>
                      </a:r>
                      <a:endParaRPr/>
                    </a:p>
                    <a:p>
                      <a:pPr marL="0" marR="0" lvl="0" indent="0" algn="ctr" rtl="0">
                        <a:spcBef>
                          <a:spcPts val="0"/>
                        </a:spcBef>
                        <a:spcAft>
                          <a:spcPts val="0"/>
                        </a:spcAft>
                        <a:buNone/>
                      </a:pPr>
                      <a:r>
                        <a:rPr lang="en-US" sz="800" b="1">
                          <a:solidFill>
                            <a:srgbClr val="00B050"/>
                          </a:solidFill>
                        </a:rPr>
                        <a:t>780</a:t>
                      </a:r>
                      <a:endParaRPr/>
                    </a:p>
                    <a:p>
                      <a:pPr marL="0" marR="0" lvl="0" indent="0" algn="ctr" rtl="0">
                        <a:spcBef>
                          <a:spcPts val="0"/>
                        </a:spcBef>
                        <a:spcAft>
                          <a:spcPts val="0"/>
                        </a:spcAft>
                        <a:buNone/>
                      </a:pPr>
                      <a:r>
                        <a:rPr lang="en-US" sz="800" b="1">
                          <a:solidFill>
                            <a:srgbClr val="00B050"/>
                          </a:solidFill>
                        </a:rPr>
                        <a:t>800</a:t>
                      </a:r>
                      <a:endParaRPr/>
                    </a:p>
                    <a:p>
                      <a:pPr marL="0" marR="0" lvl="0" indent="0" algn="ctr" rtl="0">
                        <a:spcBef>
                          <a:spcPts val="0"/>
                        </a:spcBef>
                        <a:spcAft>
                          <a:spcPts val="0"/>
                        </a:spcAft>
                        <a:buNone/>
                      </a:pPr>
                      <a:r>
                        <a:rPr lang="en-US" sz="800" b="1">
                          <a:solidFill>
                            <a:srgbClr val="00B050"/>
                          </a:solidFill>
                        </a:rPr>
                        <a:t>810</a:t>
                      </a:r>
                      <a:endParaRPr sz="800" b="1">
                        <a:solidFill>
                          <a:srgbClr val="00B050"/>
                        </a:solidFill>
                      </a:endParaRPr>
                    </a:p>
                  </a:txBody>
                  <a:tcPr marL="72000" marR="72000" marT="0" marB="0" anchor="ctr"/>
                </a:tc>
                <a:extLst>
                  <a:ext uri="{0D108BD9-81ED-4DB2-BD59-A6C34878D82A}">
                    <a16:rowId xmlns:a16="http://schemas.microsoft.com/office/drawing/2014/main" val="10008"/>
                  </a:ext>
                </a:extLst>
              </a:tr>
            </a:tbl>
          </a:graphicData>
        </a:graphic>
      </p:graphicFrame>
      <p:sp>
        <p:nvSpPr>
          <p:cNvPr id="2" name="직사각형 1">
            <a:hlinkClick r:id="" action="ppaction://hlinkshowjump?jump=firstslide"/>
            <a:extLst>
              <a:ext uri="{FF2B5EF4-FFF2-40B4-BE49-F238E27FC236}">
                <a16:creationId xmlns:a16="http://schemas.microsoft.com/office/drawing/2014/main" id="{1B02B414-F437-EC29-A025-C000B0E23D64}"/>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16423489"/>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그물">
  <a:themeElements>
    <a:clrScheme name="그물">
      <a:dk1>
        <a:sysClr val="windowText" lastClr="000000"/>
      </a:dk1>
      <a:lt1>
        <a:sysClr val="window" lastClr="FFFFFF"/>
      </a:lt1>
      <a:dk2>
        <a:srgbClr val="363D46"/>
      </a:dk2>
      <a:lt2>
        <a:srgbClr val="EBEBEB"/>
      </a:lt2>
      <a:accent1>
        <a:srgbClr val="6F6F6F"/>
      </a:accent1>
      <a:accent2>
        <a:srgbClr val="BFBFA5"/>
      </a:accent2>
      <a:accent3>
        <a:srgbClr val="DCD084"/>
      </a:accent3>
      <a:accent4>
        <a:srgbClr val="E7BF5F"/>
      </a:accent4>
      <a:accent5>
        <a:srgbClr val="E9A039"/>
      </a:accent5>
      <a:accent6>
        <a:srgbClr val="CF7133"/>
      </a:accent6>
      <a:hlink>
        <a:srgbClr val="F28943"/>
      </a:hlink>
      <a:folHlink>
        <a:srgbClr val="F1B76C"/>
      </a:folHlink>
    </a:clrScheme>
    <a:fontScheme name="그물">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그물">
      <a:fillStyleLst>
        <a:solidFill>
          <a:schemeClr val="phClr"/>
        </a:solidFill>
        <a:gradFill rotWithShape="1">
          <a:gsLst>
            <a:gs pos="0">
              <a:schemeClr val="phClr">
                <a:tint val="60000"/>
                <a:lumMod val="110000"/>
              </a:schemeClr>
            </a:gs>
            <a:gs pos="100000">
              <a:schemeClr val="phClr">
                <a:tint val="82000"/>
              </a:schemeClr>
            </a:gs>
          </a:gsLst>
          <a:lin ang="5400000" scaled="0"/>
        </a:gradFill>
        <a:gradFill rotWithShape="1">
          <a:gsLst>
            <a:gs pos="0">
              <a:schemeClr val="phClr">
                <a:tint val="96000"/>
                <a:lumMod val="104000"/>
              </a:schemeClr>
            </a:gs>
            <a:gs pos="100000">
              <a:schemeClr val="phClr">
                <a:shade val="84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innerShdw blurRad="50800" dist="25400" dir="13500000">
              <a:srgbClr val="000000">
                <a:alpha val="55000"/>
              </a:srgbClr>
            </a:innerShdw>
          </a:effectLst>
        </a:effectStyle>
        <a:effectStyle>
          <a:effectLst>
            <a:outerShdw blurRad="50800" dist="38100" dir="5400000" rotWithShape="0">
              <a:srgbClr val="000000">
                <a:alpha val="60000"/>
              </a:srgbClr>
            </a:outerShdw>
          </a:effectLst>
          <a:scene3d>
            <a:camera prst="orthographicFront">
              <a:rot lat="0" lon="0" rev="0"/>
            </a:camera>
            <a:lightRig rig="threePt" dir="tl"/>
          </a:scene3d>
          <a:sp3d>
            <a:bevelT w="25400" h="25400" prst="slope"/>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28000"/>
                <a:satMod val="94000"/>
                <a:lumMod val="20000"/>
              </a:schemeClr>
              <a:schemeClr val="phClr">
                <a:tint val="94000"/>
                <a:shade val="84000"/>
                <a:satMod val="148000"/>
                <a:lumMod val="114000"/>
              </a:schemeClr>
            </a:duotone>
          </a:blip>
          <a:stretch/>
        </a:blipFill>
      </a:bgFillStyleLst>
    </a:fmtScheme>
  </a:themeElements>
  <a:objectDefaults/>
  <a:extraClrSchemeLst/>
  <a:extLst>
    <a:ext uri="{05A4C25C-085E-4340-85A3-A5531E510DB2}">
      <thm15:themeFamily xmlns:thm15="http://schemas.microsoft.com/office/thememl/2012/main" name="Mesh" id="{789EC3FE-34FD-429C-9918-760025E6C145}" vid="{B8BE45C0-8141-4D58-8C71-A009BC26FBBB}"/>
    </a:ext>
  </a:extLst>
</a:theme>
</file>

<file path=ppt/theme/theme2.xml><?xml version="1.0" encoding="utf-8"?>
<a:theme xmlns:a="http://schemas.openxmlformats.org/drawingml/2006/main" name="Office 테마">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Mesh</Template>
  <TotalTime>58688</TotalTime>
  <Words>15787</Words>
  <Application>Microsoft Macintosh PowerPoint</Application>
  <PresentationFormat>사용자 지정</PresentationFormat>
  <Paragraphs>3496</Paragraphs>
  <Slides>73</Slides>
  <Notes>71</Notes>
  <HiddenSlides>0</HiddenSlides>
  <MMClips>0</MMClips>
  <ScaleCrop>false</ScaleCrop>
  <HeadingPairs>
    <vt:vector size="6" baseType="variant">
      <vt:variant>
        <vt:lpstr>사용한 글꼴</vt:lpstr>
      </vt:variant>
      <vt:variant>
        <vt:i4>9</vt:i4>
      </vt:variant>
      <vt:variant>
        <vt:lpstr>테마</vt:lpstr>
      </vt:variant>
      <vt:variant>
        <vt:i4>1</vt:i4>
      </vt:variant>
      <vt:variant>
        <vt:lpstr>슬라이드 제목</vt:lpstr>
      </vt:variant>
      <vt:variant>
        <vt:i4>73</vt:i4>
      </vt:variant>
    </vt:vector>
  </HeadingPairs>
  <TitlesOfParts>
    <vt:vector size="83" baseType="lpstr">
      <vt:lpstr>Century Gothic</vt:lpstr>
      <vt:lpstr>Calibri</vt:lpstr>
      <vt:lpstr>Cambria Math</vt:lpstr>
      <vt:lpstr>Helvetica Neue</vt:lpstr>
      <vt:lpstr>Britannic Bold</vt:lpstr>
      <vt:lpstr>맑은 고딕</vt:lpstr>
      <vt:lpstr>Gulim</vt:lpstr>
      <vt:lpstr>Lato</vt:lpstr>
      <vt:lpstr>Arial</vt:lpstr>
      <vt:lpstr>그물</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cho deukhyeon</dc:creator>
  <cp:lastModifiedBy>deukhyeon cho</cp:lastModifiedBy>
  <cp:revision>472</cp:revision>
  <dcterms:created xsi:type="dcterms:W3CDTF">2022-05-17T08:00:10Z</dcterms:created>
  <dcterms:modified xsi:type="dcterms:W3CDTF">2025-04-05T03:40:26Z</dcterms:modified>
</cp:coreProperties>
</file>